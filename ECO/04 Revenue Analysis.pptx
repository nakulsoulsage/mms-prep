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ink/ink1.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9"/>
  </p:notesMasterIdLst>
  <p:sldIdLst>
    <p:sldId id="314" r:id="rId2"/>
    <p:sldId id="274" r:id="rId3"/>
    <p:sldId id="300" r:id="rId4"/>
    <p:sldId id="258" r:id="rId5"/>
    <p:sldId id="265" r:id="rId6"/>
    <p:sldId id="262" r:id="rId7"/>
    <p:sldId id="263" r:id="rId8"/>
    <p:sldId id="309" r:id="rId9"/>
    <p:sldId id="264" r:id="rId10"/>
    <p:sldId id="306" r:id="rId11"/>
    <p:sldId id="307" r:id="rId12"/>
    <p:sldId id="308" r:id="rId13"/>
    <p:sldId id="310" r:id="rId14"/>
    <p:sldId id="267" r:id="rId15"/>
    <p:sldId id="287" r:id="rId16"/>
    <p:sldId id="281" r:id="rId17"/>
    <p:sldId id="316" r:id="rId18"/>
    <p:sldId id="288" r:id="rId19"/>
    <p:sldId id="257" r:id="rId20"/>
    <p:sldId id="280" r:id="rId21"/>
    <p:sldId id="269" r:id="rId22"/>
    <p:sldId id="282" r:id="rId23"/>
    <p:sldId id="277" r:id="rId24"/>
    <p:sldId id="286" r:id="rId25"/>
    <p:sldId id="311" r:id="rId26"/>
    <p:sldId id="313" r:id="rId27"/>
    <p:sldId id="261" r:id="rId28"/>
    <p:sldId id="289" r:id="rId29"/>
    <p:sldId id="293" r:id="rId30"/>
    <p:sldId id="290" r:id="rId31"/>
    <p:sldId id="294" r:id="rId32"/>
    <p:sldId id="295" r:id="rId33"/>
    <p:sldId id="296" r:id="rId34"/>
    <p:sldId id="291" r:id="rId35"/>
    <p:sldId id="292" r:id="rId36"/>
    <p:sldId id="256" r:id="rId37"/>
    <p:sldId id="315" r:id="rId38"/>
  </p:sldIdLst>
  <p:sldSz cx="13004800" cy="9753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228600" algn="ctr" defTabSz="5842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457200" algn="ctr" defTabSz="5842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685800" algn="ctr" defTabSz="5842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914400" algn="ctr" defTabSz="5842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1143000" algn="ctr" defTabSz="5842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1371600" algn="ctr" defTabSz="5842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1600200" algn="ctr" defTabSz="5842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1828800" algn="ctr" defTabSz="5842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000000"/>
        </a:solidFill>
        <a:effectLst/>
        <a:uFillTx/>
        <a:latin typeface="Helvetica Neue"/>
        <a:ea typeface="Helvetica Neue"/>
        <a:cs typeface="Helvetica Neue"/>
        <a:sym typeface="Helvetica Neue"/>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1046145-E3DE-F540-A54F-1820C5049C66}" v="360" dt="2021-04-08T09:51:21.309"/>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13575"/>
            </a:schemeClr>
          </a:solidFill>
        </a:fill>
      </a:tcStyle>
    </a:firstCol>
    <a:lastRow>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b="off" i="off">
        <a:font>
          <a:latin typeface="Helvetica Neue"/>
          <a:ea typeface="Helvetica Neue"/>
          <a:cs typeface="Helvetica Neue"/>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ff" i="off">
        <a:fontRef idx="minor">
          <a:srgbClr val="FFFFFF"/>
        </a:fontRef>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3">
              <a:hueOff val="362282"/>
              <a:satOff val="31803"/>
              <a:lumOff val="-18242"/>
            </a:schemeClr>
          </a:solidFill>
        </a:fill>
      </a:tcStyle>
    </a:firstCol>
    <a:lastRow>
      <a:tcTxStyle b="off" i="off">
        <a:font>
          <a:latin typeface="Helvetica Neue"/>
          <a:ea typeface="Helvetica Neue"/>
          <a:cs typeface="Helvetica Neue"/>
        </a:font>
        <a:srgbClr val="000000"/>
      </a:tcTxStyle>
      <a:tcStyle>
        <a:tcBdr>
          <a:left>
            <a:ln w="12700" cap="flat">
              <a:solidFill>
                <a:srgbClr val="606060"/>
              </a:solidFill>
              <a:prstDash val="solid"/>
              <a:miter lim="400000"/>
            </a:ln>
          </a:left>
          <a:right>
            <a:ln w="12700" cap="flat">
              <a:solidFill>
                <a:srgbClr val="606060"/>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EBEBEB"/>
          </a:solidFill>
        </a:fill>
      </a:tcStyle>
    </a:lastRow>
    <a:firstRow>
      <a:tcTxStyle b="off" i="off">
        <a:fontRef idx="minor">
          <a:srgbClr val="FFFFFF"/>
        </a:fontRef>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solidFill>
            <a:srgbClr val="017101"/>
          </a:solidFill>
        </a:fill>
      </a:tcStyle>
    </a:firstRow>
  </a:tblStyle>
  <a:tblStyle styleId="{EEE7283C-3CF3-47DC-8721-378D4A62B228}" styleName="">
    <a:tblBg/>
    <a:wholeTbl>
      <a:tcTxStyle b="off" i="off">
        <a:font>
          <a:latin typeface="Helvetica Neue Light"/>
          <a:ea typeface="Helvetica Neue Light"/>
          <a:cs typeface="Helvetica Neue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FAF7E9"/>
          </a:solidFill>
        </a:fill>
      </a:tcStyle>
    </a:wholeTbl>
    <a:band2H>
      <a:tcTxStyle/>
      <a:tcStyle>
        <a:tcBdr/>
        <a:fill>
          <a:solidFill>
            <a:srgbClr val="EDEADD"/>
          </a:solidFill>
        </a:fill>
      </a:tcStyle>
    </a:band2H>
    <a:firstCol>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9BA00"/>
          </a:solidFill>
        </a:fill>
      </a:tcStyle>
    </a:firstCol>
    <a:la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lastRow>
    <a:fir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EBEBEB"/>
          </a:solidFill>
        </a:fill>
      </a:tcStyle>
    </a:wholeTbl>
    <a:band2H>
      <a:tcTxStyle/>
      <a:tcStyle>
        <a:tcBdr/>
        <a:fill>
          <a:solidFill>
            <a:srgbClr val="DADBDA"/>
          </a:solidFill>
        </a:fill>
      </a:tcStyle>
    </a:band2H>
    <a:firstCol>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chemeClr val="accent6">
              <a:hueOff val="-146070"/>
              <a:satOff val="-10048"/>
              <a:lumOff val="-30626"/>
            </a:schemeClr>
          </a:solidFill>
        </a:fill>
      </a:tcStyle>
    </a:firstCol>
    <a:la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lastRow>
    <a:fir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B5B5C1"/>
          </a:solidFill>
        </a:fill>
      </a:tcStyle>
    </a:wholeTbl>
    <a:band2H>
      <a:tcTxStyle/>
      <a:tcStyle>
        <a:tcBdr/>
        <a:fill>
          <a:solidFill>
            <a:srgbClr val="9A9AA5"/>
          </a:solidFill>
        </a:fill>
      </a:tcStyle>
    </a:band2H>
    <a:firstCol>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85F"/>
          </a:solidFill>
        </a:fill>
      </a:tcStyle>
    </a:firstCol>
    <a:la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lastRow>
    <a:fir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Neue"/>
          <a:ea typeface="Helvetica Neue"/>
          <a:cs typeface="Helvetica Neue"/>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624"/>
    <p:restoredTop sz="93073"/>
  </p:normalViewPr>
  <p:slideViewPr>
    <p:cSldViewPr snapToGrid="0">
      <p:cViewPr varScale="1">
        <p:scale>
          <a:sx n="70" d="100"/>
          <a:sy n="70" d="100"/>
        </p:scale>
        <p:origin x="1008"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ggie Menezes" userId="74619c95fa3483c9" providerId="LiveId" clId="{6A46CFC1-D81F-9C46-BB3E-0BAFF4AC7CB5}"/>
    <pc:docChg chg="custSel addSld delSld modSld">
      <pc:chgData name="Aggie Menezes" userId="74619c95fa3483c9" providerId="LiveId" clId="{6A46CFC1-D81F-9C46-BB3E-0BAFF4AC7CB5}" dt="2020-10-29T15:53:48.282" v="2098"/>
      <pc:docMkLst>
        <pc:docMk/>
      </pc:docMkLst>
      <pc:sldChg chg="addSp">
        <pc:chgData name="Aggie Menezes" userId="74619c95fa3483c9" providerId="LiveId" clId="{6A46CFC1-D81F-9C46-BB3E-0BAFF4AC7CB5}" dt="2020-10-29T13:48:09.698" v="734"/>
        <pc:sldMkLst>
          <pc:docMk/>
          <pc:sldMk cId="0" sldId="256"/>
        </pc:sldMkLst>
        <pc:grpChg chg="add">
          <ac:chgData name="Aggie Menezes" userId="74619c95fa3483c9" providerId="LiveId" clId="{6A46CFC1-D81F-9C46-BB3E-0BAFF4AC7CB5}" dt="2020-10-29T13:47:37.797" v="712"/>
          <ac:grpSpMkLst>
            <pc:docMk/>
            <pc:sldMk cId="0" sldId="256"/>
            <ac:grpSpMk id="8" creationId="{ED9B1B47-D6DB-0F4D-AAB0-C80B633F6630}"/>
          </ac:grpSpMkLst>
        </pc:grpChg>
        <pc:grpChg chg="add">
          <ac:chgData name="Aggie Menezes" userId="74619c95fa3483c9" providerId="LiveId" clId="{6A46CFC1-D81F-9C46-BB3E-0BAFF4AC7CB5}" dt="2020-10-29T13:47:54.006" v="723"/>
          <ac:grpSpMkLst>
            <pc:docMk/>
            <pc:sldMk cId="0" sldId="256"/>
            <ac:grpSpMk id="19" creationId="{4DDE4D62-CEB0-DA4B-897E-8E45B9920021}"/>
          </ac:grpSpMkLst>
        </pc:grpChg>
        <pc:grpChg chg="add">
          <ac:chgData name="Aggie Menezes" userId="74619c95fa3483c9" providerId="LiveId" clId="{6A46CFC1-D81F-9C46-BB3E-0BAFF4AC7CB5}" dt="2020-10-29T13:48:09.698" v="734"/>
          <ac:grpSpMkLst>
            <pc:docMk/>
            <pc:sldMk cId="0" sldId="256"/>
            <ac:grpSpMk id="30" creationId="{8691D41F-8A98-934F-A460-28CC595B570C}"/>
          </ac:grpSpMkLst>
        </pc:grpChg>
        <pc:inkChg chg="add">
          <ac:chgData name="Aggie Menezes" userId="74619c95fa3483c9" providerId="LiveId" clId="{6A46CFC1-D81F-9C46-BB3E-0BAFF4AC7CB5}" dt="2020-10-29T13:47:25.438" v="707" actId="7634"/>
          <ac:inkMkLst>
            <pc:docMk/>
            <pc:sldMk cId="0" sldId="256"/>
            <ac:inkMk id="3" creationId="{4E4E2BBA-B36F-484D-983E-BB4B4F03C9FC}"/>
          </ac:inkMkLst>
        </pc:inkChg>
        <pc:inkChg chg="add">
          <ac:chgData name="Aggie Menezes" userId="74619c95fa3483c9" providerId="LiveId" clId="{6A46CFC1-D81F-9C46-BB3E-0BAFF4AC7CB5}" dt="2020-10-29T13:47:35.686" v="708"/>
          <ac:inkMkLst>
            <pc:docMk/>
            <pc:sldMk cId="0" sldId="256"/>
            <ac:inkMk id="4" creationId="{CC251F63-0101-8E41-9D1D-FDF11A96453D}"/>
          </ac:inkMkLst>
        </pc:inkChg>
        <pc:inkChg chg="add">
          <ac:chgData name="Aggie Menezes" userId="74619c95fa3483c9" providerId="LiveId" clId="{6A46CFC1-D81F-9C46-BB3E-0BAFF4AC7CB5}" dt="2020-10-29T13:47:36.262" v="709"/>
          <ac:inkMkLst>
            <pc:docMk/>
            <pc:sldMk cId="0" sldId="256"/>
            <ac:inkMk id="5" creationId="{61FB22D0-7A97-6142-BA65-6176ED7FC74B}"/>
          </ac:inkMkLst>
        </pc:inkChg>
        <pc:inkChg chg="add">
          <ac:chgData name="Aggie Menezes" userId="74619c95fa3483c9" providerId="LiveId" clId="{6A46CFC1-D81F-9C46-BB3E-0BAFF4AC7CB5}" dt="2020-10-29T13:47:36.489" v="710"/>
          <ac:inkMkLst>
            <pc:docMk/>
            <pc:sldMk cId="0" sldId="256"/>
            <ac:inkMk id="6" creationId="{2C04199A-8C8B-714A-91D6-5FC6CA1E6CDA}"/>
          </ac:inkMkLst>
        </pc:inkChg>
        <pc:inkChg chg="add">
          <ac:chgData name="Aggie Menezes" userId="74619c95fa3483c9" providerId="LiveId" clId="{6A46CFC1-D81F-9C46-BB3E-0BAFF4AC7CB5}" dt="2020-10-29T13:47:36.936" v="711"/>
          <ac:inkMkLst>
            <pc:docMk/>
            <pc:sldMk cId="0" sldId="256"/>
            <ac:inkMk id="7" creationId="{4B0A4C59-A08B-F94B-8F9E-2B4F6B2EF895}"/>
          </ac:inkMkLst>
        </pc:inkChg>
        <pc:inkChg chg="add">
          <ac:chgData name="Aggie Menezes" userId="74619c95fa3483c9" providerId="LiveId" clId="{6A46CFC1-D81F-9C46-BB3E-0BAFF4AC7CB5}" dt="2020-10-29T13:47:50.131" v="713"/>
          <ac:inkMkLst>
            <pc:docMk/>
            <pc:sldMk cId="0" sldId="256"/>
            <ac:inkMk id="9" creationId="{ED9EF6EE-D747-E948-AA4D-DA45F8609D4A}"/>
          </ac:inkMkLst>
        </pc:inkChg>
        <pc:inkChg chg="add">
          <ac:chgData name="Aggie Menezes" userId="74619c95fa3483c9" providerId="LiveId" clId="{6A46CFC1-D81F-9C46-BB3E-0BAFF4AC7CB5}" dt="2020-10-29T13:47:50.516" v="714"/>
          <ac:inkMkLst>
            <pc:docMk/>
            <pc:sldMk cId="0" sldId="256"/>
            <ac:inkMk id="10" creationId="{2D27DE68-56F5-A447-83AB-DFD08FA5A435}"/>
          </ac:inkMkLst>
        </pc:inkChg>
        <pc:inkChg chg="add">
          <ac:chgData name="Aggie Menezes" userId="74619c95fa3483c9" providerId="LiveId" clId="{6A46CFC1-D81F-9C46-BB3E-0BAFF4AC7CB5}" dt="2020-10-29T13:47:51.099" v="715"/>
          <ac:inkMkLst>
            <pc:docMk/>
            <pc:sldMk cId="0" sldId="256"/>
            <ac:inkMk id="11" creationId="{1C2FCAB6-D0DE-DA4A-8458-C59ECC901964}"/>
          </ac:inkMkLst>
        </pc:inkChg>
        <pc:inkChg chg="add">
          <ac:chgData name="Aggie Menezes" userId="74619c95fa3483c9" providerId="LiveId" clId="{6A46CFC1-D81F-9C46-BB3E-0BAFF4AC7CB5}" dt="2020-10-29T13:47:51.393" v="716"/>
          <ac:inkMkLst>
            <pc:docMk/>
            <pc:sldMk cId="0" sldId="256"/>
            <ac:inkMk id="12" creationId="{141F6872-12AA-8849-83D3-4D5BABCB3521}"/>
          </ac:inkMkLst>
        </pc:inkChg>
        <pc:inkChg chg="add">
          <ac:chgData name="Aggie Menezes" userId="74619c95fa3483c9" providerId="LiveId" clId="{6A46CFC1-D81F-9C46-BB3E-0BAFF4AC7CB5}" dt="2020-10-29T13:47:51.614" v="717"/>
          <ac:inkMkLst>
            <pc:docMk/>
            <pc:sldMk cId="0" sldId="256"/>
            <ac:inkMk id="13" creationId="{C057BC07-360A-BA42-993F-EFDF398ED83E}"/>
          </ac:inkMkLst>
        </pc:inkChg>
        <pc:inkChg chg="add">
          <ac:chgData name="Aggie Menezes" userId="74619c95fa3483c9" providerId="LiveId" clId="{6A46CFC1-D81F-9C46-BB3E-0BAFF4AC7CB5}" dt="2020-10-29T13:47:51.902" v="718"/>
          <ac:inkMkLst>
            <pc:docMk/>
            <pc:sldMk cId="0" sldId="256"/>
            <ac:inkMk id="14" creationId="{7317B008-FCA3-2342-A998-5738279377C0}"/>
          </ac:inkMkLst>
        </pc:inkChg>
        <pc:inkChg chg="add">
          <ac:chgData name="Aggie Menezes" userId="74619c95fa3483c9" providerId="LiveId" clId="{6A46CFC1-D81F-9C46-BB3E-0BAFF4AC7CB5}" dt="2020-10-29T13:47:52.299" v="719"/>
          <ac:inkMkLst>
            <pc:docMk/>
            <pc:sldMk cId="0" sldId="256"/>
            <ac:inkMk id="15" creationId="{9B480959-54AE-0A41-8E93-67CE9C022357}"/>
          </ac:inkMkLst>
        </pc:inkChg>
        <pc:inkChg chg="add">
          <ac:chgData name="Aggie Menezes" userId="74619c95fa3483c9" providerId="LiveId" clId="{6A46CFC1-D81F-9C46-BB3E-0BAFF4AC7CB5}" dt="2020-10-29T13:47:52.565" v="720"/>
          <ac:inkMkLst>
            <pc:docMk/>
            <pc:sldMk cId="0" sldId="256"/>
            <ac:inkMk id="16" creationId="{1C257798-EE4C-D74A-A999-00B222E42738}"/>
          </ac:inkMkLst>
        </pc:inkChg>
        <pc:inkChg chg="add">
          <ac:chgData name="Aggie Menezes" userId="74619c95fa3483c9" providerId="LiveId" clId="{6A46CFC1-D81F-9C46-BB3E-0BAFF4AC7CB5}" dt="2020-10-29T13:47:53.122" v="721"/>
          <ac:inkMkLst>
            <pc:docMk/>
            <pc:sldMk cId="0" sldId="256"/>
            <ac:inkMk id="17" creationId="{21D7D70E-B63B-DB4C-B10D-BA58F8E0B8DC}"/>
          </ac:inkMkLst>
        </pc:inkChg>
        <pc:inkChg chg="add">
          <ac:chgData name="Aggie Menezes" userId="74619c95fa3483c9" providerId="LiveId" clId="{6A46CFC1-D81F-9C46-BB3E-0BAFF4AC7CB5}" dt="2020-10-29T13:47:53.502" v="722"/>
          <ac:inkMkLst>
            <pc:docMk/>
            <pc:sldMk cId="0" sldId="256"/>
            <ac:inkMk id="18" creationId="{41290CF9-E11C-FC41-A22F-09F746548432}"/>
          </ac:inkMkLst>
        </pc:inkChg>
        <pc:inkChg chg="add">
          <ac:chgData name="Aggie Menezes" userId="74619c95fa3483c9" providerId="LiveId" clId="{6A46CFC1-D81F-9C46-BB3E-0BAFF4AC7CB5}" dt="2020-10-29T13:48:06.401" v="724"/>
          <ac:inkMkLst>
            <pc:docMk/>
            <pc:sldMk cId="0" sldId="256"/>
            <ac:inkMk id="20" creationId="{992E5024-F523-6040-AEC7-F67BCBC0EB90}"/>
          </ac:inkMkLst>
        </pc:inkChg>
        <pc:inkChg chg="add">
          <ac:chgData name="Aggie Menezes" userId="74619c95fa3483c9" providerId="LiveId" clId="{6A46CFC1-D81F-9C46-BB3E-0BAFF4AC7CB5}" dt="2020-10-29T13:48:06.867" v="725"/>
          <ac:inkMkLst>
            <pc:docMk/>
            <pc:sldMk cId="0" sldId="256"/>
            <ac:inkMk id="21" creationId="{7673F75D-4E20-FB43-B8C9-969EC45F4D0D}"/>
          </ac:inkMkLst>
        </pc:inkChg>
        <pc:inkChg chg="add">
          <ac:chgData name="Aggie Menezes" userId="74619c95fa3483c9" providerId="LiveId" clId="{6A46CFC1-D81F-9C46-BB3E-0BAFF4AC7CB5}" dt="2020-10-29T13:48:07.081" v="726"/>
          <ac:inkMkLst>
            <pc:docMk/>
            <pc:sldMk cId="0" sldId="256"/>
            <ac:inkMk id="22" creationId="{A9DED124-E91B-6244-BE35-A6484F90CBC0}"/>
          </ac:inkMkLst>
        </pc:inkChg>
        <pc:inkChg chg="add">
          <ac:chgData name="Aggie Menezes" userId="74619c95fa3483c9" providerId="LiveId" clId="{6A46CFC1-D81F-9C46-BB3E-0BAFF4AC7CB5}" dt="2020-10-29T13:48:07.371" v="727"/>
          <ac:inkMkLst>
            <pc:docMk/>
            <pc:sldMk cId="0" sldId="256"/>
            <ac:inkMk id="23" creationId="{CF1D5764-B22D-D749-BF73-35D444416DA7}"/>
          </ac:inkMkLst>
        </pc:inkChg>
        <pc:inkChg chg="add">
          <ac:chgData name="Aggie Menezes" userId="74619c95fa3483c9" providerId="LiveId" clId="{6A46CFC1-D81F-9C46-BB3E-0BAFF4AC7CB5}" dt="2020-10-29T13:48:07.677" v="728"/>
          <ac:inkMkLst>
            <pc:docMk/>
            <pc:sldMk cId="0" sldId="256"/>
            <ac:inkMk id="24" creationId="{812B9037-2C82-6B43-B3B8-457BFD070B07}"/>
          </ac:inkMkLst>
        </pc:inkChg>
        <pc:inkChg chg="add">
          <ac:chgData name="Aggie Menezes" userId="74619c95fa3483c9" providerId="LiveId" clId="{6A46CFC1-D81F-9C46-BB3E-0BAFF4AC7CB5}" dt="2020-10-29T13:48:07.868" v="729"/>
          <ac:inkMkLst>
            <pc:docMk/>
            <pc:sldMk cId="0" sldId="256"/>
            <ac:inkMk id="25" creationId="{277F1739-34B2-7E4D-9528-399CC0756D12}"/>
          </ac:inkMkLst>
        </pc:inkChg>
        <pc:inkChg chg="add">
          <ac:chgData name="Aggie Menezes" userId="74619c95fa3483c9" providerId="LiveId" clId="{6A46CFC1-D81F-9C46-BB3E-0BAFF4AC7CB5}" dt="2020-10-29T13:48:08.039" v="730"/>
          <ac:inkMkLst>
            <pc:docMk/>
            <pc:sldMk cId="0" sldId="256"/>
            <ac:inkMk id="26" creationId="{A70A7132-2CF4-C341-99F1-AFFE9C405D54}"/>
          </ac:inkMkLst>
        </pc:inkChg>
        <pc:inkChg chg="add">
          <ac:chgData name="Aggie Menezes" userId="74619c95fa3483c9" providerId="LiveId" clId="{6A46CFC1-D81F-9C46-BB3E-0BAFF4AC7CB5}" dt="2020-10-29T13:48:08.346" v="731"/>
          <ac:inkMkLst>
            <pc:docMk/>
            <pc:sldMk cId="0" sldId="256"/>
            <ac:inkMk id="27" creationId="{F0FA3ED5-9350-6640-825F-5C0ED6ED16B5}"/>
          </ac:inkMkLst>
        </pc:inkChg>
        <pc:inkChg chg="add">
          <ac:chgData name="Aggie Menezes" userId="74619c95fa3483c9" providerId="LiveId" clId="{6A46CFC1-D81F-9C46-BB3E-0BAFF4AC7CB5}" dt="2020-10-29T13:48:08.730" v="732"/>
          <ac:inkMkLst>
            <pc:docMk/>
            <pc:sldMk cId="0" sldId="256"/>
            <ac:inkMk id="28" creationId="{0449332A-5A17-E149-BD3A-DF98172C66B5}"/>
          </ac:inkMkLst>
        </pc:inkChg>
        <pc:inkChg chg="add">
          <ac:chgData name="Aggie Menezes" userId="74619c95fa3483c9" providerId="LiveId" clId="{6A46CFC1-D81F-9C46-BB3E-0BAFF4AC7CB5}" dt="2020-10-29T13:48:09.067" v="733"/>
          <ac:inkMkLst>
            <pc:docMk/>
            <pc:sldMk cId="0" sldId="256"/>
            <ac:inkMk id="29" creationId="{9664770E-8900-0E4F-B099-6BC45EE62B78}"/>
          </ac:inkMkLst>
        </pc:inkChg>
      </pc:sldChg>
      <pc:sldChg chg="addSp delSp">
        <pc:chgData name="Aggie Menezes" userId="74619c95fa3483c9" providerId="LiveId" clId="{6A46CFC1-D81F-9C46-BB3E-0BAFF4AC7CB5}" dt="2020-10-29T15:28:39.106" v="1859"/>
        <pc:sldMkLst>
          <pc:docMk/>
          <pc:sldMk cId="0" sldId="257"/>
        </pc:sldMkLst>
        <pc:grpChg chg="add del">
          <ac:chgData name="Aggie Menezes" userId="74619c95fa3483c9" providerId="LiveId" clId="{6A46CFC1-D81F-9C46-BB3E-0BAFF4AC7CB5}" dt="2020-10-29T15:28:14.682" v="1832"/>
          <ac:grpSpMkLst>
            <pc:docMk/>
            <pc:sldMk cId="0" sldId="257"/>
            <ac:grpSpMk id="9" creationId="{BB948A14-0D16-5F43-AA3E-B7F44DED523C}"/>
          </ac:grpSpMkLst>
        </pc:grpChg>
        <pc:grpChg chg="add del">
          <ac:chgData name="Aggie Menezes" userId="74619c95fa3483c9" providerId="LiveId" clId="{6A46CFC1-D81F-9C46-BB3E-0BAFF4AC7CB5}" dt="2020-10-29T15:28:32.108" v="1850"/>
          <ac:grpSpMkLst>
            <pc:docMk/>
            <pc:sldMk cId="0" sldId="257"/>
            <ac:grpSpMk id="11" creationId="{572EC99A-2C23-874A-B1E1-E2D48D277893}"/>
          </ac:grpSpMkLst>
        </pc:grpChg>
        <pc:grpChg chg="add del">
          <ac:chgData name="Aggie Menezes" userId="74619c95fa3483c9" providerId="LiveId" clId="{6A46CFC1-D81F-9C46-BB3E-0BAFF4AC7CB5}" dt="2020-10-29T15:28:32.108" v="1850"/>
          <ac:grpSpMkLst>
            <pc:docMk/>
            <pc:sldMk cId="0" sldId="257"/>
            <ac:grpSpMk id="17" creationId="{93849586-7D22-2541-BA25-CE19634ACFFA}"/>
          </ac:grpSpMkLst>
        </pc:grpChg>
        <pc:grpChg chg="add del">
          <ac:chgData name="Aggie Menezes" userId="74619c95fa3483c9" providerId="LiveId" clId="{6A46CFC1-D81F-9C46-BB3E-0BAFF4AC7CB5}" dt="2020-10-29T15:28:39.106" v="1859"/>
          <ac:grpSpMkLst>
            <pc:docMk/>
            <pc:sldMk cId="0" sldId="257"/>
            <ac:grpSpMk id="29" creationId="{FA374A71-025D-004D-AE96-2A8AA36E632F}"/>
          </ac:grpSpMkLst>
        </pc:grpChg>
        <pc:grpChg chg="add del">
          <ac:chgData name="Aggie Menezes" userId="74619c95fa3483c9" providerId="LiveId" clId="{6A46CFC1-D81F-9C46-BB3E-0BAFF4AC7CB5}" dt="2020-10-29T15:28:39.106" v="1859"/>
          <ac:grpSpMkLst>
            <pc:docMk/>
            <pc:sldMk cId="0" sldId="257"/>
            <ac:grpSpMk id="30" creationId="{093CBCAD-7387-9346-9A95-1CC3531716CC}"/>
          </ac:grpSpMkLst>
        </pc:grpChg>
        <pc:grpChg chg="add">
          <ac:chgData name="Aggie Menezes" userId="74619c95fa3483c9" providerId="LiveId" clId="{6A46CFC1-D81F-9C46-BB3E-0BAFF4AC7CB5}" dt="2020-10-29T15:28:39.106" v="1859"/>
          <ac:grpSpMkLst>
            <pc:docMk/>
            <pc:sldMk cId="0" sldId="257"/>
            <ac:grpSpMk id="39" creationId="{F69C8B17-8A62-1E45-8EF8-36D219D4FBFA}"/>
          </ac:grpSpMkLst>
        </pc:grpChg>
        <pc:inkChg chg="add topLvl">
          <ac:chgData name="Aggie Menezes" userId="74619c95fa3483c9" providerId="LiveId" clId="{6A46CFC1-D81F-9C46-BB3E-0BAFF4AC7CB5}" dt="2020-10-29T15:28:39.106" v="1859"/>
          <ac:inkMkLst>
            <pc:docMk/>
            <pc:sldMk cId="0" sldId="257"/>
            <ac:inkMk id="3" creationId="{71DC81A5-5089-3847-9692-A61E5B78E754}"/>
          </ac:inkMkLst>
        </pc:inkChg>
        <pc:inkChg chg="add topLvl">
          <ac:chgData name="Aggie Menezes" userId="74619c95fa3483c9" providerId="LiveId" clId="{6A46CFC1-D81F-9C46-BB3E-0BAFF4AC7CB5}" dt="2020-10-29T15:28:39.106" v="1859"/>
          <ac:inkMkLst>
            <pc:docMk/>
            <pc:sldMk cId="0" sldId="257"/>
            <ac:inkMk id="4" creationId="{F968FD3D-0888-B44D-BDDF-CA3069CCCA4A}"/>
          </ac:inkMkLst>
        </pc:inkChg>
        <pc:inkChg chg="add topLvl">
          <ac:chgData name="Aggie Menezes" userId="74619c95fa3483c9" providerId="LiveId" clId="{6A46CFC1-D81F-9C46-BB3E-0BAFF4AC7CB5}" dt="2020-10-29T15:28:39.106" v="1859"/>
          <ac:inkMkLst>
            <pc:docMk/>
            <pc:sldMk cId="0" sldId="257"/>
            <ac:inkMk id="5" creationId="{87F89916-C774-1E4E-80B5-EEC78F62E5C0}"/>
          </ac:inkMkLst>
        </pc:inkChg>
        <pc:inkChg chg="add topLvl">
          <ac:chgData name="Aggie Menezes" userId="74619c95fa3483c9" providerId="LiveId" clId="{6A46CFC1-D81F-9C46-BB3E-0BAFF4AC7CB5}" dt="2020-10-29T15:28:39.106" v="1859"/>
          <ac:inkMkLst>
            <pc:docMk/>
            <pc:sldMk cId="0" sldId="257"/>
            <ac:inkMk id="6" creationId="{C9BA1B44-AC3F-BD42-A41F-D199B78CE7E4}"/>
          </ac:inkMkLst>
        </pc:inkChg>
        <pc:inkChg chg="add topLvl">
          <ac:chgData name="Aggie Menezes" userId="74619c95fa3483c9" providerId="LiveId" clId="{6A46CFC1-D81F-9C46-BB3E-0BAFF4AC7CB5}" dt="2020-10-29T15:28:39.106" v="1859"/>
          <ac:inkMkLst>
            <pc:docMk/>
            <pc:sldMk cId="0" sldId="257"/>
            <ac:inkMk id="7" creationId="{A6C15494-B73C-0746-803A-A896EA0A2A1A}"/>
          </ac:inkMkLst>
        </pc:inkChg>
        <pc:inkChg chg="add topLvl">
          <ac:chgData name="Aggie Menezes" userId="74619c95fa3483c9" providerId="LiveId" clId="{6A46CFC1-D81F-9C46-BB3E-0BAFF4AC7CB5}" dt="2020-10-29T15:28:39.106" v="1859"/>
          <ac:inkMkLst>
            <pc:docMk/>
            <pc:sldMk cId="0" sldId="257"/>
            <ac:inkMk id="8" creationId="{CC39DD7E-0162-CE4C-8401-FD0F638A9A8D}"/>
          </ac:inkMkLst>
        </pc:inkChg>
        <pc:inkChg chg="add topLvl">
          <ac:chgData name="Aggie Menezes" userId="74619c95fa3483c9" providerId="LiveId" clId="{6A46CFC1-D81F-9C46-BB3E-0BAFF4AC7CB5}" dt="2020-10-29T15:28:32.108" v="1850"/>
          <ac:inkMkLst>
            <pc:docMk/>
            <pc:sldMk cId="0" sldId="257"/>
            <ac:inkMk id="10" creationId="{4CBA2FD3-4A1F-764B-AAAD-872B8813BCF9}"/>
          </ac:inkMkLst>
        </pc:inkChg>
        <pc:inkChg chg="add topLvl">
          <ac:chgData name="Aggie Menezes" userId="74619c95fa3483c9" providerId="LiveId" clId="{6A46CFC1-D81F-9C46-BB3E-0BAFF4AC7CB5}" dt="2020-10-29T15:28:39.106" v="1859"/>
          <ac:inkMkLst>
            <pc:docMk/>
            <pc:sldMk cId="0" sldId="257"/>
            <ac:inkMk id="12" creationId="{E42DE12F-E9F7-FA46-BCF1-076EB1BB9AE1}"/>
          </ac:inkMkLst>
        </pc:inkChg>
        <pc:inkChg chg="add topLvl">
          <ac:chgData name="Aggie Menezes" userId="74619c95fa3483c9" providerId="LiveId" clId="{6A46CFC1-D81F-9C46-BB3E-0BAFF4AC7CB5}" dt="2020-10-29T15:28:39.106" v="1859"/>
          <ac:inkMkLst>
            <pc:docMk/>
            <pc:sldMk cId="0" sldId="257"/>
            <ac:inkMk id="13" creationId="{99AE55CD-0F73-C140-9057-E99A81DB4236}"/>
          </ac:inkMkLst>
        </pc:inkChg>
        <pc:inkChg chg="add topLvl">
          <ac:chgData name="Aggie Menezes" userId="74619c95fa3483c9" providerId="LiveId" clId="{6A46CFC1-D81F-9C46-BB3E-0BAFF4AC7CB5}" dt="2020-10-29T15:28:39.106" v="1859"/>
          <ac:inkMkLst>
            <pc:docMk/>
            <pc:sldMk cId="0" sldId="257"/>
            <ac:inkMk id="14" creationId="{A60E2002-E6CA-0544-A69E-3814CCFA519F}"/>
          </ac:inkMkLst>
        </pc:inkChg>
        <pc:inkChg chg="add topLvl">
          <ac:chgData name="Aggie Menezes" userId="74619c95fa3483c9" providerId="LiveId" clId="{6A46CFC1-D81F-9C46-BB3E-0BAFF4AC7CB5}" dt="2020-10-29T15:28:39.106" v="1859"/>
          <ac:inkMkLst>
            <pc:docMk/>
            <pc:sldMk cId="0" sldId="257"/>
            <ac:inkMk id="15" creationId="{D37C56AE-5637-934D-8674-45F4CBDB324E}"/>
          </ac:inkMkLst>
        </pc:inkChg>
        <pc:inkChg chg="add topLvl">
          <ac:chgData name="Aggie Menezes" userId="74619c95fa3483c9" providerId="LiveId" clId="{6A46CFC1-D81F-9C46-BB3E-0BAFF4AC7CB5}" dt="2020-10-29T15:28:39.106" v="1859"/>
          <ac:inkMkLst>
            <pc:docMk/>
            <pc:sldMk cId="0" sldId="257"/>
            <ac:inkMk id="16" creationId="{51E308EE-3BC1-4B41-AC9E-037F40EEBB8D}"/>
          </ac:inkMkLst>
        </pc:inkChg>
        <pc:inkChg chg="add topLvl">
          <ac:chgData name="Aggie Menezes" userId="74619c95fa3483c9" providerId="LiveId" clId="{6A46CFC1-D81F-9C46-BB3E-0BAFF4AC7CB5}" dt="2020-10-29T15:28:39.106" v="1859"/>
          <ac:inkMkLst>
            <pc:docMk/>
            <pc:sldMk cId="0" sldId="257"/>
            <ac:inkMk id="18" creationId="{CD09CE9F-DBAF-4F40-B46E-E2297EA66A89}"/>
          </ac:inkMkLst>
        </pc:inkChg>
        <pc:inkChg chg="add topLvl">
          <ac:chgData name="Aggie Menezes" userId="74619c95fa3483c9" providerId="LiveId" clId="{6A46CFC1-D81F-9C46-BB3E-0BAFF4AC7CB5}" dt="2020-10-29T15:28:39.106" v="1859"/>
          <ac:inkMkLst>
            <pc:docMk/>
            <pc:sldMk cId="0" sldId="257"/>
            <ac:inkMk id="19" creationId="{0263122C-D31A-5744-8494-B6AE8BADA4B7}"/>
          </ac:inkMkLst>
        </pc:inkChg>
        <pc:inkChg chg="add topLvl">
          <ac:chgData name="Aggie Menezes" userId="74619c95fa3483c9" providerId="LiveId" clId="{6A46CFC1-D81F-9C46-BB3E-0BAFF4AC7CB5}" dt="2020-10-29T15:28:39.106" v="1859"/>
          <ac:inkMkLst>
            <pc:docMk/>
            <pc:sldMk cId="0" sldId="257"/>
            <ac:inkMk id="20" creationId="{CFA6F278-D4B3-404E-9BAC-1787D3DB5078}"/>
          </ac:inkMkLst>
        </pc:inkChg>
        <pc:inkChg chg="add topLvl">
          <ac:chgData name="Aggie Menezes" userId="74619c95fa3483c9" providerId="LiveId" clId="{6A46CFC1-D81F-9C46-BB3E-0BAFF4AC7CB5}" dt="2020-10-29T15:28:39.106" v="1859"/>
          <ac:inkMkLst>
            <pc:docMk/>
            <pc:sldMk cId="0" sldId="257"/>
            <ac:inkMk id="21" creationId="{89942383-FC3F-BE4C-9F80-763DD3AE34C9}"/>
          </ac:inkMkLst>
        </pc:inkChg>
        <pc:inkChg chg="add topLvl">
          <ac:chgData name="Aggie Menezes" userId="74619c95fa3483c9" providerId="LiveId" clId="{6A46CFC1-D81F-9C46-BB3E-0BAFF4AC7CB5}" dt="2020-10-29T15:28:39.106" v="1859"/>
          <ac:inkMkLst>
            <pc:docMk/>
            <pc:sldMk cId="0" sldId="257"/>
            <ac:inkMk id="22" creationId="{FC64FFCB-4FE7-9248-AF69-D41C1FFC10F8}"/>
          </ac:inkMkLst>
        </pc:inkChg>
        <pc:inkChg chg="add topLvl">
          <ac:chgData name="Aggie Menezes" userId="74619c95fa3483c9" providerId="LiveId" clId="{6A46CFC1-D81F-9C46-BB3E-0BAFF4AC7CB5}" dt="2020-10-29T15:28:39.106" v="1859"/>
          <ac:inkMkLst>
            <pc:docMk/>
            <pc:sldMk cId="0" sldId="257"/>
            <ac:inkMk id="23" creationId="{4BD9FCCC-5538-9E45-843A-347022E2FEC6}"/>
          </ac:inkMkLst>
        </pc:inkChg>
        <pc:inkChg chg="add topLvl">
          <ac:chgData name="Aggie Menezes" userId="74619c95fa3483c9" providerId="LiveId" clId="{6A46CFC1-D81F-9C46-BB3E-0BAFF4AC7CB5}" dt="2020-10-29T15:28:39.106" v="1859"/>
          <ac:inkMkLst>
            <pc:docMk/>
            <pc:sldMk cId="0" sldId="257"/>
            <ac:inkMk id="24" creationId="{D8401C7B-FDFB-974B-B44C-252C9B4EF416}"/>
          </ac:inkMkLst>
        </pc:inkChg>
        <pc:inkChg chg="add topLvl">
          <ac:chgData name="Aggie Menezes" userId="74619c95fa3483c9" providerId="LiveId" clId="{6A46CFC1-D81F-9C46-BB3E-0BAFF4AC7CB5}" dt="2020-10-29T15:28:39.106" v="1859"/>
          <ac:inkMkLst>
            <pc:docMk/>
            <pc:sldMk cId="0" sldId="257"/>
            <ac:inkMk id="25" creationId="{748F55A0-67D4-C243-8A38-D6D856E68E80}"/>
          </ac:inkMkLst>
        </pc:inkChg>
        <pc:inkChg chg="add topLvl">
          <ac:chgData name="Aggie Menezes" userId="74619c95fa3483c9" providerId="LiveId" clId="{6A46CFC1-D81F-9C46-BB3E-0BAFF4AC7CB5}" dt="2020-10-29T15:28:39.106" v="1859"/>
          <ac:inkMkLst>
            <pc:docMk/>
            <pc:sldMk cId="0" sldId="257"/>
            <ac:inkMk id="26" creationId="{30C8134B-4DF7-C346-BB8A-8B29E044AF5B}"/>
          </ac:inkMkLst>
        </pc:inkChg>
        <pc:inkChg chg="add topLvl">
          <ac:chgData name="Aggie Menezes" userId="74619c95fa3483c9" providerId="LiveId" clId="{6A46CFC1-D81F-9C46-BB3E-0BAFF4AC7CB5}" dt="2020-10-29T15:28:39.106" v="1859"/>
          <ac:inkMkLst>
            <pc:docMk/>
            <pc:sldMk cId="0" sldId="257"/>
            <ac:inkMk id="27" creationId="{FAA87387-7B23-4949-A82C-ABB4B538E823}"/>
          </ac:inkMkLst>
        </pc:inkChg>
        <pc:inkChg chg="add topLvl">
          <ac:chgData name="Aggie Menezes" userId="74619c95fa3483c9" providerId="LiveId" clId="{6A46CFC1-D81F-9C46-BB3E-0BAFF4AC7CB5}" dt="2020-10-29T15:28:39.106" v="1859"/>
          <ac:inkMkLst>
            <pc:docMk/>
            <pc:sldMk cId="0" sldId="257"/>
            <ac:inkMk id="28" creationId="{F0415C26-96AF-864A-B369-6A6088EF17E2}"/>
          </ac:inkMkLst>
        </pc:inkChg>
        <pc:inkChg chg="add">
          <ac:chgData name="Aggie Menezes" userId="74619c95fa3483c9" providerId="LiveId" clId="{6A46CFC1-D81F-9C46-BB3E-0BAFF4AC7CB5}" dt="2020-10-29T15:28:34.278" v="1851"/>
          <ac:inkMkLst>
            <pc:docMk/>
            <pc:sldMk cId="0" sldId="257"/>
            <ac:inkMk id="31" creationId="{501FDABB-7842-E149-AA77-049002068434}"/>
          </ac:inkMkLst>
        </pc:inkChg>
        <pc:inkChg chg="add">
          <ac:chgData name="Aggie Menezes" userId="74619c95fa3483c9" providerId="LiveId" clId="{6A46CFC1-D81F-9C46-BB3E-0BAFF4AC7CB5}" dt="2020-10-29T15:28:35.050" v="1852"/>
          <ac:inkMkLst>
            <pc:docMk/>
            <pc:sldMk cId="0" sldId="257"/>
            <ac:inkMk id="32" creationId="{4C869E34-5932-0440-9454-3F17AED4DF8C}"/>
          </ac:inkMkLst>
        </pc:inkChg>
        <pc:inkChg chg="add">
          <ac:chgData name="Aggie Menezes" userId="74619c95fa3483c9" providerId="LiveId" clId="{6A46CFC1-D81F-9C46-BB3E-0BAFF4AC7CB5}" dt="2020-10-29T15:28:35.382" v="1853"/>
          <ac:inkMkLst>
            <pc:docMk/>
            <pc:sldMk cId="0" sldId="257"/>
            <ac:inkMk id="33" creationId="{BC2FE239-4339-E147-B37C-60A20C7F8B80}"/>
          </ac:inkMkLst>
        </pc:inkChg>
        <pc:inkChg chg="add">
          <ac:chgData name="Aggie Menezes" userId="74619c95fa3483c9" providerId="LiveId" clId="{6A46CFC1-D81F-9C46-BB3E-0BAFF4AC7CB5}" dt="2020-10-29T15:28:35.937" v="1854"/>
          <ac:inkMkLst>
            <pc:docMk/>
            <pc:sldMk cId="0" sldId="257"/>
            <ac:inkMk id="34" creationId="{96E28B2E-10E5-044F-9840-45605A169AED}"/>
          </ac:inkMkLst>
        </pc:inkChg>
        <pc:inkChg chg="add">
          <ac:chgData name="Aggie Menezes" userId="74619c95fa3483c9" providerId="LiveId" clId="{6A46CFC1-D81F-9C46-BB3E-0BAFF4AC7CB5}" dt="2020-10-29T15:28:36.663" v="1855"/>
          <ac:inkMkLst>
            <pc:docMk/>
            <pc:sldMk cId="0" sldId="257"/>
            <ac:inkMk id="35" creationId="{BC718AF6-9122-3D4C-94F6-531DA00440E1}"/>
          </ac:inkMkLst>
        </pc:inkChg>
        <pc:inkChg chg="add">
          <ac:chgData name="Aggie Menezes" userId="74619c95fa3483c9" providerId="LiveId" clId="{6A46CFC1-D81F-9C46-BB3E-0BAFF4AC7CB5}" dt="2020-10-29T15:28:37.192" v="1856"/>
          <ac:inkMkLst>
            <pc:docMk/>
            <pc:sldMk cId="0" sldId="257"/>
            <ac:inkMk id="36" creationId="{1A345E9D-3496-9249-A307-311C23905575}"/>
          </ac:inkMkLst>
        </pc:inkChg>
        <pc:inkChg chg="add">
          <ac:chgData name="Aggie Menezes" userId="74619c95fa3483c9" providerId="LiveId" clId="{6A46CFC1-D81F-9C46-BB3E-0BAFF4AC7CB5}" dt="2020-10-29T15:28:37.461" v="1857"/>
          <ac:inkMkLst>
            <pc:docMk/>
            <pc:sldMk cId="0" sldId="257"/>
            <ac:inkMk id="37" creationId="{903CC4B5-6A9C-AF41-9889-40620DF5422A}"/>
          </ac:inkMkLst>
        </pc:inkChg>
        <pc:inkChg chg="add">
          <ac:chgData name="Aggie Menezes" userId="74619c95fa3483c9" providerId="LiveId" clId="{6A46CFC1-D81F-9C46-BB3E-0BAFF4AC7CB5}" dt="2020-10-29T15:28:38.162" v="1858"/>
          <ac:inkMkLst>
            <pc:docMk/>
            <pc:sldMk cId="0" sldId="257"/>
            <ac:inkMk id="38" creationId="{B0C8FFEA-EC1A-7A46-819D-CF15AE2864CE}"/>
          </ac:inkMkLst>
        </pc:inkChg>
      </pc:sldChg>
      <pc:sldChg chg="addSp delSp modSp">
        <pc:chgData name="Aggie Menezes" userId="74619c95fa3483c9" providerId="LiveId" clId="{6A46CFC1-D81F-9C46-BB3E-0BAFF4AC7CB5}" dt="2020-10-29T14:22:32.897" v="1051" actId="478"/>
        <pc:sldMkLst>
          <pc:docMk/>
          <pc:sldMk cId="541867139" sldId="262"/>
        </pc:sldMkLst>
        <pc:grpChg chg="add del">
          <ac:chgData name="Aggie Menezes" userId="74619c95fa3483c9" providerId="LiveId" clId="{6A46CFC1-D81F-9C46-BB3E-0BAFF4AC7CB5}" dt="2020-10-29T14:17:22.320" v="956"/>
          <ac:grpSpMkLst>
            <pc:docMk/>
            <pc:sldMk cId="541867139" sldId="262"/>
            <ac:grpSpMk id="7" creationId="{030EABD7-8CDA-F44F-A2C2-5EF7828657DD}"/>
          </ac:grpSpMkLst>
        </pc:grpChg>
        <pc:grpChg chg="add del mod">
          <ac:chgData name="Aggie Menezes" userId="74619c95fa3483c9" providerId="LiveId" clId="{6A46CFC1-D81F-9C46-BB3E-0BAFF4AC7CB5}" dt="2020-10-29T14:19:48.989" v="1012" actId="478"/>
          <ac:grpSpMkLst>
            <pc:docMk/>
            <pc:sldMk cId="541867139" sldId="262"/>
            <ac:grpSpMk id="35" creationId="{137F1111-6EAD-704A-B330-09A6F20FB22E}"/>
          </ac:grpSpMkLst>
        </pc:grpChg>
        <pc:grpChg chg="add del">
          <ac:chgData name="Aggie Menezes" userId="74619c95fa3483c9" providerId="LiveId" clId="{6A46CFC1-D81F-9C46-BB3E-0BAFF4AC7CB5}" dt="2020-10-29T14:17:51.401" v="964"/>
          <ac:grpSpMkLst>
            <pc:docMk/>
            <pc:sldMk cId="541867139" sldId="262"/>
            <ac:grpSpMk id="39" creationId="{3C8698C9-C6E1-B442-928C-D377669A2656}"/>
          </ac:grpSpMkLst>
        </pc:grpChg>
        <pc:grpChg chg="add del">
          <ac:chgData name="Aggie Menezes" userId="74619c95fa3483c9" providerId="LiveId" clId="{6A46CFC1-D81F-9C46-BB3E-0BAFF4AC7CB5}" dt="2020-10-29T14:19:30.905" v="1004" actId="478"/>
          <ac:grpSpMkLst>
            <pc:docMk/>
            <pc:sldMk cId="541867139" sldId="262"/>
            <ac:grpSpMk id="43" creationId="{D32E8BF3-A1D8-BC42-885D-F4BF406CE873}"/>
          </ac:grpSpMkLst>
        </pc:grpChg>
        <pc:grpChg chg="add del">
          <ac:chgData name="Aggie Menezes" userId="74619c95fa3483c9" providerId="LiveId" clId="{6A46CFC1-D81F-9C46-BB3E-0BAFF4AC7CB5}" dt="2020-10-29T14:18:37.229" v="983"/>
          <ac:grpSpMkLst>
            <pc:docMk/>
            <pc:sldMk cId="541867139" sldId="262"/>
            <ac:grpSpMk id="53" creationId="{A3A193DD-326B-2849-A272-EFDC92ED4B54}"/>
          </ac:grpSpMkLst>
        </pc:grpChg>
        <pc:grpChg chg="add del">
          <ac:chgData name="Aggie Menezes" userId="74619c95fa3483c9" providerId="LiveId" clId="{6A46CFC1-D81F-9C46-BB3E-0BAFF4AC7CB5}" dt="2020-10-29T14:18:37.229" v="983"/>
          <ac:grpSpMkLst>
            <pc:docMk/>
            <pc:sldMk cId="541867139" sldId="262"/>
            <ac:grpSpMk id="54" creationId="{52933AF1-33B9-A14F-9CD8-17B93B32EE92}"/>
          </ac:grpSpMkLst>
        </pc:grpChg>
        <pc:grpChg chg="add del">
          <ac:chgData name="Aggie Menezes" userId="74619c95fa3483c9" providerId="LiveId" clId="{6A46CFC1-D81F-9C46-BB3E-0BAFF4AC7CB5}" dt="2020-10-29T14:19:52.816" v="1013" actId="478"/>
          <ac:grpSpMkLst>
            <pc:docMk/>
            <pc:sldMk cId="541867139" sldId="262"/>
            <ac:grpSpMk id="63" creationId="{0CBAA50F-8616-914A-B08B-5539FCAB5CA1}"/>
          </ac:grpSpMkLst>
        </pc:grpChg>
        <pc:grpChg chg="add del">
          <ac:chgData name="Aggie Menezes" userId="74619c95fa3483c9" providerId="LiveId" clId="{6A46CFC1-D81F-9C46-BB3E-0BAFF4AC7CB5}" dt="2020-10-29T14:19:56.954" v="1015" actId="478"/>
          <ac:grpSpMkLst>
            <pc:docMk/>
            <pc:sldMk cId="541867139" sldId="262"/>
            <ac:grpSpMk id="70" creationId="{C63BC9E8-22DE-B64D-BBA8-2F9CFA35A1FF}"/>
          </ac:grpSpMkLst>
        </pc:grpChg>
        <pc:grpChg chg="add del">
          <ac:chgData name="Aggie Menezes" userId="74619c95fa3483c9" providerId="LiveId" clId="{6A46CFC1-D81F-9C46-BB3E-0BAFF4AC7CB5}" dt="2020-10-29T14:20:04.254" v="1018" actId="478"/>
          <ac:grpSpMkLst>
            <pc:docMk/>
            <pc:sldMk cId="541867139" sldId="262"/>
            <ac:grpSpMk id="83" creationId="{067C7412-B1A3-E641-9DB0-4CB3E0D7D39C}"/>
          </ac:grpSpMkLst>
        </pc:grpChg>
        <pc:grpChg chg="add del">
          <ac:chgData name="Aggie Menezes" userId="74619c95fa3483c9" providerId="LiveId" clId="{6A46CFC1-D81F-9C46-BB3E-0BAFF4AC7CB5}" dt="2020-10-29T14:20:06.138" v="1019" actId="478"/>
          <ac:grpSpMkLst>
            <pc:docMk/>
            <pc:sldMk cId="541867139" sldId="262"/>
            <ac:grpSpMk id="84" creationId="{B388E215-AF38-A743-9CD2-774E16150B3D}"/>
          </ac:grpSpMkLst>
        </pc:grpChg>
        <pc:grpChg chg="add del">
          <ac:chgData name="Aggie Menezes" userId="74619c95fa3483c9" providerId="LiveId" clId="{6A46CFC1-D81F-9C46-BB3E-0BAFF4AC7CB5}" dt="2020-10-29T14:19:58.988" v="1016" actId="478"/>
          <ac:grpSpMkLst>
            <pc:docMk/>
            <pc:sldMk cId="541867139" sldId="262"/>
            <ac:grpSpMk id="85" creationId="{F0AAF48D-443C-374E-B082-94985DE7DA50}"/>
          </ac:grpSpMkLst>
        </pc:grpChg>
        <pc:grpChg chg="add del">
          <ac:chgData name="Aggie Menezes" userId="74619c95fa3483c9" providerId="LiveId" clId="{6A46CFC1-D81F-9C46-BB3E-0BAFF4AC7CB5}" dt="2020-10-29T14:22:32.897" v="1051" actId="478"/>
          <ac:grpSpMkLst>
            <pc:docMk/>
            <pc:sldMk cId="541867139" sldId="262"/>
            <ac:grpSpMk id="91" creationId="{6C5C6F35-FDCB-EC4C-8FD5-D36769D4D000}"/>
          </ac:grpSpMkLst>
        </pc:grpChg>
        <pc:grpChg chg="add del">
          <ac:chgData name="Aggie Menezes" userId="74619c95fa3483c9" providerId="LiveId" clId="{6A46CFC1-D81F-9C46-BB3E-0BAFF4AC7CB5}" dt="2020-10-29T14:22:25.122" v="1049" actId="478"/>
          <ac:grpSpMkLst>
            <pc:docMk/>
            <pc:sldMk cId="541867139" sldId="262"/>
            <ac:grpSpMk id="97" creationId="{61208D9E-8079-A947-81EA-9E0F23886C89}"/>
          </ac:grpSpMkLst>
        </pc:grpChg>
        <pc:grpChg chg="add del">
          <ac:chgData name="Aggie Menezes" userId="74619c95fa3483c9" providerId="LiveId" clId="{6A46CFC1-D81F-9C46-BB3E-0BAFF4AC7CB5}" dt="2020-10-29T14:21:59.551" v="1042"/>
          <ac:grpSpMkLst>
            <pc:docMk/>
            <pc:sldMk cId="541867139" sldId="262"/>
            <ac:grpSpMk id="104" creationId="{0CC564CD-CB10-F547-9367-A800A6BF54F5}"/>
          </ac:grpSpMkLst>
        </pc:grpChg>
        <pc:grpChg chg="add del">
          <ac:chgData name="Aggie Menezes" userId="74619c95fa3483c9" providerId="LiveId" clId="{6A46CFC1-D81F-9C46-BB3E-0BAFF4AC7CB5}" dt="2020-10-29T14:22:03.501" v="1046"/>
          <ac:grpSpMkLst>
            <pc:docMk/>
            <pc:sldMk cId="541867139" sldId="262"/>
            <ac:grpSpMk id="113" creationId="{8A4AA772-2B68-D24C-93AC-74AA272B2833}"/>
          </ac:grpSpMkLst>
        </pc:grpChg>
        <pc:grpChg chg="add del">
          <ac:chgData name="Aggie Menezes" userId="74619c95fa3483c9" providerId="LiveId" clId="{6A46CFC1-D81F-9C46-BB3E-0BAFF4AC7CB5}" dt="2020-10-29T14:22:19.362" v="1048"/>
          <ac:grpSpMkLst>
            <pc:docMk/>
            <pc:sldMk cId="541867139" sldId="262"/>
            <ac:grpSpMk id="117" creationId="{BB92CE75-FD65-2647-B35A-5C8FE3300D68}"/>
          </ac:grpSpMkLst>
        </pc:grpChg>
        <pc:grpChg chg="add del">
          <ac:chgData name="Aggie Menezes" userId="74619c95fa3483c9" providerId="LiveId" clId="{6A46CFC1-D81F-9C46-BB3E-0BAFF4AC7CB5}" dt="2020-10-29T14:22:30.551" v="1050" actId="478"/>
          <ac:grpSpMkLst>
            <pc:docMk/>
            <pc:sldMk cId="541867139" sldId="262"/>
            <ac:grpSpMk id="119" creationId="{ADD19917-EF04-2E40-9183-104E79192FEC}"/>
          </ac:grpSpMkLst>
        </pc:grpChg>
        <pc:inkChg chg="add topLvl">
          <ac:chgData name="Aggie Menezes" userId="74619c95fa3483c9" providerId="LiveId" clId="{6A46CFC1-D81F-9C46-BB3E-0BAFF4AC7CB5}" dt="2020-10-29T14:17:22.320" v="956"/>
          <ac:inkMkLst>
            <pc:docMk/>
            <pc:sldMk cId="541867139" sldId="262"/>
            <ac:inkMk id="4" creationId="{20850DEA-F7D2-C243-B8EB-16B140C82F69}"/>
          </ac:inkMkLst>
        </pc:inkChg>
        <pc:inkChg chg="add topLvl">
          <ac:chgData name="Aggie Menezes" userId="74619c95fa3483c9" providerId="LiveId" clId="{6A46CFC1-D81F-9C46-BB3E-0BAFF4AC7CB5}" dt="2020-10-29T14:17:22.320" v="956"/>
          <ac:inkMkLst>
            <pc:docMk/>
            <pc:sldMk cId="541867139" sldId="262"/>
            <ac:inkMk id="5" creationId="{9A6CEE40-E9A1-FF45-A11A-69C105037D22}"/>
          </ac:inkMkLst>
        </pc:inkChg>
        <pc:inkChg chg="add">
          <ac:chgData name="Aggie Menezes" userId="74619c95fa3483c9" providerId="LiveId" clId="{6A46CFC1-D81F-9C46-BB3E-0BAFF4AC7CB5}" dt="2020-10-29T14:17:18.072" v="949"/>
          <ac:inkMkLst>
            <pc:docMk/>
            <pc:sldMk cId="541867139" sldId="262"/>
            <ac:inkMk id="15" creationId="{B3B980FE-9E82-DA44-A1A6-6B6D2E73DC07}"/>
          </ac:inkMkLst>
        </pc:inkChg>
        <pc:inkChg chg="add">
          <ac:chgData name="Aggie Menezes" userId="74619c95fa3483c9" providerId="LiveId" clId="{6A46CFC1-D81F-9C46-BB3E-0BAFF4AC7CB5}" dt="2020-10-29T14:17:18.682" v="950"/>
          <ac:inkMkLst>
            <pc:docMk/>
            <pc:sldMk cId="541867139" sldId="262"/>
            <ac:inkMk id="21" creationId="{86467BF5-85EF-8046-B338-170477BAE6A8}"/>
          </ac:inkMkLst>
        </pc:inkChg>
        <pc:inkChg chg="add">
          <ac:chgData name="Aggie Menezes" userId="74619c95fa3483c9" providerId="LiveId" clId="{6A46CFC1-D81F-9C46-BB3E-0BAFF4AC7CB5}" dt="2020-10-29T14:17:18.867" v="951"/>
          <ac:inkMkLst>
            <pc:docMk/>
            <pc:sldMk cId="541867139" sldId="262"/>
            <ac:inkMk id="29" creationId="{5C34B59C-9E08-AF40-A84F-D23A5E7EBB0C}"/>
          </ac:inkMkLst>
        </pc:inkChg>
        <pc:inkChg chg="add">
          <ac:chgData name="Aggie Menezes" userId="74619c95fa3483c9" providerId="LiveId" clId="{6A46CFC1-D81F-9C46-BB3E-0BAFF4AC7CB5}" dt="2020-10-29T14:17:19.617" v="952"/>
          <ac:inkMkLst>
            <pc:docMk/>
            <pc:sldMk cId="541867139" sldId="262"/>
            <ac:inkMk id="31" creationId="{1D604BAE-EC2C-9F44-9B62-D4F7074264E0}"/>
          </ac:inkMkLst>
        </pc:inkChg>
        <pc:inkChg chg="add">
          <ac:chgData name="Aggie Menezes" userId="74619c95fa3483c9" providerId="LiveId" clId="{6A46CFC1-D81F-9C46-BB3E-0BAFF4AC7CB5}" dt="2020-10-29T14:17:20.449" v="953"/>
          <ac:inkMkLst>
            <pc:docMk/>
            <pc:sldMk cId="541867139" sldId="262"/>
            <ac:inkMk id="32" creationId="{552ABE4C-2431-5143-B349-DF6D306350B7}"/>
          </ac:inkMkLst>
        </pc:inkChg>
        <pc:inkChg chg="add">
          <ac:chgData name="Aggie Menezes" userId="74619c95fa3483c9" providerId="LiveId" clId="{6A46CFC1-D81F-9C46-BB3E-0BAFF4AC7CB5}" dt="2020-10-29T14:17:20.887" v="954"/>
          <ac:inkMkLst>
            <pc:docMk/>
            <pc:sldMk cId="541867139" sldId="262"/>
            <ac:inkMk id="33" creationId="{21DFE677-DA41-0044-A321-7967C4004218}"/>
          </ac:inkMkLst>
        </pc:inkChg>
        <pc:inkChg chg="add">
          <ac:chgData name="Aggie Menezes" userId="74619c95fa3483c9" providerId="LiveId" clId="{6A46CFC1-D81F-9C46-BB3E-0BAFF4AC7CB5}" dt="2020-10-29T14:17:21.624" v="955"/>
          <ac:inkMkLst>
            <pc:docMk/>
            <pc:sldMk cId="541867139" sldId="262"/>
            <ac:inkMk id="34" creationId="{34FB93E4-F1A6-4F4B-9C51-7182EC63FB8B}"/>
          </ac:inkMkLst>
        </pc:inkChg>
        <pc:inkChg chg="add del">
          <ac:chgData name="Aggie Menezes" userId="74619c95fa3483c9" providerId="LiveId" clId="{6A46CFC1-D81F-9C46-BB3E-0BAFF4AC7CB5}" dt="2020-10-29T14:19:54.812" v="1014" actId="478"/>
          <ac:inkMkLst>
            <pc:docMk/>
            <pc:sldMk cId="541867139" sldId="262"/>
            <ac:inkMk id="36" creationId="{473D887E-A7A2-1240-AAE3-529198FD05F2}"/>
          </ac:inkMkLst>
        </pc:inkChg>
        <pc:inkChg chg="add topLvl">
          <ac:chgData name="Aggie Menezes" userId="74619c95fa3483c9" providerId="LiveId" clId="{6A46CFC1-D81F-9C46-BB3E-0BAFF4AC7CB5}" dt="2020-10-29T14:17:51.401" v="964"/>
          <ac:inkMkLst>
            <pc:docMk/>
            <pc:sldMk cId="541867139" sldId="262"/>
            <ac:inkMk id="37" creationId="{E6A92076-AFF3-2B41-97DB-804171B6FFE9}"/>
          </ac:inkMkLst>
        </pc:inkChg>
        <pc:inkChg chg="add topLvl">
          <ac:chgData name="Aggie Menezes" userId="74619c95fa3483c9" providerId="LiveId" clId="{6A46CFC1-D81F-9C46-BB3E-0BAFF4AC7CB5}" dt="2020-10-29T14:17:51.401" v="964"/>
          <ac:inkMkLst>
            <pc:docMk/>
            <pc:sldMk cId="541867139" sldId="262"/>
            <ac:inkMk id="38" creationId="{18DE120D-E844-7F4A-80D6-89F8790BCD45}"/>
          </ac:inkMkLst>
        </pc:inkChg>
        <pc:inkChg chg="add">
          <ac:chgData name="Aggie Menezes" userId="74619c95fa3483c9" providerId="LiveId" clId="{6A46CFC1-D81F-9C46-BB3E-0BAFF4AC7CB5}" dt="2020-10-29T14:17:49.336" v="961"/>
          <ac:inkMkLst>
            <pc:docMk/>
            <pc:sldMk cId="541867139" sldId="262"/>
            <ac:inkMk id="40" creationId="{6621512B-B440-7645-A2B0-C2A83FC7E9B7}"/>
          </ac:inkMkLst>
        </pc:inkChg>
        <pc:inkChg chg="add">
          <ac:chgData name="Aggie Menezes" userId="74619c95fa3483c9" providerId="LiveId" clId="{6A46CFC1-D81F-9C46-BB3E-0BAFF4AC7CB5}" dt="2020-10-29T14:17:49.800" v="962"/>
          <ac:inkMkLst>
            <pc:docMk/>
            <pc:sldMk cId="541867139" sldId="262"/>
            <ac:inkMk id="41" creationId="{35CEC9C6-6164-7844-83A2-8F4BE15E4DE4}"/>
          </ac:inkMkLst>
        </pc:inkChg>
        <pc:inkChg chg="add">
          <ac:chgData name="Aggie Menezes" userId="74619c95fa3483c9" providerId="LiveId" clId="{6A46CFC1-D81F-9C46-BB3E-0BAFF4AC7CB5}" dt="2020-10-29T14:17:50.628" v="963"/>
          <ac:inkMkLst>
            <pc:docMk/>
            <pc:sldMk cId="541867139" sldId="262"/>
            <ac:inkMk id="42" creationId="{F323CB58-4FA9-424E-847E-40B4E4AB238D}"/>
          </ac:inkMkLst>
        </pc:inkChg>
        <pc:inkChg chg="add topLvl">
          <ac:chgData name="Aggie Menezes" userId="74619c95fa3483c9" providerId="LiveId" clId="{6A46CFC1-D81F-9C46-BB3E-0BAFF4AC7CB5}" dt="2020-10-29T14:18:37.229" v="983"/>
          <ac:inkMkLst>
            <pc:docMk/>
            <pc:sldMk cId="541867139" sldId="262"/>
            <ac:inkMk id="44" creationId="{FB1648EF-1977-0640-A7E7-87CD578E9E89}"/>
          </ac:inkMkLst>
        </pc:inkChg>
        <pc:inkChg chg="add topLvl">
          <ac:chgData name="Aggie Menezes" userId="74619c95fa3483c9" providerId="LiveId" clId="{6A46CFC1-D81F-9C46-BB3E-0BAFF4AC7CB5}" dt="2020-10-29T14:18:37.229" v="983"/>
          <ac:inkMkLst>
            <pc:docMk/>
            <pc:sldMk cId="541867139" sldId="262"/>
            <ac:inkMk id="45" creationId="{F68758DB-0E79-FF4D-96FD-403E9FAA6CAB}"/>
          </ac:inkMkLst>
        </pc:inkChg>
        <pc:inkChg chg="add topLvl">
          <ac:chgData name="Aggie Menezes" userId="74619c95fa3483c9" providerId="LiveId" clId="{6A46CFC1-D81F-9C46-BB3E-0BAFF4AC7CB5}" dt="2020-10-29T14:18:37.229" v="983"/>
          <ac:inkMkLst>
            <pc:docMk/>
            <pc:sldMk cId="541867139" sldId="262"/>
            <ac:inkMk id="46" creationId="{F038312E-EACF-7748-A3EF-C06B09492525}"/>
          </ac:inkMkLst>
        </pc:inkChg>
        <pc:inkChg chg="add topLvl">
          <ac:chgData name="Aggie Menezes" userId="74619c95fa3483c9" providerId="LiveId" clId="{6A46CFC1-D81F-9C46-BB3E-0BAFF4AC7CB5}" dt="2020-10-29T14:18:37.229" v="983"/>
          <ac:inkMkLst>
            <pc:docMk/>
            <pc:sldMk cId="541867139" sldId="262"/>
            <ac:inkMk id="47" creationId="{850C4C49-99E8-9048-9129-12F084BA9F5A}"/>
          </ac:inkMkLst>
        </pc:inkChg>
        <pc:inkChg chg="add topLvl">
          <ac:chgData name="Aggie Menezes" userId="74619c95fa3483c9" providerId="LiveId" clId="{6A46CFC1-D81F-9C46-BB3E-0BAFF4AC7CB5}" dt="2020-10-29T14:18:37.229" v="983"/>
          <ac:inkMkLst>
            <pc:docMk/>
            <pc:sldMk cId="541867139" sldId="262"/>
            <ac:inkMk id="48" creationId="{A4C8755A-2A9C-E445-AFA4-F06D09ADA53C}"/>
          </ac:inkMkLst>
        </pc:inkChg>
        <pc:inkChg chg="add topLvl">
          <ac:chgData name="Aggie Menezes" userId="74619c95fa3483c9" providerId="LiveId" clId="{6A46CFC1-D81F-9C46-BB3E-0BAFF4AC7CB5}" dt="2020-10-29T14:18:37.229" v="983"/>
          <ac:inkMkLst>
            <pc:docMk/>
            <pc:sldMk cId="541867139" sldId="262"/>
            <ac:inkMk id="49" creationId="{087D51BF-868D-6E42-9991-A169B3F4BC19}"/>
          </ac:inkMkLst>
        </pc:inkChg>
        <pc:inkChg chg="add topLvl">
          <ac:chgData name="Aggie Menezes" userId="74619c95fa3483c9" providerId="LiveId" clId="{6A46CFC1-D81F-9C46-BB3E-0BAFF4AC7CB5}" dt="2020-10-29T14:18:37.229" v="983"/>
          <ac:inkMkLst>
            <pc:docMk/>
            <pc:sldMk cId="541867139" sldId="262"/>
            <ac:inkMk id="50" creationId="{9A38FC99-88CB-184E-8DF7-1BE80A9453AE}"/>
          </ac:inkMkLst>
        </pc:inkChg>
        <pc:inkChg chg="add topLvl">
          <ac:chgData name="Aggie Menezes" userId="74619c95fa3483c9" providerId="LiveId" clId="{6A46CFC1-D81F-9C46-BB3E-0BAFF4AC7CB5}" dt="2020-10-29T14:18:37.229" v="983"/>
          <ac:inkMkLst>
            <pc:docMk/>
            <pc:sldMk cId="541867139" sldId="262"/>
            <ac:inkMk id="51" creationId="{5AD3DB41-97AC-2849-83D7-2A6DD6ABF48C}"/>
          </ac:inkMkLst>
        </pc:inkChg>
        <pc:inkChg chg="add topLvl">
          <ac:chgData name="Aggie Menezes" userId="74619c95fa3483c9" providerId="LiveId" clId="{6A46CFC1-D81F-9C46-BB3E-0BAFF4AC7CB5}" dt="2020-10-29T14:18:37.229" v="983"/>
          <ac:inkMkLst>
            <pc:docMk/>
            <pc:sldMk cId="541867139" sldId="262"/>
            <ac:inkMk id="52" creationId="{E1AEB0E1-7981-E648-A841-4AE790C99E7B}"/>
          </ac:inkMkLst>
        </pc:inkChg>
        <pc:inkChg chg="add">
          <ac:chgData name="Aggie Menezes" userId="74619c95fa3483c9" providerId="LiveId" clId="{6A46CFC1-D81F-9C46-BB3E-0BAFF4AC7CB5}" dt="2020-10-29T14:18:33.909" v="975"/>
          <ac:inkMkLst>
            <pc:docMk/>
            <pc:sldMk cId="541867139" sldId="262"/>
            <ac:inkMk id="55" creationId="{7EAE6370-296B-1441-BD97-96BC062F86FB}"/>
          </ac:inkMkLst>
        </pc:inkChg>
        <pc:inkChg chg="add">
          <ac:chgData name="Aggie Menezes" userId="74619c95fa3483c9" providerId="LiveId" clId="{6A46CFC1-D81F-9C46-BB3E-0BAFF4AC7CB5}" dt="2020-10-29T14:18:34.104" v="976"/>
          <ac:inkMkLst>
            <pc:docMk/>
            <pc:sldMk cId="541867139" sldId="262"/>
            <ac:inkMk id="56" creationId="{E1822EF9-4187-1741-81C5-B5390D0FBE93}"/>
          </ac:inkMkLst>
        </pc:inkChg>
        <pc:inkChg chg="add">
          <ac:chgData name="Aggie Menezes" userId="74619c95fa3483c9" providerId="LiveId" clId="{6A46CFC1-D81F-9C46-BB3E-0BAFF4AC7CB5}" dt="2020-10-29T14:18:34.651" v="977"/>
          <ac:inkMkLst>
            <pc:docMk/>
            <pc:sldMk cId="541867139" sldId="262"/>
            <ac:inkMk id="57" creationId="{C7019D0A-1B0C-C640-9286-C9DD178F441E}"/>
          </ac:inkMkLst>
        </pc:inkChg>
        <pc:inkChg chg="add">
          <ac:chgData name="Aggie Menezes" userId="74619c95fa3483c9" providerId="LiveId" clId="{6A46CFC1-D81F-9C46-BB3E-0BAFF4AC7CB5}" dt="2020-10-29T14:18:34.895" v="978"/>
          <ac:inkMkLst>
            <pc:docMk/>
            <pc:sldMk cId="541867139" sldId="262"/>
            <ac:inkMk id="58" creationId="{361817D9-1B8A-A243-B605-B9E1C858AFDE}"/>
          </ac:inkMkLst>
        </pc:inkChg>
        <pc:inkChg chg="add">
          <ac:chgData name="Aggie Menezes" userId="74619c95fa3483c9" providerId="LiveId" clId="{6A46CFC1-D81F-9C46-BB3E-0BAFF4AC7CB5}" dt="2020-10-29T14:18:35.196" v="979"/>
          <ac:inkMkLst>
            <pc:docMk/>
            <pc:sldMk cId="541867139" sldId="262"/>
            <ac:inkMk id="59" creationId="{F717CCD9-5451-4B43-8498-F0A3230E3D03}"/>
          </ac:inkMkLst>
        </pc:inkChg>
        <pc:inkChg chg="add">
          <ac:chgData name="Aggie Menezes" userId="74619c95fa3483c9" providerId="LiveId" clId="{6A46CFC1-D81F-9C46-BB3E-0BAFF4AC7CB5}" dt="2020-10-29T14:18:35.626" v="980"/>
          <ac:inkMkLst>
            <pc:docMk/>
            <pc:sldMk cId="541867139" sldId="262"/>
            <ac:inkMk id="60" creationId="{FE1B7822-B855-CF41-9078-24833A972D87}"/>
          </ac:inkMkLst>
        </pc:inkChg>
        <pc:inkChg chg="add">
          <ac:chgData name="Aggie Menezes" userId="74619c95fa3483c9" providerId="LiveId" clId="{6A46CFC1-D81F-9C46-BB3E-0BAFF4AC7CB5}" dt="2020-10-29T14:18:36.107" v="981"/>
          <ac:inkMkLst>
            <pc:docMk/>
            <pc:sldMk cId="541867139" sldId="262"/>
            <ac:inkMk id="61" creationId="{F874A1F6-F4D0-5A4B-BBD9-9B6FD5B5C7E8}"/>
          </ac:inkMkLst>
        </pc:inkChg>
        <pc:inkChg chg="add">
          <ac:chgData name="Aggie Menezes" userId="74619c95fa3483c9" providerId="LiveId" clId="{6A46CFC1-D81F-9C46-BB3E-0BAFF4AC7CB5}" dt="2020-10-29T14:18:36.311" v="982"/>
          <ac:inkMkLst>
            <pc:docMk/>
            <pc:sldMk cId="541867139" sldId="262"/>
            <ac:inkMk id="62" creationId="{2079E22E-F9B3-174A-B8E6-8893111D2108}"/>
          </ac:inkMkLst>
        </pc:inkChg>
        <pc:inkChg chg="add">
          <ac:chgData name="Aggie Menezes" userId="74619c95fa3483c9" providerId="LiveId" clId="{6A46CFC1-D81F-9C46-BB3E-0BAFF4AC7CB5}" dt="2020-10-29T14:18:41.036" v="984"/>
          <ac:inkMkLst>
            <pc:docMk/>
            <pc:sldMk cId="541867139" sldId="262"/>
            <ac:inkMk id="64" creationId="{FBE35F09-051B-6C48-9E18-B78CE9236BAC}"/>
          </ac:inkMkLst>
        </pc:inkChg>
        <pc:inkChg chg="add">
          <ac:chgData name="Aggie Menezes" userId="74619c95fa3483c9" providerId="LiveId" clId="{6A46CFC1-D81F-9C46-BB3E-0BAFF4AC7CB5}" dt="2020-10-29T14:18:41.303" v="985"/>
          <ac:inkMkLst>
            <pc:docMk/>
            <pc:sldMk cId="541867139" sldId="262"/>
            <ac:inkMk id="65" creationId="{100D9825-9BDC-2749-B588-E2B1CFE8312E}"/>
          </ac:inkMkLst>
        </pc:inkChg>
        <pc:inkChg chg="add">
          <ac:chgData name="Aggie Menezes" userId="74619c95fa3483c9" providerId="LiveId" clId="{6A46CFC1-D81F-9C46-BB3E-0BAFF4AC7CB5}" dt="2020-10-29T14:18:41.599" v="986"/>
          <ac:inkMkLst>
            <pc:docMk/>
            <pc:sldMk cId="541867139" sldId="262"/>
            <ac:inkMk id="66" creationId="{2203119F-F8B9-E64C-AAEA-C7FFAE288CCD}"/>
          </ac:inkMkLst>
        </pc:inkChg>
        <pc:inkChg chg="add">
          <ac:chgData name="Aggie Menezes" userId="74619c95fa3483c9" providerId="LiveId" clId="{6A46CFC1-D81F-9C46-BB3E-0BAFF4AC7CB5}" dt="2020-10-29T14:18:41.974" v="987"/>
          <ac:inkMkLst>
            <pc:docMk/>
            <pc:sldMk cId="541867139" sldId="262"/>
            <ac:inkMk id="67" creationId="{F44D8C01-8FFA-D04F-A308-117DADA384F2}"/>
          </ac:inkMkLst>
        </pc:inkChg>
        <pc:inkChg chg="add">
          <ac:chgData name="Aggie Menezes" userId="74619c95fa3483c9" providerId="LiveId" clId="{6A46CFC1-D81F-9C46-BB3E-0BAFF4AC7CB5}" dt="2020-10-29T14:18:42.589" v="988"/>
          <ac:inkMkLst>
            <pc:docMk/>
            <pc:sldMk cId="541867139" sldId="262"/>
            <ac:inkMk id="68" creationId="{7BF36DB6-AF05-B64A-AE42-22733D83C4D6}"/>
          </ac:inkMkLst>
        </pc:inkChg>
        <pc:inkChg chg="add">
          <ac:chgData name="Aggie Menezes" userId="74619c95fa3483c9" providerId="LiveId" clId="{6A46CFC1-D81F-9C46-BB3E-0BAFF4AC7CB5}" dt="2020-10-29T14:18:42.775" v="989"/>
          <ac:inkMkLst>
            <pc:docMk/>
            <pc:sldMk cId="541867139" sldId="262"/>
            <ac:inkMk id="69" creationId="{867EF752-71D6-144E-9C21-19DA65C3E71F}"/>
          </ac:inkMkLst>
        </pc:inkChg>
        <pc:inkChg chg="add">
          <ac:chgData name="Aggie Menezes" userId="74619c95fa3483c9" providerId="LiveId" clId="{6A46CFC1-D81F-9C46-BB3E-0BAFF4AC7CB5}" dt="2020-10-29T14:19:02.196" v="991"/>
          <ac:inkMkLst>
            <pc:docMk/>
            <pc:sldMk cId="541867139" sldId="262"/>
            <ac:inkMk id="71" creationId="{6D328339-B109-F640-8B36-18846B1B163B}"/>
          </ac:inkMkLst>
        </pc:inkChg>
        <pc:inkChg chg="add del">
          <ac:chgData name="Aggie Menezes" userId="74619c95fa3483c9" providerId="LiveId" clId="{6A46CFC1-D81F-9C46-BB3E-0BAFF4AC7CB5}" dt="2020-10-29T14:20:01.662" v="1017" actId="478"/>
          <ac:inkMkLst>
            <pc:docMk/>
            <pc:sldMk cId="541867139" sldId="262"/>
            <ac:inkMk id="72" creationId="{C0FEC5E5-73EE-D945-9567-060B4096D7CE}"/>
          </ac:inkMkLst>
        </pc:inkChg>
        <pc:inkChg chg="add">
          <ac:chgData name="Aggie Menezes" userId="74619c95fa3483c9" providerId="LiveId" clId="{6A46CFC1-D81F-9C46-BB3E-0BAFF4AC7CB5}" dt="2020-10-29T14:19:04.080" v="993"/>
          <ac:inkMkLst>
            <pc:docMk/>
            <pc:sldMk cId="541867139" sldId="262"/>
            <ac:inkMk id="73" creationId="{11FCD848-A4DB-3B4F-8F0D-C8571177064C}"/>
          </ac:inkMkLst>
        </pc:inkChg>
        <pc:inkChg chg="add">
          <ac:chgData name="Aggie Menezes" userId="74619c95fa3483c9" providerId="LiveId" clId="{6A46CFC1-D81F-9C46-BB3E-0BAFF4AC7CB5}" dt="2020-10-29T14:19:04.264" v="994"/>
          <ac:inkMkLst>
            <pc:docMk/>
            <pc:sldMk cId="541867139" sldId="262"/>
            <ac:inkMk id="74" creationId="{15926849-9E96-574C-8656-7E73E7FD7A3D}"/>
          </ac:inkMkLst>
        </pc:inkChg>
        <pc:inkChg chg="add del">
          <ac:chgData name="Aggie Menezes" userId="74619c95fa3483c9" providerId="LiveId" clId="{6A46CFC1-D81F-9C46-BB3E-0BAFF4AC7CB5}" dt="2020-10-29T14:20:09.105" v="1020" actId="478"/>
          <ac:inkMkLst>
            <pc:docMk/>
            <pc:sldMk cId="541867139" sldId="262"/>
            <ac:inkMk id="75" creationId="{AE7F2ABC-68C9-3740-B6A0-22C88046BC0B}"/>
          </ac:inkMkLst>
        </pc:inkChg>
        <pc:inkChg chg="add">
          <ac:chgData name="Aggie Menezes" userId="74619c95fa3483c9" providerId="LiveId" clId="{6A46CFC1-D81F-9C46-BB3E-0BAFF4AC7CB5}" dt="2020-10-29T14:19:05.159" v="996"/>
          <ac:inkMkLst>
            <pc:docMk/>
            <pc:sldMk cId="541867139" sldId="262"/>
            <ac:inkMk id="76" creationId="{2D73A3D9-01B4-D44F-A397-5A9E8590966D}"/>
          </ac:inkMkLst>
        </pc:inkChg>
        <pc:inkChg chg="add">
          <ac:chgData name="Aggie Menezes" userId="74619c95fa3483c9" providerId="LiveId" clId="{6A46CFC1-D81F-9C46-BB3E-0BAFF4AC7CB5}" dt="2020-10-29T14:19:05.434" v="997"/>
          <ac:inkMkLst>
            <pc:docMk/>
            <pc:sldMk cId="541867139" sldId="262"/>
            <ac:inkMk id="77" creationId="{75E8C477-FE96-014B-948D-9666A50B52D4}"/>
          </ac:inkMkLst>
        </pc:inkChg>
        <pc:inkChg chg="add">
          <ac:chgData name="Aggie Menezes" userId="74619c95fa3483c9" providerId="LiveId" clId="{6A46CFC1-D81F-9C46-BB3E-0BAFF4AC7CB5}" dt="2020-10-29T14:19:06.072" v="998"/>
          <ac:inkMkLst>
            <pc:docMk/>
            <pc:sldMk cId="541867139" sldId="262"/>
            <ac:inkMk id="78" creationId="{6429C1C7-CFF3-A946-AD04-989AC2DB9890}"/>
          </ac:inkMkLst>
        </pc:inkChg>
        <pc:inkChg chg="add">
          <ac:chgData name="Aggie Menezes" userId="74619c95fa3483c9" providerId="LiveId" clId="{6A46CFC1-D81F-9C46-BB3E-0BAFF4AC7CB5}" dt="2020-10-29T14:19:06.673" v="999"/>
          <ac:inkMkLst>
            <pc:docMk/>
            <pc:sldMk cId="541867139" sldId="262"/>
            <ac:inkMk id="79" creationId="{C5746CB9-6837-9243-B383-4AEC2EE0DE9B}"/>
          </ac:inkMkLst>
        </pc:inkChg>
        <pc:inkChg chg="add">
          <ac:chgData name="Aggie Menezes" userId="74619c95fa3483c9" providerId="LiveId" clId="{6A46CFC1-D81F-9C46-BB3E-0BAFF4AC7CB5}" dt="2020-10-29T14:19:07.109" v="1000"/>
          <ac:inkMkLst>
            <pc:docMk/>
            <pc:sldMk cId="541867139" sldId="262"/>
            <ac:inkMk id="80" creationId="{6EA5965B-A423-104B-B11F-D483887F9EDB}"/>
          </ac:inkMkLst>
        </pc:inkChg>
        <pc:inkChg chg="add">
          <ac:chgData name="Aggie Menezes" userId="74619c95fa3483c9" providerId="LiveId" clId="{6A46CFC1-D81F-9C46-BB3E-0BAFF4AC7CB5}" dt="2020-10-29T14:19:07.293" v="1001"/>
          <ac:inkMkLst>
            <pc:docMk/>
            <pc:sldMk cId="541867139" sldId="262"/>
            <ac:inkMk id="81" creationId="{8902061E-D036-6B4B-85A8-BCF58ED0A7C3}"/>
          </ac:inkMkLst>
        </pc:inkChg>
        <pc:inkChg chg="add">
          <ac:chgData name="Aggie Menezes" userId="74619c95fa3483c9" providerId="LiveId" clId="{6A46CFC1-D81F-9C46-BB3E-0BAFF4AC7CB5}" dt="2020-10-29T14:19:07.658" v="1002"/>
          <ac:inkMkLst>
            <pc:docMk/>
            <pc:sldMk cId="541867139" sldId="262"/>
            <ac:inkMk id="82" creationId="{65D26052-38D9-4940-877E-8599C6640CE7}"/>
          </ac:inkMkLst>
        </pc:inkChg>
        <pc:inkChg chg="add">
          <ac:chgData name="Aggie Menezes" userId="74619c95fa3483c9" providerId="LiveId" clId="{6A46CFC1-D81F-9C46-BB3E-0BAFF4AC7CB5}" dt="2020-10-29T14:19:42.513" v="1006"/>
          <ac:inkMkLst>
            <pc:docMk/>
            <pc:sldMk cId="541867139" sldId="262"/>
            <ac:inkMk id="86" creationId="{2712047B-DF03-B743-A76C-8B25F30DCFFE}"/>
          </ac:inkMkLst>
        </pc:inkChg>
        <pc:inkChg chg="add">
          <ac:chgData name="Aggie Menezes" userId="74619c95fa3483c9" providerId="LiveId" clId="{6A46CFC1-D81F-9C46-BB3E-0BAFF4AC7CB5}" dt="2020-10-29T14:19:43.660" v="1007"/>
          <ac:inkMkLst>
            <pc:docMk/>
            <pc:sldMk cId="541867139" sldId="262"/>
            <ac:inkMk id="87" creationId="{F94DC285-10A5-E840-924A-79FD1266C5CD}"/>
          </ac:inkMkLst>
        </pc:inkChg>
        <pc:inkChg chg="add">
          <ac:chgData name="Aggie Menezes" userId="74619c95fa3483c9" providerId="LiveId" clId="{6A46CFC1-D81F-9C46-BB3E-0BAFF4AC7CB5}" dt="2020-10-29T14:19:44.112" v="1008"/>
          <ac:inkMkLst>
            <pc:docMk/>
            <pc:sldMk cId="541867139" sldId="262"/>
            <ac:inkMk id="88" creationId="{0D587077-436F-1141-895F-E201D633D49E}"/>
          </ac:inkMkLst>
        </pc:inkChg>
        <pc:inkChg chg="add">
          <ac:chgData name="Aggie Menezes" userId="74619c95fa3483c9" providerId="LiveId" clId="{6A46CFC1-D81F-9C46-BB3E-0BAFF4AC7CB5}" dt="2020-10-29T14:19:44.540" v="1009"/>
          <ac:inkMkLst>
            <pc:docMk/>
            <pc:sldMk cId="541867139" sldId="262"/>
            <ac:inkMk id="89" creationId="{2ACB3BC3-648F-7741-B53A-ACB1F3CDF258}"/>
          </ac:inkMkLst>
        </pc:inkChg>
        <pc:inkChg chg="add">
          <ac:chgData name="Aggie Menezes" userId="74619c95fa3483c9" providerId="LiveId" clId="{6A46CFC1-D81F-9C46-BB3E-0BAFF4AC7CB5}" dt="2020-10-29T14:19:44.712" v="1010"/>
          <ac:inkMkLst>
            <pc:docMk/>
            <pc:sldMk cId="541867139" sldId="262"/>
            <ac:inkMk id="90" creationId="{0A9FE2F4-D56E-AB49-A6BE-74ED4B907777}"/>
          </ac:inkMkLst>
        </pc:inkChg>
        <pc:inkChg chg="add">
          <ac:chgData name="Aggie Menezes" userId="74619c95fa3483c9" providerId="LiveId" clId="{6A46CFC1-D81F-9C46-BB3E-0BAFF4AC7CB5}" dt="2020-10-29T14:20:12.516" v="1021"/>
          <ac:inkMkLst>
            <pc:docMk/>
            <pc:sldMk cId="541867139" sldId="262"/>
            <ac:inkMk id="92" creationId="{571CA3DB-D132-C549-A72C-CE1BA2C06069}"/>
          </ac:inkMkLst>
        </pc:inkChg>
        <pc:inkChg chg="add">
          <ac:chgData name="Aggie Menezes" userId="74619c95fa3483c9" providerId="LiveId" clId="{6A46CFC1-D81F-9C46-BB3E-0BAFF4AC7CB5}" dt="2020-10-29T14:20:13.110" v="1022"/>
          <ac:inkMkLst>
            <pc:docMk/>
            <pc:sldMk cId="541867139" sldId="262"/>
            <ac:inkMk id="93" creationId="{CD4D0257-7791-5C4E-92AD-68BD9B7E925E}"/>
          </ac:inkMkLst>
        </pc:inkChg>
        <pc:inkChg chg="add">
          <ac:chgData name="Aggie Menezes" userId="74619c95fa3483c9" providerId="LiveId" clId="{6A46CFC1-D81F-9C46-BB3E-0BAFF4AC7CB5}" dt="2020-10-29T14:20:13.942" v="1023"/>
          <ac:inkMkLst>
            <pc:docMk/>
            <pc:sldMk cId="541867139" sldId="262"/>
            <ac:inkMk id="94" creationId="{B5CC20FA-56F5-CF4E-A3AF-683E204E6F17}"/>
          </ac:inkMkLst>
        </pc:inkChg>
        <pc:inkChg chg="add">
          <ac:chgData name="Aggie Menezes" userId="74619c95fa3483c9" providerId="LiveId" clId="{6A46CFC1-D81F-9C46-BB3E-0BAFF4AC7CB5}" dt="2020-10-29T14:20:14.508" v="1024"/>
          <ac:inkMkLst>
            <pc:docMk/>
            <pc:sldMk cId="541867139" sldId="262"/>
            <ac:inkMk id="95" creationId="{93C4AE0B-815E-1947-9ABA-9EB27E4A1464}"/>
          </ac:inkMkLst>
        </pc:inkChg>
        <pc:inkChg chg="add">
          <ac:chgData name="Aggie Menezes" userId="74619c95fa3483c9" providerId="LiveId" clId="{6A46CFC1-D81F-9C46-BB3E-0BAFF4AC7CB5}" dt="2020-10-29T14:20:15.017" v="1025"/>
          <ac:inkMkLst>
            <pc:docMk/>
            <pc:sldMk cId="541867139" sldId="262"/>
            <ac:inkMk id="96" creationId="{5D2AB8FF-FAFB-194A-9AC5-73D3B944F867}"/>
          </ac:inkMkLst>
        </pc:inkChg>
        <pc:inkChg chg="add topLvl">
          <ac:chgData name="Aggie Menezes" userId="74619c95fa3483c9" providerId="LiveId" clId="{6A46CFC1-D81F-9C46-BB3E-0BAFF4AC7CB5}" dt="2020-10-29T14:22:19.362" v="1048"/>
          <ac:inkMkLst>
            <pc:docMk/>
            <pc:sldMk cId="541867139" sldId="262"/>
            <ac:inkMk id="98" creationId="{C409192F-EA67-C14F-8E27-6429914CCBD0}"/>
          </ac:inkMkLst>
        </pc:inkChg>
        <pc:inkChg chg="add topLvl">
          <ac:chgData name="Aggie Menezes" userId="74619c95fa3483c9" providerId="LiveId" clId="{6A46CFC1-D81F-9C46-BB3E-0BAFF4AC7CB5}" dt="2020-10-29T14:22:19.362" v="1048"/>
          <ac:inkMkLst>
            <pc:docMk/>
            <pc:sldMk cId="541867139" sldId="262"/>
            <ac:inkMk id="99" creationId="{CE8DBD32-AB8E-DB42-836B-AEF5DA1BDF3C}"/>
          </ac:inkMkLst>
        </pc:inkChg>
        <pc:inkChg chg="add topLvl">
          <ac:chgData name="Aggie Menezes" userId="74619c95fa3483c9" providerId="LiveId" clId="{6A46CFC1-D81F-9C46-BB3E-0BAFF4AC7CB5}" dt="2020-10-29T14:22:19.362" v="1048"/>
          <ac:inkMkLst>
            <pc:docMk/>
            <pc:sldMk cId="541867139" sldId="262"/>
            <ac:inkMk id="100" creationId="{8F563BBA-2219-AD48-B96C-387BF8CECA08}"/>
          </ac:inkMkLst>
        </pc:inkChg>
        <pc:inkChg chg="add topLvl">
          <ac:chgData name="Aggie Menezes" userId="74619c95fa3483c9" providerId="LiveId" clId="{6A46CFC1-D81F-9C46-BB3E-0BAFF4AC7CB5}" dt="2020-10-29T14:22:19.362" v="1048"/>
          <ac:inkMkLst>
            <pc:docMk/>
            <pc:sldMk cId="541867139" sldId="262"/>
            <ac:inkMk id="101" creationId="{35FA15F5-D085-B144-984E-3784E85B722F}"/>
          </ac:inkMkLst>
        </pc:inkChg>
        <pc:inkChg chg="add topLvl">
          <ac:chgData name="Aggie Menezes" userId="74619c95fa3483c9" providerId="LiveId" clId="{6A46CFC1-D81F-9C46-BB3E-0BAFF4AC7CB5}" dt="2020-10-29T14:22:19.362" v="1048"/>
          <ac:inkMkLst>
            <pc:docMk/>
            <pc:sldMk cId="541867139" sldId="262"/>
            <ac:inkMk id="102" creationId="{4DDFF374-8E9A-9A4F-A0ED-61CE5B02645F}"/>
          </ac:inkMkLst>
        </pc:inkChg>
        <pc:inkChg chg="add topLvl">
          <ac:chgData name="Aggie Menezes" userId="74619c95fa3483c9" providerId="LiveId" clId="{6A46CFC1-D81F-9C46-BB3E-0BAFF4AC7CB5}" dt="2020-10-29T14:22:19.362" v="1048"/>
          <ac:inkMkLst>
            <pc:docMk/>
            <pc:sldMk cId="541867139" sldId="262"/>
            <ac:inkMk id="103" creationId="{88C7EDC1-E6D4-C441-B208-6E14DF87C76B}"/>
          </ac:inkMkLst>
        </pc:inkChg>
        <pc:inkChg chg="add topLvl">
          <ac:chgData name="Aggie Menezes" userId="74619c95fa3483c9" providerId="LiveId" clId="{6A46CFC1-D81F-9C46-BB3E-0BAFF4AC7CB5}" dt="2020-10-29T14:22:19.362" v="1048"/>
          <ac:inkMkLst>
            <pc:docMk/>
            <pc:sldMk cId="541867139" sldId="262"/>
            <ac:inkMk id="105" creationId="{69CCAE4A-C1F5-E846-B6FB-397FD2EB7C38}"/>
          </ac:inkMkLst>
        </pc:inkChg>
        <pc:inkChg chg="add topLvl">
          <ac:chgData name="Aggie Menezes" userId="74619c95fa3483c9" providerId="LiveId" clId="{6A46CFC1-D81F-9C46-BB3E-0BAFF4AC7CB5}" dt="2020-10-29T14:22:19.362" v="1048"/>
          <ac:inkMkLst>
            <pc:docMk/>
            <pc:sldMk cId="541867139" sldId="262"/>
            <ac:inkMk id="106" creationId="{5A06B1A4-A008-A045-8AFC-1A1866D0BDE7}"/>
          </ac:inkMkLst>
        </pc:inkChg>
        <pc:inkChg chg="add topLvl">
          <ac:chgData name="Aggie Menezes" userId="74619c95fa3483c9" providerId="LiveId" clId="{6A46CFC1-D81F-9C46-BB3E-0BAFF4AC7CB5}" dt="2020-10-29T14:22:19.362" v="1048"/>
          <ac:inkMkLst>
            <pc:docMk/>
            <pc:sldMk cId="541867139" sldId="262"/>
            <ac:inkMk id="107" creationId="{7592EDEC-8D01-9045-A52C-A15F3845E4BC}"/>
          </ac:inkMkLst>
        </pc:inkChg>
        <pc:inkChg chg="add topLvl">
          <ac:chgData name="Aggie Menezes" userId="74619c95fa3483c9" providerId="LiveId" clId="{6A46CFC1-D81F-9C46-BB3E-0BAFF4AC7CB5}" dt="2020-10-29T14:22:19.362" v="1048"/>
          <ac:inkMkLst>
            <pc:docMk/>
            <pc:sldMk cId="541867139" sldId="262"/>
            <ac:inkMk id="108" creationId="{A3F0418D-B4BC-DF49-88C4-1666557E3F87}"/>
          </ac:inkMkLst>
        </pc:inkChg>
        <pc:inkChg chg="add topLvl">
          <ac:chgData name="Aggie Menezes" userId="74619c95fa3483c9" providerId="LiveId" clId="{6A46CFC1-D81F-9C46-BB3E-0BAFF4AC7CB5}" dt="2020-10-29T14:22:19.362" v="1048"/>
          <ac:inkMkLst>
            <pc:docMk/>
            <pc:sldMk cId="541867139" sldId="262"/>
            <ac:inkMk id="109" creationId="{EE895B73-4570-0E4B-82F6-F7C917A541A8}"/>
          </ac:inkMkLst>
        </pc:inkChg>
        <pc:inkChg chg="add topLvl">
          <ac:chgData name="Aggie Menezes" userId="74619c95fa3483c9" providerId="LiveId" clId="{6A46CFC1-D81F-9C46-BB3E-0BAFF4AC7CB5}" dt="2020-10-29T14:22:19.362" v="1048"/>
          <ac:inkMkLst>
            <pc:docMk/>
            <pc:sldMk cId="541867139" sldId="262"/>
            <ac:inkMk id="110" creationId="{F1DBE892-D71C-4749-9E6A-32C550FC233D}"/>
          </ac:inkMkLst>
        </pc:inkChg>
        <pc:inkChg chg="add topLvl">
          <ac:chgData name="Aggie Menezes" userId="74619c95fa3483c9" providerId="LiveId" clId="{6A46CFC1-D81F-9C46-BB3E-0BAFF4AC7CB5}" dt="2020-10-29T14:22:19.362" v="1048"/>
          <ac:inkMkLst>
            <pc:docMk/>
            <pc:sldMk cId="541867139" sldId="262"/>
            <ac:inkMk id="111" creationId="{93FD4817-FD6E-4446-B6F1-F7C26917319E}"/>
          </ac:inkMkLst>
        </pc:inkChg>
        <pc:inkChg chg="add topLvl">
          <ac:chgData name="Aggie Menezes" userId="74619c95fa3483c9" providerId="LiveId" clId="{6A46CFC1-D81F-9C46-BB3E-0BAFF4AC7CB5}" dt="2020-10-29T14:22:19.362" v="1048"/>
          <ac:inkMkLst>
            <pc:docMk/>
            <pc:sldMk cId="541867139" sldId="262"/>
            <ac:inkMk id="112" creationId="{19A1D35C-9980-274F-8581-06EDFFA4F7C7}"/>
          </ac:inkMkLst>
        </pc:inkChg>
        <pc:inkChg chg="add topLvl">
          <ac:chgData name="Aggie Menezes" userId="74619c95fa3483c9" providerId="LiveId" clId="{6A46CFC1-D81F-9C46-BB3E-0BAFF4AC7CB5}" dt="2020-10-29T14:22:19.362" v="1048"/>
          <ac:inkMkLst>
            <pc:docMk/>
            <pc:sldMk cId="541867139" sldId="262"/>
            <ac:inkMk id="114" creationId="{7619AF75-E933-8046-88C2-FA0A797EB8F9}"/>
          </ac:inkMkLst>
        </pc:inkChg>
        <pc:inkChg chg="add topLvl">
          <ac:chgData name="Aggie Menezes" userId="74619c95fa3483c9" providerId="LiveId" clId="{6A46CFC1-D81F-9C46-BB3E-0BAFF4AC7CB5}" dt="2020-10-29T14:22:19.362" v="1048"/>
          <ac:inkMkLst>
            <pc:docMk/>
            <pc:sldMk cId="541867139" sldId="262"/>
            <ac:inkMk id="115" creationId="{5E3DAD97-0E81-D84D-8294-39F12CD71F79}"/>
          </ac:inkMkLst>
        </pc:inkChg>
        <pc:inkChg chg="add topLvl">
          <ac:chgData name="Aggie Menezes" userId="74619c95fa3483c9" providerId="LiveId" clId="{6A46CFC1-D81F-9C46-BB3E-0BAFF4AC7CB5}" dt="2020-10-29T14:22:19.362" v="1048"/>
          <ac:inkMkLst>
            <pc:docMk/>
            <pc:sldMk cId="541867139" sldId="262"/>
            <ac:inkMk id="116" creationId="{00A4C77B-2175-434F-BBF5-6B80D536D440}"/>
          </ac:inkMkLst>
        </pc:inkChg>
        <pc:inkChg chg="add">
          <ac:chgData name="Aggie Menezes" userId="74619c95fa3483c9" providerId="LiveId" clId="{6A46CFC1-D81F-9C46-BB3E-0BAFF4AC7CB5}" dt="2020-10-29T14:22:18.816" v="1047"/>
          <ac:inkMkLst>
            <pc:docMk/>
            <pc:sldMk cId="541867139" sldId="262"/>
            <ac:inkMk id="118" creationId="{0629CBCE-A44D-1546-967C-3D988359D5EE}"/>
          </ac:inkMkLst>
        </pc:inkChg>
      </pc:sldChg>
      <pc:sldChg chg="addSp delSp">
        <pc:chgData name="Aggie Menezes" userId="74619c95fa3483c9" providerId="LiveId" clId="{6A46CFC1-D81F-9C46-BB3E-0BAFF4AC7CB5}" dt="2020-10-29T14:34:05.909" v="1259"/>
        <pc:sldMkLst>
          <pc:docMk/>
          <pc:sldMk cId="33264414" sldId="263"/>
        </pc:sldMkLst>
        <pc:grpChg chg="add del">
          <ac:chgData name="Aggie Menezes" userId="74619c95fa3483c9" providerId="LiveId" clId="{6A46CFC1-D81F-9C46-BB3E-0BAFF4AC7CB5}" dt="2020-10-29T14:23:48.342" v="1063"/>
          <ac:grpSpMkLst>
            <pc:docMk/>
            <pc:sldMk cId="33264414" sldId="263"/>
            <ac:grpSpMk id="31" creationId="{140B6C93-1610-0149-A6B7-355DFD9AF5E6}"/>
          </ac:grpSpMkLst>
        </pc:grpChg>
        <pc:grpChg chg="add del">
          <ac:chgData name="Aggie Menezes" userId="74619c95fa3483c9" providerId="LiveId" clId="{6A46CFC1-D81F-9C46-BB3E-0BAFF4AC7CB5}" dt="2020-10-29T14:23:53.917" v="1075"/>
          <ac:grpSpMkLst>
            <pc:docMk/>
            <pc:sldMk cId="33264414" sldId="263"/>
            <ac:grpSpMk id="38" creationId="{B25C913C-339D-1748-ACE0-46A26293A748}"/>
          </ac:grpSpMkLst>
        </pc:grpChg>
        <pc:grpChg chg="add del">
          <ac:chgData name="Aggie Menezes" userId="74619c95fa3483c9" providerId="LiveId" clId="{6A46CFC1-D81F-9C46-BB3E-0BAFF4AC7CB5}" dt="2020-10-29T14:25:32.894" v="1125" actId="478"/>
          <ac:grpSpMkLst>
            <pc:docMk/>
            <pc:sldMk cId="33264414" sldId="263"/>
            <ac:grpSpMk id="39" creationId="{96FD4718-6045-B54C-B6D6-D15C65A0621F}"/>
          </ac:grpSpMkLst>
        </pc:grpChg>
        <pc:grpChg chg="add del">
          <ac:chgData name="Aggie Menezes" userId="74619c95fa3483c9" providerId="LiveId" clId="{6A46CFC1-D81F-9C46-BB3E-0BAFF4AC7CB5}" dt="2020-10-29T14:23:59.205" v="1085"/>
          <ac:grpSpMkLst>
            <pc:docMk/>
            <pc:sldMk cId="33264414" sldId="263"/>
            <ac:grpSpMk id="51" creationId="{20EE5146-3B48-EA4E-AC80-D0A591347673}"/>
          </ac:grpSpMkLst>
        </pc:grpChg>
        <pc:grpChg chg="add del">
          <ac:chgData name="Aggie Menezes" userId="74619c95fa3483c9" providerId="LiveId" clId="{6A46CFC1-D81F-9C46-BB3E-0BAFF4AC7CB5}" dt="2020-10-29T14:24:01.778" v="1090"/>
          <ac:grpSpMkLst>
            <pc:docMk/>
            <pc:sldMk cId="33264414" sldId="263"/>
            <ac:grpSpMk id="53" creationId="{9D9E497A-70F4-A94D-B58B-0C79D1A40873}"/>
          </ac:grpSpMkLst>
        </pc:grpChg>
        <pc:grpChg chg="add del">
          <ac:chgData name="Aggie Menezes" userId="74619c95fa3483c9" providerId="LiveId" clId="{6A46CFC1-D81F-9C46-BB3E-0BAFF4AC7CB5}" dt="2020-10-29T14:25:30.970" v="1124" actId="478"/>
          <ac:grpSpMkLst>
            <pc:docMk/>
            <pc:sldMk cId="33264414" sldId="263"/>
            <ac:grpSpMk id="58" creationId="{551090C6-848A-8D4E-9B70-9BCD147A77EC}"/>
          </ac:grpSpMkLst>
        </pc:grpChg>
        <pc:grpChg chg="add del">
          <ac:chgData name="Aggie Menezes" userId="74619c95fa3483c9" providerId="LiveId" clId="{6A46CFC1-D81F-9C46-BB3E-0BAFF4AC7CB5}" dt="2020-10-29T14:24:56.891" v="1107"/>
          <ac:grpSpMkLst>
            <pc:docMk/>
            <pc:sldMk cId="33264414" sldId="263"/>
            <ac:grpSpMk id="63" creationId="{2C28775D-B7B3-804B-8970-0CA1AF1799E3}"/>
          </ac:grpSpMkLst>
        </pc:grpChg>
        <pc:grpChg chg="add del">
          <ac:chgData name="Aggie Menezes" userId="74619c95fa3483c9" providerId="LiveId" clId="{6A46CFC1-D81F-9C46-BB3E-0BAFF4AC7CB5}" dt="2020-10-29T14:25:09.441" v="1113"/>
          <ac:grpSpMkLst>
            <pc:docMk/>
            <pc:sldMk cId="33264414" sldId="263"/>
            <ac:grpSpMk id="75" creationId="{403C1A88-0845-254B-9F2E-A82FC4DF50FD}"/>
          </ac:grpSpMkLst>
        </pc:grpChg>
        <pc:grpChg chg="add del">
          <ac:chgData name="Aggie Menezes" userId="74619c95fa3483c9" providerId="LiveId" clId="{6A46CFC1-D81F-9C46-BB3E-0BAFF4AC7CB5}" dt="2020-10-29T14:25:28.481" v="1123" actId="478"/>
          <ac:grpSpMkLst>
            <pc:docMk/>
            <pc:sldMk cId="33264414" sldId="263"/>
            <ac:grpSpMk id="81" creationId="{468D4786-134C-CC46-A94D-220859E2618A}"/>
          </ac:grpSpMkLst>
        </pc:grpChg>
        <pc:grpChg chg="add del">
          <ac:chgData name="Aggie Menezes" userId="74619c95fa3483c9" providerId="LiveId" clId="{6A46CFC1-D81F-9C46-BB3E-0BAFF4AC7CB5}" dt="2020-10-29T14:25:15.424" v="1121"/>
          <ac:grpSpMkLst>
            <pc:docMk/>
            <pc:sldMk cId="33264414" sldId="263"/>
            <ac:grpSpMk id="82" creationId="{35D06FA0-F43C-AE4B-A4EF-C5EBCE363B16}"/>
          </ac:grpSpMkLst>
        </pc:grpChg>
        <pc:grpChg chg="add del">
          <ac:chgData name="Aggie Menezes" userId="74619c95fa3483c9" providerId="LiveId" clId="{6A46CFC1-D81F-9C46-BB3E-0BAFF4AC7CB5}" dt="2020-10-29T14:25:22.905" v="1122" actId="478"/>
          <ac:grpSpMkLst>
            <pc:docMk/>
            <pc:sldMk cId="33264414" sldId="263"/>
            <ac:grpSpMk id="90" creationId="{ECD90780-B60B-AC43-9DD8-49FC184699B2}"/>
          </ac:grpSpMkLst>
        </pc:grpChg>
        <pc:grpChg chg="add">
          <ac:chgData name="Aggie Menezes" userId="74619c95fa3483c9" providerId="LiveId" clId="{6A46CFC1-D81F-9C46-BB3E-0BAFF4AC7CB5}" dt="2020-10-29T14:25:44.459" v="1128"/>
          <ac:grpSpMkLst>
            <pc:docMk/>
            <pc:sldMk cId="33264414" sldId="263"/>
            <ac:grpSpMk id="93" creationId="{CE637317-055B-AB48-968D-ED04D8CCD765}"/>
          </ac:grpSpMkLst>
        </pc:grpChg>
        <pc:grpChg chg="add del">
          <ac:chgData name="Aggie Menezes" userId="74619c95fa3483c9" providerId="LiveId" clId="{6A46CFC1-D81F-9C46-BB3E-0BAFF4AC7CB5}" dt="2020-10-29T14:26:05.432" v="1142"/>
          <ac:grpSpMkLst>
            <pc:docMk/>
            <pc:sldMk cId="33264414" sldId="263"/>
            <ac:grpSpMk id="97" creationId="{61DB246B-25F0-D145-B499-B72AD3BAC136}"/>
          </ac:grpSpMkLst>
        </pc:grpChg>
        <pc:grpChg chg="add del">
          <ac:chgData name="Aggie Menezes" userId="74619c95fa3483c9" providerId="LiveId" clId="{6A46CFC1-D81F-9C46-BB3E-0BAFF4AC7CB5}" dt="2020-10-29T14:26:30.658" v="1150"/>
          <ac:grpSpMkLst>
            <pc:docMk/>
            <pc:sldMk cId="33264414" sldId="263"/>
            <ac:grpSpMk id="107" creationId="{D2D1C829-5F06-9D45-9CF2-276EAF7C1864}"/>
          </ac:grpSpMkLst>
        </pc:grpChg>
        <pc:grpChg chg="add del">
          <ac:chgData name="Aggie Menezes" userId="74619c95fa3483c9" providerId="LiveId" clId="{6A46CFC1-D81F-9C46-BB3E-0BAFF4AC7CB5}" dt="2020-10-29T14:26:28.414" v="1148"/>
          <ac:grpSpMkLst>
            <pc:docMk/>
            <pc:sldMk cId="33264414" sldId="263"/>
            <ac:grpSpMk id="111" creationId="{CF7AFA43-6BA4-9D45-AD33-DE3536F380D0}"/>
          </ac:grpSpMkLst>
        </pc:grpChg>
        <pc:grpChg chg="add del">
          <ac:chgData name="Aggie Menezes" userId="74619c95fa3483c9" providerId="LiveId" clId="{6A46CFC1-D81F-9C46-BB3E-0BAFF4AC7CB5}" dt="2020-10-29T14:31:28.153" v="1246" actId="478"/>
          <ac:grpSpMkLst>
            <pc:docMk/>
            <pc:sldMk cId="33264414" sldId="263"/>
            <ac:grpSpMk id="113" creationId="{EDB4B3DC-4861-5F44-BDEC-6413C9F83662}"/>
          </ac:grpSpMkLst>
        </pc:grpChg>
        <pc:grpChg chg="add del">
          <ac:chgData name="Aggie Menezes" userId="74619c95fa3483c9" providerId="LiveId" clId="{6A46CFC1-D81F-9C46-BB3E-0BAFF4AC7CB5}" dt="2020-10-29T14:31:52.016" v="1255" actId="478"/>
          <ac:grpSpMkLst>
            <pc:docMk/>
            <pc:sldMk cId="33264414" sldId="263"/>
            <ac:grpSpMk id="115" creationId="{3E3B8D68-E062-CC4D-8172-80DC67274D81}"/>
          </ac:grpSpMkLst>
        </pc:grpChg>
        <pc:grpChg chg="add del">
          <ac:chgData name="Aggie Menezes" userId="74619c95fa3483c9" providerId="LiveId" clId="{6A46CFC1-D81F-9C46-BB3E-0BAFF4AC7CB5}" dt="2020-10-29T14:26:35.244" v="1155"/>
          <ac:grpSpMkLst>
            <pc:docMk/>
            <pc:sldMk cId="33264414" sldId="263"/>
            <ac:grpSpMk id="118" creationId="{46F1E763-2DCB-1D41-A8E2-B248AAE2E352}"/>
          </ac:grpSpMkLst>
        </pc:grpChg>
        <pc:grpChg chg="add del">
          <ac:chgData name="Aggie Menezes" userId="74619c95fa3483c9" providerId="LiveId" clId="{6A46CFC1-D81F-9C46-BB3E-0BAFF4AC7CB5}" dt="2020-10-29T14:31:34.244" v="1248" actId="478"/>
          <ac:grpSpMkLst>
            <pc:docMk/>
            <pc:sldMk cId="33264414" sldId="263"/>
            <ac:grpSpMk id="120" creationId="{3D1908EA-9A65-5A44-8452-0735690294C6}"/>
          </ac:grpSpMkLst>
        </pc:grpChg>
        <pc:grpChg chg="add del">
          <ac:chgData name="Aggie Menezes" userId="74619c95fa3483c9" providerId="LiveId" clId="{6A46CFC1-D81F-9C46-BB3E-0BAFF4AC7CB5}" dt="2020-10-29T14:31:38.744" v="1250" actId="478"/>
          <ac:grpSpMkLst>
            <pc:docMk/>
            <pc:sldMk cId="33264414" sldId="263"/>
            <ac:grpSpMk id="127" creationId="{0E499E15-BEF8-2846-B112-B9271CA26B78}"/>
          </ac:grpSpMkLst>
        </pc:grpChg>
        <pc:grpChg chg="add del">
          <ac:chgData name="Aggie Menezes" userId="74619c95fa3483c9" providerId="LiveId" clId="{6A46CFC1-D81F-9C46-BB3E-0BAFF4AC7CB5}" dt="2020-10-29T14:31:36.268" v="1249" actId="478"/>
          <ac:grpSpMkLst>
            <pc:docMk/>
            <pc:sldMk cId="33264414" sldId="263"/>
            <ac:grpSpMk id="128" creationId="{4BB206F2-071A-C942-BDB8-0C53F5A9EA4B}"/>
          </ac:grpSpMkLst>
        </pc:grpChg>
        <pc:grpChg chg="add del">
          <ac:chgData name="Aggie Menezes" userId="74619c95fa3483c9" providerId="LiveId" clId="{6A46CFC1-D81F-9C46-BB3E-0BAFF4AC7CB5}" dt="2020-10-29T14:31:17.413" v="1245"/>
          <ac:grpSpMkLst>
            <pc:docMk/>
            <pc:sldMk cId="33264414" sldId="263"/>
            <ac:grpSpMk id="132" creationId="{15A4EEE8-E8BD-884B-A831-D7EAD64845E8}"/>
          </ac:grpSpMkLst>
        </pc:grpChg>
        <pc:grpChg chg="add del">
          <ac:chgData name="Aggie Menezes" userId="74619c95fa3483c9" providerId="LiveId" clId="{6A46CFC1-D81F-9C46-BB3E-0BAFF4AC7CB5}" dt="2020-10-29T14:31:17.413" v="1245"/>
          <ac:grpSpMkLst>
            <pc:docMk/>
            <pc:sldMk cId="33264414" sldId="263"/>
            <ac:grpSpMk id="136" creationId="{AA4ECEB0-8092-E249-849D-9470DB40AD47}"/>
          </ac:grpSpMkLst>
        </pc:grpChg>
        <pc:grpChg chg="add del">
          <ac:chgData name="Aggie Menezes" userId="74619c95fa3483c9" providerId="LiveId" clId="{6A46CFC1-D81F-9C46-BB3E-0BAFF4AC7CB5}" dt="2020-10-29T14:31:17.413" v="1245"/>
          <ac:grpSpMkLst>
            <pc:docMk/>
            <pc:sldMk cId="33264414" sldId="263"/>
            <ac:grpSpMk id="152" creationId="{57820684-8D8A-D745-8021-F7FC1D35F246}"/>
          </ac:grpSpMkLst>
        </pc:grpChg>
        <pc:grpChg chg="add del">
          <ac:chgData name="Aggie Menezes" userId="74619c95fa3483c9" providerId="LiveId" clId="{6A46CFC1-D81F-9C46-BB3E-0BAFF4AC7CB5}" dt="2020-10-29T14:31:17.413" v="1245"/>
          <ac:grpSpMkLst>
            <pc:docMk/>
            <pc:sldMk cId="33264414" sldId="263"/>
            <ac:grpSpMk id="153" creationId="{BECF83DA-3F05-BB47-8FB5-753EF3A31826}"/>
          </ac:grpSpMkLst>
        </pc:grpChg>
        <pc:grpChg chg="add del">
          <ac:chgData name="Aggie Menezes" userId="74619c95fa3483c9" providerId="LiveId" clId="{6A46CFC1-D81F-9C46-BB3E-0BAFF4AC7CB5}" dt="2020-10-29T14:31:42.079" v="1251" actId="478"/>
          <ac:grpSpMkLst>
            <pc:docMk/>
            <pc:sldMk cId="33264414" sldId="263"/>
            <ac:grpSpMk id="159" creationId="{CD2419AB-8DD1-694F-9B92-8F502F0DCB47}"/>
          </ac:grpSpMkLst>
        </pc:grpChg>
        <pc:grpChg chg="add del">
          <ac:chgData name="Aggie Menezes" userId="74619c95fa3483c9" providerId="LiveId" clId="{6A46CFC1-D81F-9C46-BB3E-0BAFF4AC7CB5}" dt="2020-10-29T14:31:49.161" v="1254" actId="478"/>
          <ac:grpSpMkLst>
            <pc:docMk/>
            <pc:sldMk cId="33264414" sldId="263"/>
            <ac:grpSpMk id="160" creationId="{7CA2F794-7808-9A43-A22C-3DD7D2A8727A}"/>
          </ac:grpSpMkLst>
        </pc:grpChg>
        <pc:grpChg chg="add del">
          <ac:chgData name="Aggie Menezes" userId="74619c95fa3483c9" providerId="LiveId" clId="{6A46CFC1-D81F-9C46-BB3E-0BAFF4AC7CB5}" dt="2020-10-29T14:31:31.182" v="1247" actId="478"/>
          <ac:grpSpMkLst>
            <pc:docMk/>
            <pc:sldMk cId="33264414" sldId="263"/>
            <ac:grpSpMk id="164" creationId="{E6D82CCA-6286-974D-AE24-E4981AE1902B}"/>
          </ac:grpSpMkLst>
        </pc:grpChg>
        <pc:grpChg chg="add">
          <ac:chgData name="Aggie Menezes" userId="74619c95fa3483c9" providerId="LiveId" clId="{6A46CFC1-D81F-9C46-BB3E-0BAFF4AC7CB5}" dt="2020-10-29T14:34:05.909" v="1259"/>
          <ac:grpSpMkLst>
            <pc:docMk/>
            <pc:sldMk cId="33264414" sldId="263"/>
            <ac:grpSpMk id="168" creationId="{4B19B641-5DA1-7844-AE9D-ABB2D917C2D1}"/>
          </ac:grpSpMkLst>
        </pc:grpChg>
        <pc:inkChg chg="add topLvl">
          <ac:chgData name="Aggie Menezes" userId="74619c95fa3483c9" providerId="LiveId" clId="{6A46CFC1-D81F-9C46-BB3E-0BAFF4AC7CB5}" dt="2020-10-29T14:23:48.342" v="1063"/>
          <ac:inkMkLst>
            <pc:docMk/>
            <pc:sldMk cId="33264414" sldId="263"/>
            <ac:inkMk id="4" creationId="{085ADC16-F07E-7E43-8643-757B0BB1F257}"/>
          </ac:inkMkLst>
        </pc:inkChg>
        <pc:inkChg chg="add topLvl">
          <ac:chgData name="Aggie Menezes" userId="74619c95fa3483c9" providerId="LiveId" clId="{6A46CFC1-D81F-9C46-BB3E-0BAFF4AC7CB5}" dt="2020-10-29T14:23:48.342" v="1063"/>
          <ac:inkMkLst>
            <pc:docMk/>
            <pc:sldMk cId="33264414" sldId="263"/>
            <ac:inkMk id="7" creationId="{21F13277-B8E3-7E4C-A4B7-87383E6B9CFC}"/>
          </ac:inkMkLst>
        </pc:inkChg>
        <pc:inkChg chg="add topLvl">
          <ac:chgData name="Aggie Menezes" userId="74619c95fa3483c9" providerId="LiveId" clId="{6A46CFC1-D81F-9C46-BB3E-0BAFF4AC7CB5}" dt="2020-10-29T14:23:48.342" v="1063"/>
          <ac:inkMkLst>
            <pc:docMk/>
            <pc:sldMk cId="33264414" sldId="263"/>
            <ac:inkMk id="13" creationId="{1D4B7FFC-73C3-1441-AC9C-1E4033F39A81}"/>
          </ac:inkMkLst>
        </pc:inkChg>
        <pc:inkChg chg="add topLvl">
          <ac:chgData name="Aggie Menezes" userId="74619c95fa3483c9" providerId="LiveId" clId="{6A46CFC1-D81F-9C46-BB3E-0BAFF4AC7CB5}" dt="2020-10-29T14:23:48.342" v="1063"/>
          <ac:inkMkLst>
            <pc:docMk/>
            <pc:sldMk cId="33264414" sldId="263"/>
            <ac:inkMk id="15" creationId="{6B0BB6A0-E1F4-374D-96AA-E9B17F4178BB}"/>
          </ac:inkMkLst>
        </pc:inkChg>
        <pc:inkChg chg="add">
          <ac:chgData name="Aggie Menezes" userId="74619c95fa3483c9" providerId="LiveId" clId="{6A46CFC1-D81F-9C46-BB3E-0BAFF4AC7CB5}" dt="2020-10-29T14:23:44.571" v="1057"/>
          <ac:inkMkLst>
            <pc:docMk/>
            <pc:sldMk cId="33264414" sldId="263"/>
            <ac:inkMk id="32" creationId="{FABFC20D-BE9E-724B-B5C2-1C11218773A0}"/>
          </ac:inkMkLst>
        </pc:inkChg>
        <pc:inkChg chg="add">
          <ac:chgData name="Aggie Menezes" userId="74619c95fa3483c9" providerId="LiveId" clId="{6A46CFC1-D81F-9C46-BB3E-0BAFF4AC7CB5}" dt="2020-10-29T14:23:44.740" v="1058"/>
          <ac:inkMkLst>
            <pc:docMk/>
            <pc:sldMk cId="33264414" sldId="263"/>
            <ac:inkMk id="33" creationId="{0D4257A1-DAF7-CA45-8139-C3E463E32BE3}"/>
          </ac:inkMkLst>
        </pc:inkChg>
        <pc:inkChg chg="add topLvl">
          <ac:chgData name="Aggie Menezes" userId="74619c95fa3483c9" providerId="LiveId" clId="{6A46CFC1-D81F-9C46-BB3E-0BAFF4AC7CB5}" dt="2020-10-29T14:24:01.778" v="1090"/>
          <ac:inkMkLst>
            <pc:docMk/>
            <pc:sldMk cId="33264414" sldId="263"/>
            <ac:inkMk id="34" creationId="{903EF232-7867-F74A-9BCC-C89E8511A04C}"/>
          </ac:inkMkLst>
        </pc:inkChg>
        <pc:inkChg chg="add topLvl">
          <ac:chgData name="Aggie Menezes" userId="74619c95fa3483c9" providerId="LiveId" clId="{6A46CFC1-D81F-9C46-BB3E-0BAFF4AC7CB5}" dt="2020-10-29T14:24:01.778" v="1090"/>
          <ac:inkMkLst>
            <pc:docMk/>
            <pc:sldMk cId="33264414" sldId="263"/>
            <ac:inkMk id="35" creationId="{DC66A2F5-7627-3544-B48D-34C46E2654DE}"/>
          </ac:inkMkLst>
        </pc:inkChg>
        <pc:inkChg chg="add topLvl">
          <ac:chgData name="Aggie Menezes" userId="74619c95fa3483c9" providerId="LiveId" clId="{6A46CFC1-D81F-9C46-BB3E-0BAFF4AC7CB5}" dt="2020-10-29T14:24:01.778" v="1090"/>
          <ac:inkMkLst>
            <pc:docMk/>
            <pc:sldMk cId="33264414" sldId="263"/>
            <ac:inkMk id="36" creationId="{72286D1E-4A15-6E4E-B258-CFEFF5EC982E}"/>
          </ac:inkMkLst>
        </pc:inkChg>
        <pc:inkChg chg="add topLvl">
          <ac:chgData name="Aggie Menezes" userId="74619c95fa3483c9" providerId="LiveId" clId="{6A46CFC1-D81F-9C46-BB3E-0BAFF4AC7CB5}" dt="2020-10-29T14:24:01.778" v="1090"/>
          <ac:inkMkLst>
            <pc:docMk/>
            <pc:sldMk cId="33264414" sldId="263"/>
            <ac:inkMk id="37" creationId="{C3EF36A8-1905-7B49-BADE-C06A22A335A1}"/>
          </ac:inkMkLst>
        </pc:inkChg>
        <pc:inkChg chg="add topLvl">
          <ac:chgData name="Aggie Menezes" userId="74619c95fa3483c9" providerId="LiveId" clId="{6A46CFC1-D81F-9C46-BB3E-0BAFF4AC7CB5}" dt="2020-10-29T14:24:01.778" v="1090"/>
          <ac:inkMkLst>
            <pc:docMk/>
            <pc:sldMk cId="33264414" sldId="263"/>
            <ac:inkMk id="40" creationId="{75EB2B9F-1561-8640-A391-6AEA04ACD50C}"/>
          </ac:inkMkLst>
        </pc:inkChg>
        <pc:inkChg chg="add topLvl">
          <ac:chgData name="Aggie Menezes" userId="74619c95fa3483c9" providerId="LiveId" clId="{6A46CFC1-D81F-9C46-BB3E-0BAFF4AC7CB5}" dt="2020-10-29T14:24:01.778" v="1090"/>
          <ac:inkMkLst>
            <pc:docMk/>
            <pc:sldMk cId="33264414" sldId="263"/>
            <ac:inkMk id="41" creationId="{931CBEBB-FE03-F64E-8680-02C6AB24518C}"/>
          </ac:inkMkLst>
        </pc:inkChg>
        <pc:inkChg chg="add topLvl">
          <ac:chgData name="Aggie Menezes" userId="74619c95fa3483c9" providerId="LiveId" clId="{6A46CFC1-D81F-9C46-BB3E-0BAFF4AC7CB5}" dt="2020-10-29T14:24:01.778" v="1090"/>
          <ac:inkMkLst>
            <pc:docMk/>
            <pc:sldMk cId="33264414" sldId="263"/>
            <ac:inkMk id="42" creationId="{B50D514C-0E57-2D46-8FBA-EB48C390020D}"/>
          </ac:inkMkLst>
        </pc:inkChg>
        <pc:inkChg chg="add del">
          <ac:chgData name="Aggie Menezes" userId="74619c95fa3483c9" providerId="LiveId" clId="{6A46CFC1-D81F-9C46-BB3E-0BAFF4AC7CB5}" dt="2020-10-29T14:23:56.637" v="1080"/>
          <ac:inkMkLst>
            <pc:docMk/>
            <pc:sldMk cId="33264414" sldId="263"/>
            <ac:inkMk id="43" creationId="{E4F535A3-FEF9-054A-B4DC-154D9517DD22}"/>
          </ac:inkMkLst>
        </pc:inkChg>
        <pc:inkChg chg="add del">
          <ac:chgData name="Aggie Menezes" userId="74619c95fa3483c9" providerId="LiveId" clId="{6A46CFC1-D81F-9C46-BB3E-0BAFF4AC7CB5}" dt="2020-10-29T14:23:56.626" v="1078"/>
          <ac:inkMkLst>
            <pc:docMk/>
            <pc:sldMk cId="33264414" sldId="263"/>
            <ac:inkMk id="44" creationId="{04D66892-2910-0549-9ED0-B993F993DD93}"/>
          </ac:inkMkLst>
        </pc:inkChg>
        <pc:inkChg chg="add del">
          <ac:chgData name="Aggie Menezes" userId="74619c95fa3483c9" providerId="LiveId" clId="{6A46CFC1-D81F-9C46-BB3E-0BAFF4AC7CB5}" dt="2020-10-29T14:23:56.651" v="1083"/>
          <ac:inkMkLst>
            <pc:docMk/>
            <pc:sldMk cId="33264414" sldId="263"/>
            <ac:inkMk id="45" creationId="{84825779-8DF8-DC43-A88C-43215DE3925C}"/>
          </ac:inkMkLst>
        </pc:inkChg>
        <pc:inkChg chg="add del">
          <ac:chgData name="Aggie Menezes" userId="74619c95fa3483c9" providerId="LiveId" clId="{6A46CFC1-D81F-9C46-BB3E-0BAFF4AC7CB5}" dt="2020-10-29T14:23:56.632" v="1079"/>
          <ac:inkMkLst>
            <pc:docMk/>
            <pc:sldMk cId="33264414" sldId="263"/>
            <ac:inkMk id="46" creationId="{BB6C431F-A953-D149-B212-A083B486A171}"/>
          </ac:inkMkLst>
        </pc:inkChg>
        <pc:inkChg chg="add del">
          <ac:chgData name="Aggie Menezes" userId="74619c95fa3483c9" providerId="LiveId" clId="{6A46CFC1-D81F-9C46-BB3E-0BAFF4AC7CB5}" dt="2020-10-29T14:23:56.646" v="1082"/>
          <ac:inkMkLst>
            <pc:docMk/>
            <pc:sldMk cId="33264414" sldId="263"/>
            <ac:inkMk id="47" creationId="{8DD272D3-8442-474A-9E17-06C8321074F0}"/>
          </ac:inkMkLst>
        </pc:inkChg>
        <pc:inkChg chg="add del">
          <ac:chgData name="Aggie Menezes" userId="74619c95fa3483c9" providerId="LiveId" clId="{6A46CFC1-D81F-9C46-BB3E-0BAFF4AC7CB5}" dt="2020-10-29T14:23:56.615" v="1076"/>
          <ac:inkMkLst>
            <pc:docMk/>
            <pc:sldMk cId="33264414" sldId="263"/>
            <ac:inkMk id="48" creationId="{4DFEE5DC-7809-D34D-904B-438D467D78D2}"/>
          </ac:inkMkLst>
        </pc:inkChg>
        <pc:inkChg chg="add del">
          <ac:chgData name="Aggie Menezes" userId="74619c95fa3483c9" providerId="LiveId" clId="{6A46CFC1-D81F-9C46-BB3E-0BAFF4AC7CB5}" dt="2020-10-29T14:23:56.641" v="1081"/>
          <ac:inkMkLst>
            <pc:docMk/>
            <pc:sldMk cId="33264414" sldId="263"/>
            <ac:inkMk id="49" creationId="{7AC21D47-3B66-0645-A716-1598150D8688}"/>
          </ac:inkMkLst>
        </pc:inkChg>
        <pc:inkChg chg="add del">
          <ac:chgData name="Aggie Menezes" userId="74619c95fa3483c9" providerId="LiveId" clId="{6A46CFC1-D81F-9C46-BB3E-0BAFF4AC7CB5}" dt="2020-10-29T14:23:56.621" v="1077"/>
          <ac:inkMkLst>
            <pc:docMk/>
            <pc:sldMk cId="33264414" sldId="263"/>
            <ac:inkMk id="50" creationId="{53ECBCDB-BC32-0641-B275-FDE1B42D7A3E}"/>
          </ac:inkMkLst>
        </pc:inkChg>
        <pc:inkChg chg="add topLvl">
          <ac:chgData name="Aggie Menezes" userId="74619c95fa3483c9" providerId="LiveId" clId="{6A46CFC1-D81F-9C46-BB3E-0BAFF4AC7CB5}" dt="2020-10-29T14:24:01.778" v="1090"/>
          <ac:inkMkLst>
            <pc:docMk/>
            <pc:sldMk cId="33264414" sldId="263"/>
            <ac:inkMk id="52" creationId="{A879DC0C-A14E-7C4B-A1BB-F01BDED762BE}"/>
          </ac:inkMkLst>
        </pc:inkChg>
        <pc:inkChg chg="add">
          <ac:chgData name="Aggie Menezes" userId="74619c95fa3483c9" providerId="LiveId" clId="{6A46CFC1-D81F-9C46-BB3E-0BAFF4AC7CB5}" dt="2020-10-29T14:23:59.651" v="1086"/>
          <ac:inkMkLst>
            <pc:docMk/>
            <pc:sldMk cId="33264414" sldId="263"/>
            <ac:inkMk id="54" creationId="{AECF7A94-804D-924B-9ED1-01D2486F8CE6}"/>
          </ac:inkMkLst>
        </pc:inkChg>
        <pc:inkChg chg="add">
          <ac:chgData name="Aggie Menezes" userId="74619c95fa3483c9" providerId="LiveId" clId="{6A46CFC1-D81F-9C46-BB3E-0BAFF4AC7CB5}" dt="2020-10-29T14:24:00.277" v="1087"/>
          <ac:inkMkLst>
            <pc:docMk/>
            <pc:sldMk cId="33264414" sldId="263"/>
            <ac:inkMk id="55" creationId="{BED425A8-1C1D-6442-BD4D-88F64F0CDFAB}"/>
          </ac:inkMkLst>
        </pc:inkChg>
        <pc:inkChg chg="add">
          <ac:chgData name="Aggie Menezes" userId="74619c95fa3483c9" providerId="LiveId" clId="{6A46CFC1-D81F-9C46-BB3E-0BAFF4AC7CB5}" dt="2020-10-29T14:24:00.701" v="1088"/>
          <ac:inkMkLst>
            <pc:docMk/>
            <pc:sldMk cId="33264414" sldId="263"/>
            <ac:inkMk id="56" creationId="{102F0EDE-36EC-024C-B1D4-0620A99DEDF3}"/>
          </ac:inkMkLst>
        </pc:inkChg>
        <pc:inkChg chg="add">
          <ac:chgData name="Aggie Menezes" userId="74619c95fa3483c9" providerId="LiveId" clId="{6A46CFC1-D81F-9C46-BB3E-0BAFF4AC7CB5}" dt="2020-10-29T14:24:01.010" v="1089"/>
          <ac:inkMkLst>
            <pc:docMk/>
            <pc:sldMk cId="33264414" sldId="263"/>
            <ac:inkMk id="57" creationId="{E0DAC934-1E5A-544B-A75E-D57E19B03106}"/>
          </ac:inkMkLst>
        </pc:inkChg>
        <pc:inkChg chg="add topLvl">
          <ac:chgData name="Aggie Menezes" userId="74619c95fa3483c9" providerId="LiveId" clId="{6A46CFC1-D81F-9C46-BB3E-0BAFF4AC7CB5}" dt="2020-10-29T14:25:09.441" v="1113"/>
          <ac:inkMkLst>
            <pc:docMk/>
            <pc:sldMk cId="33264414" sldId="263"/>
            <ac:inkMk id="59" creationId="{9ECA2C07-C872-4940-B47F-88BA2765D48A}"/>
          </ac:inkMkLst>
        </pc:inkChg>
        <pc:inkChg chg="add topLvl">
          <ac:chgData name="Aggie Menezes" userId="74619c95fa3483c9" providerId="LiveId" clId="{6A46CFC1-D81F-9C46-BB3E-0BAFF4AC7CB5}" dt="2020-10-29T14:25:09.441" v="1113"/>
          <ac:inkMkLst>
            <pc:docMk/>
            <pc:sldMk cId="33264414" sldId="263"/>
            <ac:inkMk id="60" creationId="{1EE0FB03-E15E-8D4A-B349-BE45F8E0C31F}"/>
          </ac:inkMkLst>
        </pc:inkChg>
        <pc:inkChg chg="add topLvl">
          <ac:chgData name="Aggie Menezes" userId="74619c95fa3483c9" providerId="LiveId" clId="{6A46CFC1-D81F-9C46-BB3E-0BAFF4AC7CB5}" dt="2020-10-29T14:25:09.441" v="1113"/>
          <ac:inkMkLst>
            <pc:docMk/>
            <pc:sldMk cId="33264414" sldId="263"/>
            <ac:inkMk id="61" creationId="{972C1279-0F24-F04F-8B50-FA2682DC645A}"/>
          </ac:inkMkLst>
        </pc:inkChg>
        <pc:inkChg chg="add topLvl">
          <ac:chgData name="Aggie Menezes" userId="74619c95fa3483c9" providerId="LiveId" clId="{6A46CFC1-D81F-9C46-BB3E-0BAFF4AC7CB5}" dt="2020-10-29T14:25:09.441" v="1113"/>
          <ac:inkMkLst>
            <pc:docMk/>
            <pc:sldMk cId="33264414" sldId="263"/>
            <ac:inkMk id="62" creationId="{E57F428D-BE4D-AC40-85A3-49CD468776A7}"/>
          </ac:inkMkLst>
        </pc:inkChg>
        <pc:inkChg chg="add topLvl">
          <ac:chgData name="Aggie Menezes" userId="74619c95fa3483c9" providerId="LiveId" clId="{6A46CFC1-D81F-9C46-BB3E-0BAFF4AC7CB5}" dt="2020-10-29T14:25:09.441" v="1113"/>
          <ac:inkMkLst>
            <pc:docMk/>
            <pc:sldMk cId="33264414" sldId="263"/>
            <ac:inkMk id="64" creationId="{4BE9AC7B-16FE-4E4E-AA41-1E0C79FFC85A}"/>
          </ac:inkMkLst>
        </pc:inkChg>
        <pc:inkChg chg="add topLvl">
          <ac:chgData name="Aggie Menezes" userId="74619c95fa3483c9" providerId="LiveId" clId="{6A46CFC1-D81F-9C46-BB3E-0BAFF4AC7CB5}" dt="2020-10-29T14:25:09.441" v="1113"/>
          <ac:inkMkLst>
            <pc:docMk/>
            <pc:sldMk cId="33264414" sldId="263"/>
            <ac:inkMk id="65" creationId="{C1B2402A-74E3-7347-9990-A6F8B370477D}"/>
          </ac:inkMkLst>
        </pc:inkChg>
        <pc:inkChg chg="add topLvl">
          <ac:chgData name="Aggie Menezes" userId="74619c95fa3483c9" providerId="LiveId" clId="{6A46CFC1-D81F-9C46-BB3E-0BAFF4AC7CB5}" dt="2020-10-29T14:25:09.441" v="1113"/>
          <ac:inkMkLst>
            <pc:docMk/>
            <pc:sldMk cId="33264414" sldId="263"/>
            <ac:inkMk id="66" creationId="{F552FFE8-AACD-1449-AA32-D3832E2A2AC7}"/>
          </ac:inkMkLst>
        </pc:inkChg>
        <pc:inkChg chg="add topLvl">
          <ac:chgData name="Aggie Menezes" userId="74619c95fa3483c9" providerId="LiveId" clId="{6A46CFC1-D81F-9C46-BB3E-0BAFF4AC7CB5}" dt="2020-10-29T14:25:09.441" v="1113"/>
          <ac:inkMkLst>
            <pc:docMk/>
            <pc:sldMk cId="33264414" sldId="263"/>
            <ac:inkMk id="67" creationId="{B39C6485-CE34-9144-A692-8D7EA2B001F1}"/>
          </ac:inkMkLst>
        </pc:inkChg>
        <pc:inkChg chg="add topLvl">
          <ac:chgData name="Aggie Menezes" userId="74619c95fa3483c9" providerId="LiveId" clId="{6A46CFC1-D81F-9C46-BB3E-0BAFF4AC7CB5}" dt="2020-10-29T14:25:09.441" v="1113"/>
          <ac:inkMkLst>
            <pc:docMk/>
            <pc:sldMk cId="33264414" sldId="263"/>
            <ac:inkMk id="68" creationId="{2D5874C3-BBA0-9144-A409-600A44047677}"/>
          </ac:inkMkLst>
        </pc:inkChg>
        <pc:inkChg chg="add topLvl">
          <ac:chgData name="Aggie Menezes" userId="74619c95fa3483c9" providerId="LiveId" clId="{6A46CFC1-D81F-9C46-BB3E-0BAFF4AC7CB5}" dt="2020-10-29T14:25:09.441" v="1113"/>
          <ac:inkMkLst>
            <pc:docMk/>
            <pc:sldMk cId="33264414" sldId="263"/>
            <ac:inkMk id="69" creationId="{29841A70-4745-E54D-8954-A5332AF6DB0A}"/>
          </ac:inkMkLst>
        </pc:inkChg>
        <pc:inkChg chg="add topLvl">
          <ac:chgData name="Aggie Menezes" userId="74619c95fa3483c9" providerId="LiveId" clId="{6A46CFC1-D81F-9C46-BB3E-0BAFF4AC7CB5}" dt="2020-10-29T14:25:09.441" v="1113"/>
          <ac:inkMkLst>
            <pc:docMk/>
            <pc:sldMk cId="33264414" sldId="263"/>
            <ac:inkMk id="70" creationId="{067B7860-FC70-9B41-9AB1-D4488B807D63}"/>
          </ac:inkMkLst>
        </pc:inkChg>
        <pc:inkChg chg="add topLvl">
          <ac:chgData name="Aggie Menezes" userId="74619c95fa3483c9" providerId="LiveId" clId="{6A46CFC1-D81F-9C46-BB3E-0BAFF4AC7CB5}" dt="2020-10-29T14:25:09.441" v="1113"/>
          <ac:inkMkLst>
            <pc:docMk/>
            <pc:sldMk cId="33264414" sldId="263"/>
            <ac:inkMk id="71" creationId="{1DE252B4-8E3F-0341-859A-9C52CEEF46F8}"/>
          </ac:inkMkLst>
        </pc:inkChg>
        <pc:inkChg chg="add topLvl">
          <ac:chgData name="Aggie Menezes" userId="74619c95fa3483c9" providerId="LiveId" clId="{6A46CFC1-D81F-9C46-BB3E-0BAFF4AC7CB5}" dt="2020-10-29T14:25:09.441" v="1113"/>
          <ac:inkMkLst>
            <pc:docMk/>
            <pc:sldMk cId="33264414" sldId="263"/>
            <ac:inkMk id="72" creationId="{3181AA5E-E317-5442-AC60-B21D5085915E}"/>
          </ac:inkMkLst>
        </pc:inkChg>
        <pc:inkChg chg="add topLvl">
          <ac:chgData name="Aggie Menezes" userId="74619c95fa3483c9" providerId="LiveId" clId="{6A46CFC1-D81F-9C46-BB3E-0BAFF4AC7CB5}" dt="2020-10-29T14:25:09.441" v="1113"/>
          <ac:inkMkLst>
            <pc:docMk/>
            <pc:sldMk cId="33264414" sldId="263"/>
            <ac:inkMk id="73" creationId="{FC8F27FC-0558-704B-A879-8EEE73A25D4D}"/>
          </ac:inkMkLst>
        </pc:inkChg>
        <pc:inkChg chg="add topLvl">
          <ac:chgData name="Aggie Menezes" userId="74619c95fa3483c9" providerId="LiveId" clId="{6A46CFC1-D81F-9C46-BB3E-0BAFF4AC7CB5}" dt="2020-10-29T14:25:09.441" v="1113"/>
          <ac:inkMkLst>
            <pc:docMk/>
            <pc:sldMk cId="33264414" sldId="263"/>
            <ac:inkMk id="74" creationId="{FABE45BA-2F57-3E4B-B342-0FDE348FD0C5}"/>
          </ac:inkMkLst>
        </pc:inkChg>
        <pc:inkChg chg="add">
          <ac:chgData name="Aggie Menezes" userId="74619c95fa3483c9" providerId="LiveId" clId="{6A46CFC1-D81F-9C46-BB3E-0BAFF4AC7CB5}" dt="2020-10-29T14:25:06.716" v="1108"/>
          <ac:inkMkLst>
            <pc:docMk/>
            <pc:sldMk cId="33264414" sldId="263"/>
            <ac:inkMk id="76" creationId="{D36B42CA-6A11-4C46-82EF-046EF01F3C4C}"/>
          </ac:inkMkLst>
        </pc:inkChg>
        <pc:inkChg chg="add topLvl">
          <ac:chgData name="Aggie Menezes" userId="74619c95fa3483c9" providerId="LiveId" clId="{6A46CFC1-D81F-9C46-BB3E-0BAFF4AC7CB5}" dt="2020-10-29T14:25:15.424" v="1121"/>
          <ac:inkMkLst>
            <pc:docMk/>
            <pc:sldMk cId="33264414" sldId="263"/>
            <ac:inkMk id="77" creationId="{56C01FF8-27C2-6F43-B31E-CE03F2BAA860}"/>
          </ac:inkMkLst>
        </pc:inkChg>
        <pc:inkChg chg="add topLvl">
          <ac:chgData name="Aggie Menezes" userId="74619c95fa3483c9" providerId="LiveId" clId="{6A46CFC1-D81F-9C46-BB3E-0BAFF4AC7CB5}" dt="2020-10-29T14:25:15.424" v="1121"/>
          <ac:inkMkLst>
            <pc:docMk/>
            <pc:sldMk cId="33264414" sldId="263"/>
            <ac:inkMk id="78" creationId="{A7D2DC2B-23D5-0C43-8A1C-916BA112A981}"/>
          </ac:inkMkLst>
        </pc:inkChg>
        <pc:inkChg chg="add">
          <ac:chgData name="Aggie Menezes" userId="74619c95fa3483c9" providerId="LiveId" clId="{6A46CFC1-D81F-9C46-BB3E-0BAFF4AC7CB5}" dt="2020-10-29T14:25:08.260" v="1111"/>
          <ac:inkMkLst>
            <pc:docMk/>
            <pc:sldMk cId="33264414" sldId="263"/>
            <ac:inkMk id="79" creationId="{39D6552B-72BB-234A-8796-A0DAAC3976B2}"/>
          </ac:inkMkLst>
        </pc:inkChg>
        <pc:inkChg chg="add">
          <ac:chgData name="Aggie Menezes" userId="74619c95fa3483c9" providerId="LiveId" clId="{6A46CFC1-D81F-9C46-BB3E-0BAFF4AC7CB5}" dt="2020-10-29T14:25:08.745" v="1112"/>
          <ac:inkMkLst>
            <pc:docMk/>
            <pc:sldMk cId="33264414" sldId="263"/>
            <ac:inkMk id="80" creationId="{F2B83E52-E30A-A642-96B0-B5C75F8BF469}"/>
          </ac:inkMkLst>
        </pc:inkChg>
        <pc:inkChg chg="add">
          <ac:chgData name="Aggie Menezes" userId="74619c95fa3483c9" providerId="LiveId" clId="{6A46CFC1-D81F-9C46-BB3E-0BAFF4AC7CB5}" dt="2020-10-29T14:25:12.187" v="1114"/>
          <ac:inkMkLst>
            <pc:docMk/>
            <pc:sldMk cId="33264414" sldId="263"/>
            <ac:inkMk id="83" creationId="{7BA896B6-CAAD-2941-B591-68D18965CDDB}"/>
          </ac:inkMkLst>
        </pc:inkChg>
        <pc:inkChg chg="add">
          <ac:chgData name="Aggie Menezes" userId="74619c95fa3483c9" providerId="LiveId" clId="{6A46CFC1-D81F-9C46-BB3E-0BAFF4AC7CB5}" dt="2020-10-29T14:25:13.029" v="1115"/>
          <ac:inkMkLst>
            <pc:docMk/>
            <pc:sldMk cId="33264414" sldId="263"/>
            <ac:inkMk id="84" creationId="{55953A70-876B-7F47-9A9E-55FB25A9F876}"/>
          </ac:inkMkLst>
        </pc:inkChg>
        <pc:inkChg chg="add">
          <ac:chgData name="Aggie Menezes" userId="74619c95fa3483c9" providerId="LiveId" clId="{6A46CFC1-D81F-9C46-BB3E-0BAFF4AC7CB5}" dt="2020-10-29T14:25:13.288" v="1116"/>
          <ac:inkMkLst>
            <pc:docMk/>
            <pc:sldMk cId="33264414" sldId="263"/>
            <ac:inkMk id="85" creationId="{3918685B-06B8-FA47-B14B-345619943491}"/>
          </ac:inkMkLst>
        </pc:inkChg>
        <pc:inkChg chg="add">
          <ac:chgData name="Aggie Menezes" userId="74619c95fa3483c9" providerId="LiveId" clId="{6A46CFC1-D81F-9C46-BB3E-0BAFF4AC7CB5}" dt="2020-10-29T14:25:13.487" v="1117"/>
          <ac:inkMkLst>
            <pc:docMk/>
            <pc:sldMk cId="33264414" sldId="263"/>
            <ac:inkMk id="86" creationId="{502D45AF-CB45-2643-A52F-941013EC302A}"/>
          </ac:inkMkLst>
        </pc:inkChg>
        <pc:inkChg chg="add">
          <ac:chgData name="Aggie Menezes" userId="74619c95fa3483c9" providerId="LiveId" clId="{6A46CFC1-D81F-9C46-BB3E-0BAFF4AC7CB5}" dt="2020-10-29T14:25:13.804" v="1118"/>
          <ac:inkMkLst>
            <pc:docMk/>
            <pc:sldMk cId="33264414" sldId="263"/>
            <ac:inkMk id="87" creationId="{6C71105B-4761-FF4D-8DEB-B656D05C78CB}"/>
          </ac:inkMkLst>
        </pc:inkChg>
        <pc:inkChg chg="add">
          <ac:chgData name="Aggie Menezes" userId="74619c95fa3483c9" providerId="LiveId" clId="{6A46CFC1-D81F-9C46-BB3E-0BAFF4AC7CB5}" dt="2020-10-29T14:25:14.400" v="1119"/>
          <ac:inkMkLst>
            <pc:docMk/>
            <pc:sldMk cId="33264414" sldId="263"/>
            <ac:inkMk id="88" creationId="{DE8FCE37-C383-6C42-950D-6A616BFF2D72}"/>
          </ac:inkMkLst>
        </pc:inkChg>
        <pc:inkChg chg="add">
          <ac:chgData name="Aggie Menezes" userId="74619c95fa3483c9" providerId="LiveId" clId="{6A46CFC1-D81F-9C46-BB3E-0BAFF4AC7CB5}" dt="2020-10-29T14:25:14.847" v="1120"/>
          <ac:inkMkLst>
            <pc:docMk/>
            <pc:sldMk cId="33264414" sldId="263"/>
            <ac:inkMk id="89" creationId="{27FD1A6E-409C-C540-A90D-E9ECEC0AF7EB}"/>
          </ac:inkMkLst>
        </pc:inkChg>
        <pc:inkChg chg="add">
          <ac:chgData name="Aggie Menezes" userId="74619c95fa3483c9" providerId="LiveId" clId="{6A46CFC1-D81F-9C46-BB3E-0BAFF4AC7CB5}" dt="2020-10-29T14:25:41.439" v="1126"/>
          <ac:inkMkLst>
            <pc:docMk/>
            <pc:sldMk cId="33264414" sldId="263"/>
            <ac:inkMk id="91" creationId="{4B41AD45-190D-5043-9990-8137328E6537}"/>
          </ac:inkMkLst>
        </pc:inkChg>
        <pc:inkChg chg="add">
          <ac:chgData name="Aggie Menezes" userId="74619c95fa3483c9" providerId="LiveId" clId="{6A46CFC1-D81F-9C46-BB3E-0BAFF4AC7CB5}" dt="2020-10-29T14:25:43.934" v="1127"/>
          <ac:inkMkLst>
            <pc:docMk/>
            <pc:sldMk cId="33264414" sldId="263"/>
            <ac:inkMk id="92" creationId="{AE32AA2F-B3BE-414D-A5FD-66D66D3762A1}"/>
          </ac:inkMkLst>
        </pc:inkChg>
        <pc:inkChg chg="add topLvl">
          <ac:chgData name="Aggie Menezes" userId="74619c95fa3483c9" providerId="LiveId" clId="{6A46CFC1-D81F-9C46-BB3E-0BAFF4AC7CB5}" dt="2020-10-29T14:26:05.432" v="1142"/>
          <ac:inkMkLst>
            <pc:docMk/>
            <pc:sldMk cId="33264414" sldId="263"/>
            <ac:inkMk id="94" creationId="{A167446F-1D92-3442-86B3-8DBD9961B308}"/>
          </ac:inkMkLst>
        </pc:inkChg>
        <pc:inkChg chg="add topLvl">
          <ac:chgData name="Aggie Menezes" userId="74619c95fa3483c9" providerId="LiveId" clId="{6A46CFC1-D81F-9C46-BB3E-0BAFF4AC7CB5}" dt="2020-10-29T14:26:30.658" v="1150"/>
          <ac:inkMkLst>
            <pc:docMk/>
            <pc:sldMk cId="33264414" sldId="263"/>
            <ac:inkMk id="95" creationId="{35B68C0B-61B7-0D49-A96B-BE22456E0B5D}"/>
          </ac:inkMkLst>
        </pc:inkChg>
        <pc:inkChg chg="add topLvl">
          <ac:chgData name="Aggie Menezes" userId="74619c95fa3483c9" providerId="LiveId" clId="{6A46CFC1-D81F-9C46-BB3E-0BAFF4AC7CB5}" dt="2020-10-29T14:26:30.658" v="1150"/>
          <ac:inkMkLst>
            <pc:docMk/>
            <pc:sldMk cId="33264414" sldId="263"/>
            <ac:inkMk id="96" creationId="{8A2A5335-3F61-6441-897F-3FF88C6B816F}"/>
          </ac:inkMkLst>
        </pc:inkChg>
        <pc:inkChg chg="add topLvl">
          <ac:chgData name="Aggie Menezes" userId="74619c95fa3483c9" providerId="LiveId" clId="{6A46CFC1-D81F-9C46-BB3E-0BAFF4AC7CB5}" dt="2020-10-29T14:26:30.658" v="1150"/>
          <ac:inkMkLst>
            <pc:docMk/>
            <pc:sldMk cId="33264414" sldId="263"/>
            <ac:inkMk id="98" creationId="{09D2A454-D188-7447-A5D7-D8679482E784}"/>
          </ac:inkMkLst>
        </pc:inkChg>
        <pc:inkChg chg="add topLvl">
          <ac:chgData name="Aggie Menezes" userId="74619c95fa3483c9" providerId="LiveId" clId="{6A46CFC1-D81F-9C46-BB3E-0BAFF4AC7CB5}" dt="2020-10-29T14:26:30.658" v="1150"/>
          <ac:inkMkLst>
            <pc:docMk/>
            <pc:sldMk cId="33264414" sldId="263"/>
            <ac:inkMk id="99" creationId="{00BE6D81-DC62-9246-8CF9-768E4A9889FE}"/>
          </ac:inkMkLst>
        </pc:inkChg>
        <pc:inkChg chg="add topLvl">
          <ac:chgData name="Aggie Menezes" userId="74619c95fa3483c9" providerId="LiveId" clId="{6A46CFC1-D81F-9C46-BB3E-0BAFF4AC7CB5}" dt="2020-10-29T14:26:30.658" v="1150"/>
          <ac:inkMkLst>
            <pc:docMk/>
            <pc:sldMk cId="33264414" sldId="263"/>
            <ac:inkMk id="100" creationId="{7E58ACB6-2C18-BB45-B4DA-1B7DCA125E7E}"/>
          </ac:inkMkLst>
        </pc:inkChg>
        <pc:inkChg chg="add topLvl">
          <ac:chgData name="Aggie Menezes" userId="74619c95fa3483c9" providerId="LiveId" clId="{6A46CFC1-D81F-9C46-BB3E-0BAFF4AC7CB5}" dt="2020-10-29T14:26:30.658" v="1150"/>
          <ac:inkMkLst>
            <pc:docMk/>
            <pc:sldMk cId="33264414" sldId="263"/>
            <ac:inkMk id="101" creationId="{A3D43287-5129-294C-B642-5D9E1978A78B}"/>
          </ac:inkMkLst>
        </pc:inkChg>
        <pc:inkChg chg="add topLvl">
          <ac:chgData name="Aggie Menezes" userId="74619c95fa3483c9" providerId="LiveId" clId="{6A46CFC1-D81F-9C46-BB3E-0BAFF4AC7CB5}" dt="2020-10-29T14:26:30.658" v="1150"/>
          <ac:inkMkLst>
            <pc:docMk/>
            <pc:sldMk cId="33264414" sldId="263"/>
            <ac:inkMk id="102" creationId="{420394C5-68A6-FC4B-A8CB-4DD1D720607F}"/>
          </ac:inkMkLst>
        </pc:inkChg>
        <pc:inkChg chg="add topLvl">
          <ac:chgData name="Aggie Menezes" userId="74619c95fa3483c9" providerId="LiveId" clId="{6A46CFC1-D81F-9C46-BB3E-0BAFF4AC7CB5}" dt="2020-10-29T14:26:30.658" v="1150"/>
          <ac:inkMkLst>
            <pc:docMk/>
            <pc:sldMk cId="33264414" sldId="263"/>
            <ac:inkMk id="103" creationId="{76893662-30D1-6A4A-BE62-5A649EA0A773}"/>
          </ac:inkMkLst>
        </pc:inkChg>
        <pc:inkChg chg="add topLvl">
          <ac:chgData name="Aggie Menezes" userId="74619c95fa3483c9" providerId="LiveId" clId="{6A46CFC1-D81F-9C46-BB3E-0BAFF4AC7CB5}" dt="2020-10-29T14:26:30.658" v="1150"/>
          <ac:inkMkLst>
            <pc:docMk/>
            <pc:sldMk cId="33264414" sldId="263"/>
            <ac:inkMk id="104" creationId="{16CB02BE-93B1-6F41-A24A-21FB688D9255}"/>
          </ac:inkMkLst>
        </pc:inkChg>
        <pc:inkChg chg="add topLvl">
          <ac:chgData name="Aggie Menezes" userId="74619c95fa3483c9" providerId="LiveId" clId="{6A46CFC1-D81F-9C46-BB3E-0BAFF4AC7CB5}" dt="2020-10-29T14:26:30.658" v="1150"/>
          <ac:inkMkLst>
            <pc:docMk/>
            <pc:sldMk cId="33264414" sldId="263"/>
            <ac:inkMk id="105" creationId="{9AB4CD0B-ADEC-8D40-8DC8-C9F347956286}"/>
          </ac:inkMkLst>
        </pc:inkChg>
        <pc:inkChg chg="add topLvl">
          <ac:chgData name="Aggie Menezes" userId="74619c95fa3483c9" providerId="LiveId" clId="{6A46CFC1-D81F-9C46-BB3E-0BAFF4AC7CB5}" dt="2020-10-29T14:26:30.658" v="1150"/>
          <ac:inkMkLst>
            <pc:docMk/>
            <pc:sldMk cId="33264414" sldId="263"/>
            <ac:inkMk id="106" creationId="{64B9C6BE-75BA-5F4B-B226-6148604BB3B6}"/>
          </ac:inkMkLst>
        </pc:inkChg>
        <pc:inkChg chg="add">
          <ac:chgData name="Aggie Menezes" userId="74619c95fa3483c9" providerId="LiveId" clId="{6A46CFC1-D81F-9C46-BB3E-0BAFF4AC7CB5}" dt="2020-10-29T14:26:10.564" v="1143"/>
          <ac:inkMkLst>
            <pc:docMk/>
            <pc:sldMk cId="33264414" sldId="263"/>
            <ac:inkMk id="108" creationId="{DD70DB69-10AF-E04C-ADFB-CF186E29030C}"/>
          </ac:inkMkLst>
        </pc:inkChg>
        <pc:inkChg chg="add topLvl">
          <ac:chgData name="Aggie Menezes" userId="74619c95fa3483c9" providerId="LiveId" clId="{6A46CFC1-D81F-9C46-BB3E-0BAFF4AC7CB5}" dt="2020-10-29T14:26:28.414" v="1148"/>
          <ac:inkMkLst>
            <pc:docMk/>
            <pc:sldMk cId="33264414" sldId="263"/>
            <ac:inkMk id="109" creationId="{EA52FA36-7947-6047-8BD4-0707127F685D}"/>
          </ac:inkMkLst>
        </pc:inkChg>
        <pc:inkChg chg="add topLvl">
          <ac:chgData name="Aggie Menezes" userId="74619c95fa3483c9" providerId="LiveId" clId="{6A46CFC1-D81F-9C46-BB3E-0BAFF4AC7CB5}" dt="2020-10-29T14:26:28.414" v="1148"/>
          <ac:inkMkLst>
            <pc:docMk/>
            <pc:sldMk cId="33264414" sldId="263"/>
            <ac:inkMk id="110" creationId="{B15B030A-A1CB-F447-AB2C-C23D2396F93A}"/>
          </ac:inkMkLst>
        </pc:inkChg>
        <pc:inkChg chg="add">
          <ac:chgData name="Aggie Menezes" userId="74619c95fa3483c9" providerId="LiveId" clId="{6A46CFC1-D81F-9C46-BB3E-0BAFF4AC7CB5}" dt="2020-10-29T14:26:27.888" v="1147"/>
          <ac:inkMkLst>
            <pc:docMk/>
            <pc:sldMk cId="33264414" sldId="263"/>
            <ac:inkMk id="112" creationId="{EBED288B-433E-1343-BCB4-AEECFAAB6740}"/>
          </ac:inkMkLst>
        </pc:inkChg>
        <pc:inkChg chg="add">
          <ac:chgData name="Aggie Menezes" userId="74619c95fa3483c9" providerId="LiveId" clId="{6A46CFC1-D81F-9C46-BB3E-0BAFF4AC7CB5}" dt="2020-10-29T14:26:30.123" v="1149"/>
          <ac:inkMkLst>
            <pc:docMk/>
            <pc:sldMk cId="33264414" sldId="263"/>
            <ac:inkMk id="114" creationId="{293D8735-F390-F94A-AD41-29CF3807C35F}"/>
          </ac:inkMkLst>
        </pc:inkChg>
        <pc:inkChg chg="add topLvl">
          <ac:chgData name="Aggie Menezes" userId="74619c95fa3483c9" providerId="LiveId" clId="{6A46CFC1-D81F-9C46-BB3E-0BAFF4AC7CB5}" dt="2020-10-29T14:26:35.244" v="1155"/>
          <ac:inkMkLst>
            <pc:docMk/>
            <pc:sldMk cId="33264414" sldId="263"/>
            <ac:inkMk id="116" creationId="{976B064B-E77D-F44F-B06C-E606503A86C3}"/>
          </ac:inkMkLst>
        </pc:inkChg>
        <pc:inkChg chg="add topLvl">
          <ac:chgData name="Aggie Menezes" userId="74619c95fa3483c9" providerId="LiveId" clId="{6A46CFC1-D81F-9C46-BB3E-0BAFF4AC7CB5}" dt="2020-10-29T14:26:35.244" v="1155"/>
          <ac:inkMkLst>
            <pc:docMk/>
            <pc:sldMk cId="33264414" sldId="263"/>
            <ac:inkMk id="117" creationId="{8BE22F85-15DF-4F43-8D53-8B83BF5FF418}"/>
          </ac:inkMkLst>
        </pc:inkChg>
        <pc:inkChg chg="add">
          <ac:chgData name="Aggie Menezes" userId="74619c95fa3483c9" providerId="LiveId" clId="{6A46CFC1-D81F-9C46-BB3E-0BAFF4AC7CB5}" dt="2020-10-29T14:26:34.714" v="1154"/>
          <ac:inkMkLst>
            <pc:docMk/>
            <pc:sldMk cId="33264414" sldId="263"/>
            <ac:inkMk id="119" creationId="{8F369ED1-0E82-534A-8A1A-D20B1C1F7631}"/>
          </ac:inkMkLst>
        </pc:inkChg>
        <pc:inkChg chg="add">
          <ac:chgData name="Aggie Menezes" userId="74619c95fa3483c9" providerId="LiveId" clId="{6A46CFC1-D81F-9C46-BB3E-0BAFF4AC7CB5}" dt="2020-10-29T14:26:35.588" v="1156"/>
          <ac:inkMkLst>
            <pc:docMk/>
            <pc:sldMk cId="33264414" sldId="263"/>
            <ac:inkMk id="121" creationId="{F22F18E5-201E-4744-BB78-510C2278F27A}"/>
          </ac:inkMkLst>
        </pc:inkChg>
        <pc:inkChg chg="add">
          <ac:chgData name="Aggie Menezes" userId="74619c95fa3483c9" providerId="LiveId" clId="{6A46CFC1-D81F-9C46-BB3E-0BAFF4AC7CB5}" dt="2020-10-29T14:26:35.973" v="1157"/>
          <ac:inkMkLst>
            <pc:docMk/>
            <pc:sldMk cId="33264414" sldId="263"/>
            <ac:inkMk id="122" creationId="{7E1419E1-6DC1-3F46-B0F4-C239CD4EE4F4}"/>
          </ac:inkMkLst>
        </pc:inkChg>
        <pc:inkChg chg="add">
          <ac:chgData name="Aggie Menezes" userId="74619c95fa3483c9" providerId="LiveId" clId="{6A46CFC1-D81F-9C46-BB3E-0BAFF4AC7CB5}" dt="2020-10-29T14:26:36.526" v="1158"/>
          <ac:inkMkLst>
            <pc:docMk/>
            <pc:sldMk cId="33264414" sldId="263"/>
            <ac:inkMk id="123" creationId="{835741FC-9433-EA4E-80F2-16FCD90F77CA}"/>
          </ac:inkMkLst>
        </pc:inkChg>
        <pc:inkChg chg="add">
          <ac:chgData name="Aggie Menezes" userId="74619c95fa3483c9" providerId="LiveId" clId="{6A46CFC1-D81F-9C46-BB3E-0BAFF4AC7CB5}" dt="2020-10-29T14:26:37.654" v="1159"/>
          <ac:inkMkLst>
            <pc:docMk/>
            <pc:sldMk cId="33264414" sldId="263"/>
            <ac:inkMk id="124" creationId="{96173BA0-5BB3-FE40-A952-7E6CCA77DAC1}"/>
          </ac:inkMkLst>
        </pc:inkChg>
        <pc:inkChg chg="add">
          <ac:chgData name="Aggie Menezes" userId="74619c95fa3483c9" providerId="LiveId" clId="{6A46CFC1-D81F-9C46-BB3E-0BAFF4AC7CB5}" dt="2020-10-29T14:26:38.086" v="1160"/>
          <ac:inkMkLst>
            <pc:docMk/>
            <pc:sldMk cId="33264414" sldId="263"/>
            <ac:inkMk id="125" creationId="{CB7192E5-C379-DE40-9443-AD4B358FBF03}"/>
          </ac:inkMkLst>
        </pc:inkChg>
        <pc:inkChg chg="add">
          <ac:chgData name="Aggie Menezes" userId="74619c95fa3483c9" providerId="LiveId" clId="{6A46CFC1-D81F-9C46-BB3E-0BAFF4AC7CB5}" dt="2020-10-29T14:26:38.654" v="1161"/>
          <ac:inkMkLst>
            <pc:docMk/>
            <pc:sldMk cId="33264414" sldId="263"/>
            <ac:inkMk id="126" creationId="{7C2CCED0-2810-8947-9488-E8F381C2882E}"/>
          </ac:inkMkLst>
        </pc:inkChg>
        <pc:inkChg chg="add topLvl">
          <ac:chgData name="Aggie Menezes" userId="74619c95fa3483c9" providerId="LiveId" clId="{6A46CFC1-D81F-9C46-BB3E-0BAFF4AC7CB5}" dt="2020-10-29T14:31:17.413" v="1245"/>
          <ac:inkMkLst>
            <pc:docMk/>
            <pc:sldMk cId="33264414" sldId="263"/>
            <ac:inkMk id="129" creationId="{24B72B22-845F-2046-AF87-DF54C683FA62}"/>
          </ac:inkMkLst>
        </pc:inkChg>
        <pc:inkChg chg="add topLvl">
          <ac:chgData name="Aggie Menezes" userId="74619c95fa3483c9" providerId="LiveId" clId="{6A46CFC1-D81F-9C46-BB3E-0BAFF4AC7CB5}" dt="2020-10-29T14:31:17.413" v="1245"/>
          <ac:inkMkLst>
            <pc:docMk/>
            <pc:sldMk cId="33264414" sldId="263"/>
            <ac:inkMk id="130" creationId="{ECBE9100-CA89-014F-B9D9-5F99A45D4402}"/>
          </ac:inkMkLst>
        </pc:inkChg>
        <pc:inkChg chg="add topLvl">
          <ac:chgData name="Aggie Menezes" userId="74619c95fa3483c9" providerId="LiveId" clId="{6A46CFC1-D81F-9C46-BB3E-0BAFF4AC7CB5}" dt="2020-10-29T14:31:17.413" v="1245"/>
          <ac:inkMkLst>
            <pc:docMk/>
            <pc:sldMk cId="33264414" sldId="263"/>
            <ac:inkMk id="131" creationId="{90B1DF85-6B3B-6E49-BDDA-98F41FBC1E0E}"/>
          </ac:inkMkLst>
        </pc:inkChg>
        <pc:inkChg chg="add topLvl">
          <ac:chgData name="Aggie Menezes" userId="74619c95fa3483c9" providerId="LiveId" clId="{6A46CFC1-D81F-9C46-BB3E-0BAFF4AC7CB5}" dt="2020-10-29T14:31:17.413" v="1245"/>
          <ac:inkMkLst>
            <pc:docMk/>
            <pc:sldMk cId="33264414" sldId="263"/>
            <ac:inkMk id="133" creationId="{BD7A6B93-9380-5C47-B343-F9CEB06A87FF}"/>
          </ac:inkMkLst>
        </pc:inkChg>
        <pc:inkChg chg="add topLvl">
          <ac:chgData name="Aggie Menezes" userId="74619c95fa3483c9" providerId="LiveId" clId="{6A46CFC1-D81F-9C46-BB3E-0BAFF4AC7CB5}" dt="2020-10-29T14:31:17.413" v="1245"/>
          <ac:inkMkLst>
            <pc:docMk/>
            <pc:sldMk cId="33264414" sldId="263"/>
            <ac:inkMk id="134" creationId="{E9525152-4581-2A49-AB3B-FB86C2269ECD}"/>
          </ac:inkMkLst>
        </pc:inkChg>
        <pc:inkChg chg="add topLvl">
          <ac:chgData name="Aggie Menezes" userId="74619c95fa3483c9" providerId="LiveId" clId="{6A46CFC1-D81F-9C46-BB3E-0BAFF4AC7CB5}" dt="2020-10-29T14:31:17.413" v="1245"/>
          <ac:inkMkLst>
            <pc:docMk/>
            <pc:sldMk cId="33264414" sldId="263"/>
            <ac:inkMk id="135" creationId="{85F34816-5947-8943-BF3F-E0A8042214E2}"/>
          </ac:inkMkLst>
        </pc:inkChg>
        <pc:inkChg chg="add topLvl">
          <ac:chgData name="Aggie Menezes" userId="74619c95fa3483c9" providerId="LiveId" clId="{6A46CFC1-D81F-9C46-BB3E-0BAFF4AC7CB5}" dt="2020-10-29T14:31:17.413" v="1245"/>
          <ac:inkMkLst>
            <pc:docMk/>
            <pc:sldMk cId="33264414" sldId="263"/>
            <ac:inkMk id="137" creationId="{978069AE-385A-264F-A5A8-0C5B3CD8A585}"/>
          </ac:inkMkLst>
        </pc:inkChg>
        <pc:inkChg chg="add topLvl">
          <ac:chgData name="Aggie Menezes" userId="74619c95fa3483c9" providerId="LiveId" clId="{6A46CFC1-D81F-9C46-BB3E-0BAFF4AC7CB5}" dt="2020-10-29T14:31:17.413" v="1245"/>
          <ac:inkMkLst>
            <pc:docMk/>
            <pc:sldMk cId="33264414" sldId="263"/>
            <ac:inkMk id="138" creationId="{ECF67C7A-AFD9-5741-B2B1-B58022247128}"/>
          </ac:inkMkLst>
        </pc:inkChg>
        <pc:inkChg chg="add topLvl">
          <ac:chgData name="Aggie Menezes" userId="74619c95fa3483c9" providerId="LiveId" clId="{6A46CFC1-D81F-9C46-BB3E-0BAFF4AC7CB5}" dt="2020-10-29T14:31:17.413" v="1245"/>
          <ac:inkMkLst>
            <pc:docMk/>
            <pc:sldMk cId="33264414" sldId="263"/>
            <ac:inkMk id="139" creationId="{ABC69333-26CD-B64C-B05A-869A395C5777}"/>
          </ac:inkMkLst>
        </pc:inkChg>
        <pc:inkChg chg="add topLvl">
          <ac:chgData name="Aggie Menezes" userId="74619c95fa3483c9" providerId="LiveId" clId="{6A46CFC1-D81F-9C46-BB3E-0BAFF4AC7CB5}" dt="2020-10-29T14:31:17.413" v="1245"/>
          <ac:inkMkLst>
            <pc:docMk/>
            <pc:sldMk cId="33264414" sldId="263"/>
            <ac:inkMk id="140" creationId="{7467286E-8645-F346-AE9C-2162D439EC76}"/>
          </ac:inkMkLst>
        </pc:inkChg>
        <pc:inkChg chg="add topLvl">
          <ac:chgData name="Aggie Menezes" userId="74619c95fa3483c9" providerId="LiveId" clId="{6A46CFC1-D81F-9C46-BB3E-0BAFF4AC7CB5}" dt="2020-10-29T14:31:17.413" v="1245"/>
          <ac:inkMkLst>
            <pc:docMk/>
            <pc:sldMk cId="33264414" sldId="263"/>
            <ac:inkMk id="141" creationId="{EB0C54B6-74F0-5C47-844D-F0B1CA08DAC4}"/>
          </ac:inkMkLst>
        </pc:inkChg>
        <pc:inkChg chg="add topLvl">
          <ac:chgData name="Aggie Menezes" userId="74619c95fa3483c9" providerId="LiveId" clId="{6A46CFC1-D81F-9C46-BB3E-0BAFF4AC7CB5}" dt="2020-10-29T14:31:17.413" v="1245"/>
          <ac:inkMkLst>
            <pc:docMk/>
            <pc:sldMk cId="33264414" sldId="263"/>
            <ac:inkMk id="142" creationId="{9F9ED85C-1A7E-B94A-B320-F60E7267ABBD}"/>
          </ac:inkMkLst>
        </pc:inkChg>
        <pc:inkChg chg="add topLvl">
          <ac:chgData name="Aggie Menezes" userId="74619c95fa3483c9" providerId="LiveId" clId="{6A46CFC1-D81F-9C46-BB3E-0BAFF4AC7CB5}" dt="2020-10-29T14:31:17.413" v="1245"/>
          <ac:inkMkLst>
            <pc:docMk/>
            <pc:sldMk cId="33264414" sldId="263"/>
            <ac:inkMk id="143" creationId="{D0FE072C-A84A-6A4C-8D88-17F4C1D819C7}"/>
          </ac:inkMkLst>
        </pc:inkChg>
        <pc:inkChg chg="add topLvl">
          <ac:chgData name="Aggie Menezes" userId="74619c95fa3483c9" providerId="LiveId" clId="{6A46CFC1-D81F-9C46-BB3E-0BAFF4AC7CB5}" dt="2020-10-29T14:31:17.413" v="1245"/>
          <ac:inkMkLst>
            <pc:docMk/>
            <pc:sldMk cId="33264414" sldId="263"/>
            <ac:inkMk id="144" creationId="{B7A517FF-FFA7-224D-8034-F84A0CCB7DA9}"/>
          </ac:inkMkLst>
        </pc:inkChg>
        <pc:inkChg chg="add topLvl">
          <ac:chgData name="Aggie Menezes" userId="74619c95fa3483c9" providerId="LiveId" clId="{6A46CFC1-D81F-9C46-BB3E-0BAFF4AC7CB5}" dt="2020-10-29T14:31:17.413" v="1245"/>
          <ac:inkMkLst>
            <pc:docMk/>
            <pc:sldMk cId="33264414" sldId="263"/>
            <ac:inkMk id="145" creationId="{A30EC72E-ABB2-004E-B3A1-33ECF1371785}"/>
          </ac:inkMkLst>
        </pc:inkChg>
        <pc:inkChg chg="add topLvl">
          <ac:chgData name="Aggie Menezes" userId="74619c95fa3483c9" providerId="LiveId" clId="{6A46CFC1-D81F-9C46-BB3E-0BAFF4AC7CB5}" dt="2020-10-29T14:31:17.413" v="1245"/>
          <ac:inkMkLst>
            <pc:docMk/>
            <pc:sldMk cId="33264414" sldId="263"/>
            <ac:inkMk id="146" creationId="{1DFECCC3-EAFF-744B-9D03-6821E4C5932F}"/>
          </ac:inkMkLst>
        </pc:inkChg>
        <pc:inkChg chg="add topLvl">
          <ac:chgData name="Aggie Menezes" userId="74619c95fa3483c9" providerId="LiveId" clId="{6A46CFC1-D81F-9C46-BB3E-0BAFF4AC7CB5}" dt="2020-10-29T14:31:17.413" v="1245"/>
          <ac:inkMkLst>
            <pc:docMk/>
            <pc:sldMk cId="33264414" sldId="263"/>
            <ac:inkMk id="147" creationId="{AA504BDA-EE01-D645-9055-23B620763D9C}"/>
          </ac:inkMkLst>
        </pc:inkChg>
        <pc:inkChg chg="add topLvl">
          <ac:chgData name="Aggie Menezes" userId="74619c95fa3483c9" providerId="LiveId" clId="{6A46CFC1-D81F-9C46-BB3E-0BAFF4AC7CB5}" dt="2020-10-29T14:31:17.413" v="1245"/>
          <ac:inkMkLst>
            <pc:docMk/>
            <pc:sldMk cId="33264414" sldId="263"/>
            <ac:inkMk id="148" creationId="{8ACDA233-2348-D84E-BE3B-8991929B9FFB}"/>
          </ac:inkMkLst>
        </pc:inkChg>
        <pc:inkChg chg="add topLvl">
          <ac:chgData name="Aggie Menezes" userId="74619c95fa3483c9" providerId="LiveId" clId="{6A46CFC1-D81F-9C46-BB3E-0BAFF4AC7CB5}" dt="2020-10-29T14:31:17.413" v="1245"/>
          <ac:inkMkLst>
            <pc:docMk/>
            <pc:sldMk cId="33264414" sldId="263"/>
            <ac:inkMk id="149" creationId="{8DD0A57B-EAE4-7249-B30E-8A92E603376F}"/>
          </ac:inkMkLst>
        </pc:inkChg>
        <pc:inkChg chg="add topLvl">
          <ac:chgData name="Aggie Menezes" userId="74619c95fa3483c9" providerId="LiveId" clId="{6A46CFC1-D81F-9C46-BB3E-0BAFF4AC7CB5}" dt="2020-10-29T14:31:17.413" v="1245"/>
          <ac:inkMkLst>
            <pc:docMk/>
            <pc:sldMk cId="33264414" sldId="263"/>
            <ac:inkMk id="150" creationId="{59D40BC9-C57F-2646-9C98-E3889EA95625}"/>
          </ac:inkMkLst>
        </pc:inkChg>
        <pc:inkChg chg="add topLvl">
          <ac:chgData name="Aggie Menezes" userId="74619c95fa3483c9" providerId="LiveId" clId="{6A46CFC1-D81F-9C46-BB3E-0BAFF4AC7CB5}" dt="2020-10-29T14:31:17.413" v="1245"/>
          <ac:inkMkLst>
            <pc:docMk/>
            <pc:sldMk cId="33264414" sldId="263"/>
            <ac:inkMk id="151" creationId="{771B3F54-3C82-5345-AA32-3654CB42354F}"/>
          </ac:inkMkLst>
        </pc:inkChg>
        <pc:inkChg chg="add del">
          <ac:chgData name="Aggie Menezes" userId="74619c95fa3483c9" providerId="LiveId" clId="{6A46CFC1-D81F-9C46-BB3E-0BAFF4AC7CB5}" dt="2020-10-29T14:31:46.535" v="1253" actId="478"/>
          <ac:inkMkLst>
            <pc:docMk/>
            <pc:sldMk cId="33264414" sldId="263"/>
            <ac:inkMk id="154" creationId="{1847E145-A3D8-8D4B-B88E-3C9961B3F7E8}"/>
          </ac:inkMkLst>
        </pc:inkChg>
        <pc:inkChg chg="add">
          <ac:chgData name="Aggie Menezes" userId="74619c95fa3483c9" providerId="LiveId" clId="{6A46CFC1-D81F-9C46-BB3E-0BAFF4AC7CB5}" dt="2020-10-29T14:27:13.884" v="1188"/>
          <ac:inkMkLst>
            <pc:docMk/>
            <pc:sldMk cId="33264414" sldId="263"/>
            <ac:inkMk id="155" creationId="{B527FC66-383B-8548-BE21-34222D2EB443}"/>
          </ac:inkMkLst>
        </pc:inkChg>
        <pc:inkChg chg="add">
          <ac:chgData name="Aggie Menezes" userId="74619c95fa3483c9" providerId="LiveId" clId="{6A46CFC1-D81F-9C46-BB3E-0BAFF4AC7CB5}" dt="2020-10-29T14:27:14.159" v="1189"/>
          <ac:inkMkLst>
            <pc:docMk/>
            <pc:sldMk cId="33264414" sldId="263"/>
            <ac:inkMk id="156" creationId="{DCD9FF1A-2D86-2444-8496-C671D6B5D108}"/>
          </ac:inkMkLst>
        </pc:inkChg>
        <pc:inkChg chg="add">
          <ac:chgData name="Aggie Menezes" userId="74619c95fa3483c9" providerId="LiveId" clId="{6A46CFC1-D81F-9C46-BB3E-0BAFF4AC7CB5}" dt="2020-10-29T14:27:14.696" v="1190"/>
          <ac:inkMkLst>
            <pc:docMk/>
            <pc:sldMk cId="33264414" sldId="263"/>
            <ac:inkMk id="157" creationId="{4E740836-8B3D-4444-A035-8137AAB0A0E4}"/>
          </ac:inkMkLst>
        </pc:inkChg>
        <pc:inkChg chg="add">
          <ac:chgData name="Aggie Menezes" userId="74619c95fa3483c9" providerId="LiveId" clId="{6A46CFC1-D81F-9C46-BB3E-0BAFF4AC7CB5}" dt="2020-10-29T14:27:14.833" v="1191"/>
          <ac:inkMkLst>
            <pc:docMk/>
            <pc:sldMk cId="33264414" sldId="263"/>
            <ac:inkMk id="158" creationId="{196EBAD0-C1A0-3F48-A5CD-4CE47A3AE8BA}"/>
          </ac:inkMkLst>
        </pc:inkChg>
        <pc:inkChg chg="add del">
          <ac:chgData name="Aggie Menezes" userId="74619c95fa3483c9" providerId="LiveId" clId="{6A46CFC1-D81F-9C46-BB3E-0BAFF4AC7CB5}" dt="2020-10-29T14:31:44.569" v="1252" actId="478"/>
          <ac:inkMkLst>
            <pc:docMk/>
            <pc:sldMk cId="33264414" sldId="263"/>
            <ac:inkMk id="161" creationId="{0A9BD6B9-FF96-8144-A82D-EBBEC68CAB50}"/>
          </ac:inkMkLst>
        </pc:inkChg>
        <pc:inkChg chg="add">
          <ac:chgData name="Aggie Menezes" userId="74619c95fa3483c9" providerId="LiveId" clId="{6A46CFC1-D81F-9C46-BB3E-0BAFF4AC7CB5}" dt="2020-10-29T14:31:15.769" v="1243"/>
          <ac:inkMkLst>
            <pc:docMk/>
            <pc:sldMk cId="33264414" sldId="263"/>
            <ac:inkMk id="162" creationId="{794062B1-0450-864F-A463-B80A83972EF2}"/>
          </ac:inkMkLst>
        </pc:inkChg>
        <pc:inkChg chg="add">
          <ac:chgData name="Aggie Menezes" userId="74619c95fa3483c9" providerId="LiveId" clId="{6A46CFC1-D81F-9C46-BB3E-0BAFF4AC7CB5}" dt="2020-10-29T14:31:16.649" v="1244"/>
          <ac:inkMkLst>
            <pc:docMk/>
            <pc:sldMk cId="33264414" sldId="263"/>
            <ac:inkMk id="163" creationId="{A2E666CD-50F7-9540-B1E6-303BEE76F31F}"/>
          </ac:inkMkLst>
        </pc:inkChg>
        <pc:inkChg chg="add">
          <ac:chgData name="Aggie Menezes" userId="74619c95fa3483c9" providerId="LiveId" clId="{6A46CFC1-D81F-9C46-BB3E-0BAFF4AC7CB5}" dt="2020-10-29T14:33:57.873" v="1256"/>
          <ac:inkMkLst>
            <pc:docMk/>
            <pc:sldMk cId="33264414" sldId="263"/>
            <ac:inkMk id="165" creationId="{2D526E45-11E5-FE4E-A47B-971C1CBC6B80}"/>
          </ac:inkMkLst>
        </pc:inkChg>
        <pc:inkChg chg="add">
          <ac:chgData name="Aggie Menezes" userId="74619c95fa3483c9" providerId="LiveId" clId="{6A46CFC1-D81F-9C46-BB3E-0BAFF4AC7CB5}" dt="2020-10-29T14:34:04.694" v="1257"/>
          <ac:inkMkLst>
            <pc:docMk/>
            <pc:sldMk cId="33264414" sldId="263"/>
            <ac:inkMk id="166" creationId="{B0751AB5-9020-A04A-8027-0446D9CB3CB1}"/>
          </ac:inkMkLst>
        </pc:inkChg>
        <pc:inkChg chg="add">
          <ac:chgData name="Aggie Menezes" userId="74619c95fa3483c9" providerId="LiveId" clId="{6A46CFC1-D81F-9C46-BB3E-0BAFF4AC7CB5}" dt="2020-10-29T14:34:05.384" v="1258"/>
          <ac:inkMkLst>
            <pc:docMk/>
            <pc:sldMk cId="33264414" sldId="263"/>
            <ac:inkMk id="167" creationId="{56E93E6C-5CC4-204C-88C2-569FDE04F1D7}"/>
          </ac:inkMkLst>
        </pc:inkChg>
      </pc:sldChg>
      <pc:sldChg chg="addSp delSp">
        <pc:chgData name="Aggie Menezes" userId="74619c95fa3483c9" providerId="LiveId" clId="{6A46CFC1-D81F-9C46-BB3E-0BAFF4AC7CB5}" dt="2020-10-29T14:44:06.019" v="1550"/>
        <pc:sldMkLst>
          <pc:docMk/>
          <pc:sldMk cId="3741693092" sldId="264"/>
        </pc:sldMkLst>
        <pc:grpChg chg="add del">
          <ac:chgData name="Aggie Menezes" userId="74619c95fa3483c9" providerId="LiveId" clId="{6A46CFC1-D81F-9C46-BB3E-0BAFF4AC7CB5}" dt="2020-10-29T14:43:56.902" v="1538" actId="478"/>
          <ac:grpSpMkLst>
            <pc:docMk/>
            <pc:sldMk cId="3741693092" sldId="264"/>
            <ac:grpSpMk id="9" creationId="{E99C9137-AC87-C245-8740-890B8A963E49}"/>
          </ac:grpSpMkLst>
        </pc:grpChg>
        <pc:grpChg chg="add del">
          <ac:chgData name="Aggie Menezes" userId="74619c95fa3483c9" providerId="LiveId" clId="{6A46CFC1-D81F-9C46-BB3E-0BAFF4AC7CB5}" dt="2020-10-29T14:44:06.007" v="1546"/>
          <ac:grpSpMkLst>
            <pc:docMk/>
            <pc:sldMk cId="3741693092" sldId="264"/>
            <ac:grpSpMk id="45" creationId="{B70CEE66-92F8-3347-9BA4-097D57250056}"/>
          </ac:grpSpMkLst>
        </pc:grpChg>
        <pc:grpChg chg="add del">
          <ac:chgData name="Aggie Menezes" userId="74619c95fa3483c9" providerId="LiveId" clId="{6A46CFC1-D81F-9C46-BB3E-0BAFF4AC7CB5}" dt="2020-10-29T14:43:59.195" v="1539" actId="478"/>
          <ac:grpSpMkLst>
            <pc:docMk/>
            <pc:sldMk cId="3741693092" sldId="264"/>
            <ac:grpSpMk id="53" creationId="{751FC3D4-74F0-C24B-83AC-0E57BF167D0D}"/>
          </ac:grpSpMkLst>
        </pc:grpChg>
        <pc:grpChg chg="add del">
          <ac:chgData name="Aggie Menezes" userId="74619c95fa3483c9" providerId="LiveId" clId="{6A46CFC1-D81F-9C46-BB3E-0BAFF4AC7CB5}" dt="2020-10-29T14:43:51.304" v="1536" actId="478"/>
          <ac:grpSpMkLst>
            <pc:docMk/>
            <pc:sldMk cId="3741693092" sldId="264"/>
            <ac:grpSpMk id="63" creationId="{5B352E79-6329-A843-8E68-A1FD149AE639}"/>
          </ac:grpSpMkLst>
        </pc:grpChg>
        <pc:grpChg chg="add del">
          <ac:chgData name="Aggie Menezes" userId="74619c95fa3483c9" providerId="LiveId" clId="{6A46CFC1-D81F-9C46-BB3E-0BAFF4AC7CB5}" dt="2020-10-29T14:43:35.387" v="1535"/>
          <ac:grpSpMkLst>
            <pc:docMk/>
            <pc:sldMk cId="3741693092" sldId="264"/>
            <ac:grpSpMk id="65" creationId="{1B076F08-76F7-EB49-8353-119FDF6F95BA}"/>
          </ac:grpSpMkLst>
        </pc:grpChg>
        <pc:grpChg chg="add del">
          <ac:chgData name="Aggie Menezes" userId="74619c95fa3483c9" providerId="LiveId" clId="{6A46CFC1-D81F-9C46-BB3E-0BAFF4AC7CB5}" dt="2020-10-29T14:43:53.478" v="1537" actId="478"/>
          <ac:grpSpMkLst>
            <pc:docMk/>
            <pc:sldMk cId="3741693092" sldId="264"/>
            <ac:grpSpMk id="71" creationId="{A6B1ADE8-CABE-7546-8EE6-F295D8FB6164}"/>
          </ac:grpSpMkLst>
        </pc:grpChg>
        <pc:inkChg chg="add">
          <ac:chgData name="Aggie Menezes" userId="74619c95fa3483c9" providerId="LiveId" clId="{6A46CFC1-D81F-9C46-BB3E-0BAFF4AC7CB5}" dt="2020-10-29T14:35:19.020" v="1260"/>
          <ac:inkMkLst>
            <pc:docMk/>
            <pc:sldMk cId="3741693092" sldId="264"/>
            <ac:inkMk id="4" creationId="{85A9BA47-90E4-B44B-A49A-A151294AF3FD}"/>
          </ac:inkMkLst>
        </pc:inkChg>
        <pc:inkChg chg="add">
          <ac:chgData name="Aggie Menezes" userId="74619c95fa3483c9" providerId="LiveId" clId="{6A46CFC1-D81F-9C46-BB3E-0BAFF4AC7CB5}" dt="2020-10-29T14:35:19.597" v="1261"/>
          <ac:inkMkLst>
            <pc:docMk/>
            <pc:sldMk cId="3741693092" sldId="264"/>
            <ac:inkMk id="5" creationId="{354B578A-78E4-C645-BD6C-B8754B64CA6E}"/>
          </ac:inkMkLst>
        </pc:inkChg>
        <pc:inkChg chg="add">
          <ac:chgData name="Aggie Menezes" userId="74619c95fa3483c9" providerId="LiveId" clId="{6A46CFC1-D81F-9C46-BB3E-0BAFF4AC7CB5}" dt="2020-10-29T14:35:20.114" v="1262"/>
          <ac:inkMkLst>
            <pc:docMk/>
            <pc:sldMk cId="3741693092" sldId="264"/>
            <ac:inkMk id="7" creationId="{B2BFE0E2-C6B7-2C4F-A7DA-752EFBCA9243}"/>
          </ac:inkMkLst>
        </pc:inkChg>
        <pc:inkChg chg="add del topLvl">
          <ac:chgData name="Aggie Menezes" userId="74619c95fa3483c9" providerId="LiveId" clId="{6A46CFC1-D81F-9C46-BB3E-0BAFF4AC7CB5}" dt="2020-10-29T14:44:06.019" v="1550"/>
          <ac:inkMkLst>
            <pc:docMk/>
            <pc:sldMk cId="3741693092" sldId="264"/>
            <ac:inkMk id="13" creationId="{BC6F8702-C292-7244-81A6-F3652EC575B7}"/>
          </ac:inkMkLst>
        </pc:inkChg>
        <pc:inkChg chg="add del">
          <ac:chgData name="Aggie Menezes" userId="74619c95fa3483c9" providerId="LiveId" clId="{6A46CFC1-D81F-9C46-BB3E-0BAFF4AC7CB5}" dt="2020-10-29T14:44:05.999" v="1544"/>
          <ac:inkMkLst>
            <pc:docMk/>
            <pc:sldMk cId="3741693092" sldId="264"/>
            <ac:inkMk id="15" creationId="{559FA08E-31C9-B848-B4FB-7983749125DA}"/>
          </ac:inkMkLst>
        </pc:inkChg>
        <pc:inkChg chg="add del topLvl">
          <ac:chgData name="Aggie Menezes" userId="74619c95fa3483c9" providerId="LiveId" clId="{6A46CFC1-D81F-9C46-BB3E-0BAFF4AC7CB5}" dt="2020-10-29T14:44:06.007" v="1546"/>
          <ac:inkMkLst>
            <pc:docMk/>
            <pc:sldMk cId="3741693092" sldId="264"/>
            <ac:inkMk id="17" creationId="{787AA4F8-8878-2248-B3B5-6B64713FD90D}"/>
          </ac:inkMkLst>
        </pc:inkChg>
        <pc:inkChg chg="add del">
          <ac:chgData name="Aggie Menezes" userId="74619c95fa3483c9" providerId="LiveId" clId="{6A46CFC1-D81F-9C46-BB3E-0BAFF4AC7CB5}" dt="2020-10-29T14:44:05.990" v="1541"/>
          <ac:inkMkLst>
            <pc:docMk/>
            <pc:sldMk cId="3741693092" sldId="264"/>
            <ac:inkMk id="37" creationId="{10E6DEA0-DBFB-2643-A95F-23E24DBB5C3F}"/>
          </ac:inkMkLst>
        </pc:inkChg>
        <pc:inkChg chg="add del">
          <ac:chgData name="Aggie Menezes" userId="74619c95fa3483c9" providerId="LiveId" clId="{6A46CFC1-D81F-9C46-BB3E-0BAFF4AC7CB5}" dt="2020-10-29T14:44:06.012" v="1548"/>
          <ac:inkMkLst>
            <pc:docMk/>
            <pc:sldMk cId="3741693092" sldId="264"/>
            <ac:inkMk id="38" creationId="{88E00279-32A1-244F-845E-6E96A9B1957F}"/>
          </ac:inkMkLst>
        </pc:inkChg>
        <pc:inkChg chg="add del">
          <ac:chgData name="Aggie Menezes" userId="74619c95fa3483c9" providerId="LiveId" clId="{6A46CFC1-D81F-9C46-BB3E-0BAFF4AC7CB5}" dt="2020-10-29T14:44:06.002" v="1545"/>
          <ac:inkMkLst>
            <pc:docMk/>
            <pc:sldMk cId="3741693092" sldId="264"/>
            <ac:inkMk id="39" creationId="{12155F8F-2DBF-054D-A648-62113E143A24}"/>
          </ac:inkMkLst>
        </pc:inkChg>
        <pc:inkChg chg="add del">
          <ac:chgData name="Aggie Menezes" userId="74619c95fa3483c9" providerId="LiveId" clId="{6A46CFC1-D81F-9C46-BB3E-0BAFF4AC7CB5}" dt="2020-10-29T14:44:05.996" v="1543"/>
          <ac:inkMkLst>
            <pc:docMk/>
            <pc:sldMk cId="3741693092" sldId="264"/>
            <ac:inkMk id="40" creationId="{7E2DE849-1CA5-A247-9948-FB1A5C93EEBA}"/>
          </ac:inkMkLst>
        </pc:inkChg>
        <pc:inkChg chg="add del">
          <ac:chgData name="Aggie Menezes" userId="74619c95fa3483c9" providerId="LiveId" clId="{6A46CFC1-D81F-9C46-BB3E-0BAFF4AC7CB5}" dt="2020-10-29T14:44:06.016" v="1549"/>
          <ac:inkMkLst>
            <pc:docMk/>
            <pc:sldMk cId="3741693092" sldId="264"/>
            <ac:inkMk id="41" creationId="{8787004B-5050-F549-8E19-8D0774CAA01E}"/>
          </ac:inkMkLst>
        </pc:inkChg>
        <pc:inkChg chg="add del">
          <ac:chgData name="Aggie Menezes" userId="74619c95fa3483c9" providerId="LiveId" clId="{6A46CFC1-D81F-9C46-BB3E-0BAFF4AC7CB5}" dt="2020-10-29T14:44:06.010" v="1547"/>
          <ac:inkMkLst>
            <pc:docMk/>
            <pc:sldMk cId="3741693092" sldId="264"/>
            <ac:inkMk id="42" creationId="{E6A632B9-91EC-C044-AA72-B4B914F7F3E3}"/>
          </ac:inkMkLst>
        </pc:inkChg>
        <pc:inkChg chg="add">
          <ac:chgData name="Aggie Menezes" userId="74619c95fa3483c9" providerId="LiveId" clId="{6A46CFC1-D81F-9C46-BB3E-0BAFF4AC7CB5}" dt="2020-10-29T14:41:22.048" v="1488"/>
          <ac:inkMkLst>
            <pc:docMk/>
            <pc:sldMk cId="3741693092" sldId="264"/>
            <ac:inkMk id="43" creationId="{93E0AC60-B751-8C4D-A2C5-33CDDBE039E9}"/>
          </ac:inkMkLst>
        </pc:inkChg>
        <pc:inkChg chg="add">
          <ac:chgData name="Aggie Menezes" userId="74619c95fa3483c9" providerId="LiveId" clId="{6A46CFC1-D81F-9C46-BB3E-0BAFF4AC7CB5}" dt="2020-10-29T14:41:22.414" v="1489"/>
          <ac:inkMkLst>
            <pc:docMk/>
            <pc:sldMk cId="3741693092" sldId="264"/>
            <ac:inkMk id="44" creationId="{862AF9BF-C1DE-A747-B7EE-54709EB83505}"/>
          </ac:inkMkLst>
        </pc:inkChg>
        <pc:inkChg chg="add">
          <ac:chgData name="Aggie Menezes" userId="74619c95fa3483c9" providerId="LiveId" clId="{6A46CFC1-D81F-9C46-BB3E-0BAFF4AC7CB5}" dt="2020-10-29T14:41:29.306" v="1491"/>
          <ac:inkMkLst>
            <pc:docMk/>
            <pc:sldMk cId="3741693092" sldId="264"/>
            <ac:inkMk id="46" creationId="{BBAB95DF-5E5A-F445-B62A-5218D7C72ABC}"/>
          </ac:inkMkLst>
        </pc:inkChg>
        <pc:inkChg chg="add">
          <ac:chgData name="Aggie Menezes" userId="74619c95fa3483c9" providerId="LiveId" clId="{6A46CFC1-D81F-9C46-BB3E-0BAFF4AC7CB5}" dt="2020-10-29T14:41:29.891" v="1492"/>
          <ac:inkMkLst>
            <pc:docMk/>
            <pc:sldMk cId="3741693092" sldId="264"/>
            <ac:inkMk id="47" creationId="{AF7048BA-5924-3042-A19B-E690155130B9}"/>
          </ac:inkMkLst>
        </pc:inkChg>
        <pc:inkChg chg="add">
          <ac:chgData name="Aggie Menezes" userId="74619c95fa3483c9" providerId="LiveId" clId="{6A46CFC1-D81F-9C46-BB3E-0BAFF4AC7CB5}" dt="2020-10-29T14:41:30.116" v="1493"/>
          <ac:inkMkLst>
            <pc:docMk/>
            <pc:sldMk cId="3741693092" sldId="264"/>
            <ac:inkMk id="48" creationId="{CE4BFE56-B492-5943-AD64-8180BDA091BD}"/>
          </ac:inkMkLst>
        </pc:inkChg>
        <pc:inkChg chg="add">
          <ac:chgData name="Aggie Menezes" userId="74619c95fa3483c9" providerId="LiveId" clId="{6A46CFC1-D81F-9C46-BB3E-0BAFF4AC7CB5}" dt="2020-10-29T14:41:30.332" v="1494"/>
          <ac:inkMkLst>
            <pc:docMk/>
            <pc:sldMk cId="3741693092" sldId="264"/>
            <ac:inkMk id="49" creationId="{475FD5C8-3A86-4D4F-97AB-2684205EC5AF}"/>
          </ac:inkMkLst>
        </pc:inkChg>
        <pc:inkChg chg="add">
          <ac:chgData name="Aggie Menezes" userId="74619c95fa3483c9" providerId="LiveId" clId="{6A46CFC1-D81F-9C46-BB3E-0BAFF4AC7CB5}" dt="2020-10-29T14:41:30.528" v="1495"/>
          <ac:inkMkLst>
            <pc:docMk/>
            <pc:sldMk cId="3741693092" sldId="264"/>
            <ac:inkMk id="50" creationId="{B80643B1-D6CE-0646-8B0A-8D86FD2C9C46}"/>
          </ac:inkMkLst>
        </pc:inkChg>
        <pc:inkChg chg="add">
          <ac:chgData name="Aggie Menezes" userId="74619c95fa3483c9" providerId="LiveId" clId="{6A46CFC1-D81F-9C46-BB3E-0BAFF4AC7CB5}" dt="2020-10-29T14:41:30.686" v="1496"/>
          <ac:inkMkLst>
            <pc:docMk/>
            <pc:sldMk cId="3741693092" sldId="264"/>
            <ac:inkMk id="51" creationId="{B07CB22F-01A7-1045-AB5F-D9FF59D1DB65}"/>
          </ac:inkMkLst>
        </pc:inkChg>
        <pc:inkChg chg="add">
          <ac:chgData name="Aggie Menezes" userId="74619c95fa3483c9" providerId="LiveId" clId="{6A46CFC1-D81F-9C46-BB3E-0BAFF4AC7CB5}" dt="2020-10-29T14:41:30.813" v="1497"/>
          <ac:inkMkLst>
            <pc:docMk/>
            <pc:sldMk cId="3741693092" sldId="264"/>
            <ac:inkMk id="52" creationId="{B622697B-65BA-7E47-8457-515D7EE5F79D}"/>
          </ac:inkMkLst>
        </pc:inkChg>
        <pc:inkChg chg="add del">
          <ac:chgData name="Aggie Menezes" userId="74619c95fa3483c9" providerId="LiveId" clId="{6A46CFC1-D81F-9C46-BB3E-0BAFF4AC7CB5}" dt="2020-10-29T14:44:05.993" v="1542"/>
          <ac:inkMkLst>
            <pc:docMk/>
            <pc:sldMk cId="3741693092" sldId="264"/>
            <ac:inkMk id="54" creationId="{05650197-DB1E-9E40-8213-79987C0C6E73}"/>
          </ac:inkMkLst>
        </pc:inkChg>
        <pc:inkChg chg="add del">
          <ac:chgData name="Aggie Menezes" userId="74619c95fa3483c9" providerId="LiveId" clId="{6A46CFC1-D81F-9C46-BB3E-0BAFF4AC7CB5}" dt="2020-10-29T14:44:03.977" v="1540"/>
          <ac:inkMkLst>
            <pc:docMk/>
            <pc:sldMk cId="3741693092" sldId="264"/>
            <ac:inkMk id="55" creationId="{EA578B8C-03CA-2A43-B137-D8ABA5806D62}"/>
          </ac:inkMkLst>
        </pc:inkChg>
        <pc:inkChg chg="add">
          <ac:chgData name="Aggie Menezes" userId="74619c95fa3483c9" providerId="LiveId" clId="{6A46CFC1-D81F-9C46-BB3E-0BAFF4AC7CB5}" dt="2020-10-29T14:43:28.692" v="1520"/>
          <ac:inkMkLst>
            <pc:docMk/>
            <pc:sldMk cId="3741693092" sldId="264"/>
            <ac:inkMk id="56" creationId="{CAB1162F-62B2-0248-9011-14C8E8EDBE9C}"/>
          </ac:inkMkLst>
        </pc:inkChg>
        <pc:inkChg chg="add">
          <ac:chgData name="Aggie Menezes" userId="74619c95fa3483c9" providerId="LiveId" clId="{6A46CFC1-D81F-9C46-BB3E-0BAFF4AC7CB5}" dt="2020-10-29T14:43:29.108" v="1521"/>
          <ac:inkMkLst>
            <pc:docMk/>
            <pc:sldMk cId="3741693092" sldId="264"/>
            <ac:inkMk id="57" creationId="{C031DD2E-B9FC-0E47-96F8-03C0C3F09420}"/>
          </ac:inkMkLst>
        </pc:inkChg>
        <pc:inkChg chg="add">
          <ac:chgData name="Aggie Menezes" userId="74619c95fa3483c9" providerId="LiveId" clId="{6A46CFC1-D81F-9C46-BB3E-0BAFF4AC7CB5}" dt="2020-10-29T14:43:29.550" v="1522"/>
          <ac:inkMkLst>
            <pc:docMk/>
            <pc:sldMk cId="3741693092" sldId="264"/>
            <ac:inkMk id="58" creationId="{2FFF8690-00C8-134C-A115-A9B9DF726D43}"/>
          </ac:inkMkLst>
        </pc:inkChg>
        <pc:inkChg chg="add">
          <ac:chgData name="Aggie Menezes" userId="74619c95fa3483c9" providerId="LiveId" clId="{6A46CFC1-D81F-9C46-BB3E-0BAFF4AC7CB5}" dt="2020-10-29T14:43:29.810" v="1523"/>
          <ac:inkMkLst>
            <pc:docMk/>
            <pc:sldMk cId="3741693092" sldId="264"/>
            <ac:inkMk id="59" creationId="{8DD8C961-8C33-C84C-B746-18D86155F0EE}"/>
          </ac:inkMkLst>
        </pc:inkChg>
        <pc:inkChg chg="add">
          <ac:chgData name="Aggie Menezes" userId="74619c95fa3483c9" providerId="LiveId" clId="{6A46CFC1-D81F-9C46-BB3E-0BAFF4AC7CB5}" dt="2020-10-29T14:43:30.133" v="1524"/>
          <ac:inkMkLst>
            <pc:docMk/>
            <pc:sldMk cId="3741693092" sldId="264"/>
            <ac:inkMk id="60" creationId="{5DA66D33-44BF-F947-8865-655C259C8248}"/>
          </ac:inkMkLst>
        </pc:inkChg>
        <pc:inkChg chg="add">
          <ac:chgData name="Aggie Menezes" userId="74619c95fa3483c9" providerId="LiveId" clId="{6A46CFC1-D81F-9C46-BB3E-0BAFF4AC7CB5}" dt="2020-10-29T14:43:30.445" v="1525"/>
          <ac:inkMkLst>
            <pc:docMk/>
            <pc:sldMk cId="3741693092" sldId="264"/>
            <ac:inkMk id="61" creationId="{D3102F3E-96A6-B44A-B253-B85C881567C5}"/>
          </ac:inkMkLst>
        </pc:inkChg>
        <pc:inkChg chg="add topLvl">
          <ac:chgData name="Aggie Menezes" userId="74619c95fa3483c9" providerId="LiveId" clId="{6A46CFC1-D81F-9C46-BB3E-0BAFF4AC7CB5}" dt="2020-10-29T14:43:35.387" v="1535"/>
          <ac:inkMkLst>
            <pc:docMk/>
            <pc:sldMk cId="3741693092" sldId="264"/>
            <ac:inkMk id="62" creationId="{FCE9C124-00FE-E04A-A9F8-21D5090735A6}"/>
          </ac:inkMkLst>
        </pc:inkChg>
        <pc:inkChg chg="add topLvl">
          <ac:chgData name="Aggie Menezes" userId="74619c95fa3483c9" providerId="LiveId" clId="{6A46CFC1-D81F-9C46-BB3E-0BAFF4AC7CB5}" dt="2020-10-29T14:43:35.387" v="1535"/>
          <ac:inkMkLst>
            <pc:docMk/>
            <pc:sldMk cId="3741693092" sldId="264"/>
            <ac:inkMk id="64" creationId="{ADC1AEA9-7412-C94E-AA84-3090BD01D9EE}"/>
          </ac:inkMkLst>
        </pc:inkChg>
        <pc:inkChg chg="add">
          <ac:chgData name="Aggie Menezes" userId="74619c95fa3483c9" providerId="LiveId" clId="{6A46CFC1-D81F-9C46-BB3E-0BAFF4AC7CB5}" dt="2020-10-29T14:43:33.739" v="1530"/>
          <ac:inkMkLst>
            <pc:docMk/>
            <pc:sldMk cId="3741693092" sldId="264"/>
            <ac:inkMk id="66" creationId="{49149EEF-A929-F040-B045-3E3EA066638C}"/>
          </ac:inkMkLst>
        </pc:inkChg>
        <pc:inkChg chg="add">
          <ac:chgData name="Aggie Menezes" userId="74619c95fa3483c9" providerId="LiveId" clId="{6A46CFC1-D81F-9C46-BB3E-0BAFF4AC7CB5}" dt="2020-10-29T14:43:33.919" v="1531"/>
          <ac:inkMkLst>
            <pc:docMk/>
            <pc:sldMk cId="3741693092" sldId="264"/>
            <ac:inkMk id="67" creationId="{1EBE670F-3768-3343-9ACF-9430240A0253}"/>
          </ac:inkMkLst>
        </pc:inkChg>
        <pc:inkChg chg="add">
          <ac:chgData name="Aggie Menezes" userId="74619c95fa3483c9" providerId="LiveId" clId="{6A46CFC1-D81F-9C46-BB3E-0BAFF4AC7CB5}" dt="2020-10-29T14:43:34.111" v="1532"/>
          <ac:inkMkLst>
            <pc:docMk/>
            <pc:sldMk cId="3741693092" sldId="264"/>
            <ac:inkMk id="68" creationId="{6E4FEAA8-04BB-3349-92D3-78879408E9C8}"/>
          </ac:inkMkLst>
        </pc:inkChg>
        <pc:inkChg chg="add">
          <ac:chgData name="Aggie Menezes" userId="74619c95fa3483c9" providerId="LiveId" clId="{6A46CFC1-D81F-9C46-BB3E-0BAFF4AC7CB5}" dt="2020-10-29T14:43:34.353" v="1533"/>
          <ac:inkMkLst>
            <pc:docMk/>
            <pc:sldMk cId="3741693092" sldId="264"/>
            <ac:inkMk id="69" creationId="{6B67B965-4321-EB40-863B-F86E1596062C}"/>
          </ac:inkMkLst>
        </pc:inkChg>
        <pc:inkChg chg="add">
          <ac:chgData name="Aggie Menezes" userId="74619c95fa3483c9" providerId="LiveId" clId="{6A46CFC1-D81F-9C46-BB3E-0BAFF4AC7CB5}" dt="2020-10-29T14:43:34.519" v="1534"/>
          <ac:inkMkLst>
            <pc:docMk/>
            <pc:sldMk cId="3741693092" sldId="264"/>
            <ac:inkMk id="70" creationId="{18A9BC1F-C759-CF4A-92C7-59151083F456}"/>
          </ac:inkMkLst>
        </pc:inkChg>
      </pc:sldChg>
      <pc:sldChg chg="addSp delSp modSp">
        <pc:chgData name="Aggie Menezes" userId="74619c95fa3483c9" providerId="LiveId" clId="{6A46CFC1-D81F-9C46-BB3E-0BAFF4AC7CB5}" dt="2020-10-29T14:16:06.450" v="945" actId="478"/>
        <pc:sldMkLst>
          <pc:docMk/>
          <pc:sldMk cId="1205249829" sldId="265"/>
        </pc:sldMkLst>
        <pc:grpChg chg="add del">
          <ac:chgData name="Aggie Menezes" userId="74619c95fa3483c9" providerId="LiveId" clId="{6A46CFC1-D81F-9C46-BB3E-0BAFF4AC7CB5}" dt="2020-10-29T14:10:30.458" v="827"/>
          <ac:grpSpMkLst>
            <pc:docMk/>
            <pc:sldMk cId="1205249829" sldId="265"/>
            <ac:grpSpMk id="9" creationId="{FDDB90C6-89F7-AC4C-A97D-BD98B09E04CE}"/>
          </ac:grpSpMkLst>
        </pc:grpChg>
        <pc:grpChg chg="add del">
          <ac:chgData name="Aggie Menezes" userId="74619c95fa3483c9" providerId="LiveId" clId="{6A46CFC1-D81F-9C46-BB3E-0BAFF4AC7CB5}" dt="2020-10-29T14:10:33.448" v="832"/>
          <ac:grpSpMkLst>
            <pc:docMk/>
            <pc:sldMk cId="1205249829" sldId="265"/>
            <ac:grpSpMk id="37" creationId="{D0DCBE96-8FB0-EB41-887C-65ABA5D6ADBE}"/>
          </ac:grpSpMkLst>
        </pc:grpChg>
        <pc:grpChg chg="add del">
          <ac:chgData name="Aggie Menezes" userId="74619c95fa3483c9" providerId="LiveId" clId="{6A46CFC1-D81F-9C46-BB3E-0BAFF4AC7CB5}" dt="2020-10-29T14:11:34.546" v="857" actId="478"/>
          <ac:grpSpMkLst>
            <pc:docMk/>
            <pc:sldMk cId="1205249829" sldId="265"/>
            <ac:grpSpMk id="42" creationId="{71BBA88C-41E0-6447-9A99-1BB3C17C2E07}"/>
          </ac:grpSpMkLst>
        </pc:grpChg>
        <pc:grpChg chg="add del">
          <ac:chgData name="Aggie Menezes" userId="74619c95fa3483c9" providerId="LiveId" clId="{6A46CFC1-D81F-9C46-BB3E-0BAFF4AC7CB5}" dt="2020-10-29T14:11:39.359" v="859" actId="478"/>
          <ac:grpSpMkLst>
            <pc:docMk/>
            <pc:sldMk cId="1205249829" sldId="265"/>
            <ac:grpSpMk id="49" creationId="{C3C31863-4D30-AA44-832A-623C52D3E264}"/>
          </ac:grpSpMkLst>
        </pc:grpChg>
        <pc:grpChg chg="add del">
          <ac:chgData name="Aggie Menezes" userId="74619c95fa3483c9" providerId="LiveId" clId="{6A46CFC1-D81F-9C46-BB3E-0BAFF4AC7CB5}" dt="2020-10-29T14:11:37.141" v="858" actId="478"/>
          <ac:grpSpMkLst>
            <pc:docMk/>
            <pc:sldMk cId="1205249829" sldId="265"/>
            <ac:grpSpMk id="50" creationId="{EFC0585A-AA4C-4B42-80BA-9C71B5A1DDC0}"/>
          </ac:grpSpMkLst>
        </pc:grpChg>
        <pc:grpChg chg="add del">
          <ac:chgData name="Aggie Menezes" userId="74619c95fa3483c9" providerId="LiveId" clId="{6A46CFC1-D81F-9C46-BB3E-0BAFF4AC7CB5}" dt="2020-10-29T14:10:53.327" v="850"/>
          <ac:grpSpMkLst>
            <pc:docMk/>
            <pc:sldMk cId="1205249829" sldId="265"/>
            <ac:grpSpMk id="58" creationId="{A84B372A-F813-B942-B40F-3D6DFFBDB6DB}"/>
          </ac:grpSpMkLst>
        </pc:grpChg>
        <pc:grpChg chg="add del">
          <ac:chgData name="Aggie Menezes" userId="74619c95fa3483c9" providerId="LiveId" clId="{6A46CFC1-D81F-9C46-BB3E-0BAFF4AC7CB5}" dt="2020-10-29T14:11:07.263" v="856"/>
          <ac:grpSpMkLst>
            <pc:docMk/>
            <pc:sldMk cId="1205249829" sldId="265"/>
            <ac:grpSpMk id="61" creationId="{9C1DA498-3F5D-2242-BC9C-353A26C5C1C9}"/>
          </ac:grpSpMkLst>
        </pc:grpChg>
        <pc:grpChg chg="add del">
          <ac:chgData name="Aggie Menezes" userId="74619c95fa3483c9" providerId="LiveId" clId="{6A46CFC1-D81F-9C46-BB3E-0BAFF4AC7CB5}" dt="2020-10-29T14:11:41.328" v="860" actId="478"/>
          <ac:grpSpMkLst>
            <pc:docMk/>
            <pc:sldMk cId="1205249829" sldId="265"/>
            <ac:grpSpMk id="67" creationId="{35FFD6F9-0470-3440-B95A-FF19B25BAA34}"/>
          </ac:grpSpMkLst>
        </pc:grpChg>
        <pc:grpChg chg="add del">
          <ac:chgData name="Aggie Menezes" userId="74619c95fa3483c9" providerId="LiveId" clId="{6A46CFC1-D81F-9C46-BB3E-0BAFF4AC7CB5}" dt="2020-10-29T14:11:54.661" v="877"/>
          <ac:grpSpMkLst>
            <pc:docMk/>
            <pc:sldMk cId="1205249829" sldId="265"/>
            <ac:grpSpMk id="81" creationId="{E35197D3-3F35-B74B-844A-9FF6E5D89328}"/>
          </ac:grpSpMkLst>
        </pc:grpChg>
        <pc:grpChg chg="add del mod">
          <ac:chgData name="Aggie Menezes" userId="74619c95fa3483c9" providerId="LiveId" clId="{6A46CFC1-D81F-9C46-BB3E-0BAFF4AC7CB5}" dt="2020-10-29T14:14:12.729" v="917" actId="478"/>
          <ac:grpSpMkLst>
            <pc:docMk/>
            <pc:sldMk cId="1205249829" sldId="265"/>
            <ac:grpSpMk id="83" creationId="{8CB79FC5-B89E-8048-B86F-40C532EE3F16}"/>
          </ac:grpSpMkLst>
        </pc:grpChg>
        <pc:grpChg chg="add del">
          <ac:chgData name="Aggie Menezes" userId="74619c95fa3483c9" providerId="LiveId" clId="{6A46CFC1-D81F-9C46-BB3E-0BAFF4AC7CB5}" dt="2020-10-29T14:12:07.462" v="889"/>
          <ac:grpSpMkLst>
            <pc:docMk/>
            <pc:sldMk cId="1205249829" sldId="265"/>
            <ac:grpSpMk id="87" creationId="{858D1DF0-70EC-6A44-A6E4-7AFAE5E2E697}"/>
          </ac:grpSpMkLst>
        </pc:grpChg>
        <pc:grpChg chg="add del">
          <ac:chgData name="Aggie Menezes" userId="74619c95fa3483c9" providerId="LiveId" clId="{6A46CFC1-D81F-9C46-BB3E-0BAFF4AC7CB5}" dt="2020-10-29T14:12:09.949" v="893"/>
          <ac:grpSpMkLst>
            <pc:docMk/>
            <pc:sldMk cId="1205249829" sldId="265"/>
            <ac:grpSpMk id="95" creationId="{37616556-7F90-DC40-A708-F8A2A688B3A2}"/>
          </ac:grpSpMkLst>
        </pc:grpChg>
        <pc:grpChg chg="add del">
          <ac:chgData name="Aggie Menezes" userId="74619c95fa3483c9" providerId="LiveId" clId="{6A46CFC1-D81F-9C46-BB3E-0BAFF4AC7CB5}" dt="2020-10-29T14:12:12.324" v="895"/>
          <ac:grpSpMkLst>
            <pc:docMk/>
            <pc:sldMk cId="1205249829" sldId="265"/>
            <ac:grpSpMk id="99" creationId="{C099B259-D2FF-024E-8462-4624C2882299}"/>
          </ac:grpSpMkLst>
        </pc:grpChg>
        <pc:grpChg chg="add del">
          <ac:chgData name="Aggie Menezes" userId="74619c95fa3483c9" providerId="LiveId" clId="{6A46CFC1-D81F-9C46-BB3E-0BAFF4AC7CB5}" dt="2020-10-29T14:13:16.588" v="911"/>
          <ac:grpSpMkLst>
            <pc:docMk/>
            <pc:sldMk cId="1205249829" sldId="265"/>
            <ac:grpSpMk id="101" creationId="{4BED7E18-C370-CB45-8B4A-A88F13922986}"/>
          </ac:grpSpMkLst>
        </pc:grpChg>
        <pc:grpChg chg="add del">
          <ac:chgData name="Aggie Menezes" userId="74619c95fa3483c9" providerId="LiveId" clId="{6A46CFC1-D81F-9C46-BB3E-0BAFF4AC7CB5}" dt="2020-10-29T14:12:55.908" v="904"/>
          <ac:grpSpMkLst>
            <pc:docMk/>
            <pc:sldMk cId="1205249829" sldId="265"/>
            <ac:grpSpMk id="105" creationId="{3B4AE0B1-3A42-D346-A5B1-54E9F628F92E}"/>
          </ac:grpSpMkLst>
        </pc:grpChg>
        <pc:grpChg chg="add del">
          <ac:chgData name="Aggie Menezes" userId="74619c95fa3483c9" providerId="LiveId" clId="{6A46CFC1-D81F-9C46-BB3E-0BAFF4AC7CB5}" dt="2020-10-29T14:13:01.313" v="906"/>
          <ac:grpSpMkLst>
            <pc:docMk/>
            <pc:sldMk cId="1205249829" sldId="265"/>
            <ac:grpSpMk id="110" creationId="{BD227308-BF3F-1F47-A3FD-7B4ADD5750AC}"/>
          </ac:grpSpMkLst>
        </pc:grpChg>
        <pc:grpChg chg="add del">
          <ac:chgData name="Aggie Menezes" userId="74619c95fa3483c9" providerId="LiveId" clId="{6A46CFC1-D81F-9C46-BB3E-0BAFF4AC7CB5}" dt="2020-10-29T14:14:25.148" v="921" actId="478"/>
          <ac:grpSpMkLst>
            <pc:docMk/>
            <pc:sldMk cId="1205249829" sldId="265"/>
            <ac:grpSpMk id="112" creationId="{B4B03F95-5E4C-204F-96DE-579783C8FB6C}"/>
          </ac:grpSpMkLst>
        </pc:grpChg>
        <pc:grpChg chg="add del">
          <ac:chgData name="Aggie Menezes" userId="74619c95fa3483c9" providerId="LiveId" clId="{6A46CFC1-D81F-9C46-BB3E-0BAFF4AC7CB5}" dt="2020-10-29T14:13:19.415" v="915"/>
          <ac:grpSpMkLst>
            <pc:docMk/>
            <pc:sldMk cId="1205249829" sldId="265"/>
            <ac:grpSpMk id="117" creationId="{725058B0-2C68-6B44-BB26-AB96CE7CFA59}"/>
          </ac:grpSpMkLst>
        </pc:grpChg>
        <pc:grpChg chg="add del">
          <ac:chgData name="Aggie Menezes" userId="74619c95fa3483c9" providerId="LiveId" clId="{6A46CFC1-D81F-9C46-BB3E-0BAFF4AC7CB5}" dt="2020-10-29T14:14:15.458" v="918" actId="478"/>
          <ac:grpSpMkLst>
            <pc:docMk/>
            <pc:sldMk cId="1205249829" sldId="265"/>
            <ac:grpSpMk id="121" creationId="{E1501482-C693-C346-96BF-079504A8B18D}"/>
          </ac:grpSpMkLst>
        </pc:grpChg>
        <pc:grpChg chg="add del">
          <ac:chgData name="Aggie Menezes" userId="74619c95fa3483c9" providerId="LiveId" clId="{6A46CFC1-D81F-9C46-BB3E-0BAFF4AC7CB5}" dt="2020-10-29T14:16:06.450" v="945" actId="478"/>
          <ac:grpSpMkLst>
            <pc:docMk/>
            <pc:sldMk cId="1205249829" sldId="265"/>
            <ac:grpSpMk id="127" creationId="{871C1DA8-911A-574C-9DD2-2F971465DE28}"/>
          </ac:grpSpMkLst>
        </pc:grpChg>
        <pc:grpChg chg="add del">
          <ac:chgData name="Aggie Menezes" userId="74619c95fa3483c9" providerId="LiveId" clId="{6A46CFC1-D81F-9C46-BB3E-0BAFF4AC7CB5}" dt="2020-10-29T14:15:20.024" v="934"/>
          <ac:grpSpMkLst>
            <pc:docMk/>
            <pc:sldMk cId="1205249829" sldId="265"/>
            <ac:grpSpMk id="130" creationId="{86360B3B-11E0-E147-B376-1AFE2DC4114C}"/>
          </ac:grpSpMkLst>
        </pc:grpChg>
        <pc:grpChg chg="add del">
          <ac:chgData name="Aggie Menezes" userId="74619c95fa3483c9" providerId="LiveId" clId="{6A46CFC1-D81F-9C46-BB3E-0BAFF4AC7CB5}" dt="2020-10-29T14:16:01.915" v="943" actId="478"/>
          <ac:grpSpMkLst>
            <pc:docMk/>
            <pc:sldMk cId="1205249829" sldId="265"/>
            <ac:grpSpMk id="133" creationId="{4BBBC13D-394A-9F43-A27F-FC2CE8E1E28F}"/>
          </ac:grpSpMkLst>
        </pc:grpChg>
        <pc:grpChg chg="add del">
          <ac:chgData name="Aggie Menezes" userId="74619c95fa3483c9" providerId="LiveId" clId="{6A46CFC1-D81F-9C46-BB3E-0BAFF4AC7CB5}" dt="2020-10-29T14:15:35.800" v="941"/>
          <ac:grpSpMkLst>
            <pc:docMk/>
            <pc:sldMk cId="1205249829" sldId="265"/>
            <ac:grpSpMk id="138" creationId="{45D89A51-CCA0-7B48-9BF3-046A4AF255E4}"/>
          </ac:grpSpMkLst>
        </pc:grpChg>
        <pc:grpChg chg="add del">
          <ac:chgData name="Aggie Menezes" userId="74619c95fa3483c9" providerId="LiveId" clId="{6A46CFC1-D81F-9C46-BB3E-0BAFF4AC7CB5}" dt="2020-10-29T14:15:59.523" v="942" actId="478"/>
          <ac:grpSpMkLst>
            <pc:docMk/>
            <pc:sldMk cId="1205249829" sldId="265"/>
            <ac:grpSpMk id="140" creationId="{48B4F360-C85A-6843-ABA0-C667C011E367}"/>
          </ac:grpSpMkLst>
        </pc:grpChg>
        <pc:inkChg chg="add topLvl">
          <ac:chgData name="Aggie Menezes" userId="74619c95fa3483c9" providerId="LiveId" clId="{6A46CFC1-D81F-9C46-BB3E-0BAFF4AC7CB5}" dt="2020-10-29T14:10:33.448" v="832"/>
          <ac:inkMkLst>
            <pc:docMk/>
            <pc:sldMk cId="1205249829" sldId="265"/>
            <ac:inkMk id="4" creationId="{C6CB2B6E-8B15-E348-8313-BD77A43E3DFF}"/>
          </ac:inkMkLst>
        </pc:inkChg>
        <pc:inkChg chg="add topLvl">
          <ac:chgData name="Aggie Menezes" userId="74619c95fa3483c9" providerId="LiveId" clId="{6A46CFC1-D81F-9C46-BB3E-0BAFF4AC7CB5}" dt="2020-10-29T14:10:33.448" v="832"/>
          <ac:inkMkLst>
            <pc:docMk/>
            <pc:sldMk cId="1205249829" sldId="265"/>
            <ac:inkMk id="5" creationId="{0DF4DA3F-BCE9-1846-B274-026A9788991F}"/>
          </ac:inkMkLst>
        </pc:inkChg>
        <pc:inkChg chg="add topLvl">
          <ac:chgData name="Aggie Menezes" userId="74619c95fa3483c9" providerId="LiveId" clId="{6A46CFC1-D81F-9C46-BB3E-0BAFF4AC7CB5}" dt="2020-10-29T14:10:33.448" v="832"/>
          <ac:inkMkLst>
            <pc:docMk/>
            <pc:sldMk cId="1205249829" sldId="265"/>
            <ac:inkMk id="7" creationId="{D64659E4-F68F-BB42-AD7C-6B0BA7C42961}"/>
          </ac:inkMkLst>
        </pc:inkChg>
        <pc:inkChg chg="add topLvl">
          <ac:chgData name="Aggie Menezes" userId="74619c95fa3483c9" providerId="LiveId" clId="{6A46CFC1-D81F-9C46-BB3E-0BAFF4AC7CB5}" dt="2020-10-29T14:10:33.448" v="832"/>
          <ac:inkMkLst>
            <pc:docMk/>
            <pc:sldMk cId="1205249829" sldId="265"/>
            <ac:inkMk id="13" creationId="{F7FA1C67-6BD5-174B-899F-E306655DFFE3}"/>
          </ac:inkMkLst>
        </pc:inkChg>
        <pc:inkChg chg="add topLvl">
          <ac:chgData name="Aggie Menezes" userId="74619c95fa3483c9" providerId="LiveId" clId="{6A46CFC1-D81F-9C46-BB3E-0BAFF4AC7CB5}" dt="2020-10-29T14:10:33.448" v="832"/>
          <ac:inkMkLst>
            <pc:docMk/>
            <pc:sldMk cId="1205249829" sldId="265"/>
            <ac:inkMk id="15" creationId="{89CFB5FA-49CD-634E-AE7E-BFD0D592BDC7}"/>
          </ac:inkMkLst>
        </pc:inkChg>
        <pc:inkChg chg="add topLvl">
          <ac:chgData name="Aggie Menezes" userId="74619c95fa3483c9" providerId="LiveId" clId="{6A46CFC1-D81F-9C46-BB3E-0BAFF4AC7CB5}" dt="2020-10-29T14:10:33.448" v="832"/>
          <ac:inkMkLst>
            <pc:docMk/>
            <pc:sldMk cId="1205249829" sldId="265"/>
            <ac:inkMk id="20" creationId="{E5E4751F-7009-E849-9CB8-ECB6FD435AF4}"/>
          </ac:inkMkLst>
        </pc:inkChg>
        <pc:inkChg chg="add topLvl">
          <ac:chgData name="Aggie Menezes" userId="74619c95fa3483c9" providerId="LiveId" clId="{6A46CFC1-D81F-9C46-BB3E-0BAFF4AC7CB5}" dt="2020-10-29T14:10:33.448" v="832"/>
          <ac:inkMkLst>
            <pc:docMk/>
            <pc:sldMk cId="1205249829" sldId="265"/>
            <ac:inkMk id="24" creationId="{2CC64890-8048-E54C-A6F3-06D9B440E274}"/>
          </ac:inkMkLst>
        </pc:inkChg>
        <pc:inkChg chg="add topLvl">
          <ac:chgData name="Aggie Menezes" userId="74619c95fa3483c9" providerId="LiveId" clId="{6A46CFC1-D81F-9C46-BB3E-0BAFF4AC7CB5}" dt="2020-10-29T14:10:33.448" v="832"/>
          <ac:inkMkLst>
            <pc:docMk/>
            <pc:sldMk cId="1205249829" sldId="265"/>
            <ac:inkMk id="25" creationId="{0D8D61FF-7D75-5949-94E4-1FF9CD33493B}"/>
          </ac:inkMkLst>
        </pc:inkChg>
        <pc:inkChg chg="add topLvl">
          <ac:chgData name="Aggie Menezes" userId="74619c95fa3483c9" providerId="LiveId" clId="{6A46CFC1-D81F-9C46-BB3E-0BAFF4AC7CB5}" dt="2020-10-29T14:10:33.448" v="832"/>
          <ac:inkMkLst>
            <pc:docMk/>
            <pc:sldMk cId="1205249829" sldId="265"/>
            <ac:inkMk id="32" creationId="{6AFEDDFB-EF40-834E-ADB9-5EF1FB5877CF}"/>
          </ac:inkMkLst>
        </pc:inkChg>
        <pc:inkChg chg="add topLvl">
          <ac:chgData name="Aggie Menezes" userId="74619c95fa3483c9" providerId="LiveId" clId="{6A46CFC1-D81F-9C46-BB3E-0BAFF4AC7CB5}" dt="2020-10-29T14:10:33.448" v="832"/>
          <ac:inkMkLst>
            <pc:docMk/>
            <pc:sldMk cId="1205249829" sldId="265"/>
            <ac:inkMk id="34" creationId="{1EA5BE84-3AC3-DF48-B690-5DD2969682D9}"/>
          </ac:inkMkLst>
        </pc:inkChg>
        <pc:inkChg chg="add topLvl">
          <ac:chgData name="Aggie Menezes" userId="74619c95fa3483c9" providerId="LiveId" clId="{6A46CFC1-D81F-9C46-BB3E-0BAFF4AC7CB5}" dt="2020-10-29T14:10:33.448" v="832"/>
          <ac:inkMkLst>
            <pc:docMk/>
            <pc:sldMk cId="1205249829" sldId="265"/>
            <ac:inkMk id="35" creationId="{9FA3962F-06BD-8C48-904E-157BEAECB6C4}"/>
          </ac:inkMkLst>
        </pc:inkChg>
        <pc:inkChg chg="add topLvl">
          <ac:chgData name="Aggie Menezes" userId="74619c95fa3483c9" providerId="LiveId" clId="{6A46CFC1-D81F-9C46-BB3E-0BAFF4AC7CB5}" dt="2020-10-29T14:10:33.448" v="832"/>
          <ac:inkMkLst>
            <pc:docMk/>
            <pc:sldMk cId="1205249829" sldId="265"/>
            <ac:inkMk id="36" creationId="{27825A10-B345-1E4B-AD39-B2F2DC555E7D}"/>
          </ac:inkMkLst>
        </pc:inkChg>
        <pc:inkChg chg="add">
          <ac:chgData name="Aggie Menezes" userId="74619c95fa3483c9" providerId="LiveId" clId="{6A46CFC1-D81F-9C46-BB3E-0BAFF4AC7CB5}" dt="2020-10-29T14:10:31.268" v="828"/>
          <ac:inkMkLst>
            <pc:docMk/>
            <pc:sldMk cId="1205249829" sldId="265"/>
            <ac:inkMk id="38" creationId="{B8F00446-F22E-894D-A8B5-BA1724AD8556}"/>
          </ac:inkMkLst>
        </pc:inkChg>
        <pc:inkChg chg="add">
          <ac:chgData name="Aggie Menezes" userId="74619c95fa3483c9" providerId="LiveId" clId="{6A46CFC1-D81F-9C46-BB3E-0BAFF4AC7CB5}" dt="2020-10-29T14:10:31.510" v="829"/>
          <ac:inkMkLst>
            <pc:docMk/>
            <pc:sldMk cId="1205249829" sldId="265"/>
            <ac:inkMk id="39" creationId="{6F8E28A1-BF42-F044-B7A1-FB3480CEF6B6}"/>
          </ac:inkMkLst>
        </pc:inkChg>
        <pc:inkChg chg="add">
          <ac:chgData name="Aggie Menezes" userId="74619c95fa3483c9" providerId="LiveId" clId="{6A46CFC1-D81F-9C46-BB3E-0BAFF4AC7CB5}" dt="2020-10-29T14:10:32.076" v="830"/>
          <ac:inkMkLst>
            <pc:docMk/>
            <pc:sldMk cId="1205249829" sldId="265"/>
            <ac:inkMk id="40" creationId="{FEEC7F50-5FD8-424B-99DF-ED3DA9EF6263}"/>
          </ac:inkMkLst>
        </pc:inkChg>
        <pc:inkChg chg="add">
          <ac:chgData name="Aggie Menezes" userId="74619c95fa3483c9" providerId="LiveId" clId="{6A46CFC1-D81F-9C46-BB3E-0BAFF4AC7CB5}" dt="2020-10-29T14:10:32.495" v="831"/>
          <ac:inkMkLst>
            <pc:docMk/>
            <pc:sldMk cId="1205249829" sldId="265"/>
            <ac:inkMk id="41" creationId="{36685CBF-A06B-BB42-8FE6-3F68AFB3DDE2}"/>
          </ac:inkMkLst>
        </pc:inkChg>
        <pc:inkChg chg="add del">
          <ac:chgData name="Aggie Menezes" userId="74619c95fa3483c9" providerId="LiveId" clId="{6A46CFC1-D81F-9C46-BB3E-0BAFF4AC7CB5}" dt="2020-10-29T14:11:43.558" v="861" actId="478"/>
          <ac:inkMkLst>
            <pc:docMk/>
            <pc:sldMk cId="1205249829" sldId="265"/>
            <ac:inkMk id="43" creationId="{3548D615-885C-CD4E-838A-7377CDFA6DBB}"/>
          </ac:inkMkLst>
        </pc:inkChg>
        <pc:inkChg chg="add">
          <ac:chgData name="Aggie Menezes" userId="74619c95fa3483c9" providerId="LiveId" clId="{6A46CFC1-D81F-9C46-BB3E-0BAFF4AC7CB5}" dt="2020-10-29T14:10:41.876" v="834"/>
          <ac:inkMkLst>
            <pc:docMk/>
            <pc:sldMk cId="1205249829" sldId="265"/>
            <ac:inkMk id="44" creationId="{9E8319F5-C926-F540-A4BC-441F4FF26E69}"/>
          </ac:inkMkLst>
        </pc:inkChg>
        <pc:inkChg chg="add">
          <ac:chgData name="Aggie Menezes" userId="74619c95fa3483c9" providerId="LiveId" clId="{6A46CFC1-D81F-9C46-BB3E-0BAFF4AC7CB5}" dt="2020-10-29T14:10:42.105" v="835"/>
          <ac:inkMkLst>
            <pc:docMk/>
            <pc:sldMk cId="1205249829" sldId="265"/>
            <ac:inkMk id="45" creationId="{8ABB65F1-6C80-C540-B85A-ECA55B5DD2A9}"/>
          </ac:inkMkLst>
        </pc:inkChg>
        <pc:inkChg chg="add">
          <ac:chgData name="Aggie Menezes" userId="74619c95fa3483c9" providerId="LiveId" clId="{6A46CFC1-D81F-9C46-BB3E-0BAFF4AC7CB5}" dt="2020-10-29T14:10:42.783" v="836"/>
          <ac:inkMkLst>
            <pc:docMk/>
            <pc:sldMk cId="1205249829" sldId="265"/>
            <ac:inkMk id="46" creationId="{0C22AC95-20EE-3D4C-BAEE-DE1BFC359EC5}"/>
          </ac:inkMkLst>
        </pc:inkChg>
        <pc:inkChg chg="add">
          <ac:chgData name="Aggie Menezes" userId="74619c95fa3483c9" providerId="LiveId" clId="{6A46CFC1-D81F-9C46-BB3E-0BAFF4AC7CB5}" dt="2020-10-29T14:10:43.212" v="837"/>
          <ac:inkMkLst>
            <pc:docMk/>
            <pc:sldMk cId="1205249829" sldId="265"/>
            <ac:inkMk id="47" creationId="{651264C5-7633-3648-B2DE-2BEEA1C221D6}"/>
          </ac:inkMkLst>
        </pc:inkChg>
        <pc:inkChg chg="add">
          <ac:chgData name="Aggie Menezes" userId="74619c95fa3483c9" providerId="LiveId" clId="{6A46CFC1-D81F-9C46-BB3E-0BAFF4AC7CB5}" dt="2020-10-29T14:10:43.430" v="838"/>
          <ac:inkMkLst>
            <pc:docMk/>
            <pc:sldMk cId="1205249829" sldId="265"/>
            <ac:inkMk id="48" creationId="{0ECF7E16-3AF8-5C49-963F-0FB7158EB649}"/>
          </ac:inkMkLst>
        </pc:inkChg>
        <pc:inkChg chg="add topLvl">
          <ac:chgData name="Aggie Menezes" userId="74619c95fa3483c9" providerId="LiveId" clId="{6A46CFC1-D81F-9C46-BB3E-0BAFF4AC7CB5}" dt="2020-10-29T14:11:07.263" v="856"/>
          <ac:inkMkLst>
            <pc:docMk/>
            <pc:sldMk cId="1205249829" sldId="265"/>
            <ac:inkMk id="51" creationId="{39F798B3-0142-5D4D-A8F8-3E060771FDAC}"/>
          </ac:inkMkLst>
        </pc:inkChg>
        <pc:inkChg chg="add topLvl">
          <ac:chgData name="Aggie Menezes" userId="74619c95fa3483c9" providerId="LiveId" clId="{6A46CFC1-D81F-9C46-BB3E-0BAFF4AC7CB5}" dt="2020-10-29T14:11:07.263" v="856"/>
          <ac:inkMkLst>
            <pc:docMk/>
            <pc:sldMk cId="1205249829" sldId="265"/>
            <ac:inkMk id="52" creationId="{51F29544-1D06-5C44-BA62-EA100C8EA727}"/>
          </ac:inkMkLst>
        </pc:inkChg>
        <pc:inkChg chg="add topLvl">
          <ac:chgData name="Aggie Menezes" userId="74619c95fa3483c9" providerId="LiveId" clId="{6A46CFC1-D81F-9C46-BB3E-0BAFF4AC7CB5}" dt="2020-10-29T14:11:07.263" v="856"/>
          <ac:inkMkLst>
            <pc:docMk/>
            <pc:sldMk cId="1205249829" sldId="265"/>
            <ac:inkMk id="53" creationId="{B9D42164-266E-F549-AC8F-31906EF3EE73}"/>
          </ac:inkMkLst>
        </pc:inkChg>
        <pc:inkChg chg="add topLvl">
          <ac:chgData name="Aggie Menezes" userId="74619c95fa3483c9" providerId="LiveId" clId="{6A46CFC1-D81F-9C46-BB3E-0BAFF4AC7CB5}" dt="2020-10-29T14:11:07.263" v="856"/>
          <ac:inkMkLst>
            <pc:docMk/>
            <pc:sldMk cId="1205249829" sldId="265"/>
            <ac:inkMk id="54" creationId="{FD78362A-FACE-DD4F-9152-5FD517E0A55F}"/>
          </ac:inkMkLst>
        </pc:inkChg>
        <pc:inkChg chg="add topLvl">
          <ac:chgData name="Aggie Menezes" userId="74619c95fa3483c9" providerId="LiveId" clId="{6A46CFC1-D81F-9C46-BB3E-0BAFF4AC7CB5}" dt="2020-10-29T14:11:07.263" v="856"/>
          <ac:inkMkLst>
            <pc:docMk/>
            <pc:sldMk cId="1205249829" sldId="265"/>
            <ac:inkMk id="55" creationId="{B21B9A74-3EC1-8445-9BB8-F56822A14182}"/>
          </ac:inkMkLst>
        </pc:inkChg>
        <pc:inkChg chg="add topLvl">
          <ac:chgData name="Aggie Menezes" userId="74619c95fa3483c9" providerId="LiveId" clId="{6A46CFC1-D81F-9C46-BB3E-0BAFF4AC7CB5}" dt="2020-10-29T14:11:07.263" v="856"/>
          <ac:inkMkLst>
            <pc:docMk/>
            <pc:sldMk cId="1205249829" sldId="265"/>
            <ac:inkMk id="56" creationId="{C257F96B-7DF6-7545-BBEA-CF3E13322B37}"/>
          </ac:inkMkLst>
        </pc:inkChg>
        <pc:inkChg chg="add topLvl">
          <ac:chgData name="Aggie Menezes" userId="74619c95fa3483c9" providerId="LiveId" clId="{6A46CFC1-D81F-9C46-BB3E-0BAFF4AC7CB5}" dt="2020-10-29T14:11:07.263" v="856"/>
          <ac:inkMkLst>
            <pc:docMk/>
            <pc:sldMk cId="1205249829" sldId="265"/>
            <ac:inkMk id="57" creationId="{FE87A4F4-F79B-FF40-9401-A5B6A735BB70}"/>
          </ac:inkMkLst>
        </pc:inkChg>
        <pc:inkChg chg="add topLvl">
          <ac:chgData name="Aggie Menezes" userId="74619c95fa3483c9" providerId="LiveId" clId="{6A46CFC1-D81F-9C46-BB3E-0BAFF4AC7CB5}" dt="2020-10-29T14:11:07.263" v="856"/>
          <ac:inkMkLst>
            <pc:docMk/>
            <pc:sldMk cId="1205249829" sldId="265"/>
            <ac:inkMk id="59" creationId="{A2EDB93C-581D-8649-AB32-0B054D8E5F0B}"/>
          </ac:inkMkLst>
        </pc:inkChg>
        <pc:inkChg chg="add topLvl">
          <ac:chgData name="Aggie Menezes" userId="74619c95fa3483c9" providerId="LiveId" clId="{6A46CFC1-D81F-9C46-BB3E-0BAFF4AC7CB5}" dt="2020-10-29T14:11:07.263" v="856"/>
          <ac:inkMkLst>
            <pc:docMk/>
            <pc:sldMk cId="1205249829" sldId="265"/>
            <ac:inkMk id="60" creationId="{4793316F-866B-224F-B5BA-E295F28B395E}"/>
          </ac:inkMkLst>
        </pc:inkChg>
        <pc:inkChg chg="add del">
          <ac:chgData name="Aggie Menezes" userId="74619c95fa3483c9" providerId="LiveId" clId="{6A46CFC1-D81F-9C46-BB3E-0BAFF4AC7CB5}" dt="2020-10-29T14:14:18.309" v="919" actId="478"/>
          <ac:inkMkLst>
            <pc:docMk/>
            <pc:sldMk cId="1205249829" sldId="265"/>
            <ac:inkMk id="62" creationId="{6CCD89B3-F201-284C-8358-A5952E26D68C}"/>
          </ac:inkMkLst>
        </pc:inkChg>
        <pc:inkChg chg="add del">
          <ac:chgData name="Aggie Menezes" userId="74619c95fa3483c9" providerId="LiveId" clId="{6A46CFC1-D81F-9C46-BB3E-0BAFF4AC7CB5}" dt="2020-10-29T14:14:20.873" v="920" actId="478"/>
          <ac:inkMkLst>
            <pc:docMk/>
            <pc:sldMk cId="1205249829" sldId="265"/>
            <ac:inkMk id="63" creationId="{6A07DA2D-B92B-9645-9629-CF79506D27AF}"/>
          </ac:inkMkLst>
        </pc:inkChg>
        <pc:inkChg chg="add">
          <ac:chgData name="Aggie Menezes" userId="74619c95fa3483c9" providerId="LiveId" clId="{6A46CFC1-D81F-9C46-BB3E-0BAFF4AC7CB5}" dt="2020-10-29T14:11:05.097" v="853"/>
          <ac:inkMkLst>
            <pc:docMk/>
            <pc:sldMk cId="1205249829" sldId="265"/>
            <ac:inkMk id="64" creationId="{DED37F87-27CA-9E42-9B49-6AC488C8BE93}"/>
          </ac:inkMkLst>
        </pc:inkChg>
        <pc:inkChg chg="add">
          <ac:chgData name="Aggie Menezes" userId="74619c95fa3483c9" providerId="LiveId" clId="{6A46CFC1-D81F-9C46-BB3E-0BAFF4AC7CB5}" dt="2020-10-29T14:11:05.817" v="854"/>
          <ac:inkMkLst>
            <pc:docMk/>
            <pc:sldMk cId="1205249829" sldId="265"/>
            <ac:inkMk id="65" creationId="{3F75C0AE-555C-854E-AC30-FAADFD893A34}"/>
          </ac:inkMkLst>
        </pc:inkChg>
        <pc:inkChg chg="add">
          <ac:chgData name="Aggie Menezes" userId="74619c95fa3483c9" providerId="LiveId" clId="{6A46CFC1-D81F-9C46-BB3E-0BAFF4AC7CB5}" dt="2020-10-29T14:11:06.488" v="855"/>
          <ac:inkMkLst>
            <pc:docMk/>
            <pc:sldMk cId="1205249829" sldId="265"/>
            <ac:inkMk id="66" creationId="{A7E53580-F307-6D48-9463-36AADCA60C22}"/>
          </ac:inkMkLst>
        </pc:inkChg>
        <pc:inkChg chg="add topLvl">
          <ac:chgData name="Aggie Menezes" userId="74619c95fa3483c9" providerId="LiveId" clId="{6A46CFC1-D81F-9C46-BB3E-0BAFF4AC7CB5}" dt="2020-10-29T14:11:54.661" v="877"/>
          <ac:inkMkLst>
            <pc:docMk/>
            <pc:sldMk cId="1205249829" sldId="265"/>
            <ac:inkMk id="68" creationId="{A4F872E6-195A-7148-BF67-FC6452CE9BCA}"/>
          </ac:inkMkLst>
        </pc:inkChg>
        <pc:inkChg chg="add topLvl">
          <ac:chgData name="Aggie Menezes" userId="74619c95fa3483c9" providerId="LiveId" clId="{6A46CFC1-D81F-9C46-BB3E-0BAFF4AC7CB5}" dt="2020-10-29T14:11:54.661" v="877"/>
          <ac:inkMkLst>
            <pc:docMk/>
            <pc:sldMk cId="1205249829" sldId="265"/>
            <ac:inkMk id="69" creationId="{32947AB7-2017-7048-9C40-02956812CB51}"/>
          </ac:inkMkLst>
        </pc:inkChg>
        <pc:inkChg chg="add topLvl">
          <ac:chgData name="Aggie Menezes" userId="74619c95fa3483c9" providerId="LiveId" clId="{6A46CFC1-D81F-9C46-BB3E-0BAFF4AC7CB5}" dt="2020-10-29T14:11:54.661" v="877"/>
          <ac:inkMkLst>
            <pc:docMk/>
            <pc:sldMk cId="1205249829" sldId="265"/>
            <ac:inkMk id="70" creationId="{FEDF9998-76BC-7842-A3CD-91F88C8D2BA2}"/>
          </ac:inkMkLst>
        </pc:inkChg>
        <pc:inkChg chg="add topLvl">
          <ac:chgData name="Aggie Menezes" userId="74619c95fa3483c9" providerId="LiveId" clId="{6A46CFC1-D81F-9C46-BB3E-0BAFF4AC7CB5}" dt="2020-10-29T14:11:54.661" v="877"/>
          <ac:inkMkLst>
            <pc:docMk/>
            <pc:sldMk cId="1205249829" sldId="265"/>
            <ac:inkMk id="71" creationId="{BE58319A-D92D-5642-B3D9-420501680B58}"/>
          </ac:inkMkLst>
        </pc:inkChg>
        <pc:inkChg chg="add topLvl">
          <ac:chgData name="Aggie Menezes" userId="74619c95fa3483c9" providerId="LiveId" clId="{6A46CFC1-D81F-9C46-BB3E-0BAFF4AC7CB5}" dt="2020-10-29T14:11:54.661" v="877"/>
          <ac:inkMkLst>
            <pc:docMk/>
            <pc:sldMk cId="1205249829" sldId="265"/>
            <ac:inkMk id="72" creationId="{0CA032BE-EAF7-1345-B5A0-57E824D79DCA}"/>
          </ac:inkMkLst>
        </pc:inkChg>
        <pc:inkChg chg="add topLvl">
          <ac:chgData name="Aggie Menezes" userId="74619c95fa3483c9" providerId="LiveId" clId="{6A46CFC1-D81F-9C46-BB3E-0BAFF4AC7CB5}" dt="2020-10-29T14:11:54.661" v="877"/>
          <ac:inkMkLst>
            <pc:docMk/>
            <pc:sldMk cId="1205249829" sldId="265"/>
            <ac:inkMk id="73" creationId="{8B01E99C-BA78-BF41-929D-083A59CD56BF}"/>
          </ac:inkMkLst>
        </pc:inkChg>
        <pc:inkChg chg="add topLvl">
          <ac:chgData name="Aggie Menezes" userId="74619c95fa3483c9" providerId="LiveId" clId="{6A46CFC1-D81F-9C46-BB3E-0BAFF4AC7CB5}" dt="2020-10-29T14:11:54.661" v="877"/>
          <ac:inkMkLst>
            <pc:docMk/>
            <pc:sldMk cId="1205249829" sldId="265"/>
            <ac:inkMk id="74" creationId="{CB2D2702-D844-7B4B-BA5D-06F94E51E09F}"/>
          </ac:inkMkLst>
        </pc:inkChg>
        <pc:inkChg chg="add topLvl">
          <ac:chgData name="Aggie Menezes" userId="74619c95fa3483c9" providerId="LiveId" clId="{6A46CFC1-D81F-9C46-BB3E-0BAFF4AC7CB5}" dt="2020-10-29T14:11:54.661" v="877"/>
          <ac:inkMkLst>
            <pc:docMk/>
            <pc:sldMk cId="1205249829" sldId="265"/>
            <ac:inkMk id="75" creationId="{38F491AC-8F32-4E47-BE06-BB2C99A77738}"/>
          </ac:inkMkLst>
        </pc:inkChg>
        <pc:inkChg chg="add topLvl">
          <ac:chgData name="Aggie Menezes" userId="74619c95fa3483c9" providerId="LiveId" clId="{6A46CFC1-D81F-9C46-BB3E-0BAFF4AC7CB5}" dt="2020-10-29T14:11:54.661" v="877"/>
          <ac:inkMkLst>
            <pc:docMk/>
            <pc:sldMk cId="1205249829" sldId="265"/>
            <ac:inkMk id="76" creationId="{4EB9C7A8-7CBA-3643-8A85-DEAE18461473}"/>
          </ac:inkMkLst>
        </pc:inkChg>
        <pc:inkChg chg="add topLvl">
          <ac:chgData name="Aggie Menezes" userId="74619c95fa3483c9" providerId="LiveId" clId="{6A46CFC1-D81F-9C46-BB3E-0BAFF4AC7CB5}" dt="2020-10-29T14:11:54.661" v="877"/>
          <ac:inkMkLst>
            <pc:docMk/>
            <pc:sldMk cId="1205249829" sldId="265"/>
            <ac:inkMk id="77" creationId="{FCB8B24F-5A8A-7B40-92D1-A80C08D9F185}"/>
          </ac:inkMkLst>
        </pc:inkChg>
        <pc:inkChg chg="add topLvl">
          <ac:chgData name="Aggie Menezes" userId="74619c95fa3483c9" providerId="LiveId" clId="{6A46CFC1-D81F-9C46-BB3E-0BAFF4AC7CB5}" dt="2020-10-29T14:11:54.661" v="877"/>
          <ac:inkMkLst>
            <pc:docMk/>
            <pc:sldMk cId="1205249829" sldId="265"/>
            <ac:inkMk id="78" creationId="{DBF66C74-E594-BE4B-BADD-21E10C739725}"/>
          </ac:inkMkLst>
        </pc:inkChg>
        <pc:inkChg chg="add topLvl">
          <ac:chgData name="Aggie Menezes" userId="74619c95fa3483c9" providerId="LiveId" clId="{6A46CFC1-D81F-9C46-BB3E-0BAFF4AC7CB5}" dt="2020-10-29T14:11:54.661" v="877"/>
          <ac:inkMkLst>
            <pc:docMk/>
            <pc:sldMk cId="1205249829" sldId="265"/>
            <ac:inkMk id="79" creationId="{E3EEB7D9-2026-044F-B494-4BFDA428D745}"/>
          </ac:inkMkLst>
        </pc:inkChg>
        <pc:inkChg chg="add topLvl">
          <ac:chgData name="Aggie Menezes" userId="74619c95fa3483c9" providerId="LiveId" clId="{6A46CFC1-D81F-9C46-BB3E-0BAFF4AC7CB5}" dt="2020-10-29T14:11:54.661" v="877"/>
          <ac:inkMkLst>
            <pc:docMk/>
            <pc:sldMk cId="1205249829" sldId="265"/>
            <ac:inkMk id="80" creationId="{59B1D3DF-C738-F84D-B605-7DF0B96E66A6}"/>
          </ac:inkMkLst>
        </pc:inkChg>
        <pc:inkChg chg="add">
          <ac:chgData name="Aggie Menezes" userId="74619c95fa3483c9" providerId="LiveId" clId="{6A46CFC1-D81F-9C46-BB3E-0BAFF4AC7CB5}" dt="2020-10-29T14:11:54.119" v="876"/>
          <ac:inkMkLst>
            <pc:docMk/>
            <pc:sldMk cId="1205249829" sldId="265"/>
            <ac:inkMk id="82" creationId="{4ADEAB43-8B19-4741-BF25-F72F5C495B0F}"/>
          </ac:inkMkLst>
        </pc:inkChg>
        <pc:inkChg chg="add topLvl">
          <ac:chgData name="Aggie Menezes" userId="74619c95fa3483c9" providerId="LiveId" clId="{6A46CFC1-D81F-9C46-BB3E-0BAFF4AC7CB5}" dt="2020-10-29T14:13:19.415" v="915"/>
          <ac:inkMkLst>
            <pc:docMk/>
            <pc:sldMk cId="1205249829" sldId="265"/>
            <ac:inkMk id="84" creationId="{4CB2899B-A7A6-164B-9D8F-F4E6912CBC21}"/>
          </ac:inkMkLst>
        </pc:inkChg>
        <pc:inkChg chg="add topLvl">
          <ac:chgData name="Aggie Menezes" userId="74619c95fa3483c9" providerId="LiveId" clId="{6A46CFC1-D81F-9C46-BB3E-0BAFF4AC7CB5}" dt="2020-10-29T14:13:19.415" v="915"/>
          <ac:inkMkLst>
            <pc:docMk/>
            <pc:sldMk cId="1205249829" sldId="265"/>
            <ac:inkMk id="85" creationId="{312062DB-2061-9948-A928-6955710FAC7C}"/>
          </ac:inkMkLst>
        </pc:inkChg>
        <pc:inkChg chg="add topLvl">
          <ac:chgData name="Aggie Menezes" userId="74619c95fa3483c9" providerId="LiveId" clId="{6A46CFC1-D81F-9C46-BB3E-0BAFF4AC7CB5}" dt="2020-10-29T14:13:19.415" v="915"/>
          <ac:inkMkLst>
            <pc:docMk/>
            <pc:sldMk cId="1205249829" sldId="265"/>
            <ac:inkMk id="86" creationId="{09D379BB-6C68-E344-819B-C74139482535}"/>
          </ac:inkMkLst>
        </pc:inkChg>
        <pc:inkChg chg="add topLvl">
          <ac:chgData name="Aggie Menezes" userId="74619c95fa3483c9" providerId="LiveId" clId="{6A46CFC1-D81F-9C46-BB3E-0BAFF4AC7CB5}" dt="2020-10-29T14:13:19.415" v="915"/>
          <ac:inkMkLst>
            <pc:docMk/>
            <pc:sldMk cId="1205249829" sldId="265"/>
            <ac:inkMk id="88" creationId="{CC1AA02A-B020-6043-A7D5-2D33B3D35F0D}"/>
          </ac:inkMkLst>
        </pc:inkChg>
        <pc:inkChg chg="add topLvl">
          <ac:chgData name="Aggie Menezes" userId="74619c95fa3483c9" providerId="LiveId" clId="{6A46CFC1-D81F-9C46-BB3E-0BAFF4AC7CB5}" dt="2020-10-29T14:13:19.415" v="915"/>
          <ac:inkMkLst>
            <pc:docMk/>
            <pc:sldMk cId="1205249829" sldId="265"/>
            <ac:inkMk id="89" creationId="{53CA5144-1700-CF45-9C47-85630BAB883F}"/>
          </ac:inkMkLst>
        </pc:inkChg>
        <pc:inkChg chg="add topLvl">
          <ac:chgData name="Aggie Menezes" userId="74619c95fa3483c9" providerId="LiveId" clId="{6A46CFC1-D81F-9C46-BB3E-0BAFF4AC7CB5}" dt="2020-10-29T14:13:19.415" v="915"/>
          <ac:inkMkLst>
            <pc:docMk/>
            <pc:sldMk cId="1205249829" sldId="265"/>
            <ac:inkMk id="90" creationId="{041BA461-5855-554B-9733-CB4E290D5D74}"/>
          </ac:inkMkLst>
        </pc:inkChg>
        <pc:inkChg chg="add topLvl">
          <ac:chgData name="Aggie Menezes" userId="74619c95fa3483c9" providerId="LiveId" clId="{6A46CFC1-D81F-9C46-BB3E-0BAFF4AC7CB5}" dt="2020-10-29T14:13:19.415" v="915"/>
          <ac:inkMkLst>
            <pc:docMk/>
            <pc:sldMk cId="1205249829" sldId="265"/>
            <ac:inkMk id="91" creationId="{C841EB35-ADE5-5E40-92A9-F9A4838AD9F7}"/>
          </ac:inkMkLst>
        </pc:inkChg>
        <pc:inkChg chg="add topLvl">
          <ac:chgData name="Aggie Menezes" userId="74619c95fa3483c9" providerId="LiveId" clId="{6A46CFC1-D81F-9C46-BB3E-0BAFF4AC7CB5}" dt="2020-10-29T14:13:19.415" v="915"/>
          <ac:inkMkLst>
            <pc:docMk/>
            <pc:sldMk cId="1205249829" sldId="265"/>
            <ac:inkMk id="92" creationId="{AD4E1200-E8DA-F048-9DC1-2334CAED7971}"/>
          </ac:inkMkLst>
        </pc:inkChg>
        <pc:inkChg chg="add topLvl">
          <ac:chgData name="Aggie Menezes" userId="74619c95fa3483c9" providerId="LiveId" clId="{6A46CFC1-D81F-9C46-BB3E-0BAFF4AC7CB5}" dt="2020-10-29T14:13:19.415" v="915"/>
          <ac:inkMkLst>
            <pc:docMk/>
            <pc:sldMk cId="1205249829" sldId="265"/>
            <ac:inkMk id="93" creationId="{A8288522-9AD7-B245-8DBD-7C3D22903195}"/>
          </ac:inkMkLst>
        </pc:inkChg>
        <pc:inkChg chg="add topLvl">
          <ac:chgData name="Aggie Menezes" userId="74619c95fa3483c9" providerId="LiveId" clId="{6A46CFC1-D81F-9C46-BB3E-0BAFF4AC7CB5}" dt="2020-10-29T14:13:19.415" v="915"/>
          <ac:inkMkLst>
            <pc:docMk/>
            <pc:sldMk cId="1205249829" sldId="265"/>
            <ac:inkMk id="94" creationId="{264BCB3A-5E62-1241-B236-D14A00AAED41}"/>
          </ac:inkMkLst>
        </pc:inkChg>
        <pc:inkChg chg="add topLvl">
          <ac:chgData name="Aggie Menezes" userId="74619c95fa3483c9" providerId="LiveId" clId="{6A46CFC1-D81F-9C46-BB3E-0BAFF4AC7CB5}" dt="2020-10-29T14:13:19.415" v="915"/>
          <ac:inkMkLst>
            <pc:docMk/>
            <pc:sldMk cId="1205249829" sldId="265"/>
            <ac:inkMk id="96" creationId="{898D7995-9B8C-7D4D-B330-92B9E00ACE22}"/>
          </ac:inkMkLst>
        </pc:inkChg>
        <pc:inkChg chg="add topLvl">
          <ac:chgData name="Aggie Menezes" userId="74619c95fa3483c9" providerId="LiveId" clId="{6A46CFC1-D81F-9C46-BB3E-0BAFF4AC7CB5}" dt="2020-10-29T14:13:19.415" v="915"/>
          <ac:inkMkLst>
            <pc:docMk/>
            <pc:sldMk cId="1205249829" sldId="265"/>
            <ac:inkMk id="97" creationId="{175444FA-0F45-FC43-9333-B44813E1610A}"/>
          </ac:inkMkLst>
        </pc:inkChg>
        <pc:inkChg chg="add topLvl">
          <ac:chgData name="Aggie Menezes" userId="74619c95fa3483c9" providerId="LiveId" clId="{6A46CFC1-D81F-9C46-BB3E-0BAFF4AC7CB5}" dt="2020-10-29T14:13:19.415" v="915"/>
          <ac:inkMkLst>
            <pc:docMk/>
            <pc:sldMk cId="1205249829" sldId="265"/>
            <ac:inkMk id="98" creationId="{C9FBB15D-F3B0-AD4C-9526-FF999CE9C1F8}"/>
          </ac:inkMkLst>
        </pc:inkChg>
        <pc:inkChg chg="add topLvl">
          <ac:chgData name="Aggie Menezes" userId="74619c95fa3483c9" providerId="LiveId" clId="{6A46CFC1-D81F-9C46-BB3E-0BAFF4AC7CB5}" dt="2020-10-29T14:13:19.415" v="915"/>
          <ac:inkMkLst>
            <pc:docMk/>
            <pc:sldMk cId="1205249829" sldId="265"/>
            <ac:inkMk id="100" creationId="{F67BA7BD-EE68-4149-BD58-86E88ACA3F2B}"/>
          </ac:inkMkLst>
        </pc:inkChg>
        <pc:inkChg chg="add del">
          <ac:chgData name="Aggie Menezes" userId="74619c95fa3483c9" providerId="LiveId" clId="{6A46CFC1-D81F-9C46-BB3E-0BAFF4AC7CB5}" dt="2020-10-29T14:14:28.394" v="922" actId="478"/>
          <ac:inkMkLst>
            <pc:docMk/>
            <pc:sldMk cId="1205249829" sldId="265"/>
            <ac:inkMk id="102" creationId="{82CF682A-0541-D041-8996-E89C9819C89A}"/>
          </ac:inkMkLst>
        </pc:inkChg>
        <pc:inkChg chg="add topLvl">
          <ac:chgData name="Aggie Menezes" userId="74619c95fa3483c9" providerId="LiveId" clId="{6A46CFC1-D81F-9C46-BB3E-0BAFF4AC7CB5}" dt="2020-10-29T14:13:01.313" v="906"/>
          <ac:inkMkLst>
            <pc:docMk/>
            <pc:sldMk cId="1205249829" sldId="265"/>
            <ac:inkMk id="103" creationId="{8E353C97-5D00-3C43-954C-2F4D7FF692D8}"/>
          </ac:inkMkLst>
        </pc:inkChg>
        <pc:inkChg chg="add topLvl">
          <ac:chgData name="Aggie Menezes" userId="74619c95fa3483c9" providerId="LiveId" clId="{6A46CFC1-D81F-9C46-BB3E-0BAFF4AC7CB5}" dt="2020-10-29T14:13:01.313" v="906"/>
          <ac:inkMkLst>
            <pc:docMk/>
            <pc:sldMk cId="1205249829" sldId="265"/>
            <ac:inkMk id="104" creationId="{D4477F3D-C4FD-6E45-9F51-DE2EF27BCBC5}"/>
          </ac:inkMkLst>
        </pc:inkChg>
        <pc:inkChg chg="add topLvl">
          <ac:chgData name="Aggie Menezes" userId="74619c95fa3483c9" providerId="LiveId" clId="{6A46CFC1-D81F-9C46-BB3E-0BAFF4AC7CB5}" dt="2020-10-29T14:13:01.313" v="906"/>
          <ac:inkMkLst>
            <pc:docMk/>
            <pc:sldMk cId="1205249829" sldId="265"/>
            <ac:inkMk id="106" creationId="{CF9C8A39-A2E9-2442-BD93-560F5CD913C9}"/>
          </ac:inkMkLst>
        </pc:inkChg>
        <pc:inkChg chg="add topLvl">
          <ac:chgData name="Aggie Menezes" userId="74619c95fa3483c9" providerId="LiveId" clId="{6A46CFC1-D81F-9C46-BB3E-0BAFF4AC7CB5}" dt="2020-10-29T14:13:01.313" v="906"/>
          <ac:inkMkLst>
            <pc:docMk/>
            <pc:sldMk cId="1205249829" sldId="265"/>
            <ac:inkMk id="107" creationId="{097703C0-B353-5043-BF7A-D3A64D45C45C}"/>
          </ac:inkMkLst>
        </pc:inkChg>
        <pc:inkChg chg="add topLvl">
          <ac:chgData name="Aggie Menezes" userId="74619c95fa3483c9" providerId="LiveId" clId="{6A46CFC1-D81F-9C46-BB3E-0BAFF4AC7CB5}" dt="2020-10-29T14:13:01.313" v="906"/>
          <ac:inkMkLst>
            <pc:docMk/>
            <pc:sldMk cId="1205249829" sldId="265"/>
            <ac:inkMk id="108" creationId="{51DF2589-4BEA-AD4F-B49D-7A024C9D944F}"/>
          </ac:inkMkLst>
        </pc:inkChg>
        <pc:inkChg chg="add topLvl">
          <ac:chgData name="Aggie Menezes" userId="74619c95fa3483c9" providerId="LiveId" clId="{6A46CFC1-D81F-9C46-BB3E-0BAFF4AC7CB5}" dt="2020-10-29T14:13:01.313" v="906"/>
          <ac:inkMkLst>
            <pc:docMk/>
            <pc:sldMk cId="1205249829" sldId="265"/>
            <ac:inkMk id="109" creationId="{95D63C21-8DEC-1C4D-B66B-6260110235D8}"/>
          </ac:inkMkLst>
        </pc:inkChg>
        <pc:inkChg chg="add">
          <ac:chgData name="Aggie Menezes" userId="74619c95fa3483c9" providerId="LiveId" clId="{6A46CFC1-D81F-9C46-BB3E-0BAFF4AC7CB5}" dt="2020-10-29T14:13:00.794" v="905"/>
          <ac:inkMkLst>
            <pc:docMk/>
            <pc:sldMk cId="1205249829" sldId="265"/>
            <ac:inkMk id="111" creationId="{775DBF6C-809B-5747-83BD-AF37D1288475}"/>
          </ac:inkMkLst>
        </pc:inkChg>
        <pc:inkChg chg="add topLvl">
          <ac:chgData name="Aggie Menezes" userId="74619c95fa3483c9" providerId="LiveId" clId="{6A46CFC1-D81F-9C46-BB3E-0BAFF4AC7CB5}" dt="2020-10-29T14:13:19.415" v="915"/>
          <ac:inkMkLst>
            <pc:docMk/>
            <pc:sldMk cId="1205249829" sldId="265"/>
            <ac:inkMk id="113" creationId="{488F0911-E9A4-6C43-B151-659EE28B390C}"/>
          </ac:inkMkLst>
        </pc:inkChg>
        <pc:inkChg chg="add topLvl">
          <ac:chgData name="Aggie Menezes" userId="74619c95fa3483c9" providerId="LiveId" clId="{6A46CFC1-D81F-9C46-BB3E-0BAFF4AC7CB5}" dt="2020-10-29T14:13:19.415" v="915"/>
          <ac:inkMkLst>
            <pc:docMk/>
            <pc:sldMk cId="1205249829" sldId="265"/>
            <ac:inkMk id="114" creationId="{A6EAD386-FD1B-F74A-923A-D01FB1DD8003}"/>
          </ac:inkMkLst>
        </pc:inkChg>
        <pc:inkChg chg="add topLvl">
          <ac:chgData name="Aggie Menezes" userId="74619c95fa3483c9" providerId="LiveId" clId="{6A46CFC1-D81F-9C46-BB3E-0BAFF4AC7CB5}" dt="2020-10-29T14:13:19.415" v="915"/>
          <ac:inkMkLst>
            <pc:docMk/>
            <pc:sldMk cId="1205249829" sldId="265"/>
            <ac:inkMk id="115" creationId="{A14D8B17-4F56-484F-BFB9-98D533B894AA}"/>
          </ac:inkMkLst>
        </pc:inkChg>
        <pc:inkChg chg="add topLvl">
          <ac:chgData name="Aggie Menezes" userId="74619c95fa3483c9" providerId="LiveId" clId="{6A46CFC1-D81F-9C46-BB3E-0BAFF4AC7CB5}" dt="2020-10-29T14:13:19.415" v="915"/>
          <ac:inkMkLst>
            <pc:docMk/>
            <pc:sldMk cId="1205249829" sldId="265"/>
            <ac:inkMk id="116" creationId="{CD58453A-FD31-674E-9222-BA713A10992E}"/>
          </ac:inkMkLst>
        </pc:inkChg>
        <pc:inkChg chg="add">
          <ac:chgData name="Aggie Menezes" userId="74619c95fa3483c9" providerId="LiveId" clId="{6A46CFC1-D81F-9C46-BB3E-0BAFF4AC7CB5}" dt="2020-10-29T14:13:17.230" v="912"/>
          <ac:inkMkLst>
            <pc:docMk/>
            <pc:sldMk cId="1205249829" sldId="265"/>
            <ac:inkMk id="118" creationId="{6344187B-B3A6-E84B-B666-D0AD6DD751B5}"/>
          </ac:inkMkLst>
        </pc:inkChg>
        <pc:inkChg chg="add">
          <ac:chgData name="Aggie Menezes" userId="74619c95fa3483c9" providerId="LiveId" clId="{6A46CFC1-D81F-9C46-BB3E-0BAFF4AC7CB5}" dt="2020-10-29T14:13:17.817" v="913"/>
          <ac:inkMkLst>
            <pc:docMk/>
            <pc:sldMk cId="1205249829" sldId="265"/>
            <ac:inkMk id="119" creationId="{032F2E4E-4844-234D-A545-6CC0A708834B}"/>
          </ac:inkMkLst>
        </pc:inkChg>
        <pc:inkChg chg="add">
          <ac:chgData name="Aggie Menezes" userId="74619c95fa3483c9" providerId="LiveId" clId="{6A46CFC1-D81F-9C46-BB3E-0BAFF4AC7CB5}" dt="2020-10-29T14:13:18.368" v="914"/>
          <ac:inkMkLst>
            <pc:docMk/>
            <pc:sldMk cId="1205249829" sldId="265"/>
            <ac:inkMk id="120" creationId="{F9760D6F-5DE6-2542-8DA8-4FE5500FC0F9}"/>
          </ac:inkMkLst>
        </pc:inkChg>
        <pc:inkChg chg="add del">
          <ac:chgData name="Aggie Menezes" userId="74619c95fa3483c9" providerId="LiveId" clId="{6A46CFC1-D81F-9C46-BB3E-0BAFF4AC7CB5}" dt="2020-10-29T14:16:04.180" v="944" actId="478"/>
          <ac:inkMkLst>
            <pc:docMk/>
            <pc:sldMk cId="1205249829" sldId="265"/>
            <ac:inkMk id="122" creationId="{E7729BE9-7D93-2849-BE88-45C5F069AADA}"/>
          </ac:inkMkLst>
        </pc:inkChg>
        <pc:inkChg chg="add">
          <ac:chgData name="Aggie Menezes" userId="74619c95fa3483c9" providerId="LiveId" clId="{6A46CFC1-D81F-9C46-BB3E-0BAFF4AC7CB5}" dt="2020-10-29T14:15:06.981" v="924"/>
          <ac:inkMkLst>
            <pc:docMk/>
            <pc:sldMk cId="1205249829" sldId="265"/>
            <ac:inkMk id="123" creationId="{FA63175B-A059-BE40-BC33-4090E2ABC0FE}"/>
          </ac:inkMkLst>
        </pc:inkChg>
        <pc:inkChg chg="add">
          <ac:chgData name="Aggie Menezes" userId="74619c95fa3483c9" providerId="LiveId" clId="{6A46CFC1-D81F-9C46-BB3E-0BAFF4AC7CB5}" dt="2020-10-29T14:15:07.886" v="925"/>
          <ac:inkMkLst>
            <pc:docMk/>
            <pc:sldMk cId="1205249829" sldId="265"/>
            <ac:inkMk id="124" creationId="{CDAFF8CE-A47B-0648-ADEA-3617B8DF5B3F}"/>
          </ac:inkMkLst>
        </pc:inkChg>
        <pc:inkChg chg="add">
          <ac:chgData name="Aggie Menezes" userId="74619c95fa3483c9" providerId="LiveId" clId="{6A46CFC1-D81F-9C46-BB3E-0BAFF4AC7CB5}" dt="2020-10-29T14:15:08.549" v="926"/>
          <ac:inkMkLst>
            <pc:docMk/>
            <pc:sldMk cId="1205249829" sldId="265"/>
            <ac:inkMk id="125" creationId="{DA3C1E95-C3D4-B646-81BA-52F61C697235}"/>
          </ac:inkMkLst>
        </pc:inkChg>
        <pc:inkChg chg="add">
          <ac:chgData name="Aggie Menezes" userId="74619c95fa3483c9" providerId="LiveId" clId="{6A46CFC1-D81F-9C46-BB3E-0BAFF4AC7CB5}" dt="2020-10-29T14:15:09.198" v="927"/>
          <ac:inkMkLst>
            <pc:docMk/>
            <pc:sldMk cId="1205249829" sldId="265"/>
            <ac:inkMk id="126" creationId="{6722F4CE-7F0F-6240-A63E-6E359021F807}"/>
          </ac:inkMkLst>
        </pc:inkChg>
        <pc:inkChg chg="add topLvl">
          <ac:chgData name="Aggie Menezes" userId="74619c95fa3483c9" providerId="LiveId" clId="{6A46CFC1-D81F-9C46-BB3E-0BAFF4AC7CB5}" dt="2020-10-29T14:15:20.024" v="934"/>
          <ac:inkMkLst>
            <pc:docMk/>
            <pc:sldMk cId="1205249829" sldId="265"/>
            <ac:inkMk id="128" creationId="{DDA49752-04E9-7348-BD57-FB561F8E6F87}"/>
          </ac:inkMkLst>
        </pc:inkChg>
        <pc:inkChg chg="add topLvl">
          <ac:chgData name="Aggie Menezes" userId="74619c95fa3483c9" providerId="LiveId" clId="{6A46CFC1-D81F-9C46-BB3E-0BAFF4AC7CB5}" dt="2020-10-29T14:15:20.024" v="934"/>
          <ac:inkMkLst>
            <pc:docMk/>
            <pc:sldMk cId="1205249829" sldId="265"/>
            <ac:inkMk id="129" creationId="{5F51D957-1CE9-2641-A3E4-20A98C87F68D}"/>
          </ac:inkMkLst>
        </pc:inkChg>
        <pc:inkChg chg="add">
          <ac:chgData name="Aggie Menezes" userId="74619c95fa3483c9" providerId="LiveId" clId="{6A46CFC1-D81F-9C46-BB3E-0BAFF4AC7CB5}" dt="2020-10-29T14:15:17.911" v="932"/>
          <ac:inkMkLst>
            <pc:docMk/>
            <pc:sldMk cId="1205249829" sldId="265"/>
            <ac:inkMk id="131" creationId="{EC96619C-8DAD-E341-8E9A-1629FB93151D}"/>
          </ac:inkMkLst>
        </pc:inkChg>
        <pc:inkChg chg="add">
          <ac:chgData name="Aggie Menezes" userId="74619c95fa3483c9" providerId="LiveId" clId="{6A46CFC1-D81F-9C46-BB3E-0BAFF4AC7CB5}" dt="2020-10-29T14:15:19.081" v="933"/>
          <ac:inkMkLst>
            <pc:docMk/>
            <pc:sldMk cId="1205249829" sldId="265"/>
            <ac:inkMk id="132" creationId="{B59C82B0-BD44-7A42-97DA-B16FA6542CBA}"/>
          </ac:inkMkLst>
        </pc:inkChg>
        <pc:inkChg chg="add topLvl">
          <ac:chgData name="Aggie Menezes" userId="74619c95fa3483c9" providerId="LiveId" clId="{6A46CFC1-D81F-9C46-BB3E-0BAFF4AC7CB5}" dt="2020-10-29T14:15:35.800" v="941"/>
          <ac:inkMkLst>
            <pc:docMk/>
            <pc:sldMk cId="1205249829" sldId="265"/>
            <ac:inkMk id="134" creationId="{4059A477-77C7-4049-BAE8-E689919F0F8E}"/>
          </ac:inkMkLst>
        </pc:inkChg>
        <pc:inkChg chg="add topLvl">
          <ac:chgData name="Aggie Menezes" userId="74619c95fa3483c9" providerId="LiveId" clId="{6A46CFC1-D81F-9C46-BB3E-0BAFF4AC7CB5}" dt="2020-10-29T14:15:35.800" v="941"/>
          <ac:inkMkLst>
            <pc:docMk/>
            <pc:sldMk cId="1205249829" sldId="265"/>
            <ac:inkMk id="135" creationId="{CB36D364-047D-FF4B-809D-19EBA6D82B7C}"/>
          </ac:inkMkLst>
        </pc:inkChg>
        <pc:inkChg chg="add topLvl">
          <ac:chgData name="Aggie Menezes" userId="74619c95fa3483c9" providerId="LiveId" clId="{6A46CFC1-D81F-9C46-BB3E-0BAFF4AC7CB5}" dt="2020-10-29T14:15:35.800" v="941"/>
          <ac:inkMkLst>
            <pc:docMk/>
            <pc:sldMk cId="1205249829" sldId="265"/>
            <ac:inkMk id="136" creationId="{CCBDBD5B-0DE0-E54B-86C9-ABE23E8BF0A6}"/>
          </ac:inkMkLst>
        </pc:inkChg>
        <pc:inkChg chg="add topLvl">
          <ac:chgData name="Aggie Menezes" userId="74619c95fa3483c9" providerId="LiveId" clId="{6A46CFC1-D81F-9C46-BB3E-0BAFF4AC7CB5}" dt="2020-10-29T14:15:35.800" v="941"/>
          <ac:inkMkLst>
            <pc:docMk/>
            <pc:sldMk cId="1205249829" sldId="265"/>
            <ac:inkMk id="137" creationId="{33BE4346-AE60-A145-80C5-24D3FDA371C4}"/>
          </ac:inkMkLst>
        </pc:inkChg>
        <pc:inkChg chg="add">
          <ac:chgData name="Aggie Menezes" userId="74619c95fa3483c9" providerId="LiveId" clId="{6A46CFC1-D81F-9C46-BB3E-0BAFF4AC7CB5}" dt="2020-10-29T14:15:35.265" v="940"/>
          <ac:inkMkLst>
            <pc:docMk/>
            <pc:sldMk cId="1205249829" sldId="265"/>
            <ac:inkMk id="139" creationId="{2F77D665-5D66-2442-836C-A6AB2A30FA38}"/>
          </ac:inkMkLst>
        </pc:inkChg>
      </pc:sldChg>
      <pc:sldChg chg="addSp delSp">
        <pc:chgData name="Aggie Menezes" userId="74619c95fa3483c9" providerId="LiveId" clId="{6A46CFC1-D81F-9C46-BB3E-0BAFF4AC7CB5}" dt="2020-10-29T15:49:08.089" v="2044"/>
        <pc:sldMkLst>
          <pc:docMk/>
          <pc:sldMk cId="2353975964" sldId="269"/>
        </pc:sldMkLst>
        <pc:grpChg chg="add del">
          <ac:chgData name="Aggie Menezes" userId="74619c95fa3483c9" providerId="LiveId" clId="{6A46CFC1-D81F-9C46-BB3E-0BAFF4AC7CB5}" dt="2020-10-29T15:31:19.426" v="1872"/>
          <ac:grpSpMkLst>
            <pc:docMk/>
            <pc:sldMk cId="2353975964" sldId="269"/>
            <ac:grpSpMk id="7" creationId="{2AD0FF64-4C8F-E647-9445-4374DB19165B}"/>
          </ac:grpSpMkLst>
        </pc:grpChg>
        <pc:grpChg chg="add">
          <ac:chgData name="Aggie Menezes" userId="74619c95fa3483c9" providerId="LiveId" clId="{6A46CFC1-D81F-9C46-BB3E-0BAFF4AC7CB5}" dt="2020-10-29T15:31:19.426" v="1872"/>
          <ac:grpSpMkLst>
            <pc:docMk/>
            <pc:sldMk cId="2353975964" sldId="269"/>
            <ac:grpSpMk id="16" creationId="{2BE991EF-218C-FA4F-A3DF-1BF9B6124751}"/>
          </ac:grpSpMkLst>
        </pc:grpChg>
        <pc:grpChg chg="add">
          <ac:chgData name="Aggie Menezes" userId="74619c95fa3483c9" providerId="LiveId" clId="{6A46CFC1-D81F-9C46-BB3E-0BAFF4AC7CB5}" dt="2020-10-29T15:46:57.516" v="1949"/>
          <ac:grpSpMkLst>
            <pc:docMk/>
            <pc:sldMk cId="2353975964" sldId="269"/>
            <ac:grpSpMk id="28" creationId="{F21C17AD-6CC9-F64B-BEDB-17C6C153E78F}"/>
          </ac:grpSpMkLst>
        </pc:grpChg>
        <pc:grpChg chg="add">
          <ac:chgData name="Aggie Menezes" userId="74619c95fa3483c9" providerId="LiveId" clId="{6A46CFC1-D81F-9C46-BB3E-0BAFF4AC7CB5}" dt="2020-10-29T15:47:04.242" v="1959"/>
          <ac:grpSpMkLst>
            <pc:docMk/>
            <pc:sldMk cId="2353975964" sldId="269"/>
            <ac:grpSpMk id="38" creationId="{D8E224D1-091F-724C-B049-208F4EEBE61C}"/>
          </ac:grpSpMkLst>
        </pc:grpChg>
        <pc:grpChg chg="add">
          <ac:chgData name="Aggie Menezes" userId="74619c95fa3483c9" providerId="LiveId" clId="{6A46CFC1-D81F-9C46-BB3E-0BAFF4AC7CB5}" dt="2020-10-29T15:47:04.242" v="1959"/>
          <ac:grpSpMkLst>
            <pc:docMk/>
            <pc:sldMk cId="2353975964" sldId="269"/>
            <ac:grpSpMk id="39" creationId="{A9E84BF9-2ECB-124E-AA88-51BDF7BF926F}"/>
          </ac:grpSpMkLst>
        </pc:grpChg>
        <pc:grpChg chg="add del">
          <ac:chgData name="Aggie Menezes" userId="74619c95fa3483c9" providerId="LiveId" clId="{6A46CFC1-D81F-9C46-BB3E-0BAFF4AC7CB5}" dt="2020-10-29T15:47:18.569" v="1975"/>
          <ac:grpSpMkLst>
            <pc:docMk/>
            <pc:sldMk cId="2353975964" sldId="269"/>
            <ac:grpSpMk id="45" creationId="{96F2D9DE-7193-5E45-992B-6886C673F20E}"/>
          </ac:grpSpMkLst>
        </pc:grpChg>
        <pc:grpChg chg="add del">
          <ac:chgData name="Aggie Menezes" userId="74619c95fa3483c9" providerId="LiveId" clId="{6A46CFC1-D81F-9C46-BB3E-0BAFF4AC7CB5}" dt="2020-10-29T15:47:27.121" v="1978"/>
          <ac:grpSpMkLst>
            <pc:docMk/>
            <pc:sldMk cId="2353975964" sldId="269"/>
            <ac:grpSpMk id="55" creationId="{7FF921D9-2A6D-EE49-9906-8B309C7338E4}"/>
          </ac:grpSpMkLst>
        </pc:grpChg>
        <pc:grpChg chg="add del">
          <ac:chgData name="Aggie Menezes" userId="74619c95fa3483c9" providerId="LiveId" clId="{6A46CFC1-D81F-9C46-BB3E-0BAFF4AC7CB5}" dt="2020-10-29T15:47:33.703" v="1980"/>
          <ac:grpSpMkLst>
            <pc:docMk/>
            <pc:sldMk cId="2353975964" sldId="269"/>
            <ac:grpSpMk id="58" creationId="{633596E8-B25B-3E4E-A68B-D55AE204EE2E}"/>
          </ac:grpSpMkLst>
        </pc:grpChg>
        <pc:grpChg chg="add">
          <ac:chgData name="Aggie Menezes" userId="74619c95fa3483c9" providerId="LiveId" clId="{6A46CFC1-D81F-9C46-BB3E-0BAFF4AC7CB5}" dt="2020-10-29T15:47:33.703" v="1980"/>
          <ac:grpSpMkLst>
            <pc:docMk/>
            <pc:sldMk cId="2353975964" sldId="269"/>
            <ac:grpSpMk id="60" creationId="{C11E49AC-0E2F-A242-8BC3-44DA7E13CC63}"/>
          </ac:grpSpMkLst>
        </pc:grpChg>
        <pc:grpChg chg="add del">
          <ac:chgData name="Aggie Menezes" userId="74619c95fa3483c9" providerId="LiveId" clId="{6A46CFC1-D81F-9C46-BB3E-0BAFF4AC7CB5}" dt="2020-10-29T15:47:57.641" v="1991"/>
          <ac:grpSpMkLst>
            <pc:docMk/>
            <pc:sldMk cId="2353975964" sldId="269"/>
            <ac:grpSpMk id="64" creationId="{9C2664DE-9FEE-BC4C-B345-D32B38CA15D6}"/>
          </ac:grpSpMkLst>
        </pc:grpChg>
        <pc:grpChg chg="add">
          <ac:chgData name="Aggie Menezes" userId="74619c95fa3483c9" providerId="LiveId" clId="{6A46CFC1-D81F-9C46-BB3E-0BAFF4AC7CB5}" dt="2020-10-29T15:47:57.641" v="1991"/>
          <ac:grpSpMkLst>
            <pc:docMk/>
            <pc:sldMk cId="2353975964" sldId="269"/>
            <ac:grpSpMk id="71" creationId="{D07FD93B-0BBD-5F45-B725-39CEA4178427}"/>
          </ac:grpSpMkLst>
        </pc:grpChg>
        <pc:grpChg chg="add">
          <ac:chgData name="Aggie Menezes" userId="74619c95fa3483c9" providerId="LiveId" clId="{6A46CFC1-D81F-9C46-BB3E-0BAFF4AC7CB5}" dt="2020-10-29T15:48:35.373" v="2002"/>
          <ac:grpSpMkLst>
            <pc:docMk/>
            <pc:sldMk cId="2353975964" sldId="269"/>
            <ac:grpSpMk id="82" creationId="{3FB37AC9-1BCE-F947-8ED7-F62D22BDEA6E}"/>
          </ac:grpSpMkLst>
        </pc:grpChg>
        <pc:grpChg chg="add">
          <ac:chgData name="Aggie Menezes" userId="74619c95fa3483c9" providerId="LiveId" clId="{6A46CFC1-D81F-9C46-BB3E-0BAFF4AC7CB5}" dt="2020-10-29T15:48:35.373" v="2002"/>
          <ac:grpSpMkLst>
            <pc:docMk/>
            <pc:sldMk cId="2353975964" sldId="269"/>
            <ac:grpSpMk id="83" creationId="{D38A7E70-E2C1-E949-89A6-5DBDF4280764}"/>
          </ac:grpSpMkLst>
        </pc:grpChg>
        <pc:grpChg chg="add del">
          <ac:chgData name="Aggie Menezes" userId="74619c95fa3483c9" providerId="LiveId" clId="{6A46CFC1-D81F-9C46-BB3E-0BAFF4AC7CB5}" dt="2020-10-29T15:48:40.387" v="2013"/>
          <ac:grpSpMkLst>
            <pc:docMk/>
            <pc:sldMk cId="2353975964" sldId="269"/>
            <ac:grpSpMk id="87" creationId="{A1A668AD-4198-3D4D-818D-38E0298C79E8}"/>
          </ac:grpSpMkLst>
        </pc:grpChg>
        <pc:grpChg chg="add">
          <ac:chgData name="Aggie Menezes" userId="74619c95fa3483c9" providerId="LiveId" clId="{6A46CFC1-D81F-9C46-BB3E-0BAFF4AC7CB5}" dt="2020-10-29T15:48:40.387" v="2013"/>
          <ac:grpSpMkLst>
            <pc:docMk/>
            <pc:sldMk cId="2353975964" sldId="269"/>
            <ac:grpSpMk id="94" creationId="{638738D6-6D18-964E-8262-1099762CAEF6}"/>
          </ac:grpSpMkLst>
        </pc:grpChg>
        <pc:grpChg chg="add">
          <ac:chgData name="Aggie Menezes" userId="74619c95fa3483c9" providerId="LiveId" clId="{6A46CFC1-D81F-9C46-BB3E-0BAFF4AC7CB5}" dt="2020-10-29T15:48:40.387" v="2013"/>
          <ac:grpSpMkLst>
            <pc:docMk/>
            <pc:sldMk cId="2353975964" sldId="269"/>
            <ac:grpSpMk id="95" creationId="{8819CD9C-F03A-8441-A779-F8262C43A3BD}"/>
          </ac:grpSpMkLst>
        </pc:grpChg>
        <pc:grpChg chg="add">
          <ac:chgData name="Aggie Menezes" userId="74619c95fa3483c9" providerId="LiveId" clId="{6A46CFC1-D81F-9C46-BB3E-0BAFF4AC7CB5}" dt="2020-10-29T15:48:45.029" v="2018"/>
          <ac:grpSpMkLst>
            <pc:docMk/>
            <pc:sldMk cId="2353975964" sldId="269"/>
            <ac:grpSpMk id="100" creationId="{E5058CB0-D8CD-1A4E-9C67-63BAC0A5197A}"/>
          </ac:grpSpMkLst>
        </pc:grpChg>
        <pc:grpChg chg="add">
          <ac:chgData name="Aggie Menezes" userId="74619c95fa3483c9" providerId="LiveId" clId="{6A46CFC1-D81F-9C46-BB3E-0BAFF4AC7CB5}" dt="2020-10-29T15:48:56.313" v="2030"/>
          <ac:grpSpMkLst>
            <pc:docMk/>
            <pc:sldMk cId="2353975964" sldId="269"/>
            <ac:grpSpMk id="114" creationId="{0E4D79BE-922D-E744-B0D2-4B803F98B8FB}"/>
          </ac:grpSpMkLst>
        </pc:grpChg>
        <pc:grpChg chg="add">
          <ac:chgData name="Aggie Menezes" userId="74619c95fa3483c9" providerId="LiveId" clId="{6A46CFC1-D81F-9C46-BB3E-0BAFF4AC7CB5}" dt="2020-10-29T15:48:56.313" v="2030"/>
          <ac:grpSpMkLst>
            <pc:docMk/>
            <pc:sldMk cId="2353975964" sldId="269"/>
            <ac:grpSpMk id="115" creationId="{593D5655-1787-D34E-BF8E-A62131FF6A39}"/>
          </ac:grpSpMkLst>
        </pc:grpChg>
        <pc:grpChg chg="add">
          <ac:chgData name="Aggie Menezes" userId="74619c95fa3483c9" providerId="LiveId" clId="{6A46CFC1-D81F-9C46-BB3E-0BAFF4AC7CB5}" dt="2020-10-29T15:49:01.879" v="2035"/>
          <ac:grpSpMkLst>
            <pc:docMk/>
            <pc:sldMk cId="2353975964" sldId="269"/>
            <ac:grpSpMk id="120" creationId="{2EB5A65E-3822-1D4F-9ACE-5964D4CB91D4}"/>
          </ac:grpSpMkLst>
        </pc:grpChg>
        <pc:grpChg chg="add">
          <ac:chgData name="Aggie Menezes" userId="74619c95fa3483c9" providerId="LiveId" clId="{6A46CFC1-D81F-9C46-BB3E-0BAFF4AC7CB5}" dt="2020-10-29T15:49:03.288" v="2038"/>
          <ac:grpSpMkLst>
            <pc:docMk/>
            <pc:sldMk cId="2353975964" sldId="269"/>
            <ac:grpSpMk id="123" creationId="{63CBBE50-3DFE-1045-BCBE-4A996F581DA0}"/>
          </ac:grpSpMkLst>
        </pc:grpChg>
        <pc:grpChg chg="add">
          <ac:chgData name="Aggie Menezes" userId="74619c95fa3483c9" providerId="LiveId" clId="{6A46CFC1-D81F-9C46-BB3E-0BAFF4AC7CB5}" dt="2020-10-29T15:49:08.089" v="2044"/>
          <ac:grpSpMkLst>
            <pc:docMk/>
            <pc:sldMk cId="2353975964" sldId="269"/>
            <ac:grpSpMk id="129" creationId="{410C0BFA-23A7-3949-AEF3-E1D04A803DC7}"/>
          </ac:grpSpMkLst>
        </pc:grpChg>
        <pc:inkChg chg="add topLvl">
          <ac:chgData name="Aggie Menezes" userId="74619c95fa3483c9" providerId="LiveId" clId="{6A46CFC1-D81F-9C46-BB3E-0BAFF4AC7CB5}" dt="2020-10-29T15:31:19.426" v="1872"/>
          <ac:inkMkLst>
            <pc:docMk/>
            <pc:sldMk cId="2353975964" sldId="269"/>
            <ac:inkMk id="3" creationId="{FB84ECDC-25FE-D244-BCA4-488556983316}"/>
          </ac:inkMkLst>
        </pc:inkChg>
        <pc:inkChg chg="add topLvl">
          <ac:chgData name="Aggie Menezes" userId="74619c95fa3483c9" providerId="LiveId" clId="{6A46CFC1-D81F-9C46-BB3E-0BAFF4AC7CB5}" dt="2020-10-29T15:31:19.426" v="1872"/>
          <ac:inkMkLst>
            <pc:docMk/>
            <pc:sldMk cId="2353975964" sldId="269"/>
            <ac:inkMk id="5" creationId="{C960B973-EC8A-144B-BF4C-A39B85C7404B}"/>
          </ac:inkMkLst>
        </pc:inkChg>
        <pc:inkChg chg="add topLvl">
          <ac:chgData name="Aggie Menezes" userId="74619c95fa3483c9" providerId="LiveId" clId="{6A46CFC1-D81F-9C46-BB3E-0BAFF4AC7CB5}" dt="2020-10-29T15:31:19.426" v="1872"/>
          <ac:inkMkLst>
            <pc:docMk/>
            <pc:sldMk cId="2353975964" sldId="269"/>
            <ac:inkMk id="6" creationId="{00C09C68-DE92-2842-9728-CD6ED973BB5D}"/>
          </ac:inkMkLst>
        </pc:inkChg>
        <pc:inkChg chg="add">
          <ac:chgData name="Aggie Menezes" userId="74619c95fa3483c9" providerId="LiveId" clId="{6A46CFC1-D81F-9C46-BB3E-0BAFF4AC7CB5}" dt="2020-10-29T15:31:14.558" v="1864"/>
          <ac:inkMkLst>
            <pc:docMk/>
            <pc:sldMk cId="2353975964" sldId="269"/>
            <ac:inkMk id="8" creationId="{726515E5-DAE2-C942-BF68-16C1045D95B3}"/>
          </ac:inkMkLst>
        </pc:inkChg>
        <pc:inkChg chg="add">
          <ac:chgData name="Aggie Menezes" userId="74619c95fa3483c9" providerId="LiveId" clId="{6A46CFC1-D81F-9C46-BB3E-0BAFF4AC7CB5}" dt="2020-10-29T15:31:14.839" v="1865"/>
          <ac:inkMkLst>
            <pc:docMk/>
            <pc:sldMk cId="2353975964" sldId="269"/>
            <ac:inkMk id="9" creationId="{915E10AB-DE00-6847-8B40-DE624ABB74AF}"/>
          </ac:inkMkLst>
        </pc:inkChg>
        <pc:inkChg chg="add">
          <ac:chgData name="Aggie Menezes" userId="74619c95fa3483c9" providerId="LiveId" clId="{6A46CFC1-D81F-9C46-BB3E-0BAFF4AC7CB5}" dt="2020-10-29T15:31:15.353" v="1866"/>
          <ac:inkMkLst>
            <pc:docMk/>
            <pc:sldMk cId="2353975964" sldId="269"/>
            <ac:inkMk id="10" creationId="{4FB33311-B122-1940-B653-B7FB8F7DA486}"/>
          </ac:inkMkLst>
        </pc:inkChg>
        <pc:inkChg chg="add">
          <ac:chgData name="Aggie Menezes" userId="74619c95fa3483c9" providerId="LiveId" clId="{6A46CFC1-D81F-9C46-BB3E-0BAFF4AC7CB5}" dt="2020-10-29T15:31:15.935" v="1867"/>
          <ac:inkMkLst>
            <pc:docMk/>
            <pc:sldMk cId="2353975964" sldId="269"/>
            <ac:inkMk id="11" creationId="{8EBC33AA-30AC-BB49-B4BC-1793C25F222D}"/>
          </ac:inkMkLst>
        </pc:inkChg>
        <pc:inkChg chg="add">
          <ac:chgData name="Aggie Menezes" userId="74619c95fa3483c9" providerId="LiveId" clId="{6A46CFC1-D81F-9C46-BB3E-0BAFF4AC7CB5}" dt="2020-10-29T15:31:16.154" v="1868"/>
          <ac:inkMkLst>
            <pc:docMk/>
            <pc:sldMk cId="2353975964" sldId="269"/>
            <ac:inkMk id="12" creationId="{8763C378-5A44-5349-809E-010CEDB4A43A}"/>
          </ac:inkMkLst>
        </pc:inkChg>
        <pc:inkChg chg="add">
          <ac:chgData name="Aggie Menezes" userId="74619c95fa3483c9" providerId="LiveId" clId="{6A46CFC1-D81F-9C46-BB3E-0BAFF4AC7CB5}" dt="2020-10-29T15:31:16.378" v="1869"/>
          <ac:inkMkLst>
            <pc:docMk/>
            <pc:sldMk cId="2353975964" sldId="269"/>
            <ac:inkMk id="13" creationId="{AAA68690-0CC2-0841-B7B8-04981549BB73}"/>
          </ac:inkMkLst>
        </pc:inkChg>
        <pc:inkChg chg="add">
          <ac:chgData name="Aggie Menezes" userId="74619c95fa3483c9" providerId="LiveId" clId="{6A46CFC1-D81F-9C46-BB3E-0BAFF4AC7CB5}" dt="2020-10-29T15:31:17.025" v="1870"/>
          <ac:inkMkLst>
            <pc:docMk/>
            <pc:sldMk cId="2353975964" sldId="269"/>
            <ac:inkMk id="14" creationId="{3081B036-92BC-254C-B18A-F6AC15127A7B}"/>
          </ac:inkMkLst>
        </pc:inkChg>
        <pc:inkChg chg="add">
          <ac:chgData name="Aggie Menezes" userId="74619c95fa3483c9" providerId="LiveId" clId="{6A46CFC1-D81F-9C46-BB3E-0BAFF4AC7CB5}" dt="2020-10-29T15:31:18.413" v="1871"/>
          <ac:inkMkLst>
            <pc:docMk/>
            <pc:sldMk cId="2353975964" sldId="269"/>
            <ac:inkMk id="15" creationId="{1F62028A-C771-2D40-8C12-5EE6C1C27363}"/>
          </ac:inkMkLst>
        </pc:inkChg>
        <pc:inkChg chg="add">
          <ac:chgData name="Aggie Menezes" userId="74619c95fa3483c9" providerId="LiveId" clId="{6A46CFC1-D81F-9C46-BB3E-0BAFF4AC7CB5}" dt="2020-10-29T15:46:52.738" v="1938"/>
          <ac:inkMkLst>
            <pc:docMk/>
            <pc:sldMk cId="2353975964" sldId="269"/>
            <ac:inkMk id="17" creationId="{51CB7F01-0E2D-4A4E-B851-E30A9286D11B}"/>
          </ac:inkMkLst>
        </pc:inkChg>
        <pc:inkChg chg="add">
          <ac:chgData name="Aggie Menezes" userId="74619c95fa3483c9" providerId="LiveId" clId="{6A46CFC1-D81F-9C46-BB3E-0BAFF4AC7CB5}" dt="2020-10-29T15:46:53.531" v="1939"/>
          <ac:inkMkLst>
            <pc:docMk/>
            <pc:sldMk cId="2353975964" sldId="269"/>
            <ac:inkMk id="18" creationId="{359ACA76-1E55-6A4B-9547-C5C6C9ED2753}"/>
          </ac:inkMkLst>
        </pc:inkChg>
        <pc:inkChg chg="add">
          <ac:chgData name="Aggie Menezes" userId="74619c95fa3483c9" providerId="LiveId" clId="{6A46CFC1-D81F-9C46-BB3E-0BAFF4AC7CB5}" dt="2020-10-29T15:46:53.865" v="1940"/>
          <ac:inkMkLst>
            <pc:docMk/>
            <pc:sldMk cId="2353975964" sldId="269"/>
            <ac:inkMk id="19" creationId="{F7119CB2-9EEA-0B45-B590-054C551EF09B}"/>
          </ac:inkMkLst>
        </pc:inkChg>
        <pc:inkChg chg="add">
          <ac:chgData name="Aggie Menezes" userId="74619c95fa3483c9" providerId="LiveId" clId="{6A46CFC1-D81F-9C46-BB3E-0BAFF4AC7CB5}" dt="2020-10-29T15:46:54.027" v="1941"/>
          <ac:inkMkLst>
            <pc:docMk/>
            <pc:sldMk cId="2353975964" sldId="269"/>
            <ac:inkMk id="20" creationId="{1FAE2BAC-7233-EE4E-B7F9-FF1F96CC91A2}"/>
          </ac:inkMkLst>
        </pc:inkChg>
        <pc:inkChg chg="add">
          <ac:chgData name="Aggie Menezes" userId="74619c95fa3483c9" providerId="LiveId" clId="{6A46CFC1-D81F-9C46-BB3E-0BAFF4AC7CB5}" dt="2020-10-29T15:46:54.668" v="1942"/>
          <ac:inkMkLst>
            <pc:docMk/>
            <pc:sldMk cId="2353975964" sldId="269"/>
            <ac:inkMk id="21" creationId="{40E17161-4E0B-C249-B71F-8C1832B4FC97}"/>
          </ac:inkMkLst>
        </pc:inkChg>
        <pc:inkChg chg="add">
          <ac:chgData name="Aggie Menezes" userId="74619c95fa3483c9" providerId="LiveId" clId="{6A46CFC1-D81F-9C46-BB3E-0BAFF4AC7CB5}" dt="2020-10-29T15:46:54.887" v="1943"/>
          <ac:inkMkLst>
            <pc:docMk/>
            <pc:sldMk cId="2353975964" sldId="269"/>
            <ac:inkMk id="22" creationId="{8283EC75-9AA9-2044-9773-2C9C29D01C9F}"/>
          </ac:inkMkLst>
        </pc:inkChg>
        <pc:inkChg chg="add">
          <ac:chgData name="Aggie Menezes" userId="74619c95fa3483c9" providerId="LiveId" clId="{6A46CFC1-D81F-9C46-BB3E-0BAFF4AC7CB5}" dt="2020-10-29T15:46:55.140" v="1944"/>
          <ac:inkMkLst>
            <pc:docMk/>
            <pc:sldMk cId="2353975964" sldId="269"/>
            <ac:inkMk id="23" creationId="{0A2D8FC2-44BA-7045-9691-AABA508F6F0D}"/>
          </ac:inkMkLst>
        </pc:inkChg>
        <pc:inkChg chg="add">
          <ac:chgData name="Aggie Menezes" userId="74619c95fa3483c9" providerId="LiveId" clId="{6A46CFC1-D81F-9C46-BB3E-0BAFF4AC7CB5}" dt="2020-10-29T15:46:55.626" v="1945"/>
          <ac:inkMkLst>
            <pc:docMk/>
            <pc:sldMk cId="2353975964" sldId="269"/>
            <ac:inkMk id="24" creationId="{98D02E55-D6A5-D442-AB9F-4BF3EE70DC68}"/>
          </ac:inkMkLst>
        </pc:inkChg>
        <pc:inkChg chg="add">
          <ac:chgData name="Aggie Menezes" userId="74619c95fa3483c9" providerId="LiveId" clId="{6A46CFC1-D81F-9C46-BB3E-0BAFF4AC7CB5}" dt="2020-10-29T15:46:55.814" v="1946"/>
          <ac:inkMkLst>
            <pc:docMk/>
            <pc:sldMk cId="2353975964" sldId="269"/>
            <ac:inkMk id="25" creationId="{97807DC9-C628-7441-9F0F-E956DB0F1A6F}"/>
          </ac:inkMkLst>
        </pc:inkChg>
        <pc:inkChg chg="add">
          <ac:chgData name="Aggie Menezes" userId="74619c95fa3483c9" providerId="LiveId" clId="{6A46CFC1-D81F-9C46-BB3E-0BAFF4AC7CB5}" dt="2020-10-29T15:46:56.009" v="1947"/>
          <ac:inkMkLst>
            <pc:docMk/>
            <pc:sldMk cId="2353975964" sldId="269"/>
            <ac:inkMk id="26" creationId="{0350A092-C79B-D64A-8CA5-D0C81FAD0659}"/>
          </ac:inkMkLst>
        </pc:inkChg>
        <pc:inkChg chg="add">
          <ac:chgData name="Aggie Menezes" userId="74619c95fa3483c9" providerId="LiveId" clId="{6A46CFC1-D81F-9C46-BB3E-0BAFF4AC7CB5}" dt="2020-10-29T15:46:56.488" v="1948"/>
          <ac:inkMkLst>
            <pc:docMk/>
            <pc:sldMk cId="2353975964" sldId="269"/>
            <ac:inkMk id="27" creationId="{4D349337-E17C-FA47-B847-2F03395E8466}"/>
          </ac:inkMkLst>
        </pc:inkChg>
        <pc:inkChg chg="add">
          <ac:chgData name="Aggie Menezes" userId="74619c95fa3483c9" providerId="LiveId" clId="{6A46CFC1-D81F-9C46-BB3E-0BAFF4AC7CB5}" dt="2020-10-29T15:47:01.103" v="1950"/>
          <ac:inkMkLst>
            <pc:docMk/>
            <pc:sldMk cId="2353975964" sldId="269"/>
            <ac:inkMk id="29" creationId="{A8461CF0-7901-F148-8E3B-22378ACEDA23}"/>
          </ac:inkMkLst>
        </pc:inkChg>
        <pc:inkChg chg="add">
          <ac:chgData name="Aggie Menezes" userId="74619c95fa3483c9" providerId="LiveId" clId="{6A46CFC1-D81F-9C46-BB3E-0BAFF4AC7CB5}" dt="2020-10-29T15:47:01.386" v="1951"/>
          <ac:inkMkLst>
            <pc:docMk/>
            <pc:sldMk cId="2353975964" sldId="269"/>
            <ac:inkMk id="30" creationId="{2207188B-62A8-F145-8E24-8C2A4D875269}"/>
          </ac:inkMkLst>
        </pc:inkChg>
        <pc:inkChg chg="add">
          <ac:chgData name="Aggie Menezes" userId="74619c95fa3483c9" providerId="LiveId" clId="{6A46CFC1-D81F-9C46-BB3E-0BAFF4AC7CB5}" dt="2020-10-29T15:47:01.527" v="1952"/>
          <ac:inkMkLst>
            <pc:docMk/>
            <pc:sldMk cId="2353975964" sldId="269"/>
            <ac:inkMk id="31" creationId="{16A376CE-7B31-414A-9BA5-6D6C474759AB}"/>
          </ac:inkMkLst>
        </pc:inkChg>
        <pc:inkChg chg="add">
          <ac:chgData name="Aggie Menezes" userId="74619c95fa3483c9" providerId="LiveId" clId="{6A46CFC1-D81F-9C46-BB3E-0BAFF4AC7CB5}" dt="2020-10-29T15:47:01.918" v="1953"/>
          <ac:inkMkLst>
            <pc:docMk/>
            <pc:sldMk cId="2353975964" sldId="269"/>
            <ac:inkMk id="32" creationId="{95A2D03C-6884-5B40-9199-BBE49D961FAE}"/>
          </ac:inkMkLst>
        </pc:inkChg>
        <pc:inkChg chg="add">
          <ac:chgData name="Aggie Menezes" userId="74619c95fa3483c9" providerId="LiveId" clId="{6A46CFC1-D81F-9C46-BB3E-0BAFF4AC7CB5}" dt="2020-10-29T15:47:02.110" v="1954"/>
          <ac:inkMkLst>
            <pc:docMk/>
            <pc:sldMk cId="2353975964" sldId="269"/>
            <ac:inkMk id="33" creationId="{398B4786-A97C-CE47-A92B-85CC2BC017A8}"/>
          </ac:inkMkLst>
        </pc:inkChg>
        <pc:inkChg chg="add">
          <ac:chgData name="Aggie Menezes" userId="74619c95fa3483c9" providerId="LiveId" clId="{6A46CFC1-D81F-9C46-BB3E-0BAFF4AC7CB5}" dt="2020-10-29T15:47:02.430" v="1955"/>
          <ac:inkMkLst>
            <pc:docMk/>
            <pc:sldMk cId="2353975964" sldId="269"/>
            <ac:inkMk id="34" creationId="{3DD76C78-F3D2-3441-AFBB-2A4952ECB842}"/>
          </ac:inkMkLst>
        </pc:inkChg>
        <pc:inkChg chg="add">
          <ac:chgData name="Aggie Menezes" userId="74619c95fa3483c9" providerId="LiveId" clId="{6A46CFC1-D81F-9C46-BB3E-0BAFF4AC7CB5}" dt="2020-10-29T15:47:03.012" v="1956"/>
          <ac:inkMkLst>
            <pc:docMk/>
            <pc:sldMk cId="2353975964" sldId="269"/>
            <ac:inkMk id="35" creationId="{090EF8B2-1952-D64C-BBC6-7A0680CDBDFF}"/>
          </ac:inkMkLst>
        </pc:inkChg>
        <pc:inkChg chg="add">
          <ac:chgData name="Aggie Menezes" userId="74619c95fa3483c9" providerId="LiveId" clId="{6A46CFC1-D81F-9C46-BB3E-0BAFF4AC7CB5}" dt="2020-10-29T15:47:03.215" v="1957"/>
          <ac:inkMkLst>
            <pc:docMk/>
            <pc:sldMk cId="2353975964" sldId="269"/>
            <ac:inkMk id="36" creationId="{69D245AC-CE54-B442-AE4E-96D22993A9C6}"/>
          </ac:inkMkLst>
        </pc:inkChg>
        <pc:inkChg chg="add">
          <ac:chgData name="Aggie Menezes" userId="74619c95fa3483c9" providerId="LiveId" clId="{6A46CFC1-D81F-9C46-BB3E-0BAFF4AC7CB5}" dt="2020-10-29T15:47:03.674" v="1958"/>
          <ac:inkMkLst>
            <pc:docMk/>
            <pc:sldMk cId="2353975964" sldId="269"/>
            <ac:inkMk id="37" creationId="{B565E276-9F3F-0347-9EA5-02D52D05E1BE}"/>
          </ac:inkMkLst>
        </pc:inkChg>
        <pc:inkChg chg="add topLvl">
          <ac:chgData name="Aggie Menezes" userId="74619c95fa3483c9" providerId="LiveId" clId="{6A46CFC1-D81F-9C46-BB3E-0BAFF4AC7CB5}" dt="2020-10-29T15:47:33.703" v="1980"/>
          <ac:inkMkLst>
            <pc:docMk/>
            <pc:sldMk cId="2353975964" sldId="269"/>
            <ac:inkMk id="40" creationId="{85F2BB06-4445-9C40-8F25-4B17CD3B7EF5}"/>
          </ac:inkMkLst>
        </pc:inkChg>
        <pc:inkChg chg="add topLvl">
          <ac:chgData name="Aggie Menezes" userId="74619c95fa3483c9" providerId="LiveId" clId="{6A46CFC1-D81F-9C46-BB3E-0BAFF4AC7CB5}" dt="2020-10-29T15:47:33.703" v="1980"/>
          <ac:inkMkLst>
            <pc:docMk/>
            <pc:sldMk cId="2353975964" sldId="269"/>
            <ac:inkMk id="41" creationId="{E0E36C5C-FE5B-7940-90F2-4512894EC058}"/>
          </ac:inkMkLst>
        </pc:inkChg>
        <pc:inkChg chg="add topLvl">
          <ac:chgData name="Aggie Menezes" userId="74619c95fa3483c9" providerId="LiveId" clId="{6A46CFC1-D81F-9C46-BB3E-0BAFF4AC7CB5}" dt="2020-10-29T15:47:33.703" v="1980"/>
          <ac:inkMkLst>
            <pc:docMk/>
            <pc:sldMk cId="2353975964" sldId="269"/>
            <ac:inkMk id="42" creationId="{24AAC055-D53C-AC4C-8E8D-3A8BC3D88168}"/>
          </ac:inkMkLst>
        </pc:inkChg>
        <pc:inkChg chg="add topLvl">
          <ac:chgData name="Aggie Menezes" userId="74619c95fa3483c9" providerId="LiveId" clId="{6A46CFC1-D81F-9C46-BB3E-0BAFF4AC7CB5}" dt="2020-10-29T15:47:33.703" v="1980"/>
          <ac:inkMkLst>
            <pc:docMk/>
            <pc:sldMk cId="2353975964" sldId="269"/>
            <ac:inkMk id="43" creationId="{D6778503-DCBF-824A-B066-FDA1329C9A82}"/>
          </ac:inkMkLst>
        </pc:inkChg>
        <pc:inkChg chg="add topLvl">
          <ac:chgData name="Aggie Menezes" userId="74619c95fa3483c9" providerId="LiveId" clId="{6A46CFC1-D81F-9C46-BB3E-0BAFF4AC7CB5}" dt="2020-10-29T15:47:33.703" v="1980"/>
          <ac:inkMkLst>
            <pc:docMk/>
            <pc:sldMk cId="2353975964" sldId="269"/>
            <ac:inkMk id="44" creationId="{4A1BAB7A-7FC0-3E44-B094-E78F02A09376}"/>
          </ac:inkMkLst>
        </pc:inkChg>
        <pc:inkChg chg="add topLvl">
          <ac:chgData name="Aggie Menezes" userId="74619c95fa3483c9" providerId="LiveId" clId="{6A46CFC1-D81F-9C46-BB3E-0BAFF4AC7CB5}" dt="2020-10-29T15:47:27.121" v="1978"/>
          <ac:inkMkLst>
            <pc:docMk/>
            <pc:sldMk cId="2353975964" sldId="269"/>
            <ac:inkMk id="46" creationId="{F0810B49-FBE6-BE42-B653-A2370930CE02}"/>
          </ac:inkMkLst>
        </pc:inkChg>
        <pc:inkChg chg="add topLvl">
          <ac:chgData name="Aggie Menezes" userId="74619c95fa3483c9" providerId="LiveId" clId="{6A46CFC1-D81F-9C46-BB3E-0BAFF4AC7CB5}" dt="2020-10-29T15:47:27.121" v="1978"/>
          <ac:inkMkLst>
            <pc:docMk/>
            <pc:sldMk cId="2353975964" sldId="269"/>
            <ac:inkMk id="47" creationId="{A1C51880-2944-A345-AE19-EE36A6FD436A}"/>
          </ac:inkMkLst>
        </pc:inkChg>
        <pc:inkChg chg="add topLvl">
          <ac:chgData name="Aggie Menezes" userId="74619c95fa3483c9" providerId="LiveId" clId="{6A46CFC1-D81F-9C46-BB3E-0BAFF4AC7CB5}" dt="2020-10-29T15:47:27.121" v="1978"/>
          <ac:inkMkLst>
            <pc:docMk/>
            <pc:sldMk cId="2353975964" sldId="269"/>
            <ac:inkMk id="48" creationId="{3D364F5D-A4B0-6D46-99B7-5CDE853D9E10}"/>
          </ac:inkMkLst>
        </pc:inkChg>
        <pc:inkChg chg="add topLvl">
          <ac:chgData name="Aggie Menezes" userId="74619c95fa3483c9" providerId="LiveId" clId="{6A46CFC1-D81F-9C46-BB3E-0BAFF4AC7CB5}" dt="2020-10-29T15:47:27.121" v="1978"/>
          <ac:inkMkLst>
            <pc:docMk/>
            <pc:sldMk cId="2353975964" sldId="269"/>
            <ac:inkMk id="49" creationId="{740A515C-A460-E24C-8E57-2A441D5C61C3}"/>
          </ac:inkMkLst>
        </pc:inkChg>
        <pc:inkChg chg="add topLvl">
          <ac:chgData name="Aggie Menezes" userId="74619c95fa3483c9" providerId="LiveId" clId="{6A46CFC1-D81F-9C46-BB3E-0BAFF4AC7CB5}" dt="2020-10-29T15:47:27.121" v="1978"/>
          <ac:inkMkLst>
            <pc:docMk/>
            <pc:sldMk cId="2353975964" sldId="269"/>
            <ac:inkMk id="50" creationId="{EADF948D-F338-FC4F-B3F7-0FD04CD45652}"/>
          </ac:inkMkLst>
        </pc:inkChg>
        <pc:inkChg chg="add topLvl">
          <ac:chgData name="Aggie Menezes" userId="74619c95fa3483c9" providerId="LiveId" clId="{6A46CFC1-D81F-9C46-BB3E-0BAFF4AC7CB5}" dt="2020-10-29T15:47:27.121" v="1978"/>
          <ac:inkMkLst>
            <pc:docMk/>
            <pc:sldMk cId="2353975964" sldId="269"/>
            <ac:inkMk id="51" creationId="{FE5C7D09-2772-EC43-98AC-EA53215C8F6B}"/>
          </ac:inkMkLst>
        </pc:inkChg>
        <pc:inkChg chg="add topLvl">
          <ac:chgData name="Aggie Menezes" userId="74619c95fa3483c9" providerId="LiveId" clId="{6A46CFC1-D81F-9C46-BB3E-0BAFF4AC7CB5}" dt="2020-10-29T15:47:27.121" v="1978"/>
          <ac:inkMkLst>
            <pc:docMk/>
            <pc:sldMk cId="2353975964" sldId="269"/>
            <ac:inkMk id="52" creationId="{6FD8EF96-3039-ED49-8B76-B4BE8595CED3}"/>
          </ac:inkMkLst>
        </pc:inkChg>
        <pc:inkChg chg="add topLvl">
          <ac:chgData name="Aggie Menezes" userId="74619c95fa3483c9" providerId="LiveId" clId="{6A46CFC1-D81F-9C46-BB3E-0BAFF4AC7CB5}" dt="2020-10-29T15:47:27.121" v="1978"/>
          <ac:inkMkLst>
            <pc:docMk/>
            <pc:sldMk cId="2353975964" sldId="269"/>
            <ac:inkMk id="53" creationId="{4E31F1CA-1EDF-3241-9014-AB214E6ED072}"/>
          </ac:inkMkLst>
        </pc:inkChg>
        <pc:inkChg chg="add topLvl">
          <ac:chgData name="Aggie Menezes" userId="74619c95fa3483c9" providerId="LiveId" clId="{6A46CFC1-D81F-9C46-BB3E-0BAFF4AC7CB5}" dt="2020-10-29T15:47:27.121" v="1978"/>
          <ac:inkMkLst>
            <pc:docMk/>
            <pc:sldMk cId="2353975964" sldId="269"/>
            <ac:inkMk id="54" creationId="{8E42095D-EC24-BA43-962E-2DE10FF7D5C0}"/>
          </ac:inkMkLst>
        </pc:inkChg>
        <pc:inkChg chg="add topLvl">
          <ac:chgData name="Aggie Menezes" userId="74619c95fa3483c9" providerId="LiveId" clId="{6A46CFC1-D81F-9C46-BB3E-0BAFF4AC7CB5}" dt="2020-10-29T15:47:33.703" v="1980"/>
          <ac:inkMkLst>
            <pc:docMk/>
            <pc:sldMk cId="2353975964" sldId="269"/>
            <ac:inkMk id="56" creationId="{46EEAD8D-1E38-704D-A980-E92FD303DBD3}"/>
          </ac:inkMkLst>
        </pc:inkChg>
        <pc:inkChg chg="add topLvl">
          <ac:chgData name="Aggie Menezes" userId="74619c95fa3483c9" providerId="LiveId" clId="{6A46CFC1-D81F-9C46-BB3E-0BAFF4AC7CB5}" dt="2020-10-29T15:47:33.703" v="1980"/>
          <ac:inkMkLst>
            <pc:docMk/>
            <pc:sldMk cId="2353975964" sldId="269"/>
            <ac:inkMk id="57" creationId="{0F90E459-98D6-644C-BA2E-095D2C45D17B}"/>
          </ac:inkMkLst>
        </pc:inkChg>
        <pc:inkChg chg="add">
          <ac:chgData name="Aggie Menezes" userId="74619c95fa3483c9" providerId="LiveId" clId="{6A46CFC1-D81F-9C46-BB3E-0BAFF4AC7CB5}" dt="2020-10-29T15:47:33.163" v="1979"/>
          <ac:inkMkLst>
            <pc:docMk/>
            <pc:sldMk cId="2353975964" sldId="269"/>
            <ac:inkMk id="59" creationId="{2FA0A578-8F9C-FB41-A18E-F0CA31AB8C5C}"/>
          </ac:inkMkLst>
        </pc:inkChg>
        <pc:inkChg chg="add topLvl">
          <ac:chgData name="Aggie Menezes" userId="74619c95fa3483c9" providerId="LiveId" clId="{6A46CFC1-D81F-9C46-BB3E-0BAFF4AC7CB5}" dt="2020-10-29T15:47:57.641" v="1991"/>
          <ac:inkMkLst>
            <pc:docMk/>
            <pc:sldMk cId="2353975964" sldId="269"/>
            <ac:inkMk id="61" creationId="{26A11BE3-84DF-3947-BBF7-E66E6D712DC7}"/>
          </ac:inkMkLst>
        </pc:inkChg>
        <pc:inkChg chg="add topLvl">
          <ac:chgData name="Aggie Menezes" userId="74619c95fa3483c9" providerId="LiveId" clId="{6A46CFC1-D81F-9C46-BB3E-0BAFF4AC7CB5}" dt="2020-10-29T15:47:57.641" v="1991"/>
          <ac:inkMkLst>
            <pc:docMk/>
            <pc:sldMk cId="2353975964" sldId="269"/>
            <ac:inkMk id="62" creationId="{37C0B75E-3C2A-F441-A3D1-3E18093576AE}"/>
          </ac:inkMkLst>
        </pc:inkChg>
        <pc:inkChg chg="add topLvl">
          <ac:chgData name="Aggie Menezes" userId="74619c95fa3483c9" providerId="LiveId" clId="{6A46CFC1-D81F-9C46-BB3E-0BAFF4AC7CB5}" dt="2020-10-29T15:47:57.641" v="1991"/>
          <ac:inkMkLst>
            <pc:docMk/>
            <pc:sldMk cId="2353975964" sldId="269"/>
            <ac:inkMk id="63" creationId="{354DB3A7-1D12-BB41-B3C4-7C1CE17EABEE}"/>
          </ac:inkMkLst>
        </pc:inkChg>
        <pc:inkChg chg="add">
          <ac:chgData name="Aggie Menezes" userId="74619c95fa3483c9" providerId="LiveId" clId="{6A46CFC1-D81F-9C46-BB3E-0BAFF4AC7CB5}" dt="2020-10-29T15:47:53.192" v="1985"/>
          <ac:inkMkLst>
            <pc:docMk/>
            <pc:sldMk cId="2353975964" sldId="269"/>
            <ac:inkMk id="65" creationId="{C182C677-FEE7-C54D-9A4A-18D6F9A3D14B}"/>
          </ac:inkMkLst>
        </pc:inkChg>
        <pc:inkChg chg="add">
          <ac:chgData name="Aggie Menezes" userId="74619c95fa3483c9" providerId="LiveId" clId="{6A46CFC1-D81F-9C46-BB3E-0BAFF4AC7CB5}" dt="2020-10-29T15:47:53.777" v="1986"/>
          <ac:inkMkLst>
            <pc:docMk/>
            <pc:sldMk cId="2353975964" sldId="269"/>
            <ac:inkMk id="66" creationId="{4D9F3288-EA4C-B94F-B48C-354100D03F40}"/>
          </ac:inkMkLst>
        </pc:inkChg>
        <pc:inkChg chg="add">
          <ac:chgData name="Aggie Menezes" userId="74619c95fa3483c9" providerId="LiveId" clId="{6A46CFC1-D81F-9C46-BB3E-0BAFF4AC7CB5}" dt="2020-10-29T15:47:54.097" v="1987"/>
          <ac:inkMkLst>
            <pc:docMk/>
            <pc:sldMk cId="2353975964" sldId="269"/>
            <ac:inkMk id="67" creationId="{1D720FF1-F773-274E-82D4-1EA5DA058C54}"/>
          </ac:inkMkLst>
        </pc:inkChg>
        <pc:inkChg chg="add">
          <ac:chgData name="Aggie Menezes" userId="74619c95fa3483c9" providerId="LiveId" clId="{6A46CFC1-D81F-9C46-BB3E-0BAFF4AC7CB5}" dt="2020-10-29T15:47:54.268" v="1988"/>
          <ac:inkMkLst>
            <pc:docMk/>
            <pc:sldMk cId="2353975964" sldId="269"/>
            <ac:inkMk id="68" creationId="{7AB7B98C-D5BD-5E43-AC45-48F19E8D226B}"/>
          </ac:inkMkLst>
        </pc:inkChg>
        <pc:inkChg chg="add">
          <ac:chgData name="Aggie Menezes" userId="74619c95fa3483c9" providerId="LiveId" clId="{6A46CFC1-D81F-9C46-BB3E-0BAFF4AC7CB5}" dt="2020-10-29T15:47:56.261" v="1989"/>
          <ac:inkMkLst>
            <pc:docMk/>
            <pc:sldMk cId="2353975964" sldId="269"/>
            <ac:inkMk id="69" creationId="{5FE5C659-BA75-1040-838D-29ACDFB97634}"/>
          </ac:inkMkLst>
        </pc:inkChg>
        <pc:inkChg chg="add">
          <ac:chgData name="Aggie Menezes" userId="74619c95fa3483c9" providerId="LiveId" clId="{6A46CFC1-D81F-9C46-BB3E-0BAFF4AC7CB5}" dt="2020-10-29T15:47:56.932" v="1990"/>
          <ac:inkMkLst>
            <pc:docMk/>
            <pc:sldMk cId="2353975964" sldId="269"/>
            <ac:inkMk id="70" creationId="{508133F5-873B-4248-AFD2-134D64B9B4D9}"/>
          </ac:inkMkLst>
        </pc:inkChg>
        <pc:inkChg chg="add">
          <ac:chgData name="Aggie Menezes" userId="74619c95fa3483c9" providerId="LiveId" clId="{6A46CFC1-D81F-9C46-BB3E-0BAFF4AC7CB5}" dt="2020-10-29T15:48:30.287" v="1992"/>
          <ac:inkMkLst>
            <pc:docMk/>
            <pc:sldMk cId="2353975964" sldId="269"/>
            <ac:inkMk id="72" creationId="{EB44E466-82FB-2941-91DA-482881EE308F}"/>
          </ac:inkMkLst>
        </pc:inkChg>
        <pc:inkChg chg="add">
          <ac:chgData name="Aggie Menezes" userId="74619c95fa3483c9" providerId="LiveId" clId="{6A46CFC1-D81F-9C46-BB3E-0BAFF4AC7CB5}" dt="2020-10-29T15:48:31.003" v="1993"/>
          <ac:inkMkLst>
            <pc:docMk/>
            <pc:sldMk cId="2353975964" sldId="269"/>
            <ac:inkMk id="73" creationId="{04DC561E-A251-D346-8AFD-77CFF148EC83}"/>
          </ac:inkMkLst>
        </pc:inkChg>
        <pc:inkChg chg="add">
          <ac:chgData name="Aggie Menezes" userId="74619c95fa3483c9" providerId="LiveId" clId="{6A46CFC1-D81F-9C46-BB3E-0BAFF4AC7CB5}" dt="2020-10-29T15:48:31.225" v="1994"/>
          <ac:inkMkLst>
            <pc:docMk/>
            <pc:sldMk cId="2353975964" sldId="269"/>
            <ac:inkMk id="74" creationId="{9CC90B85-9477-9E46-83BC-E94C30DF6CD8}"/>
          </ac:inkMkLst>
        </pc:inkChg>
        <pc:inkChg chg="add">
          <ac:chgData name="Aggie Menezes" userId="74619c95fa3483c9" providerId="LiveId" clId="{6A46CFC1-D81F-9C46-BB3E-0BAFF4AC7CB5}" dt="2020-10-29T15:48:31.793" v="1995"/>
          <ac:inkMkLst>
            <pc:docMk/>
            <pc:sldMk cId="2353975964" sldId="269"/>
            <ac:inkMk id="75" creationId="{657ABC4B-FE9F-EF4D-B6E3-95167B3C42EB}"/>
          </ac:inkMkLst>
        </pc:inkChg>
        <pc:inkChg chg="add">
          <ac:chgData name="Aggie Menezes" userId="74619c95fa3483c9" providerId="LiveId" clId="{6A46CFC1-D81F-9C46-BB3E-0BAFF4AC7CB5}" dt="2020-10-29T15:48:32.142" v="1996"/>
          <ac:inkMkLst>
            <pc:docMk/>
            <pc:sldMk cId="2353975964" sldId="269"/>
            <ac:inkMk id="76" creationId="{AD91E97A-AE4C-0548-BD86-7511F464BF20}"/>
          </ac:inkMkLst>
        </pc:inkChg>
        <pc:inkChg chg="add">
          <ac:chgData name="Aggie Menezes" userId="74619c95fa3483c9" providerId="LiveId" clId="{6A46CFC1-D81F-9C46-BB3E-0BAFF4AC7CB5}" dt="2020-10-29T15:48:32.580" v="1997"/>
          <ac:inkMkLst>
            <pc:docMk/>
            <pc:sldMk cId="2353975964" sldId="269"/>
            <ac:inkMk id="77" creationId="{32452765-39C8-2244-A26B-EF906B4312EA}"/>
          </ac:inkMkLst>
        </pc:inkChg>
        <pc:inkChg chg="add">
          <ac:chgData name="Aggie Menezes" userId="74619c95fa3483c9" providerId="LiveId" clId="{6A46CFC1-D81F-9C46-BB3E-0BAFF4AC7CB5}" dt="2020-10-29T15:48:33.189" v="1998"/>
          <ac:inkMkLst>
            <pc:docMk/>
            <pc:sldMk cId="2353975964" sldId="269"/>
            <ac:inkMk id="78" creationId="{5131D63B-4128-6748-9736-B4A65146F1B4}"/>
          </ac:inkMkLst>
        </pc:inkChg>
        <pc:inkChg chg="add">
          <ac:chgData name="Aggie Menezes" userId="74619c95fa3483c9" providerId="LiveId" clId="{6A46CFC1-D81F-9C46-BB3E-0BAFF4AC7CB5}" dt="2020-10-29T15:48:33.405" v="1999"/>
          <ac:inkMkLst>
            <pc:docMk/>
            <pc:sldMk cId="2353975964" sldId="269"/>
            <ac:inkMk id="79" creationId="{EC6D9BE4-3B91-D340-983E-F65FA2E69757}"/>
          </ac:inkMkLst>
        </pc:inkChg>
        <pc:inkChg chg="add">
          <ac:chgData name="Aggie Menezes" userId="74619c95fa3483c9" providerId="LiveId" clId="{6A46CFC1-D81F-9C46-BB3E-0BAFF4AC7CB5}" dt="2020-10-29T15:48:33.717" v="2000"/>
          <ac:inkMkLst>
            <pc:docMk/>
            <pc:sldMk cId="2353975964" sldId="269"/>
            <ac:inkMk id="80" creationId="{A393F6E1-D105-6A47-9FD4-4C5B44139B81}"/>
          </ac:inkMkLst>
        </pc:inkChg>
        <pc:inkChg chg="add">
          <ac:chgData name="Aggie Menezes" userId="74619c95fa3483c9" providerId="LiveId" clId="{6A46CFC1-D81F-9C46-BB3E-0BAFF4AC7CB5}" dt="2020-10-29T15:48:34.533" v="2001"/>
          <ac:inkMkLst>
            <pc:docMk/>
            <pc:sldMk cId="2353975964" sldId="269"/>
            <ac:inkMk id="81" creationId="{6261142D-D172-DE4A-89EE-B7E46CB917C2}"/>
          </ac:inkMkLst>
        </pc:inkChg>
        <pc:inkChg chg="add topLvl">
          <ac:chgData name="Aggie Menezes" userId="74619c95fa3483c9" providerId="LiveId" clId="{6A46CFC1-D81F-9C46-BB3E-0BAFF4AC7CB5}" dt="2020-10-29T15:48:40.387" v="2013"/>
          <ac:inkMkLst>
            <pc:docMk/>
            <pc:sldMk cId="2353975964" sldId="269"/>
            <ac:inkMk id="84" creationId="{0C17D4A1-4338-AC49-83FB-6893469B29DC}"/>
          </ac:inkMkLst>
        </pc:inkChg>
        <pc:inkChg chg="add topLvl">
          <ac:chgData name="Aggie Menezes" userId="74619c95fa3483c9" providerId="LiveId" clId="{6A46CFC1-D81F-9C46-BB3E-0BAFF4AC7CB5}" dt="2020-10-29T15:48:40.387" v="2013"/>
          <ac:inkMkLst>
            <pc:docMk/>
            <pc:sldMk cId="2353975964" sldId="269"/>
            <ac:inkMk id="85" creationId="{DD1DDE96-B764-FB47-944E-B776603B31E6}"/>
          </ac:inkMkLst>
        </pc:inkChg>
        <pc:inkChg chg="add topLvl">
          <ac:chgData name="Aggie Menezes" userId="74619c95fa3483c9" providerId="LiveId" clId="{6A46CFC1-D81F-9C46-BB3E-0BAFF4AC7CB5}" dt="2020-10-29T15:48:40.387" v="2013"/>
          <ac:inkMkLst>
            <pc:docMk/>
            <pc:sldMk cId="2353975964" sldId="269"/>
            <ac:inkMk id="86" creationId="{B0774D9D-252D-FC47-9562-169A76F0A8D3}"/>
          </ac:inkMkLst>
        </pc:inkChg>
        <pc:inkChg chg="add">
          <ac:chgData name="Aggie Menezes" userId="74619c95fa3483c9" providerId="LiveId" clId="{6A46CFC1-D81F-9C46-BB3E-0BAFF4AC7CB5}" dt="2020-10-29T15:48:37.772" v="2007"/>
          <ac:inkMkLst>
            <pc:docMk/>
            <pc:sldMk cId="2353975964" sldId="269"/>
            <ac:inkMk id="88" creationId="{C26DC1D7-938B-CB4E-9CFA-F52724F39642}"/>
          </ac:inkMkLst>
        </pc:inkChg>
        <pc:inkChg chg="add">
          <ac:chgData name="Aggie Menezes" userId="74619c95fa3483c9" providerId="LiveId" clId="{6A46CFC1-D81F-9C46-BB3E-0BAFF4AC7CB5}" dt="2020-10-29T15:48:38.079" v="2008"/>
          <ac:inkMkLst>
            <pc:docMk/>
            <pc:sldMk cId="2353975964" sldId="269"/>
            <ac:inkMk id="89" creationId="{C436C93A-1FBC-944A-8347-56C5A6493420}"/>
          </ac:inkMkLst>
        </pc:inkChg>
        <pc:inkChg chg="add">
          <ac:chgData name="Aggie Menezes" userId="74619c95fa3483c9" providerId="LiveId" clId="{6A46CFC1-D81F-9C46-BB3E-0BAFF4AC7CB5}" dt="2020-10-29T15:48:38.530" v="2009"/>
          <ac:inkMkLst>
            <pc:docMk/>
            <pc:sldMk cId="2353975964" sldId="269"/>
            <ac:inkMk id="90" creationId="{F6D5A3FE-5042-CF43-9A3C-281AE14DB800}"/>
          </ac:inkMkLst>
        </pc:inkChg>
        <pc:inkChg chg="add">
          <ac:chgData name="Aggie Menezes" userId="74619c95fa3483c9" providerId="LiveId" clId="{6A46CFC1-D81F-9C46-BB3E-0BAFF4AC7CB5}" dt="2020-10-29T15:48:39.255" v="2010"/>
          <ac:inkMkLst>
            <pc:docMk/>
            <pc:sldMk cId="2353975964" sldId="269"/>
            <ac:inkMk id="91" creationId="{8D819313-FFA4-2145-BC7C-0C340ACA43F2}"/>
          </ac:inkMkLst>
        </pc:inkChg>
        <pc:inkChg chg="add">
          <ac:chgData name="Aggie Menezes" userId="74619c95fa3483c9" providerId="LiveId" clId="{6A46CFC1-D81F-9C46-BB3E-0BAFF4AC7CB5}" dt="2020-10-29T15:48:39.469" v="2011"/>
          <ac:inkMkLst>
            <pc:docMk/>
            <pc:sldMk cId="2353975964" sldId="269"/>
            <ac:inkMk id="92" creationId="{CFD87D6A-8B95-C14E-8DB3-AA6081C87CDF}"/>
          </ac:inkMkLst>
        </pc:inkChg>
        <pc:inkChg chg="add">
          <ac:chgData name="Aggie Menezes" userId="74619c95fa3483c9" providerId="LiveId" clId="{6A46CFC1-D81F-9C46-BB3E-0BAFF4AC7CB5}" dt="2020-10-29T15:48:39.767" v="2012"/>
          <ac:inkMkLst>
            <pc:docMk/>
            <pc:sldMk cId="2353975964" sldId="269"/>
            <ac:inkMk id="93" creationId="{85B75DD3-9CF7-0C4D-94A4-66278064CC32}"/>
          </ac:inkMkLst>
        </pc:inkChg>
        <pc:inkChg chg="add">
          <ac:chgData name="Aggie Menezes" userId="74619c95fa3483c9" providerId="LiveId" clId="{6A46CFC1-D81F-9C46-BB3E-0BAFF4AC7CB5}" dt="2020-10-29T15:48:42.476" v="2014"/>
          <ac:inkMkLst>
            <pc:docMk/>
            <pc:sldMk cId="2353975964" sldId="269"/>
            <ac:inkMk id="96" creationId="{40EEA5B7-59BF-5C4D-8A98-B845138CED0A}"/>
          </ac:inkMkLst>
        </pc:inkChg>
        <pc:inkChg chg="add">
          <ac:chgData name="Aggie Menezes" userId="74619c95fa3483c9" providerId="LiveId" clId="{6A46CFC1-D81F-9C46-BB3E-0BAFF4AC7CB5}" dt="2020-10-29T15:48:43.380" v="2015"/>
          <ac:inkMkLst>
            <pc:docMk/>
            <pc:sldMk cId="2353975964" sldId="269"/>
            <ac:inkMk id="97" creationId="{49603261-7A96-A64B-A847-9179DB4219D6}"/>
          </ac:inkMkLst>
        </pc:inkChg>
        <pc:inkChg chg="add">
          <ac:chgData name="Aggie Menezes" userId="74619c95fa3483c9" providerId="LiveId" clId="{6A46CFC1-D81F-9C46-BB3E-0BAFF4AC7CB5}" dt="2020-10-29T15:48:44.154" v="2016"/>
          <ac:inkMkLst>
            <pc:docMk/>
            <pc:sldMk cId="2353975964" sldId="269"/>
            <ac:inkMk id="98" creationId="{EF41DB39-F41F-924D-B4C0-1A222E664DE2}"/>
          </ac:inkMkLst>
        </pc:inkChg>
        <pc:inkChg chg="add">
          <ac:chgData name="Aggie Menezes" userId="74619c95fa3483c9" providerId="LiveId" clId="{6A46CFC1-D81F-9C46-BB3E-0BAFF4AC7CB5}" dt="2020-10-29T15:48:44.409" v="2017"/>
          <ac:inkMkLst>
            <pc:docMk/>
            <pc:sldMk cId="2353975964" sldId="269"/>
            <ac:inkMk id="99" creationId="{15F8A8ED-7DAD-E149-BC1C-E96BAAFABAE4}"/>
          </ac:inkMkLst>
        </pc:inkChg>
        <pc:inkChg chg="add">
          <ac:chgData name="Aggie Menezes" userId="74619c95fa3483c9" providerId="LiveId" clId="{6A46CFC1-D81F-9C46-BB3E-0BAFF4AC7CB5}" dt="2020-10-29T15:48:50.981" v="2019"/>
          <ac:inkMkLst>
            <pc:docMk/>
            <pc:sldMk cId="2353975964" sldId="269"/>
            <ac:inkMk id="101" creationId="{0C328C83-2963-E341-B53B-EDC52F1C7647}"/>
          </ac:inkMkLst>
        </pc:inkChg>
        <pc:inkChg chg="add">
          <ac:chgData name="Aggie Menezes" userId="74619c95fa3483c9" providerId="LiveId" clId="{6A46CFC1-D81F-9C46-BB3E-0BAFF4AC7CB5}" dt="2020-10-29T15:48:51.417" v="2020"/>
          <ac:inkMkLst>
            <pc:docMk/>
            <pc:sldMk cId="2353975964" sldId="269"/>
            <ac:inkMk id="102" creationId="{8C43BDF2-C0F1-3E48-B489-EA864FCB832F}"/>
          </ac:inkMkLst>
        </pc:inkChg>
        <pc:inkChg chg="add">
          <ac:chgData name="Aggie Menezes" userId="74619c95fa3483c9" providerId="LiveId" clId="{6A46CFC1-D81F-9C46-BB3E-0BAFF4AC7CB5}" dt="2020-10-29T15:48:51.585" v="2021"/>
          <ac:inkMkLst>
            <pc:docMk/>
            <pc:sldMk cId="2353975964" sldId="269"/>
            <ac:inkMk id="103" creationId="{A00F5FF2-6DA3-F742-8886-A7B92E41950D}"/>
          </ac:inkMkLst>
        </pc:inkChg>
        <pc:inkChg chg="add">
          <ac:chgData name="Aggie Menezes" userId="74619c95fa3483c9" providerId="LiveId" clId="{6A46CFC1-D81F-9C46-BB3E-0BAFF4AC7CB5}" dt="2020-10-29T15:48:52.207" v="2022"/>
          <ac:inkMkLst>
            <pc:docMk/>
            <pc:sldMk cId="2353975964" sldId="269"/>
            <ac:inkMk id="104" creationId="{0885B7BC-026B-A149-BE25-F4B7C817D36E}"/>
          </ac:inkMkLst>
        </pc:inkChg>
        <pc:inkChg chg="add">
          <ac:chgData name="Aggie Menezes" userId="74619c95fa3483c9" providerId="LiveId" clId="{6A46CFC1-D81F-9C46-BB3E-0BAFF4AC7CB5}" dt="2020-10-29T15:48:52.523" v="2023"/>
          <ac:inkMkLst>
            <pc:docMk/>
            <pc:sldMk cId="2353975964" sldId="269"/>
            <ac:inkMk id="105" creationId="{6C3054DB-42BC-FB46-93BE-FA05FC27C462}"/>
          </ac:inkMkLst>
        </pc:inkChg>
        <pc:inkChg chg="add">
          <ac:chgData name="Aggie Menezes" userId="74619c95fa3483c9" providerId="LiveId" clId="{6A46CFC1-D81F-9C46-BB3E-0BAFF4AC7CB5}" dt="2020-10-29T15:48:53.023" v="2024"/>
          <ac:inkMkLst>
            <pc:docMk/>
            <pc:sldMk cId="2353975964" sldId="269"/>
            <ac:inkMk id="106" creationId="{92D29EC4-495F-7C44-B835-24CCAD6825D4}"/>
          </ac:inkMkLst>
        </pc:inkChg>
        <pc:inkChg chg="add">
          <ac:chgData name="Aggie Menezes" userId="74619c95fa3483c9" providerId="LiveId" clId="{6A46CFC1-D81F-9C46-BB3E-0BAFF4AC7CB5}" dt="2020-10-29T15:48:53.815" v="2025"/>
          <ac:inkMkLst>
            <pc:docMk/>
            <pc:sldMk cId="2353975964" sldId="269"/>
            <ac:inkMk id="107" creationId="{04A708C0-BF15-374F-96F2-07DE661754E2}"/>
          </ac:inkMkLst>
        </pc:inkChg>
        <pc:inkChg chg="add">
          <ac:chgData name="Aggie Menezes" userId="74619c95fa3483c9" providerId="LiveId" clId="{6A46CFC1-D81F-9C46-BB3E-0BAFF4AC7CB5}" dt="2020-10-29T15:48:54.056" v="2026"/>
          <ac:inkMkLst>
            <pc:docMk/>
            <pc:sldMk cId="2353975964" sldId="269"/>
            <ac:inkMk id="108" creationId="{0A5C1557-88E3-EB4C-A832-84DE7B4FB716}"/>
          </ac:inkMkLst>
        </pc:inkChg>
        <pc:inkChg chg="add">
          <ac:chgData name="Aggie Menezes" userId="74619c95fa3483c9" providerId="LiveId" clId="{6A46CFC1-D81F-9C46-BB3E-0BAFF4AC7CB5}" dt="2020-10-29T15:48:54.512" v="2027"/>
          <ac:inkMkLst>
            <pc:docMk/>
            <pc:sldMk cId="2353975964" sldId="269"/>
            <ac:inkMk id="109" creationId="{7E13E4E7-865A-764B-B99B-9B4327D584F6}"/>
          </ac:inkMkLst>
        </pc:inkChg>
        <pc:inkChg chg="add">
          <ac:chgData name="Aggie Menezes" userId="74619c95fa3483c9" providerId="LiveId" clId="{6A46CFC1-D81F-9C46-BB3E-0BAFF4AC7CB5}" dt="2020-10-29T15:48:54.785" v="2028"/>
          <ac:inkMkLst>
            <pc:docMk/>
            <pc:sldMk cId="2353975964" sldId="269"/>
            <ac:inkMk id="110" creationId="{5504327E-D61C-E147-800E-C62B177F192F}"/>
          </ac:inkMkLst>
        </pc:inkChg>
        <pc:inkChg chg="add">
          <ac:chgData name="Aggie Menezes" userId="74619c95fa3483c9" providerId="LiveId" clId="{6A46CFC1-D81F-9C46-BB3E-0BAFF4AC7CB5}" dt="2020-10-29T15:48:55.466" v="2029"/>
          <ac:inkMkLst>
            <pc:docMk/>
            <pc:sldMk cId="2353975964" sldId="269"/>
            <ac:inkMk id="111" creationId="{6FF97D06-2936-784F-9C54-5CBBD36F7F59}"/>
          </ac:inkMkLst>
        </pc:inkChg>
        <pc:inkChg chg="add">
          <ac:chgData name="Aggie Menezes" userId="74619c95fa3483c9" providerId="LiveId" clId="{6A46CFC1-D81F-9C46-BB3E-0BAFF4AC7CB5}" dt="2020-10-29T15:48:59.201" v="2031"/>
          <ac:inkMkLst>
            <pc:docMk/>
            <pc:sldMk cId="2353975964" sldId="269"/>
            <ac:inkMk id="116" creationId="{0D882D66-45CC-5E4A-AF12-DBBB9A3178C3}"/>
          </ac:inkMkLst>
        </pc:inkChg>
        <pc:inkChg chg="add">
          <ac:chgData name="Aggie Menezes" userId="74619c95fa3483c9" providerId="LiveId" clId="{6A46CFC1-D81F-9C46-BB3E-0BAFF4AC7CB5}" dt="2020-10-29T15:48:59.595" v="2032"/>
          <ac:inkMkLst>
            <pc:docMk/>
            <pc:sldMk cId="2353975964" sldId="269"/>
            <ac:inkMk id="117" creationId="{A994AE5A-51D5-6F45-A8D0-D712193ABF08}"/>
          </ac:inkMkLst>
        </pc:inkChg>
        <pc:inkChg chg="add">
          <ac:chgData name="Aggie Menezes" userId="74619c95fa3483c9" providerId="LiveId" clId="{6A46CFC1-D81F-9C46-BB3E-0BAFF4AC7CB5}" dt="2020-10-29T15:48:59.884" v="2033"/>
          <ac:inkMkLst>
            <pc:docMk/>
            <pc:sldMk cId="2353975964" sldId="269"/>
            <ac:inkMk id="118" creationId="{76DCD96B-821C-CD4D-A244-4857255A3452}"/>
          </ac:inkMkLst>
        </pc:inkChg>
        <pc:inkChg chg="add">
          <ac:chgData name="Aggie Menezes" userId="74619c95fa3483c9" providerId="LiveId" clId="{6A46CFC1-D81F-9C46-BB3E-0BAFF4AC7CB5}" dt="2020-10-29T15:49:01.168" v="2034"/>
          <ac:inkMkLst>
            <pc:docMk/>
            <pc:sldMk cId="2353975964" sldId="269"/>
            <ac:inkMk id="119" creationId="{1FCE5CA4-6645-0340-8E8F-D47EADEA0994}"/>
          </ac:inkMkLst>
        </pc:inkChg>
        <pc:inkChg chg="add">
          <ac:chgData name="Aggie Menezes" userId="74619c95fa3483c9" providerId="LiveId" clId="{6A46CFC1-D81F-9C46-BB3E-0BAFF4AC7CB5}" dt="2020-10-29T15:49:02.214" v="2036"/>
          <ac:inkMkLst>
            <pc:docMk/>
            <pc:sldMk cId="2353975964" sldId="269"/>
            <ac:inkMk id="121" creationId="{5C1575AA-A7DE-D54D-86CA-157A312DAFC9}"/>
          </ac:inkMkLst>
        </pc:inkChg>
        <pc:inkChg chg="add">
          <ac:chgData name="Aggie Menezes" userId="74619c95fa3483c9" providerId="LiveId" clId="{6A46CFC1-D81F-9C46-BB3E-0BAFF4AC7CB5}" dt="2020-10-29T15:49:02.511" v="2037"/>
          <ac:inkMkLst>
            <pc:docMk/>
            <pc:sldMk cId="2353975964" sldId="269"/>
            <ac:inkMk id="122" creationId="{3BE5E907-EF1D-D74F-923F-947ABCD59AA8}"/>
          </ac:inkMkLst>
        </pc:inkChg>
        <pc:inkChg chg="add">
          <ac:chgData name="Aggie Menezes" userId="74619c95fa3483c9" providerId="LiveId" clId="{6A46CFC1-D81F-9C46-BB3E-0BAFF4AC7CB5}" dt="2020-10-29T15:49:05.985" v="2039"/>
          <ac:inkMkLst>
            <pc:docMk/>
            <pc:sldMk cId="2353975964" sldId="269"/>
            <ac:inkMk id="124" creationId="{42719F90-E652-4A41-9D90-EF5064E379F8}"/>
          </ac:inkMkLst>
        </pc:inkChg>
        <pc:inkChg chg="add">
          <ac:chgData name="Aggie Menezes" userId="74619c95fa3483c9" providerId="LiveId" clId="{6A46CFC1-D81F-9C46-BB3E-0BAFF4AC7CB5}" dt="2020-10-29T15:49:06.385" v="2040"/>
          <ac:inkMkLst>
            <pc:docMk/>
            <pc:sldMk cId="2353975964" sldId="269"/>
            <ac:inkMk id="125" creationId="{213C2E77-962A-B943-8E90-B87DBE02BA17}"/>
          </ac:inkMkLst>
        </pc:inkChg>
        <pc:inkChg chg="add">
          <ac:chgData name="Aggie Menezes" userId="74619c95fa3483c9" providerId="LiveId" clId="{6A46CFC1-D81F-9C46-BB3E-0BAFF4AC7CB5}" dt="2020-10-29T15:49:06.776" v="2041"/>
          <ac:inkMkLst>
            <pc:docMk/>
            <pc:sldMk cId="2353975964" sldId="269"/>
            <ac:inkMk id="126" creationId="{B769C1FF-3DFF-B648-937E-443570760FFC}"/>
          </ac:inkMkLst>
        </pc:inkChg>
        <pc:inkChg chg="add">
          <ac:chgData name="Aggie Menezes" userId="74619c95fa3483c9" providerId="LiveId" clId="{6A46CFC1-D81F-9C46-BB3E-0BAFF4AC7CB5}" dt="2020-10-29T15:49:07.018" v="2042"/>
          <ac:inkMkLst>
            <pc:docMk/>
            <pc:sldMk cId="2353975964" sldId="269"/>
            <ac:inkMk id="127" creationId="{E2FEDC56-3AF4-154A-A26F-45F2595CA5F8}"/>
          </ac:inkMkLst>
        </pc:inkChg>
        <pc:inkChg chg="add">
          <ac:chgData name="Aggie Menezes" userId="74619c95fa3483c9" providerId="LiveId" clId="{6A46CFC1-D81F-9C46-BB3E-0BAFF4AC7CB5}" dt="2020-10-29T15:49:07.184" v="2043"/>
          <ac:inkMkLst>
            <pc:docMk/>
            <pc:sldMk cId="2353975964" sldId="269"/>
            <ac:inkMk id="128" creationId="{8ADBD676-E8C5-EA47-9409-A4EF78C6A05A}"/>
          </ac:inkMkLst>
        </pc:inkChg>
      </pc:sldChg>
      <pc:sldChg chg="addSp delSp">
        <pc:chgData name="Aggie Menezes" userId="74619c95fa3483c9" providerId="LiveId" clId="{6A46CFC1-D81F-9C46-BB3E-0BAFF4AC7CB5}" dt="2020-10-29T15:43:41.487" v="1903"/>
        <pc:sldMkLst>
          <pc:docMk/>
          <pc:sldMk cId="1267246641" sldId="270"/>
        </pc:sldMkLst>
        <pc:grpChg chg="add del">
          <ac:chgData name="Aggie Menezes" userId="74619c95fa3483c9" providerId="LiveId" clId="{6A46CFC1-D81F-9C46-BB3E-0BAFF4AC7CB5}" dt="2020-10-29T15:40:57.248" v="1883"/>
          <ac:grpSpMkLst>
            <pc:docMk/>
            <pc:sldMk cId="1267246641" sldId="270"/>
            <ac:grpSpMk id="12" creationId="{28614A8C-A820-9449-B2FC-671E68211615}"/>
          </ac:grpSpMkLst>
        </pc:grpChg>
        <pc:grpChg chg="add del">
          <ac:chgData name="Aggie Menezes" userId="74619c95fa3483c9" providerId="LiveId" clId="{6A46CFC1-D81F-9C46-BB3E-0BAFF4AC7CB5}" dt="2020-10-29T15:41:09.821" v="1890"/>
          <ac:grpSpMkLst>
            <pc:docMk/>
            <pc:sldMk cId="1267246641" sldId="270"/>
            <ac:grpSpMk id="15" creationId="{0302796A-3F99-734D-B3BB-249C1835F8E2}"/>
          </ac:grpSpMkLst>
        </pc:grpChg>
        <pc:inkChg chg="add">
          <ac:chgData name="Aggie Menezes" userId="74619c95fa3483c9" providerId="LiveId" clId="{6A46CFC1-D81F-9C46-BB3E-0BAFF4AC7CB5}" dt="2020-10-29T15:39:15.582" v="1873"/>
          <ac:inkMkLst>
            <pc:docMk/>
            <pc:sldMk cId="1267246641" sldId="270"/>
            <ac:inkMk id="5" creationId="{61E335B3-C866-0E4B-A8D1-79C7D367EA30}"/>
          </ac:inkMkLst>
        </pc:inkChg>
        <pc:inkChg chg="add">
          <ac:chgData name="Aggie Menezes" userId="74619c95fa3483c9" providerId="LiveId" clId="{6A46CFC1-D81F-9C46-BB3E-0BAFF4AC7CB5}" dt="2020-10-29T15:39:16.279" v="1874"/>
          <ac:inkMkLst>
            <pc:docMk/>
            <pc:sldMk cId="1267246641" sldId="270"/>
            <ac:inkMk id="6" creationId="{B19E395A-4BB3-9B4C-9746-29E155E48FF5}"/>
          </ac:inkMkLst>
        </pc:inkChg>
        <pc:inkChg chg="add del">
          <ac:chgData name="Aggie Menezes" userId="74619c95fa3483c9" providerId="LiveId" clId="{6A46CFC1-D81F-9C46-BB3E-0BAFF4AC7CB5}" dt="2020-10-29T15:41:09.806" v="1887"/>
          <ac:inkMkLst>
            <pc:docMk/>
            <pc:sldMk cId="1267246641" sldId="270"/>
            <ac:inkMk id="7" creationId="{37A165C2-F6DD-594D-A9B3-DEC1639E9AB3}"/>
          </ac:inkMkLst>
        </pc:inkChg>
        <pc:inkChg chg="add del topLvl">
          <ac:chgData name="Aggie Menezes" userId="74619c95fa3483c9" providerId="LiveId" clId="{6A46CFC1-D81F-9C46-BB3E-0BAFF4AC7CB5}" dt="2020-10-29T15:41:09.803" v="1886"/>
          <ac:inkMkLst>
            <pc:docMk/>
            <pc:sldMk cId="1267246641" sldId="270"/>
            <ac:inkMk id="8" creationId="{6044591B-ACE4-4945-80C9-2B4C92AD35B8}"/>
          </ac:inkMkLst>
        </pc:inkChg>
        <pc:inkChg chg="add del topLvl">
          <ac:chgData name="Aggie Menezes" userId="74619c95fa3483c9" providerId="LiveId" clId="{6A46CFC1-D81F-9C46-BB3E-0BAFF4AC7CB5}" dt="2020-10-29T15:41:09.815" v="1889"/>
          <ac:inkMkLst>
            <pc:docMk/>
            <pc:sldMk cId="1267246641" sldId="270"/>
            <ac:inkMk id="9" creationId="{69E4E53D-E81E-834A-B3B9-7AEC8FD162BF}"/>
          </ac:inkMkLst>
        </pc:inkChg>
        <pc:inkChg chg="add del topLvl">
          <ac:chgData name="Aggie Menezes" userId="74619c95fa3483c9" providerId="LiveId" clId="{6A46CFC1-D81F-9C46-BB3E-0BAFF4AC7CB5}" dt="2020-10-29T15:41:09.798" v="1885"/>
          <ac:inkMkLst>
            <pc:docMk/>
            <pc:sldMk cId="1267246641" sldId="270"/>
            <ac:inkMk id="10" creationId="{50E4BB48-DBA9-8544-80DE-6952544A274A}"/>
          </ac:inkMkLst>
        </pc:inkChg>
        <pc:inkChg chg="add del topLvl">
          <ac:chgData name="Aggie Menezes" userId="74619c95fa3483c9" providerId="LiveId" clId="{6A46CFC1-D81F-9C46-BB3E-0BAFF4AC7CB5}" dt="2020-10-29T15:41:09.821" v="1890"/>
          <ac:inkMkLst>
            <pc:docMk/>
            <pc:sldMk cId="1267246641" sldId="270"/>
            <ac:inkMk id="11" creationId="{4458FE4E-3F57-F64A-8F9E-EFF9881D89D9}"/>
          </ac:inkMkLst>
        </pc:inkChg>
        <pc:inkChg chg="add del">
          <ac:chgData name="Aggie Menezes" userId="74619c95fa3483c9" providerId="LiveId" clId="{6A46CFC1-D81F-9C46-BB3E-0BAFF4AC7CB5}" dt="2020-10-29T15:41:09.811" v="1888"/>
          <ac:inkMkLst>
            <pc:docMk/>
            <pc:sldMk cId="1267246641" sldId="270"/>
            <ac:inkMk id="13" creationId="{8E8D226F-4D12-7B41-B6C3-356771B2641D}"/>
          </ac:inkMkLst>
        </pc:inkChg>
        <pc:inkChg chg="add del topLvl">
          <ac:chgData name="Aggie Menezes" userId="74619c95fa3483c9" providerId="LiveId" clId="{6A46CFC1-D81F-9C46-BB3E-0BAFF4AC7CB5}" dt="2020-10-29T15:41:09.830" v="1892"/>
          <ac:inkMkLst>
            <pc:docMk/>
            <pc:sldMk cId="1267246641" sldId="270"/>
            <ac:inkMk id="14" creationId="{2A254EBE-85AE-3241-B079-81F1B81C853C}"/>
          </ac:inkMkLst>
        </pc:inkChg>
        <pc:inkChg chg="add del">
          <ac:chgData name="Aggie Menezes" userId="74619c95fa3483c9" providerId="LiveId" clId="{6A46CFC1-D81F-9C46-BB3E-0BAFF4AC7CB5}" dt="2020-10-29T15:41:09.826" v="1891"/>
          <ac:inkMkLst>
            <pc:docMk/>
            <pc:sldMk cId="1267246641" sldId="270"/>
            <ac:inkMk id="16" creationId="{B517253C-5ED3-4245-A904-17A309356010}"/>
          </ac:inkMkLst>
        </pc:inkChg>
        <pc:inkChg chg="add">
          <ac:chgData name="Aggie Menezes" userId="74619c95fa3483c9" providerId="LiveId" clId="{6A46CFC1-D81F-9C46-BB3E-0BAFF4AC7CB5}" dt="2020-10-29T15:43:41.487" v="1903"/>
          <ac:inkMkLst>
            <pc:docMk/>
            <pc:sldMk cId="1267246641" sldId="270"/>
            <ac:inkMk id="22" creationId="{AB32D4BF-C693-8746-A6DA-E1BE932FF62F}"/>
          </ac:inkMkLst>
        </pc:inkChg>
      </pc:sldChg>
      <pc:sldChg chg="addSp delSp">
        <pc:chgData name="Aggie Menezes" userId="74619c95fa3483c9" providerId="LiveId" clId="{6A46CFC1-D81F-9C46-BB3E-0BAFF4AC7CB5}" dt="2020-10-29T14:01:53.454" v="813"/>
        <pc:sldMkLst>
          <pc:docMk/>
          <pc:sldMk cId="2349107279" sldId="274"/>
        </pc:sldMkLst>
        <pc:grpChg chg="add del">
          <ac:chgData name="Aggie Menezes" userId="74619c95fa3483c9" providerId="LiveId" clId="{6A46CFC1-D81F-9C46-BB3E-0BAFF4AC7CB5}" dt="2020-10-29T13:56:59.434" v="745"/>
          <ac:grpSpMkLst>
            <pc:docMk/>
            <pc:sldMk cId="2349107279" sldId="274"/>
            <ac:grpSpMk id="6" creationId="{76EC9826-6E45-804D-A8BD-3793CE9A16CA}"/>
          </ac:grpSpMkLst>
        </pc:grpChg>
        <pc:grpChg chg="add del">
          <ac:chgData name="Aggie Menezes" userId="74619c95fa3483c9" providerId="LiveId" clId="{6A46CFC1-D81F-9C46-BB3E-0BAFF4AC7CB5}" dt="2020-10-29T13:57:02.917" v="752"/>
          <ac:grpSpMkLst>
            <pc:docMk/>
            <pc:sldMk cId="2349107279" sldId="274"/>
            <ac:grpSpMk id="13" creationId="{3CEA06F2-D534-4345-8536-8E2B45ADE76B}"/>
          </ac:grpSpMkLst>
        </pc:grpChg>
        <pc:grpChg chg="add">
          <ac:chgData name="Aggie Menezes" userId="74619c95fa3483c9" providerId="LiveId" clId="{6A46CFC1-D81F-9C46-BB3E-0BAFF4AC7CB5}" dt="2020-10-29T13:57:02.917" v="752"/>
          <ac:grpSpMkLst>
            <pc:docMk/>
            <pc:sldMk cId="2349107279" sldId="274"/>
            <ac:grpSpMk id="20" creationId="{D99E481B-EF5E-C149-B207-1FF1344C9CC0}"/>
          </ac:grpSpMkLst>
        </pc:grpChg>
        <pc:grpChg chg="add">
          <ac:chgData name="Aggie Menezes" userId="74619c95fa3483c9" providerId="LiveId" clId="{6A46CFC1-D81F-9C46-BB3E-0BAFF4AC7CB5}" dt="2020-10-29T13:57:08.415" v="762"/>
          <ac:grpSpMkLst>
            <pc:docMk/>
            <pc:sldMk cId="2349107279" sldId="274"/>
            <ac:grpSpMk id="30" creationId="{09884611-5431-FB40-A8A2-5837F4BF8DF9}"/>
          </ac:grpSpMkLst>
        </pc:grpChg>
        <pc:grpChg chg="add del">
          <ac:chgData name="Aggie Menezes" userId="74619c95fa3483c9" providerId="LiveId" clId="{6A46CFC1-D81F-9C46-BB3E-0BAFF4AC7CB5}" dt="2020-10-29T13:58:06.283" v="776"/>
          <ac:grpSpMkLst>
            <pc:docMk/>
            <pc:sldMk cId="2349107279" sldId="274"/>
            <ac:grpSpMk id="34" creationId="{3F297B16-04E8-594F-9B7B-76EDEF7B4283}"/>
          </ac:grpSpMkLst>
        </pc:grpChg>
        <pc:grpChg chg="add del">
          <ac:chgData name="Aggie Menezes" userId="74619c95fa3483c9" providerId="LiveId" clId="{6A46CFC1-D81F-9C46-BB3E-0BAFF4AC7CB5}" dt="2020-10-29T13:58:20.359" v="792"/>
          <ac:grpSpMkLst>
            <pc:docMk/>
            <pc:sldMk cId="2349107279" sldId="274"/>
            <ac:grpSpMk id="44" creationId="{F53390BF-2FEC-AC40-B35F-3F5424C5C5AE}"/>
          </ac:grpSpMkLst>
        </pc:grpChg>
        <pc:grpChg chg="add del">
          <ac:chgData name="Aggie Menezes" userId="74619c95fa3483c9" providerId="LiveId" clId="{6A46CFC1-D81F-9C46-BB3E-0BAFF4AC7CB5}" dt="2020-10-29T13:58:17.214" v="787"/>
          <ac:grpSpMkLst>
            <pc:docMk/>
            <pc:sldMk cId="2349107279" sldId="274"/>
            <ac:grpSpMk id="53" creationId="{79CE5820-2715-C14F-B78A-874234C0569C}"/>
          </ac:grpSpMkLst>
        </pc:grpChg>
        <pc:grpChg chg="add del">
          <ac:chgData name="Aggie Menezes" userId="74619c95fa3483c9" providerId="LiveId" clId="{6A46CFC1-D81F-9C46-BB3E-0BAFF4AC7CB5}" dt="2020-10-29T13:58:19.005" v="790"/>
          <ac:grpSpMkLst>
            <pc:docMk/>
            <pc:sldMk cId="2349107279" sldId="274"/>
            <ac:grpSpMk id="55" creationId="{009FC3DF-1CFB-2845-B225-C723B9C338F5}"/>
          </ac:grpSpMkLst>
        </pc:grpChg>
        <pc:grpChg chg="add del">
          <ac:chgData name="Aggie Menezes" userId="74619c95fa3483c9" providerId="LiveId" clId="{6A46CFC1-D81F-9C46-BB3E-0BAFF4AC7CB5}" dt="2020-10-29T13:58:20.359" v="792"/>
          <ac:grpSpMkLst>
            <pc:docMk/>
            <pc:sldMk cId="2349107279" sldId="274"/>
            <ac:grpSpMk id="58" creationId="{096C7F35-72AE-D843-AE57-23D4677305AA}"/>
          </ac:grpSpMkLst>
        </pc:grpChg>
        <pc:grpChg chg="add del">
          <ac:chgData name="Aggie Menezes" userId="74619c95fa3483c9" providerId="LiveId" clId="{6A46CFC1-D81F-9C46-BB3E-0BAFF4AC7CB5}" dt="2020-10-29T13:58:29.091" v="794"/>
          <ac:grpSpMkLst>
            <pc:docMk/>
            <pc:sldMk cId="2349107279" sldId="274"/>
            <ac:grpSpMk id="60" creationId="{945094B5-AC9A-AD41-A170-AB9854609DF3}"/>
          </ac:grpSpMkLst>
        </pc:grpChg>
        <pc:grpChg chg="add del">
          <ac:chgData name="Aggie Menezes" userId="74619c95fa3483c9" providerId="LiveId" clId="{6A46CFC1-D81F-9C46-BB3E-0BAFF4AC7CB5}" dt="2020-10-29T13:58:32.927" v="800"/>
          <ac:grpSpMkLst>
            <pc:docMk/>
            <pc:sldMk cId="2349107279" sldId="274"/>
            <ac:grpSpMk id="62" creationId="{4CBC6676-74A0-414F-9633-DE32DA9EEC6F}"/>
          </ac:grpSpMkLst>
        </pc:grpChg>
        <pc:grpChg chg="add">
          <ac:chgData name="Aggie Menezes" userId="74619c95fa3483c9" providerId="LiveId" clId="{6A46CFC1-D81F-9C46-BB3E-0BAFF4AC7CB5}" dt="2020-10-29T13:58:32.927" v="800"/>
          <ac:grpSpMkLst>
            <pc:docMk/>
            <pc:sldMk cId="2349107279" sldId="274"/>
            <ac:grpSpMk id="68" creationId="{6A6C048C-DFC5-7B41-8BEE-6163A9F75B92}"/>
          </ac:grpSpMkLst>
        </pc:grpChg>
        <pc:grpChg chg="add">
          <ac:chgData name="Aggie Menezes" userId="74619c95fa3483c9" providerId="LiveId" clId="{6A46CFC1-D81F-9C46-BB3E-0BAFF4AC7CB5}" dt="2020-10-29T13:58:32.927" v="800"/>
          <ac:grpSpMkLst>
            <pc:docMk/>
            <pc:sldMk cId="2349107279" sldId="274"/>
            <ac:grpSpMk id="69" creationId="{D0519D3A-EF84-874C-ABBA-3C6B9E4B3542}"/>
          </ac:grpSpMkLst>
        </pc:grpChg>
        <pc:grpChg chg="add">
          <ac:chgData name="Aggie Menezes" userId="74619c95fa3483c9" providerId="LiveId" clId="{6A46CFC1-D81F-9C46-BB3E-0BAFF4AC7CB5}" dt="2020-10-29T13:58:52.746" v="812"/>
          <ac:grpSpMkLst>
            <pc:docMk/>
            <pc:sldMk cId="2349107279" sldId="274"/>
            <ac:grpSpMk id="81" creationId="{B87F9FC8-E81B-2A43-8A56-B66E58362A09}"/>
          </ac:grpSpMkLst>
        </pc:grpChg>
        <pc:inkChg chg="add topLvl">
          <ac:chgData name="Aggie Menezes" userId="74619c95fa3483c9" providerId="LiveId" clId="{6A46CFC1-D81F-9C46-BB3E-0BAFF4AC7CB5}" dt="2020-10-29T13:57:02.917" v="752"/>
          <ac:inkMkLst>
            <pc:docMk/>
            <pc:sldMk cId="2349107279" sldId="274"/>
            <ac:inkMk id="3" creationId="{54B1E65E-A657-C849-B09B-AD09598EEEFA}"/>
          </ac:inkMkLst>
        </pc:inkChg>
        <pc:inkChg chg="add topLvl">
          <ac:chgData name="Aggie Menezes" userId="74619c95fa3483c9" providerId="LiveId" clId="{6A46CFC1-D81F-9C46-BB3E-0BAFF4AC7CB5}" dt="2020-10-29T13:57:02.917" v="752"/>
          <ac:inkMkLst>
            <pc:docMk/>
            <pc:sldMk cId="2349107279" sldId="274"/>
            <ac:inkMk id="4" creationId="{5DE08517-61D3-BC47-9B75-E2E175F27BB9}"/>
          </ac:inkMkLst>
        </pc:inkChg>
        <pc:inkChg chg="add topLvl">
          <ac:chgData name="Aggie Menezes" userId="74619c95fa3483c9" providerId="LiveId" clId="{6A46CFC1-D81F-9C46-BB3E-0BAFF4AC7CB5}" dt="2020-10-29T13:57:02.917" v="752"/>
          <ac:inkMkLst>
            <pc:docMk/>
            <pc:sldMk cId="2349107279" sldId="274"/>
            <ac:inkMk id="5" creationId="{F870671B-54AC-DF49-B788-A4E6B79F6B32}"/>
          </ac:inkMkLst>
        </pc:inkChg>
        <pc:inkChg chg="add topLvl">
          <ac:chgData name="Aggie Menezes" userId="74619c95fa3483c9" providerId="LiveId" clId="{6A46CFC1-D81F-9C46-BB3E-0BAFF4AC7CB5}" dt="2020-10-29T13:57:02.917" v="752"/>
          <ac:inkMkLst>
            <pc:docMk/>
            <pc:sldMk cId="2349107279" sldId="274"/>
            <ac:inkMk id="7" creationId="{E348E626-7BD6-A44D-A66E-7154B9A61D0A}"/>
          </ac:inkMkLst>
        </pc:inkChg>
        <pc:inkChg chg="add topLvl">
          <ac:chgData name="Aggie Menezes" userId="74619c95fa3483c9" providerId="LiveId" clId="{6A46CFC1-D81F-9C46-BB3E-0BAFF4AC7CB5}" dt="2020-10-29T13:57:02.917" v="752"/>
          <ac:inkMkLst>
            <pc:docMk/>
            <pc:sldMk cId="2349107279" sldId="274"/>
            <ac:inkMk id="8" creationId="{557BDD47-D32A-8B4A-A3BE-D6D9C1D3DEC1}"/>
          </ac:inkMkLst>
        </pc:inkChg>
        <pc:inkChg chg="add topLvl">
          <ac:chgData name="Aggie Menezes" userId="74619c95fa3483c9" providerId="LiveId" clId="{6A46CFC1-D81F-9C46-BB3E-0BAFF4AC7CB5}" dt="2020-10-29T13:57:02.917" v="752"/>
          <ac:inkMkLst>
            <pc:docMk/>
            <pc:sldMk cId="2349107279" sldId="274"/>
            <ac:inkMk id="9" creationId="{F5DE388D-6576-A949-886C-C836AD58A56F}"/>
          </ac:inkMkLst>
        </pc:inkChg>
        <pc:inkChg chg="add topLvl">
          <ac:chgData name="Aggie Menezes" userId="74619c95fa3483c9" providerId="LiveId" clId="{6A46CFC1-D81F-9C46-BB3E-0BAFF4AC7CB5}" dt="2020-10-29T13:57:02.917" v="752"/>
          <ac:inkMkLst>
            <pc:docMk/>
            <pc:sldMk cId="2349107279" sldId="274"/>
            <ac:inkMk id="10" creationId="{5ADF7EF9-2003-284D-BDE9-07576AF8BF8D}"/>
          </ac:inkMkLst>
        </pc:inkChg>
        <pc:inkChg chg="add topLvl">
          <ac:chgData name="Aggie Menezes" userId="74619c95fa3483c9" providerId="LiveId" clId="{6A46CFC1-D81F-9C46-BB3E-0BAFF4AC7CB5}" dt="2020-10-29T13:57:02.917" v="752"/>
          <ac:inkMkLst>
            <pc:docMk/>
            <pc:sldMk cId="2349107279" sldId="274"/>
            <ac:inkMk id="11" creationId="{BE88F5D7-256F-B645-AF65-55489228580B}"/>
          </ac:inkMkLst>
        </pc:inkChg>
        <pc:inkChg chg="add topLvl">
          <ac:chgData name="Aggie Menezes" userId="74619c95fa3483c9" providerId="LiveId" clId="{6A46CFC1-D81F-9C46-BB3E-0BAFF4AC7CB5}" dt="2020-10-29T13:57:02.917" v="752"/>
          <ac:inkMkLst>
            <pc:docMk/>
            <pc:sldMk cId="2349107279" sldId="274"/>
            <ac:inkMk id="12" creationId="{EFA30064-CEB2-3B44-8F6F-681804CFF4FA}"/>
          </ac:inkMkLst>
        </pc:inkChg>
        <pc:inkChg chg="add">
          <ac:chgData name="Aggie Menezes" userId="74619c95fa3483c9" providerId="LiveId" clId="{6A46CFC1-D81F-9C46-BB3E-0BAFF4AC7CB5}" dt="2020-10-29T13:57:00.180" v="746"/>
          <ac:inkMkLst>
            <pc:docMk/>
            <pc:sldMk cId="2349107279" sldId="274"/>
            <ac:inkMk id="14" creationId="{C11B7A65-9760-ED4B-B4A2-B6A6ADBABFC4}"/>
          </ac:inkMkLst>
        </pc:inkChg>
        <pc:inkChg chg="add">
          <ac:chgData name="Aggie Menezes" userId="74619c95fa3483c9" providerId="LiveId" clId="{6A46CFC1-D81F-9C46-BB3E-0BAFF4AC7CB5}" dt="2020-10-29T13:57:00.382" v="747"/>
          <ac:inkMkLst>
            <pc:docMk/>
            <pc:sldMk cId="2349107279" sldId="274"/>
            <ac:inkMk id="15" creationId="{86ECD6CA-E16E-D044-95EA-7F7C35D3A5BC}"/>
          </ac:inkMkLst>
        </pc:inkChg>
        <pc:inkChg chg="add">
          <ac:chgData name="Aggie Menezes" userId="74619c95fa3483c9" providerId="LiveId" clId="{6A46CFC1-D81F-9C46-BB3E-0BAFF4AC7CB5}" dt="2020-10-29T13:57:00.585" v="748"/>
          <ac:inkMkLst>
            <pc:docMk/>
            <pc:sldMk cId="2349107279" sldId="274"/>
            <ac:inkMk id="16" creationId="{A43570F4-D1E9-0C4B-9A67-9CCF142134D5}"/>
          </ac:inkMkLst>
        </pc:inkChg>
        <pc:inkChg chg="add">
          <ac:chgData name="Aggie Menezes" userId="74619c95fa3483c9" providerId="LiveId" clId="{6A46CFC1-D81F-9C46-BB3E-0BAFF4AC7CB5}" dt="2020-10-29T13:57:00.916" v="749"/>
          <ac:inkMkLst>
            <pc:docMk/>
            <pc:sldMk cId="2349107279" sldId="274"/>
            <ac:inkMk id="17" creationId="{8573E1E0-98EE-7E49-9F5B-75231A6025BC}"/>
          </ac:inkMkLst>
        </pc:inkChg>
        <pc:inkChg chg="add">
          <ac:chgData name="Aggie Menezes" userId="74619c95fa3483c9" providerId="LiveId" clId="{6A46CFC1-D81F-9C46-BB3E-0BAFF4AC7CB5}" dt="2020-10-29T13:57:01.159" v="750"/>
          <ac:inkMkLst>
            <pc:docMk/>
            <pc:sldMk cId="2349107279" sldId="274"/>
            <ac:inkMk id="18" creationId="{61A7CE2E-B6F5-F844-B048-804482D06169}"/>
          </ac:inkMkLst>
        </pc:inkChg>
        <pc:inkChg chg="add">
          <ac:chgData name="Aggie Menezes" userId="74619c95fa3483c9" providerId="LiveId" clId="{6A46CFC1-D81F-9C46-BB3E-0BAFF4AC7CB5}" dt="2020-10-29T13:57:01.990" v="751"/>
          <ac:inkMkLst>
            <pc:docMk/>
            <pc:sldMk cId="2349107279" sldId="274"/>
            <ac:inkMk id="19" creationId="{1F1CFC30-FFE3-1240-B4B6-08CF065B660C}"/>
          </ac:inkMkLst>
        </pc:inkChg>
        <pc:inkChg chg="add">
          <ac:chgData name="Aggie Menezes" userId="74619c95fa3483c9" providerId="LiveId" clId="{6A46CFC1-D81F-9C46-BB3E-0BAFF4AC7CB5}" dt="2020-10-29T13:57:03.530" v="753"/>
          <ac:inkMkLst>
            <pc:docMk/>
            <pc:sldMk cId="2349107279" sldId="274"/>
            <ac:inkMk id="21" creationId="{C2F40E2F-3688-6F41-A79F-8A6192B0BCE5}"/>
          </ac:inkMkLst>
        </pc:inkChg>
        <pc:inkChg chg="add">
          <ac:chgData name="Aggie Menezes" userId="74619c95fa3483c9" providerId="LiveId" clId="{6A46CFC1-D81F-9C46-BB3E-0BAFF4AC7CB5}" dt="2020-10-29T13:57:04.505" v="754"/>
          <ac:inkMkLst>
            <pc:docMk/>
            <pc:sldMk cId="2349107279" sldId="274"/>
            <ac:inkMk id="22" creationId="{31CEE19E-943F-6E4D-9EC6-8BFAB41D0FBE}"/>
          </ac:inkMkLst>
        </pc:inkChg>
        <pc:inkChg chg="add">
          <ac:chgData name="Aggie Menezes" userId="74619c95fa3483c9" providerId="LiveId" clId="{6A46CFC1-D81F-9C46-BB3E-0BAFF4AC7CB5}" dt="2020-10-29T13:57:05.222" v="755"/>
          <ac:inkMkLst>
            <pc:docMk/>
            <pc:sldMk cId="2349107279" sldId="274"/>
            <ac:inkMk id="23" creationId="{917F004E-506C-AC4C-B59D-1737EB84C3A0}"/>
          </ac:inkMkLst>
        </pc:inkChg>
        <pc:inkChg chg="add">
          <ac:chgData name="Aggie Menezes" userId="74619c95fa3483c9" providerId="LiveId" clId="{6A46CFC1-D81F-9C46-BB3E-0BAFF4AC7CB5}" dt="2020-10-29T13:57:05.436" v="756"/>
          <ac:inkMkLst>
            <pc:docMk/>
            <pc:sldMk cId="2349107279" sldId="274"/>
            <ac:inkMk id="24" creationId="{6C241D5F-5F35-064B-A5DD-41450002E7E5}"/>
          </ac:inkMkLst>
        </pc:inkChg>
        <pc:inkChg chg="add">
          <ac:chgData name="Aggie Menezes" userId="74619c95fa3483c9" providerId="LiveId" clId="{6A46CFC1-D81F-9C46-BB3E-0BAFF4AC7CB5}" dt="2020-10-29T13:57:05.984" v="757"/>
          <ac:inkMkLst>
            <pc:docMk/>
            <pc:sldMk cId="2349107279" sldId="274"/>
            <ac:inkMk id="25" creationId="{08DD5D60-54D6-5642-869A-D4D269947A43}"/>
          </ac:inkMkLst>
        </pc:inkChg>
        <pc:inkChg chg="add">
          <ac:chgData name="Aggie Menezes" userId="74619c95fa3483c9" providerId="LiveId" clId="{6A46CFC1-D81F-9C46-BB3E-0BAFF4AC7CB5}" dt="2020-10-29T13:57:06.280" v="758"/>
          <ac:inkMkLst>
            <pc:docMk/>
            <pc:sldMk cId="2349107279" sldId="274"/>
            <ac:inkMk id="26" creationId="{FE21DE2C-B16A-A24E-8FEB-34B88A01FAC8}"/>
          </ac:inkMkLst>
        </pc:inkChg>
        <pc:inkChg chg="add">
          <ac:chgData name="Aggie Menezes" userId="74619c95fa3483c9" providerId="LiveId" clId="{6A46CFC1-D81F-9C46-BB3E-0BAFF4AC7CB5}" dt="2020-10-29T13:57:06.472" v="759"/>
          <ac:inkMkLst>
            <pc:docMk/>
            <pc:sldMk cId="2349107279" sldId="274"/>
            <ac:inkMk id="27" creationId="{648ABC8E-E0A4-9245-9627-A06B9162A5C7}"/>
          </ac:inkMkLst>
        </pc:inkChg>
        <pc:inkChg chg="add">
          <ac:chgData name="Aggie Menezes" userId="74619c95fa3483c9" providerId="LiveId" clId="{6A46CFC1-D81F-9C46-BB3E-0BAFF4AC7CB5}" dt="2020-10-29T13:57:06.710" v="760"/>
          <ac:inkMkLst>
            <pc:docMk/>
            <pc:sldMk cId="2349107279" sldId="274"/>
            <ac:inkMk id="28" creationId="{F23FCD34-2A21-0048-B480-D8632FD221F0}"/>
          </ac:inkMkLst>
        </pc:inkChg>
        <pc:inkChg chg="add">
          <ac:chgData name="Aggie Menezes" userId="74619c95fa3483c9" providerId="LiveId" clId="{6A46CFC1-D81F-9C46-BB3E-0BAFF4AC7CB5}" dt="2020-10-29T13:57:07.455" v="761"/>
          <ac:inkMkLst>
            <pc:docMk/>
            <pc:sldMk cId="2349107279" sldId="274"/>
            <ac:inkMk id="29" creationId="{1DAB5C01-7F9B-5B46-99CA-84A7B901F0BB}"/>
          </ac:inkMkLst>
        </pc:inkChg>
        <pc:inkChg chg="add topLvl">
          <ac:chgData name="Aggie Menezes" userId="74619c95fa3483c9" providerId="LiveId" clId="{6A46CFC1-D81F-9C46-BB3E-0BAFF4AC7CB5}" dt="2020-10-29T13:58:29.091" v="794"/>
          <ac:inkMkLst>
            <pc:docMk/>
            <pc:sldMk cId="2349107279" sldId="274"/>
            <ac:inkMk id="31" creationId="{98A75945-CD58-8548-AC0E-32BDF213F949}"/>
          </ac:inkMkLst>
        </pc:inkChg>
        <pc:inkChg chg="add topLvl">
          <ac:chgData name="Aggie Menezes" userId="74619c95fa3483c9" providerId="LiveId" clId="{6A46CFC1-D81F-9C46-BB3E-0BAFF4AC7CB5}" dt="2020-10-29T13:58:29.091" v="794"/>
          <ac:inkMkLst>
            <pc:docMk/>
            <pc:sldMk cId="2349107279" sldId="274"/>
            <ac:inkMk id="32" creationId="{A8459836-49A6-DE47-B915-9CE6A7C31683}"/>
          </ac:inkMkLst>
        </pc:inkChg>
        <pc:inkChg chg="add topLvl">
          <ac:chgData name="Aggie Menezes" userId="74619c95fa3483c9" providerId="LiveId" clId="{6A46CFC1-D81F-9C46-BB3E-0BAFF4AC7CB5}" dt="2020-10-29T13:58:29.091" v="794"/>
          <ac:inkMkLst>
            <pc:docMk/>
            <pc:sldMk cId="2349107279" sldId="274"/>
            <ac:inkMk id="33" creationId="{18E1F3AF-9606-B844-9F1D-5C238397A119}"/>
          </ac:inkMkLst>
        </pc:inkChg>
        <pc:inkChg chg="add topLvl">
          <ac:chgData name="Aggie Menezes" userId="74619c95fa3483c9" providerId="LiveId" clId="{6A46CFC1-D81F-9C46-BB3E-0BAFF4AC7CB5}" dt="2020-10-29T13:58:29.091" v="794"/>
          <ac:inkMkLst>
            <pc:docMk/>
            <pc:sldMk cId="2349107279" sldId="274"/>
            <ac:inkMk id="35" creationId="{3F263613-73BF-E241-9F87-DFF4855852BE}"/>
          </ac:inkMkLst>
        </pc:inkChg>
        <pc:inkChg chg="add topLvl">
          <ac:chgData name="Aggie Menezes" userId="74619c95fa3483c9" providerId="LiveId" clId="{6A46CFC1-D81F-9C46-BB3E-0BAFF4AC7CB5}" dt="2020-10-29T13:58:29.091" v="794"/>
          <ac:inkMkLst>
            <pc:docMk/>
            <pc:sldMk cId="2349107279" sldId="274"/>
            <ac:inkMk id="36" creationId="{06C7DC7F-AB7A-8D49-9246-DE212A10DD90}"/>
          </ac:inkMkLst>
        </pc:inkChg>
        <pc:inkChg chg="add topLvl">
          <ac:chgData name="Aggie Menezes" userId="74619c95fa3483c9" providerId="LiveId" clId="{6A46CFC1-D81F-9C46-BB3E-0BAFF4AC7CB5}" dt="2020-10-29T13:58:29.091" v="794"/>
          <ac:inkMkLst>
            <pc:docMk/>
            <pc:sldMk cId="2349107279" sldId="274"/>
            <ac:inkMk id="37" creationId="{77EC9655-697A-954A-AADD-221D6317E1E8}"/>
          </ac:inkMkLst>
        </pc:inkChg>
        <pc:inkChg chg="add topLvl">
          <ac:chgData name="Aggie Menezes" userId="74619c95fa3483c9" providerId="LiveId" clId="{6A46CFC1-D81F-9C46-BB3E-0BAFF4AC7CB5}" dt="2020-10-29T13:58:29.091" v="794"/>
          <ac:inkMkLst>
            <pc:docMk/>
            <pc:sldMk cId="2349107279" sldId="274"/>
            <ac:inkMk id="38" creationId="{B6D2A0EE-3FA6-8A45-AA9F-5FA41BFB2405}"/>
          </ac:inkMkLst>
        </pc:inkChg>
        <pc:inkChg chg="add topLvl">
          <ac:chgData name="Aggie Menezes" userId="74619c95fa3483c9" providerId="LiveId" clId="{6A46CFC1-D81F-9C46-BB3E-0BAFF4AC7CB5}" dt="2020-10-29T13:58:29.091" v="794"/>
          <ac:inkMkLst>
            <pc:docMk/>
            <pc:sldMk cId="2349107279" sldId="274"/>
            <ac:inkMk id="39" creationId="{8ED119F3-DA73-4949-A1CD-D2FF9B0C66EE}"/>
          </ac:inkMkLst>
        </pc:inkChg>
        <pc:inkChg chg="add topLvl">
          <ac:chgData name="Aggie Menezes" userId="74619c95fa3483c9" providerId="LiveId" clId="{6A46CFC1-D81F-9C46-BB3E-0BAFF4AC7CB5}" dt="2020-10-29T13:58:29.091" v="794"/>
          <ac:inkMkLst>
            <pc:docMk/>
            <pc:sldMk cId="2349107279" sldId="274"/>
            <ac:inkMk id="40" creationId="{776A9874-D9BF-1B4C-94A7-DC860B0FDEBD}"/>
          </ac:inkMkLst>
        </pc:inkChg>
        <pc:inkChg chg="add topLvl">
          <ac:chgData name="Aggie Menezes" userId="74619c95fa3483c9" providerId="LiveId" clId="{6A46CFC1-D81F-9C46-BB3E-0BAFF4AC7CB5}" dt="2020-10-29T13:58:29.091" v="794"/>
          <ac:inkMkLst>
            <pc:docMk/>
            <pc:sldMk cId="2349107279" sldId="274"/>
            <ac:inkMk id="41" creationId="{7679C9FD-FE0F-CE4D-B1E0-2A9E2D9872B2}"/>
          </ac:inkMkLst>
        </pc:inkChg>
        <pc:inkChg chg="add topLvl">
          <ac:chgData name="Aggie Menezes" userId="74619c95fa3483c9" providerId="LiveId" clId="{6A46CFC1-D81F-9C46-BB3E-0BAFF4AC7CB5}" dt="2020-10-29T13:58:29.091" v="794"/>
          <ac:inkMkLst>
            <pc:docMk/>
            <pc:sldMk cId="2349107279" sldId="274"/>
            <ac:inkMk id="42" creationId="{DA2779A6-A110-084E-B3F6-D02748EC8931}"/>
          </ac:inkMkLst>
        </pc:inkChg>
        <pc:inkChg chg="add topLvl">
          <ac:chgData name="Aggie Menezes" userId="74619c95fa3483c9" providerId="LiveId" clId="{6A46CFC1-D81F-9C46-BB3E-0BAFF4AC7CB5}" dt="2020-10-29T13:58:29.091" v="794"/>
          <ac:inkMkLst>
            <pc:docMk/>
            <pc:sldMk cId="2349107279" sldId="274"/>
            <ac:inkMk id="43" creationId="{FB7DC3BB-87BF-B141-B456-3C168EB76B4F}"/>
          </ac:inkMkLst>
        </pc:inkChg>
        <pc:inkChg chg="add topLvl">
          <ac:chgData name="Aggie Menezes" userId="74619c95fa3483c9" providerId="LiveId" clId="{6A46CFC1-D81F-9C46-BB3E-0BAFF4AC7CB5}" dt="2020-10-29T13:58:32.927" v="800"/>
          <ac:inkMkLst>
            <pc:docMk/>
            <pc:sldMk cId="2349107279" sldId="274"/>
            <ac:inkMk id="45" creationId="{F0DB73DB-488B-2347-9269-D457453DFEF4}"/>
          </ac:inkMkLst>
        </pc:inkChg>
        <pc:inkChg chg="add topLvl">
          <ac:chgData name="Aggie Menezes" userId="74619c95fa3483c9" providerId="LiveId" clId="{6A46CFC1-D81F-9C46-BB3E-0BAFF4AC7CB5}" dt="2020-10-29T13:58:32.927" v="800"/>
          <ac:inkMkLst>
            <pc:docMk/>
            <pc:sldMk cId="2349107279" sldId="274"/>
            <ac:inkMk id="46" creationId="{FBED5EF3-CC81-3245-8E66-B723ECDF56A0}"/>
          </ac:inkMkLst>
        </pc:inkChg>
        <pc:inkChg chg="add topLvl">
          <ac:chgData name="Aggie Menezes" userId="74619c95fa3483c9" providerId="LiveId" clId="{6A46CFC1-D81F-9C46-BB3E-0BAFF4AC7CB5}" dt="2020-10-29T13:58:32.927" v="800"/>
          <ac:inkMkLst>
            <pc:docMk/>
            <pc:sldMk cId="2349107279" sldId="274"/>
            <ac:inkMk id="47" creationId="{B21C1C2A-F3FC-0E41-B39C-6226B7FED71A}"/>
          </ac:inkMkLst>
        </pc:inkChg>
        <pc:inkChg chg="add topLvl">
          <ac:chgData name="Aggie Menezes" userId="74619c95fa3483c9" providerId="LiveId" clId="{6A46CFC1-D81F-9C46-BB3E-0BAFF4AC7CB5}" dt="2020-10-29T13:58:32.927" v="800"/>
          <ac:inkMkLst>
            <pc:docMk/>
            <pc:sldMk cId="2349107279" sldId="274"/>
            <ac:inkMk id="48" creationId="{9196985D-F9DC-7940-AF81-7793089A5C24}"/>
          </ac:inkMkLst>
        </pc:inkChg>
        <pc:inkChg chg="add topLvl">
          <ac:chgData name="Aggie Menezes" userId="74619c95fa3483c9" providerId="LiveId" clId="{6A46CFC1-D81F-9C46-BB3E-0BAFF4AC7CB5}" dt="2020-10-29T13:58:32.927" v="800"/>
          <ac:inkMkLst>
            <pc:docMk/>
            <pc:sldMk cId="2349107279" sldId="274"/>
            <ac:inkMk id="49" creationId="{72C88A10-0471-E14E-84E7-50C91A45F0A4}"/>
          </ac:inkMkLst>
        </pc:inkChg>
        <pc:inkChg chg="add topLvl">
          <ac:chgData name="Aggie Menezes" userId="74619c95fa3483c9" providerId="LiveId" clId="{6A46CFC1-D81F-9C46-BB3E-0BAFF4AC7CB5}" dt="2020-10-29T13:58:32.927" v="800"/>
          <ac:inkMkLst>
            <pc:docMk/>
            <pc:sldMk cId="2349107279" sldId="274"/>
            <ac:inkMk id="50" creationId="{DE759B7E-EE1D-9F4A-AF10-02AD1DF9EE31}"/>
          </ac:inkMkLst>
        </pc:inkChg>
        <pc:inkChg chg="add topLvl">
          <ac:chgData name="Aggie Menezes" userId="74619c95fa3483c9" providerId="LiveId" clId="{6A46CFC1-D81F-9C46-BB3E-0BAFF4AC7CB5}" dt="2020-10-29T13:58:32.927" v="800"/>
          <ac:inkMkLst>
            <pc:docMk/>
            <pc:sldMk cId="2349107279" sldId="274"/>
            <ac:inkMk id="51" creationId="{C8A53C9F-BBAE-AB43-8B36-5313CF5290A4}"/>
          </ac:inkMkLst>
        </pc:inkChg>
        <pc:inkChg chg="add topLvl">
          <ac:chgData name="Aggie Menezes" userId="74619c95fa3483c9" providerId="LiveId" clId="{6A46CFC1-D81F-9C46-BB3E-0BAFF4AC7CB5}" dt="2020-10-29T13:58:32.927" v="800"/>
          <ac:inkMkLst>
            <pc:docMk/>
            <pc:sldMk cId="2349107279" sldId="274"/>
            <ac:inkMk id="52" creationId="{49AAB6AC-D792-BB4C-838D-A826DBC0EF4F}"/>
          </ac:inkMkLst>
        </pc:inkChg>
        <pc:inkChg chg="add topLvl">
          <ac:chgData name="Aggie Menezes" userId="74619c95fa3483c9" providerId="LiveId" clId="{6A46CFC1-D81F-9C46-BB3E-0BAFF4AC7CB5}" dt="2020-10-29T13:58:32.927" v="800"/>
          <ac:inkMkLst>
            <pc:docMk/>
            <pc:sldMk cId="2349107279" sldId="274"/>
            <ac:inkMk id="54" creationId="{30598E65-A891-B646-93A5-161224E65949}"/>
          </ac:inkMkLst>
        </pc:inkChg>
        <pc:inkChg chg="add topLvl">
          <ac:chgData name="Aggie Menezes" userId="74619c95fa3483c9" providerId="LiveId" clId="{6A46CFC1-D81F-9C46-BB3E-0BAFF4AC7CB5}" dt="2020-10-29T13:58:32.927" v="800"/>
          <ac:inkMkLst>
            <pc:docMk/>
            <pc:sldMk cId="2349107279" sldId="274"/>
            <ac:inkMk id="56" creationId="{95598FE3-3DDC-6D42-89C8-C9044EC55C4E}"/>
          </ac:inkMkLst>
        </pc:inkChg>
        <pc:inkChg chg="add topLvl">
          <ac:chgData name="Aggie Menezes" userId="74619c95fa3483c9" providerId="LiveId" clId="{6A46CFC1-D81F-9C46-BB3E-0BAFF4AC7CB5}" dt="2020-10-29T13:58:32.927" v="800"/>
          <ac:inkMkLst>
            <pc:docMk/>
            <pc:sldMk cId="2349107279" sldId="274"/>
            <ac:inkMk id="57" creationId="{68BCEF2A-1185-3944-999C-0CB135B63B1E}"/>
          </ac:inkMkLst>
        </pc:inkChg>
        <pc:inkChg chg="add topLvl">
          <ac:chgData name="Aggie Menezes" userId="74619c95fa3483c9" providerId="LiveId" clId="{6A46CFC1-D81F-9C46-BB3E-0BAFF4AC7CB5}" dt="2020-10-29T13:58:32.927" v="800"/>
          <ac:inkMkLst>
            <pc:docMk/>
            <pc:sldMk cId="2349107279" sldId="274"/>
            <ac:inkMk id="59" creationId="{81A691C5-E5B5-614B-B9CD-315530EBEADC}"/>
          </ac:inkMkLst>
        </pc:inkChg>
        <pc:inkChg chg="add topLvl">
          <ac:chgData name="Aggie Menezes" userId="74619c95fa3483c9" providerId="LiveId" clId="{6A46CFC1-D81F-9C46-BB3E-0BAFF4AC7CB5}" dt="2020-10-29T13:58:32.927" v="800"/>
          <ac:inkMkLst>
            <pc:docMk/>
            <pc:sldMk cId="2349107279" sldId="274"/>
            <ac:inkMk id="61" creationId="{CE7F6CC9-FB23-8246-A023-C85A1CEA54E1}"/>
          </ac:inkMkLst>
        </pc:inkChg>
        <pc:inkChg chg="add">
          <ac:chgData name="Aggie Menezes" userId="74619c95fa3483c9" providerId="LiveId" clId="{6A46CFC1-D81F-9C46-BB3E-0BAFF4AC7CB5}" dt="2020-10-29T13:58:29.094" v="795"/>
          <ac:inkMkLst>
            <pc:docMk/>
            <pc:sldMk cId="2349107279" sldId="274"/>
            <ac:inkMk id="63" creationId="{D1F40256-443C-404E-A83D-DD097DD7975E}"/>
          </ac:inkMkLst>
        </pc:inkChg>
        <pc:inkChg chg="add">
          <ac:chgData name="Aggie Menezes" userId="74619c95fa3483c9" providerId="LiveId" clId="{6A46CFC1-D81F-9C46-BB3E-0BAFF4AC7CB5}" dt="2020-10-29T13:58:29.418" v="796"/>
          <ac:inkMkLst>
            <pc:docMk/>
            <pc:sldMk cId="2349107279" sldId="274"/>
            <ac:inkMk id="64" creationId="{A56902F2-F9A9-C545-AD71-7F4525AEE8D3}"/>
          </ac:inkMkLst>
        </pc:inkChg>
        <pc:inkChg chg="add">
          <ac:chgData name="Aggie Menezes" userId="74619c95fa3483c9" providerId="LiveId" clId="{6A46CFC1-D81F-9C46-BB3E-0BAFF4AC7CB5}" dt="2020-10-29T13:58:30.364" v="797"/>
          <ac:inkMkLst>
            <pc:docMk/>
            <pc:sldMk cId="2349107279" sldId="274"/>
            <ac:inkMk id="65" creationId="{C09E0D31-8DC1-BD42-9FB6-2C73AE989457}"/>
          </ac:inkMkLst>
        </pc:inkChg>
        <pc:inkChg chg="add">
          <ac:chgData name="Aggie Menezes" userId="74619c95fa3483c9" providerId="LiveId" clId="{6A46CFC1-D81F-9C46-BB3E-0BAFF4AC7CB5}" dt="2020-10-29T13:58:30.855" v="798"/>
          <ac:inkMkLst>
            <pc:docMk/>
            <pc:sldMk cId="2349107279" sldId="274"/>
            <ac:inkMk id="66" creationId="{C5CAC422-92D3-1C4A-A91D-9759A16DB353}"/>
          </ac:inkMkLst>
        </pc:inkChg>
        <pc:inkChg chg="add">
          <ac:chgData name="Aggie Menezes" userId="74619c95fa3483c9" providerId="LiveId" clId="{6A46CFC1-D81F-9C46-BB3E-0BAFF4AC7CB5}" dt="2020-10-29T13:58:31.889" v="799"/>
          <ac:inkMkLst>
            <pc:docMk/>
            <pc:sldMk cId="2349107279" sldId="274"/>
            <ac:inkMk id="67" creationId="{D69A0D0A-B01E-FB40-AA5C-BE15EE5EFF38}"/>
          </ac:inkMkLst>
        </pc:inkChg>
        <pc:inkChg chg="add">
          <ac:chgData name="Aggie Menezes" userId="74619c95fa3483c9" providerId="LiveId" clId="{6A46CFC1-D81F-9C46-BB3E-0BAFF4AC7CB5}" dt="2020-10-29T13:58:48.911" v="801"/>
          <ac:inkMkLst>
            <pc:docMk/>
            <pc:sldMk cId="2349107279" sldId="274"/>
            <ac:inkMk id="70" creationId="{6B60E685-383D-0841-994A-4FDD63D5F6BB}"/>
          </ac:inkMkLst>
        </pc:inkChg>
        <pc:inkChg chg="add">
          <ac:chgData name="Aggie Menezes" userId="74619c95fa3483c9" providerId="LiveId" clId="{6A46CFC1-D81F-9C46-BB3E-0BAFF4AC7CB5}" dt="2020-10-29T13:58:49.330" v="802"/>
          <ac:inkMkLst>
            <pc:docMk/>
            <pc:sldMk cId="2349107279" sldId="274"/>
            <ac:inkMk id="71" creationId="{728479EC-39F6-0547-B9E8-3F925FC1DB40}"/>
          </ac:inkMkLst>
        </pc:inkChg>
        <pc:inkChg chg="add">
          <ac:chgData name="Aggie Menezes" userId="74619c95fa3483c9" providerId="LiveId" clId="{6A46CFC1-D81F-9C46-BB3E-0BAFF4AC7CB5}" dt="2020-10-29T13:58:49.589" v="803"/>
          <ac:inkMkLst>
            <pc:docMk/>
            <pc:sldMk cId="2349107279" sldId="274"/>
            <ac:inkMk id="72" creationId="{1608081C-66E1-6949-BC0B-9173509B2537}"/>
          </ac:inkMkLst>
        </pc:inkChg>
        <pc:inkChg chg="add">
          <ac:chgData name="Aggie Menezes" userId="74619c95fa3483c9" providerId="LiveId" clId="{6A46CFC1-D81F-9C46-BB3E-0BAFF4AC7CB5}" dt="2020-10-29T13:58:49.738" v="804"/>
          <ac:inkMkLst>
            <pc:docMk/>
            <pc:sldMk cId="2349107279" sldId="274"/>
            <ac:inkMk id="73" creationId="{219B33EF-55A3-4C42-8428-B75A7BC77407}"/>
          </ac:inkMkLst>
        </pc:inkChg>
        <pc:inkChg chg="add">
          <ac:chgData name="Aggie Menezes" userId="74619c95fa3483c9" providerId="LiveId" clId="{6A46CFC1-D81F-9C46-BB3E-0BAFF4AC7CB5}" dt="2020-10-29T13:58:50.344" v="805"/>
          <ac:inkMkLst>
            <pc:docMk/>
            <pc:sldMk cId="2349107279" sldId="274"/>
            <ac:inkMk id="74" creationId="{0098646C-AFAC-6644-8464-363DC1C416F2}"/>
          </ac:inkMkLst>
        </pc:inkChg>
        <pc:inkChg chg="add">
          <ac:chgData name="Aggie Menezes" userId="74619c95fa3483c9" providerId="LiveId" clId="{6A46CFC1-D81F-9C46-BB3E-0BAFF4AC7CB5}" dt="2020-10-29T13:58:50.671" v="806"/>
          <ac:inkMkLst>
            <pc:docMk/>
            <pc:sldMk cId="2349107279" sldId="274"/>
            <ac:inkMk id="75" creationId="{5DA55AA3-9466-4D4E-9D2E-02AFD7CC2F3A}"/>
          </ac:inkMkLst>
        </pc:inkChg>
        <pc:inkChg chg="add">
          <ac:chgData name="Aggie Menezes" userId="74619c95fa3483c9" providerId="LiveId" clId="{6A46CFC1-D81F-9C46-BB3E-0BAFF4AC7CB5}" dt="2020-10-29T13:58:50.882" v="807"/>
          <ac:inkMkLst>
            <pc:docMk/>
            <pc:sldMk cId="2349107279" sldId="274"/>
            <ac:inkMk id="76" creationId="{3B8484F1-761F-B548-8E2B-F24B9420B176}"/>
          </ac:inkMkLst>
        </pc:inkChg>
        <pc:inkChg chg="add">
          <ac:chgData name="Aggie Menezes" userId="74619c95fa3483c9" providerId="LiveId" clId="{6A46CFC1-D81F-9C46-BB3E-0BAFF4AC7CB5}" dt="2020-10-29T13:58:51.084" v="808"/>
          <ac:inkMkLst>
            <pc:docMk/>
            <pc:sldMk cId="2349107279" sldId="274"/>
            <ac:inkMk id="77" creationId="{3F467845-69A8-104E-B04E-BC53ECDD11CF}"/>
          </ac:inkMkLst>
        </pc:inkChg>
        <pc:inkChg chg="add">
          <ac:chgData name="Aggie Menezes" userId="74619c95fa3483c9" providerId="LiveId" clId="{6A46CFC1-D81F-9C46-BB3E-0BAFF4AC7CB5}" dt="2020-10-29T13:58:51.360" v="809"/>
          <ac:inkMkLst>
            <pc:docMk/>
            <pc:sldMk cId="2349107279" sldId="274"/>
            <ac:inkMk id="78" creationId="{CCBDEE59-A938-ED4E-B4D3-D807C765A3B8}"/>
          </ac:inkMkLst>
        </pc:inkChg>
        <pc:inkChg chg="add">
          <ac:chgData name="Aggie Menezes" userId="74619c95fa3483c9" providerId="LiveId" clId="{6A46CFC1-D81F-9C46-BB3E-0BAFF4AC7CB5}" dt="2020-10-29T13:58:51.572" v="810"/>
          <ac:inkMkLst>
            <pc:docMk/>
            <pc:sldMk cId="2349107279" sldId="274"/>
            <ac:inkMk id="79" creationId="{3F05DE8D-59FD-FB41-BCBE-8051922736FE}"/>
          </ac:inkMkLst>
        </pc:inkChg>
        <pc:inkChg chg="add">
          <ac:chgData name="Aggie Menezes" userId="74619c95fa3483c9" providerId="LiveId" clId="{6A46CFC1-D81F-9C46-BB3E-0BAFF4AC7CB5}" dt="2020-10-29T13:58:51.867" v="811"/>
          <ac:inkMkLst>
            <pc:docMk/>
            <pc:sldMk cId="2349107279" sldId="274"/>
            <ac:inkMk id="80" creationId="{5737D342-A5D4-BA4A-9798-C1BD78CB209E}"/>
          </ac:inkMkLst>
        </pc:inkChg>
        <pc:inkChg chg="add">
          <ac:chgData name="Aggie Menezes" userId="74619c95fa3483c9" providerId="LiveId" clId="{6A46CFC1-D81F-9C46-BB3E-0BAFF4AC7CB5}" dt="2020-10-29T14:01:53.454" v="813"/>
          <ac:inkMkLst>
            <pc:docMk/>
            <pc:sldMk cId="2349107279" sldId="274"/>
            <ac:inkMk id="82" creationId="{E5C96C94-483D-D34D-92B6-99680ADE1161}"/>
          </ac:inkMkLst>
        </pc:inkChg>
      </pc:sldChg>
      <pc:sldChg chg="addSp delSp">
        <pc:chgData name="Aggie Menezes" userId="74619c95fa3483c9" providerId="LiveId" clId="{6A46CFC1-D81F-9C46-BB3E-0BAFF4AC7CB5}" dt="2020-10-29T15:45:14.478" v="1937" actId="478"/>
        <pc:sldMkLst>
          <pc:docMk/>
          <pc:sldMk cId="1159186410" sldId="276"/>
        </pc:sldMkLst>
        <pc:grpChg chg="add">
          <ac:chgData name="Aggie Menezes" userId="74619c95fa3483c9" providerId="LiveId" clId="{6A46CFC1-D81F-9C46-BB3E-0BAFF4AC7CB5}" dt="2020-10-29T15:43:50.156" v="1906"/>
          <ac:grpSpMkLst>
            <pc:docMk/>
            <pc:sldMk cId="1159186410" sldId="276"/>
            <ac:grpSpMk id="21" creationId="{BF6F8ED9-8C00-0C43-9A1F-8370B39207CC}"/>
          </ac:grpSpMkLst>
        </pc:grpChg>
        <pc:grpChg chg="add">
          <ac:chgData name="Aggie Menezes" userId="74619c95fa3483c9" providerId="LiveId" clId="{6A46CFC1-D81F-9C46-BB3E-0BAFF4AC7CB5}" dt="2020-10-29T15:44:16.105" v="1924"/>
          <ac:grpSpMkLst>
            <pc:docMk/>
            <pc:sldMk cId="1159186410" sldId="276"/>
            <ac:grpSpMk id="39" creationId="{AD2F1EDC-2B27-364C-93FE-59A3BB9E6DCD}"/>
          </ac:grpSpMkLst>
        </pc:grpChg>
        <pc:grpChg chg="add">
          <ac:chgData name="Aggie Menezes" userId="74619c95fa3483c9" providerId="LiveId" clId="{6A46CFC1-D81F-9C46-BB3E-0BAFF4AC7CB5}" dt="2020-10-29T15:44:16.105" v="1924"/>
          <ac:grpSpMkLst>
            <pc:docMk/>
            <pc:sldMk cId="1159186410" sldId="276"/>
            <ac:grpSpMk id="40" creationId="{3636C2D8-5A83-3F40-AC1D-80B7C7509867}"/>
          </ac:grpSpMkLst>
        </pc:grpChg>
        <pc:grpChg chg="add del">
          <ac:chgData name="Aggie Menezes" userId="74619c95fa3483c9" providerId="LiveId" clId="{6A46CFC1-D81F-9C46-BB3E-0BAFF4AC7CB5}" dt="2020-10-29T15:45:14.478" v="1937" actId="478"/>
          <ac:grpSpMkLst>
            <pc:docMk/>
            <pc:sldMk cId="1159186410" sldId="276"/>
            <ac:grpSpMk id="52" creationId="{65684FC8-8D17-004C-A570-22FA71C6A41E}"/>
          </ac:grpSpMkLst>
        </pc:grpChg>
        <pc:inkChg chg="add del">
          <ac:chgData name="Aggie Menezes" userId="74619c95fa3483c9" providerId="LiveId" clId="{6A46CFC1-D81F-9C46-BB3E-0BAFF4AC7CB5}" dt="2020-10-29T15:42:08.262" v="1894"/>
          <ac:inkMkLst>
            <pc:docMk/>
            <pc:sldMk cId="1159186410" sldId="276"/>
            <ac:inkMk id="4" creationId="{88DA5E64-20D9-8545-B10B-1F818B8E3060}"/>
          </ac:inkMkLst>
        </pc:inkChg>
        <pc:inkChg chg="add del">
          <ac:chgData name="Aggie Menezes" userId="74619c95fa3483c9" providerId="LiveId" clId="{6A46CFC1-D81F-9C46-BB3E-0BAFF4AC7CB5}" dt="2020-10-29T15:42:23.037" v="1896"/>
          <ac:inkMkLst>
            <pc:docMk/>
            <pc:sldMk cId="1159186410" sldId="276"/>
            <ac:inkMk id="5" creationId="{16C57972-E9F0-F84B-A4E6-470592F5BC36}"/>
          </ac:inkMkLst>
        </pc:inkChg>
        <pc:inkChg chg="add">
          <ac:chgData name="Aggie Menezes" userId="74619c95fa3483c9" providerId="LiveId" clId="{6A46CFC1-D81F-9C46-BB3E-0BAFF4AC7CB5}" dt="2020-10-29T15:43:17.584" v="1897"/>
          <ac:inkMkLst>
            <pc:docMk/>
            <pc:sldMk cId="1159186410" sldId="276"/>
            <ac:inkMk id="6" creationId="{D83AA3D3-74C3-0E4F-B0BD-E3CE727030F6}"/>
          </ac:inkMkLst>
        </pc:inkChg>
        <pc:inkChg chg="add">
          <ac:chgData name="Aggie Menezes" userId="74619c95fa3483c9" providerId="LiveId" clId="{6A46CFC1-D81F-9C46-BB3E-0BAFF4AC7CB5}" dt="2020-10-29T15:43:18.611" v="1898"/>
          <ac:inkMkLst>
            <pc:docMk/>
            <pc:sldMk cId="1159186410" sldId="276"/>
            <ac:inkMk id="15" creationId="{F56D2012-10EB-7C40-95B2-7BF4B7B80009}"/>
          </ac:inkMkLst>
        </pc:inkChg>
        <pc:inkChg chg="add">
          <ac:chgData name="Aggie Menezes" userId="74619c95fa3483c9" providerId="LiveId" clId="{6A46CFC1-D81F-9C46-BB3E-0BAFF4AC7CB5}" dt="2020-10-29T15:43:19.645" v="1899"/>
          <ac:inkMkLst>
            <pc:docMk/>
            <pc:sldMk cId="1159186410" sldId="276"/>
            <ac:inkMk id="16" creationId="{1BC505CE-2CF9-7C49-AA46-44CB282513C5}"/>
          </ac:inkMkLst>
        </pc:inkChg>
        <pc:inkChg chg="add del">
          <ac:chgData name="Aggie Menezes" userId="74619c95fa3483c9" providerId="LiveId" clId="{6A46CFC1-D81F-9C46-BB3E-0BAFF4AC7CB5}" dt="2020-10-29T15:43:25.416" v="1901"/>
          <ac:inkMkLst>
            <pc:docMk/>
            <pc:sldMk cId="1159186410" sldId="276"/>
            <ac:inkMk id="17" creationId="{A55546FA-A103-1344-86F4-CD34BFE8DDDA}"/>
          </ac:inkMkLst>
        </pc:inkChg>
        <pc:inkChg chg="add">
          <ac:chgData name="Aggie Menezes" userId="74619c95fa3483c9" providerId="LiveId" clId="{6A46CFC1-D81F-9C46-BB3E-0BAFF4AC7CB5}" dt="2020-10-29T15:43:28.262" v="1902"/>
          <ac:inkMkLst>
            <pc:docMk/>
            <pc:sldMk cId="1159186410" sldId="276"/>
            <ac:inkMk id="18" creationId="{FE984DFC-4620-B545-AE33-8E51BFB45DB9}"/>
          </ac:inkMkLst>
        </pc:inkChg>
        <pc:inkChg chg="add">
          <ac:chgData name="Aggie Menezes" userId="74619c95fa3483c9" providerId="LiveId" clId="{6A46CFC1-D81F-9C46-BB3E-0BAFF4AC7CB5}" dt="2020-10-29T15:43:48.538" v="1904"/>
          <ac:inkMkLst>
            <pc:docMk/>
            <pc:sldMk cId="1159186410" sldId="276"/>
            <ac:inkMk id="19" creationId="{7F0BC32C-8EEE-E64D-B834-302D80A04AAE}"/>
          </ac:inkMkLst>
        </pc:inkChg>
        <pc:inkChg chg="add">
          <ac:chgData name="Aggie Menezes" userId="74619c95fa3483c9" providerId="LiveId" clId="{6A46CFC1-D81F-9C46-BB3E-0BAFF4AC7CB5}" dt="2020-10-29T15:43:49.314" v="1905"/>
          <ac:inkMkLst>
            <pc:docMk/>
            <pc:sldMk cId="1159186410" sldId="276"/>
            <ac:inkMk id="20" creationId="{BB2DBFFE-6860-3D40-81FC-2EEB2FBA4D7D}"/>
          </ac:inkMkLst>
        </pc:inkChg>
        <pc:inkChg chg="add">
          <ac:chgData name="Aggie Menezes" userId="74619c95fa3483c9" providerId="LiveId" clId="{6A46CFC1-D81F-9C46-BB3E-0BAFF4AC7CB5}" dt="2020-10-29T15:44:07.301" v="1907"/>
          <ac:inkMkLst>
            <pc:docMk/>
            <pc:sldMk cId="1159186410" sldId="276"/>
            <ac:inkMk id="22" creationId="{3A50D893-579C-F54C-8412-F2E03A0C3265}"/>
          </ac:inkMkLst>
        </pc:inkChg>
        <pc:inkChg chg="add">
          <ac:chgData name="Aggie Menezes" userId="74619c95fa3483c9" providerId="LiveId" clId="{6A46CFC1-D81F-9C46-BB3E-0BAFF4AC7CB5}" dt="2020-10-29T15:44:09.603" v="1908"/>
          <ac:inkMkLst>
            <pc:docMk/>
            <pc:sldMk cId="1159186410" sldId="276"/>
            <ac:inkMk id="23" creationId="{BC5B63C0-EBD4-4A46-AF2D-DCA905CD7F75}"/>
          </ac:inkMkLst>
        </pc:inkChg>
        <pc:inkChg chg="add">
          <ac:chgData name="Aggie Menezes" userId="74619c95fa3483c9" providerId="LiveId" clId="{6A46CFC1-D81F-9C46-BB3E-0BAFF4AC7CB5}" dt="2020-10-29T15:44:09.877" v="1909"/>
          <ac:inkMkLst>
            <pc:docMk/>
            <pc:sldMk cId="1159186410" sldId="276"/>
            <ac:inkMk id="24" creationId="{86494F6D-27E7-B94A-A9FE-560CFBACAD91}"/>
          </ac:inkMkLst>
        </pc:inkChg>
        <pc:inkChg chg="add">
          <ac:chgData name="Aggie Menezes" userId="74619c95fa3483c9" providerId="LiveId" clId="{6A46CFC1-D81F-9C46-BB3E-0BAFF4AC7CB5}" dt="2020-10-29T15:44:10.106" v="1910"/>
          <ac:inkMkLst>
            <pc:docMk/>
            <pc:sldMk cId="1159186410" sldId="276"/>
            <ac:inkMk id="25" creationId="{2AF1C299-CEFE-FC47-A46A-E24AF54464B2}"/>
          </ac:inkMkLst>
        </pc:inkChg>
        <pc:inkChg chg="add">
          <ac:chgData name="Aggie Menezes" userId="74619c95fa3483c9" providerId="LiveId" clId="{6A46CFC1-D81F-9C46-BB3E-0BAFF4AC7CB5}" dt="2020-10-29T15:44:10.515" v="1911"/>
          <ac:inkMkLst>
            <pc:docMk/>
            <pc:sldMk cId="1159186410" sldId="276"/>
            <ac:inkMk id="26" creationId="{7AD3AD3D-A1E0-CB4B-9216-0CBD28518431}"/>
          </ac:inkMkLst>
        </pc:inkChg>
        <pc:inkChg chg="add">
          <ac:chgData name="Aggie Menezes" userId="74619c95fa3483c9" providerId="LiveId" clId="{6A46CFC1-D81F-9C46-BB3E-0BAFF4AC7CB5}" dt="2020-10-29T15:44:10.651" v="1912"/>
          <ac:inkMkLst>
            <pc:docMk/>
            <pc:sldMk cId="1159186410" sldId="276"/>
            <ac:inkMk id="27" creationId="{1338ED5D-C8D5-0747-BCA3-92A989004E14}"/>
          </ac:inkMkLst>
        </pc:inkChg>
        <pc:inkChg chg="add">
          <ac:chgData name="Aggie Menezes" userId="74619c95fa3483c9" providerId="LiveId" clId="{6A46CFC1-D81F-9C46-BB3E-0BAFF4AC7CB5}" dt="2020-10-29T15:44:11.198" v="1913"/>
          <ac:inkMkLst>
            <pc:docMk/>
            <pc:sldMk cId="1159186410" sldId="276"/>
            <ac:inkMk id="28" creationId="{9A9E1023-753E-A143-8247-2DD263E4F94A}"/>
          </ac:inkMkLst>
        </pc:inkChg>
        <pc:inkChg chg="add">
          <ac:chgData name="Aggie Menezes" userId="74619c95fa3483c9" providerId="LiveId" clId="{6A46CFC1-D81F-9C46-BB3E-0BAFF4AC7CB5}" dt="2020-10-29T15:44:12.020" v="1914"/>
          <ac:inkMkLst>
            <pc:docMk/>
            <pc:sldMk cId="1159186410" sldId="276"/>
            <ac:inkMk id="29" creationId="{C0E8CB29-EBE1-8144-839E-867EF9EA306A}"/>
          </ac:inkMkLst>
        </pc:inkChg>
        <pc:inkChg chg="add">
          <ac:chgData name="Aggie Menezes" userId="74619c95fa3483c9" providerId="LiveId" clId="{6A46CFC1-D81F-9C46-BB3E-0BAFF4AC7CB5}" dt="2020-10-29T15:44:12.409" v="1915"/>
          <ac:inkMkLst>
            <pc:docMk/>
            <pc:sldMk cId="1159186410" sldId="276"/>
            <ac:inkMk id="30" creationId="{616C9227-5E40-6944-8F06-74B82EF5EEBB}"/>
          </ac:inkMkLst>
        </pc:inkChg>
        <pc:inkChg chg="add">
          <ac:chgData name="Aggie Menezes" userId="74619c95fa3483c9" providerId="LiveId" clId="{6A46CFC1-D81F-9C46-BB3E-0BAFF4AC7CB5}" dt="2020-10-29T15:44:12.709" v="1916"/>
          <ac:inkMkLst>
            <pc:docMk/>
            <pc:sldMk cId="1159186410" sldId="276"/>
            <ac:inkMk id="31" creationId="{4C5B33F8-9C3C-084D-906A-B90D8DD0C9E6}"/>
          </ac:inkMkLst>
        </pc:inkChg>
        <pc:inkChg chg="add">
          <ac:chgData name="Aggie Menezes" userId="74619c95fa3483c9" providerId="LiveId" clId="{6A46CFC1-D81F-9C46-BB3E-0BAFF4AC7CB5}" dt="2020-10-29T15:44:13.010" v="1917"/>
          <ac:inkMkLst>
            <pc:docMk/>
            <pc:sldMk cId="1159186410" sldId="276"/>
            <ac:inkMk id="32" creationId="{D1909682-014E-424C-839A-743E2B6C10FF}"/>
          </ac:inkMkLst>
        </pc:inkChg>
        <pc:inkChg chg="add">
          <ac:chgData name="Aggie Menezes" userId="74619c95fa3483c9" providerId="LiveId" clId="{6A46CFC1-D81F-9C46-BB3E-0BAFF4AC7CB5}" dt="2020-10-29T15:44:13.460" v="1918"/>
          <ac:inkMkLst>
            <pc:docMk/>
            <pc:sldMk cId="1159186410" sldId="276"/>
            <ac:inkMk id="33" creationId="{8CD6A947-CF95-F344-B97C-58833847AE86}"/>
          </ac:inkMkLst>
        </pc:inkChg>
        <pc:inkChg chg="add">
          <ac:chgData name="Aggie Menezes" userId="74619c95fa3483c9" providerId="LiveId" clId="{6A46CFC1-D81F-9C46-BB3E-0BAFF4AC7CB5}" dt="2020-10-29T15:44:13.907" v="1919"/>
          <ac:inkMkLst>
            <pc:docMk/>
            <pc:sldMk cId="1159186410" sldId="276"/>
            <ac:inkMk id="34" creationId="{ED446446-0D5C-9246-AEE3-7ECF9665429A}"/>
          </ac:inkMkLst>
        </pc:inkChg>
        <pc:inkChg chg="add">
          <ac:chgData name="Aggie Menezes" userId="74619c95fa3483c9" providerId="LiveId" clId="{6A46CFC1-D81F-9C46-BB3E-0BAFF4AC7CB5}" dt="2020-10-29T15:44:14.107" v="1920"/>
          <ac:inkMkLst>
            <pc:docMk/>
            <pc:sldMk cId="1159186410" sldId="276"/>
            <ac:inkMk id="35" creationId="{9B269063-1F2A-9449-8B58-E416041353CB}"/>
          </ac:inkMkLst>
        </pc:inkChg>
        <pc:inkChg chg="add">
          <ac:chgData name="Aggie Menezes" userId="74619c95fa3483c9" providerId="LiveId" clId="{6A46CFC1-D81F-9C46-BB3E-0BAFF4AC7CB5}" dt="2020-10-29T15:44:14.284" v="1921"/>
          <ac:inkMkLst>
            <pc:docMk/>
            <pc:sldMk cId="1159186410" sldId="276"/>
            <ac:inkMk id="36" creationId="{FD820988-7330-8D42-8C3E-71F3750F35E6}"/>
          </ac:inkMkLst>
        </pc:inkChg>
        <pc:inkChg chg="add">
          <ac:chgData name="Aggie Menezes" userId="74619c95fa3483c9" providerId="LiveId" clId="{6A46CFC1-D81F-9C46-BB3E-0BAFF4AC7CB5}" dt="2020-10-29T15:44:15.016" v="1922"/>
          <ac:inkMkLst>
            <pc:docMk/>
            <pc:sldMk cId="1159186410" sldId="276"/>
            <ac:inkMk id="37" creationId="{DD137E02-2129-C149-BDE5-08A5536F0936}"/>
          </ac:inkMkLst>
        </pc:inkChg>
        <pc:inkChg chg="add">
          <ac:chgData name="Aggie Menezes" userId="74619c95fa3483c9" providerId="LiveId" clId="{6A46CFC1-D81F-9C46-BB3E-0BAFF4AC7CB5}" dt="2020-10-29T15:44:15.131" v="1923"/>
          <ac:inkMkLst>
            <pc:docMk/>
            <pc:sldMk cId="1159186410" sldId="276"/>
            <ac:inkMk id="38" creationId="{74B0014D-49FD-0B43-B7B9-AAB6408D4CAA}"/>
          </ac:inkMkLst>
        </pc:inkChg>
        <pc:inkChg chg="add">
          <ac:chgData name="Aggie Menezes" userId="74619c95fa3483c9" providerId="LiveId" clId="{6A46CFC1-D81F-9C46-BB3E-0BAFF4AC7CB5}" dt="2020-10-29T15:44:26.722" v="1925"/>
          <ac:inkMkLst>
            <pc:docMk/>
            <pc:sldMk cId="1159186410" sldId="276"/>
            <ac:inkMk id="41" creationId="{9F672272-3A1E-F74C-9446-B1B63B998FA7}"/>
          </ac:inkMkLst>
        </pc:inkChg>
        <pc:inkChg chg="add">
          <ac:chgData name="Aggie Menezes" userId="74619c95fa3483c9" providerId="LiveId" clId="{6A46CFC1-D81F-9C46-BB3E-0BAFF4AC7CB5}" dt="2020-10-29T15:44:31.024" v="1926"/>
          <ac:inkMkLst>
            <pc:docMk/>
            <pc:sldMk cId="1159186410" sldId="276"/>
            <ac:inkMk id="42" creationId="{8A4984F9-040D-634B-9836-4015328FB5F2}"/>
          </ac:inkMkLst>
        </pc:inkChg>
        <pc:inkChg chg="add">
          <ac:chgData name="Aggie Menezes" userId="74619c95fa3483c9" providerId="LiveId" clId="{6A46CFC1-D81F-9C46-BB3E-0BAFF4AC7CB5}" dt="2020-10-29T15:45:07.365" v="1927"/>
          <ac:inkMkLst>
            <pc:docMk/>
            <pc:sldMk cId="1159186410" sldId="276"/>
            <ac:inkMk id="43" creationId="{750B40B8-A407-7244-998F-1BF8E5BB2BC6}"/>
          </ac:inkMkLst>
        </pc:inkChg>
        <pc:inkChg chg="add">
          <ac:chgData name="Aggie Menezes" userId="74619c95fa3483c9" providerId="LiveId" clId="{6A46CFC1-D81F-9C46-BB3E-0BAFF4AC7CB5}" dt="2020-10-29T15:45:08.012" v="1928"/>
          <ac:inkMkLst>
            <pc:docMk/>
            <pc:sldMk cId="1159186410" sldId="276"/>
            <ac:inkMk id="44" creationId="{CA6E6A9A-2550-CD40-B471-97BF69ADEDED}"/>
          </ac:inkMkLst>
        </pc:inkChg>
        <pc:inkChg chg="add">
          <ac:chgData name="Aggie Menezes" userId="74619c95fa3483c9" providerId="LiveId" clId="{6A46CFC1-D81F-9C46-BB3E-0BAFF4AC7CB5}" dt="2020-10-29T15:45:08.265" v="1929"/>
          <ac:inkMkLst>
            <pc:docMk/>
            <pc:sldMk cId="1159186410" sldId="276"/>
            <ac:inkMk id="45" creationId="{CCED53AF-17D8-AF4B-833A-1E6285C282E0}"/>
          </ac:inkMkLst>
        </pc:inkChg>
        <pc:inkChg chg="add">
          <ac:chgData name="Aggie Menezes" userId="74619c95fa3483c9" providerId="LiveId" clId="{6A46CFC1-D81F-9C46-BB3E-0BAFF4AC7CB5}" dt="2020-10-29T15:45:08.449" v="1930"/>
          <ac:inkMkLst>
            <pc:docMk/>
            <pc:sldMk cId="1159186410" sldId="276"/>
            <ac:inkMk id="46" creationId="{47E67CB4-C659-E24E-9140-1BCF68AA1529}"/>
          </ac:inkMkLst>
        </pc:inkChg>
        <pc:inkChg chg="add">
          <ac:chgData name="Aggie Menezes" userId="74619c95fa3483c9" providerId="LiveId" clId="{6A46CFC1-D81F-9C46-BB3E-0BAFF4AC7CB5}" dt="2020-10-29T15:45:08.857" v="1931"/>
          <ac:inkMkLst>
            <pc:docMk/>
            <pc:sldMk cId="1159186410" sldId="276"/>
            <ac:inkMk id="47" creationId="{B54FA2F3-2EE3-154C-93D7-614493291EC0}"/>
          </ac:inkMkLst>
        </pc:inkChg>
        <pc:inkChg chg="add">
          <ac:chgData name="Aggie Menezes" userId="74619c95fa3483c9" providerId="LiveId" clId="{6A46CFC1-D81F-9C46-BB3E-0BAFF4AC7CB5}" dt="2020-10-29T15:45:09.012" v="1932"/>
          <ac:inkMkLst>
            <pc:docMk/>
            <pc:sldMk cId="1159186410" sldId="276"/>
            <ac:inkMk id="48" creationId="{31FA6F54-16A6-E84A-A4F8-75A71D56E5FE}"/>
          </ac:inkMkLst>
        </pc:inkChg>
        <pc:inkChg chg="add">
          <ac:chgData name="Aggie Menezes" userId="74619c95fa3483c9" providerId="LiveId" clId="{6A46CFC1-D81F-9C46-BB3E-0BAFF4AC7CB5}" dt="2020-10-29T15:45:09.161" v="1933"/>
          <ac:inkMkLst>
            <pc:docMk/>
            <pc:sldMk cId="1159186410" sldId="276"/>
            <ac:inkMk id="49" creationId="{790DAEEE-03AE-CD4F-8239-73541C961E0C}"/>
          </ac:inkMkLst>
        </pc:inkChg>
        <pc:inkChg chg="add">
          <ac:chgData name="Aggie Menezes" userId="74619c95fa3483c9" providerId="LiveId" clId="{6A46CFC1-D81F-9C46-BB3E-0BAFF4AC7CB5}" dt="2020-10-29T15:45:09.539" v="1934"/>
          <ac:inkMkLst>
            <pc:docMk/>
            <pc:sldMk cId="1159186410" sldId="276"/>
            <ac:inkMk id="50" creationId="{DAC7482B-0E40-554A-B05D-0DF5EA88246A}"/>
          </ac:inkMkLst>
        </pc:inkChg>
        <pc:inkChg chg="add">
          <ac:chgData name="Aggie Menezes" userId="74619c95fa3483c9" providerId="LiveId" clId="{6A46CFC1-D81F-9C46-BB3E-0BAFF4AC7CB5}" dt="2020-10-29T15:45:09.653" v="1935"/>
          <ac:inkMkLst>
            <pc:docMk/>
            <pc:sldMk cId="1159186410" sldId="276"/>
            <ac:inkMk id="51" creationId="{55103CAB-5AF7-8943-9B41-C662120BDDAF}"/>
          </ac:inkMkLst>
        </pc:inkChg>
      </pc:sldChg>
      <pc:sldChg chg="addSp delSp">
        <pc:chgData name="Aggie Menezes" userId="74619c95fa3483c9" providerId="LiveId" clId="{6A46CFC1-D81F-9C46-BB3E-0BAFF4AC7CB5}" dt="2020-10-29T15:53:48.282" v="2098"/>
        <pc:sldMkLst>
          <pc:docMk/>
          <pc:sldMk cId="2701373781" sldId="277"/>
        </pc:sldMkLst>
        <pc:grpChg chg="add">
          <ac:chgData name="Aggie Menezes" userId="74619c95fa3483c9" providerId="LiveId" clId="{6A46CFC1-D81F-9C46-BB3E-0BAFF4AC7CB5}" dt="2020-10-29T15:50:18.701" v="2051"/>
          <ac:grpSpMkLst>
            <pc:docMk/>
            <pc:sldMk cId="2701373781" sldId="277"/>
            <ac:grpSpMk id="10" creationId="{4FD041E4-AE56-3F45-99BC-6C290F5DE719}"/>
          </ac:grpSpMkLst>
        </pc:grpChg>
        <pc:grpChg chg="add">
          <ac:chgData name="Aggie Menezes" userId="74619c95fa3483c9" providerId="LiveId" clId="{6A46CFC1-D81F-9C46-BB3E-0BAFF4AC7CB5}" dt="2020-10-29T15:50:28.538" v="2055"/>
          <ac:grpSpMkLst>
            <pc:docMk/>
            <pc:sldMk cId="2701373781" sldId="277"/>
            <ac:grpSpMk id="23" creationId="{B952D58B-32BF-344E-99A8-7FE0082CC739}"/>
          </ac:grpSpMkLst>
        </pc:grpChg>
        <pc:grpChg chg="add">
          <ac:chgData name="Aggie Menezes" userId="74619c95fa3483c9" providerId="LiveId" clId="{6A46CFC1-D81F-9C46-BB3E-0BAFF4AC7CB5}" dt="2020-10-29T15:50:44.181" v="2058"/>
          <ac:grpSpMkLst>
            <pc:docMk/>
            <pc:sldMk cId="2701373781" sldId="277"/>
            <ac:grpSpMk id="27" creationId="{3ED814D7-F3BA-904A-8EC6-BA6D07BC4E12}"/>
          </ac:grpSpMkLst>
        </pc:grpChg>
        <pc:grpChg chg="add del">
          <ac:chgData name="Aggie Menezes" userId="74619c95fa3483c9" providerId="LiveId" clId="{6A46CFC1-D81F-9C46-BB3E-0BAFF4AC7CB5}" dt="2020-10-29T15:51:26.045" v="2065" actId="478"/>
          <ac:grpSpMkLst>
            <pc:docMk/>
            <pc:sldMk cId="2701373781" sldId="277"/>
            <ac:grpSpMk id="32" creationId="{82858FBA-CF94-DA4D-AF1B-09BD0F548236}"/>
          </ac:grpSpMkLst>
        </pc:grpChg>
        <pc:grpChg chg="add del">
          <ac:chgData name="Aggie Menezes" userId="74619c95fa3483c9" providerId="LiveId" clId="{6A46CFC1-D81F-9C46-BB3E-0BAFF4AC7CB5}" dt="2020-10-29T15:53:13.255" v="2082"/>
          <ac:grpSpMkLst>
            <pc:docMk/>
            <pc:sldMk cId="2701373781" sldId="277"/>
            <ac:grpSpMk id="38" creationId="{E37A4D6E-22A0-9545-B7C4-1767021FF32D}"/>
          </ac:grpSpMkLst>
        </pc:grpChg>
        <pc:grpChg chg="add del">
          <ac:chgData name="Aggie Menezes" userId="74619c95fa3483c9" providerId="LiveId" clId="{6A46CFC1-D81F-9C46-BB3E-0BAFF4AC7CB5}" dt="2020-10-29T15:52:54.566" v="2077"/>
          <ac:grpSpMkLst>
            <pc:docMk/>
            <pc:sldMk cId="2701373781" sldId="277"/>
            <ac:grpSpMk id="42" creationId="{AF9A2B67-344E-D642-80C8-D8561C71541B}"/>
          </ac:grpSpMkLst>
        </pc:grpChg>
        <pc:grpChg chg="add del">
          <ac:chgData name="Aggie Menezes" userId="74619c95fa3483c9" providerId="LiveId" clId="{6A46CFC1-D81F-9C46-BB3E-0BAFF4AC7CB5}" dt="2020-10-29T15:52:57.366" v="2080"/>
          <ac:grpSpMkLst>
            <pc:docMk/>
            <pc:sldMk cId="2701373781" sldId="277"/>
            <ac:grpSpMk id="50" creationId="{882A139E-AF40-B246-A28D-F11BAC5A61A5}"/>
          </ac:grpSpMkLst>
        </pc:grpChg>
        <pc:grpChg chg="add">
          <ac:chgData name="Aggie Menezes" userId="74619c95fa3483c9" providerId="LiveId" clId="{6A46CFC1-D81F-9C46-BB3E-0BAFF4AC7CB5}" dt="2020-10-29T15:52:57.366" v="2080"/>
          <ac:grpSpMkLst>
            <pc:docMk/>
            <pc:sldMk cId="2701373781" sldId="277"/>
            <ac:grpSpMk id="66" creationId="{820E6D8F-200E-5043-B4ED-4E1AB6BCAB1E}"/>
          </ac:grpSpMkLst>
        </pc:grpChg>
        <pc:grpChg chg="add del">
          <ac:chgData name="Aggie Menezes" userId="74619c95fa3483c9" providerId="LiveId" clId="{6A46CFC1-D81F-9C46-BB3E-0BAFF4AC7CB5}" dt="2020-10-29T15:53:20.865" v="2084"/>
          <ac:grpSpMkLst>
            <pc:docMk/>
            <pc:sldMk cId="2701373781" sldId="277"/>
            <ac:grpSpMk id="68" creationId="{53B3721C-1A17-0C45-8EC6-6819CE11DC36}"/>
          </ac:grpSpMkLst>
        </pc:grpChg>
        <pc:grpChg chg="add del">
          <ac:chgData name="Aggie Menezes" userId="74619c95fa3483c9" providerId="LiveId" clId="{6A46CFC1-D81F-9C46-BB3E-0BAFF4AC7CB5}" dt="2020-10-29T15:53:22.857" v="2086"/>
          <ac:grpSpMkLst>
            <pc:docMk/>
            <pc:sldMk cId="2701373781" sldId="277"/>
            <ac:grpSpMk id="70" creationId="{E17AC9A4-2A3F-514C-8062-94E522FD6983}"/>
          </ac:grpSpMkLst>
        </pc:grpChg>
        <pc:grpChg chg="add del">
          <ac:chgData name="Aggie Menezes" userId="74619c95fa3483c9" providerId="LiveId" clId="{6A46CFC1-D81F-9C46-BB3E-0BAFF4AC7CB5}" dt="2020-10-29T15:53:34.498" v="2090"/>
          <ac:grpSpMkLst>
            <pc:docMk/>
            <pc:sldMk cId="2701373781" sldId="277"/>
            <ac:grpSpMk id="72" creationId="{8AFAA6BB-7AEC-D440-9BEA-8BE35F3B1D77}"/>
          </ac:grpSpMkLst>
        </pc:grpChg>
        <pc:grpChg chg="add del">
          <ac:chgData name="Aggie Menezes" userId="74619c95fa3483c9" providerId="LiveId" clId="{6A46CFC1-D81F-9C46-BB3E-0BAFF4AC7CB5}" dt="2020-10-29T15:53:41.555" v="2092"/>
          <ac:grpSpMkLst>
            <pc:docMk/>
            <pc:sldMk cId="2701373781" sldId="277"/>
            <ac:grpSpMk id="77" creationId="{A3AC1864-CCBF-D240-A0DC-08E3F1BDD0DB}"/>
          </ac:grpSpMkLst>
        </pc:grpChg>
        <pc:grpChg chg="add del">
          <ac:chgData name="Aggie Menezes" userId="74619c95fa3483c9" providerId="LiveId" clId="{6A46CFC1-D81F-9C46-BB3E-0BAFF4AC7CB5}" dt="2020-10-29T15:53:45.135" v="2096"/>
          <ac:grpSpMkLst>
            <pc:docMk/>
            <pc:sldMk cId="2701373781" sldId="277"/>
            <ac:grpSpMk id="79" creationId="{517A73F4-DB8A-7642-AD9C-7D18FD386CEF}"/>
          </ac:grpSpMkLst>
        </pc:grpChg>
        <pc:grpChg chg="add del">
          <ac:chgData name="Aggie Menezes" userId="74619c95fa3483c9" providerId="LiveId" clId="{6A46CFC1-D81F-9C46-BB3E-0BAFF4AC7CB5}" dt="2020-10-29T15:53:48.282" v="2098"/>
          <ac:grpSpMkLst>
            <pc:docMk/>
            <pc:sldMk cId="2701373781" sldId="277"/>
            <ac:grpSpMk id="83" creationId="{8D93C5BF-CF96-3146-8BDC-6A5A3A879987}"/>
          </ac:grpSpMkLst>
        </pc:grpChg>
        <pc:grpChg chg="add">
          <ac:chgData name="Aggie Menezes" userId="74619c95fa3483c9" providerId="LiveId" clId="{6A46CFC1-D81F-9C46-BB3E-0BAFF4AC7CB5}" dt="2020-10-29T15:53:48.282" v="2098"/>
          <ac:grpSpMkLst>
            <pc:docMk/>
            <pc:sldMk cId="2701373781" sldId="277"/>
            <ac:grpSpMk id="85" creationId="{CB2DF2A3-91AC-2349-95FF-8A5FA1B88B3B}"/>
          </ac:grpSpMkLst>
        </pc:grpChg>
        <pc:inkChg chg="add">
          <ac:chgData name="Aggie Menezes" userId="74619c95fa3483c9" providerId="LiveId" clId="{6A46CFC1-D81F-9C46-BB3E-0BAFF4AC7CB5}" dt="2020-10-29T15:49:37.147" v="2045"/>
          <ac:inkMkLst>
            <pc:docMk/>
            <pc:sldMk cId="2701373781" sldId="277"/>
            <ac:inkMk id="3" creationId="{8D2D361B-3756-734A-AB60-64B82DF8B43F}"/>
          </ac:inkMkLst>
        </pc:inkChg>
        <pc:inkChg chg="add">
          <ac:chgData name="Aggie Menezes" userId="74619c95fa3483c9" providerId="LiveId" clId="{6A46CFC1-D81F-9C46-BB3E-0BAFF4AC7CB5}" dt="2020-10-29T15:49:49.212" v="2046"/>
          <ac:inkMkLst>
            <pc:docMk/>
            <pc:sldMk cId="2701373781" sldId="277"/>
            <ac:inkMk id="5" creationId="{115A113E-E912-FB4F-8664-968259EDA54C}"/>
          </ac:inkMkLst>
        </pc:inkChg>
        <pc:inkChg chg="add del">
          <ac:chgData name="Aggie Menezes" userId="74619c95fa3483c9" providerId="LiveId" clId="{6A46CFC1-D81F-9C46-BB3E-0BAFF4AC7CB5}" dt="2020-10-29T15:51:33.627" v="2068" actId="478"/>
          <ac:inkMkLst>
            <pc:docMk/>
            <pc:sldMk cId="2701373781" sldId="277"/>
            <ac:inkMk id="6" creationId="{9B533D46-C540-4740-A458-329C50AEF12C}"/>
          </ac:inkMkLst>
        </pc:inkChg>
        <pc:inkChg chg="add">
          <ac:chgData name="Aggie Menezes" userId="74619c95fa3483c9" providerId="LiveId" clId="{6A46CFC1-D81F-9C46-BB3E-0BAFF4AC7CB5}" dt="2020-10-29T15:49:52.683" v="2048"/>
          <ac:inkMkLst>
            <pc:docMk/>
            <pc:sldMk cId="2701373781" sldId="277"/>
            <ac:inkMk id="7" creationId="{AE813859-7BD7-3640-B57C-814334DA74C4}"/>
          </ac:inkMkLst>
        </pc:inkChg>
        <pc:inkChg chg="add">
          <ac:chgData name="Aggie Menezes" userId="74619c95fa3483c9" providerId="LiveId" clId="{6A46CFC1-D81F-9C46-BB3E-0BAFF4AC7CB5}" dt="2020-10-29T15:50:16.578" v="2049"/>
          <ac:inkMkLst>
            <pc:docMk/>
            <pc:sldMk cId="2701373781" sldId="277"/>
            <ac:inkMk id="8" creationId="{D6EEB550-C18E-6B4D-8989-4688A81C94F8}"/>
          </ac:inkMkLst>
        </pc:inkChg>
        <pc:inkChg chg="add">
          <ac:chgData name="Aggie Menezes" userId="74619c95fa3483c9" providerId="LiveId" clId="{6A46CFC1-D81F-9C46-BB3E-0BAFF4AC7CB5}" dt="2020-10-29T15:50:18.022" v="2050"/>
          <ac:inkMkLst>
            <pc:docMk/>
            <pc:sldMk cId="2701373781" sldId="277"/>
            <ac:inkMk id="9" creationId="{39BEB771-AADF-714E-88D5-307A4ABD514F}"/>
          </ac:inkMkLst>
        </pc:inkChg>
        <pc:inkChg chg="add">
          <ac:chgData name="Aggie Menezes" userId="74619c95fa3483c9" providerId="LiveId" clId="{6A46CFC1-D81F-9C46-BB3E-0BAFF4AC7CB5}" dt="2020-10-29T15:50:21.096" v="2052"/>
          <ac:inkMkLst>
            <pc:docMk/>
            <pc:sldMk cId="2701373781" sldId="277"/>
            <ac:inkMk id="11" creationId="{A017E647-D874-9940-8B5E-8DFA9CD38C68}"/>
          </ac:inkMkLst>
        </pc:inkChg>
        <pc:inkChg chg="add">
          <ac:chgData name="Aggie Menezes" userId="74619c95fa3483c9" providerId="LiveId" clId="{6A46CFC1-D81F-9C46-BB3E-0BAFF4AC7CB5}" dt="2020-10-29T15:50:26.973" v="2053"/>
          <ac:inkMkLst>
            <pc:docMk/>
            <pc:sldMk cId="2701373781" sldId="277"/>
            <ac:inkMk id="13" creationId="{D2ABE6B6-A496-FA4A-ACD6-B8DFA8350DB6}"/>
          </ac:inkMkLst>
        </pc:inkChg>
        <pc:inkChg chg="add">
          <ac:chgData name="Aggie Menezes" userId="74619c95fa3483c9" providerId="LiveId" clId="{6A46CFC1-D81F-9C46-BB3E-0BAFF4AC7CB5}" dt="2020-10-29T15:50:27.543" v="2054"/>
          <ac:inkMkLst>
            <pc:docMk/>
            <pc:sldMk cId="2701373781" sldId="277"/>
            <ac:inkMk id="14" creationId="{018068E8-84E1-3B44-9FAE-6307BB786DAF}"/>
          </ac:inkMkLst>
        </pc:inkChg>
        <pc:inkChg chg="add">
          <ac:chgData name="Aggie Menezes" userId="74619c95fa3483c9" providerId="LiveId" clId="{6A46CFC1-D81F-9C46-BB3E-0BAFF4AC7CB5}" dt="2020-10-29T15:50:42.610" v="2056"/>
          <ac:inkMkLst>
            <pc:docMk/>
            <pc:sldMk cId="2701373781" sldId="277"/>
            <ac:inkMk id="24" creationId="{1575AEAA-4C82-C247-B515-6FCE90B571A7}"/>
          </ac:inkMkLst>
        </pc:inkChg>
        <pc:inkChg chg="add">
          <ac:chgData name="Aggie Menezes" userId="74619c95fa3483c9" providerId="LiveId" clId="{6A46CFC1-D81F-9C46-BB3E-0BAFF4AC7CB5}" dt="2020-10-29T15:50:43.362" v="2057"/>
          <ac:inkMkLst>
            <pc:docMk/>
            <pc:sldMk cId="2701373781" sldId="277"/>
            <ac:inkMk id="25" creationId="{B6D5A075-486A-6240-AAF4-941C488D5504}"/>
          </ac:inkMkLst>
        </pc:inkChg>
        <pc:inkChg chg="add">
          <ac:chgData name="Aggie Menezes" userId="74619c95fa3483c9" providerId="LiveId" clId="{6A46CFC1-D81F-9C46-BB3E-0BAFF4AC7CB5}" dt="2020-10-29T15:51:06.988" v="2059"/>
          <ac:inkMkLst>
            <pc:docMk/>
            <pc:sldMk cId="2701373781" sldId="277"/>
            <ac:inkMk id="29" creationId="{D3E8D437-EB8C-2348-949B-DC791CABE211}"/>
          </ac:inkMkLst>
        </pc:inkChg>
        <pc:inkChg chg="add">
          <ac:chgData name="Aggie Menezes" userId="74619c95fa3483c9" providerId="LiveId" clId="{6A46CFC1-D81F-9C46-BB3E-0BAFF4AC7CB5}" dt="2020-10-29T15:51:07.498" v="2060"/>
          <ac:inkMkLst>
            <pc:docMk/>
            <pc:sldMk cId="2701373781" sldId="277"/>
            <ac:inkMk id="30" creationId="{055D0A54-4914-4346-A172-37E58C1FDBEE}"/>
          </ac:inkMkLst>
        </pc:inkChg>
        <pc:inkChg chg="add">
          <ac:chgData name="Aggie Menezes" userId="74619c95fa3483c9" providerId="LiveId" clId="{6A46CFC1-D81F-9C46-BB3E-0BAFF4AC7CB5}" dt="2020-10-29T15:51:07.914" v="2061"/>
          <ac:inkMkLst>
            <pc:docMk/>
            <pc:sldMk cId="2701373781" sldId="277"/>
            <ac:inkMk id="31" creationId="{944CEC78-FEC9-B74F-A92B-83872D298089}"/>
          </ac:inkMkLst>
        </pc:inkChg>
        <pc:inkChg chg="add del">
          <ac:chgData name="Aggie Menezes" userId="74619c95fa3483c9" providerId="LiveId" clId="{6A46CFC1-D81F-9C46-BB3E-0BAFF4AC7CB5}" dt="2020-10-29T15:51:29.134" v="2066" actId="478"/>
          <ac:inkMkLst>
            <pc:docMk/>
            <pc:sldMk cId="2701373781" sldId="277"/>
            <ac:inkMk id="33" creationId="{52585537-7D7B-1246-A2C7-EFF868CD64BD}"/>
          </ac:inkMkLst>
        </pc:inkChg>
        <pc:inkChg chg="add del">
          <ac:chgData name="Aggie Menezes" userId="74619c95fa3483c9" providerId="LiveId" clId="{6A46CFC1-D81F-9C46-BB3E-0BAFF4AC7CB5}" dt="2020-10-29T15:51:31.393" v="2067" actId="478"/>
          <ac:inkMkLst>
            <pc:docMk/>
            <pc:sldMk cId="2701373781" sldId="277"/>
            <ac:inkMk id="34" creationId="{EEFB3246-DE0F-6845-8381-2775EBF4AA5F}"/>
          </ac:inkMkLst>
        </pc:inkChg>
        <pc:inkChg chg="add topLvl">
          <ac:chgData name="Aggie Menezes" userId="74619c95fa3483c9" providerId="LiveId" clId="{6A46CFC1-D81F-9C46-BB3E-0BAFF4AC7CB5}" dt="2020-10-29T15:53:48.282" v="2098"/>
          <ac:inkMkLst>
            <pc:docMk/>
            <pc:sldMk cId="2701373781" sldId="277"/>
            <ac:inkMk id="35" creationId="{7D4D2099-6B22-ED46-92B9-B7F5B851DBD9}"/>
          </ac:inkMkLst>
        </pc:inkChg>
        <pc:inkChg chg="add topLvl">
          <ac:chgData name="Aggie Menezes" userId="74619c95fa3483c9" providerId="LiveId" clId="{6A46CFC1-D81F-9C46-BB3E-0BAFF4AC7CB5}" dt="2020-10-29T15:53:48.282" v="2098"/>
          <ac:inkMkLst>
            <pc:docMk/>
            <pc:sldMk cId="2701373781" sldId="277"/>
            <ac:inkMk id="36" creationId="{863C0EA2-6815-A642-A35C-B0E8587E2638}"/>
          </ac:inkMkLst>
        </pc:inkChg>
        <pc:inkChg chg="add topLvl">
          <ac:chgData name="Aggie Menezes" userId="74619c95fa3483c9" providerId="LiveId" clId="{6A46CFC1-D81F-9C46-BB3E-0BAFF4AC7CB5}" dt="2020-10-29T15:53:48.282" v="2098"/>
          <ac:inkMkLst>
            <pc:docMk/>
            <pc:sldMk cId="2701373781" sldId="277"/>
            <ac:inkMk id="37" creationId="{0524616E-A03D-AE46-B3A7-EC483D59F2DD}"/>
          </ac:inkMkLst>
        </pc:inkChg>
        <pc:inkChg chg="add topLvl">
          <ac:chgData name="Aggie Menezes" userId="74619c95fa3483c9" providerId="LiveId" clId="{6A46CFC1-D81F-9C46-BB3E-0BAFF4AC7CB5}" dt="2020-10-29T15:52:57.366" v="2080"/>
          <ac:inkMkLst>
            <pc:docMk/>
            <pc:sldMk cId="2701373781" sldId="277"/>
            <ac:inkMk id="39" creationId="{072A4EEC-F8CE-8D44-84F9-192A3C4E9437}"/>
          </ac:inkMkLst>
        </pc:inkChg>
        <pc:inkChg chg="add topLvl">
          <ac:chgData name="Aggie Menezes" userId="74619c95fa3483c9" providerId="LiveId" clId="{6A46CFC1-D81F-9C46-BB3E-0BAFF4AC7CB5}" dt="2020-10-29T15:52:57.366" v="2080"/>
          <ac:inkMkLst>
            <pc:docMk/>
            <pc:sldMk cId="2701373781" sldId="277"/>
            <ac:inkMk id="41" creationId="{AEE3377C-F9F2-9845-B2F5-C05BC7AB3561}"/>
          </ac:inkMkLst>
        </pc:inkChg>
        <pc:inkChg chg="add topLvl">
          <ac:chgData name="Aggie Menezes" userId="74619c95fa3483c9" providerId="LiveId" clId="{6A46CFC1-D81F-9C46-BB3E-0BAFF4AC7CB5}" dt="2020-10-29T15:52:57.366" v="2080"/>
          <ac:inkMkLst>
            <pc:docMk/>
            <pc:sldMk cId="2701373781" sldId="277"/>
            <ac:inkMk id="49" creationId="{3644823B-7268-9341-8244-1D526840C480}"/>
          </ac:inkMkLst>
        </pc:inkChg>
        <pc:inkChg chg="add">
          <ac:chgData name="Aggie Menezes" userId="74619c95fa3483c9" providerId="LiveId" clId="{6A46CFC1-D81F-9C46-BB3E-0BAFF4AC7CB5}" dt="2020-10-29T15:52:55.826" v="2078"/>
          <ac:inkMkLst>
            <pc:docMk/>
            <pc:sldMk cId="2701373781" sldId="277"/>
            <ac:inkMk id="51" creationId="{81A35795-C68B-894B-A244-80463D58A5D6}"/>
          </ac:inkMkLst>
        </pc:inkChg>
        <pc:inkChg chg="add">
          <ac:chgData name="Aggie Menezes" userId="74619c95fa3483c9" providerId="LiveId" clId="{6A46CFC1-D81F-9C46-BB3E-0BAFF4AC7CB5}" dt="2020-10-29T15:52:56.513" v="2079"/>
          <ac:inkMkLst>
            <pc:docMk/>
            <pc:sldMk cId="2701373781" sldId="277"/>
            <ac:inkMk id="54" creationId="{38A68403-55E7-BC42-A50D-E7C93F3E47B9}"/>
          </ac:inkMkLst>
        </pc:inkChg>
        <pc:inkChg chg="add topLvl">
          <ac:chgData name="Aggie Menezes" userId="74619c95fa3483c9" providerId="LiveId" clId="{6A46CFC1-D81F-9C46-BB3E-0BAFF4AC7CB5}" dt="2020-10-29T15:53:20.865" v="2084"/>
          <ac:inkMkLst>
            <pc:docMk/>
            <pc:sldMk cId="2701373781" sldId="277"/>
            <ac:inkMk id="67" creationId="{959F8250-AAD5-9A46-A682-78B8D38658AB}"/>
          </ac:inkMkLst>
        </pc:inkChg>
        <pc:inkChg chg="add topLvl">
          <ac:chgData name="Aggie Menezes" userId="74619c95fa3483c9" providerId="LiveId" clId="{6A46CFC1-D81F-9C46-BB3E-0BAFF4AC7CB5}" dt="2020-10-29T15:53:48.282" v="2098"/>
          <ac:inkMkLst>
            <pc:docMk/>
            <pc:sldMk cId="2701373781" sldId="277"/>
            <ac:inkMk id="69" creationId="{5B2738D1-6342-9344-B6EA-0F832E52E143}"/>
          </ac:inkMkLst>
        </pc:inkChg>
        <pc:inkChg chg="add topLvl">
          <ac:chgData name="Aggie Menezes" userId="74619c95fa3483c9" providerId="LiveId" clId="{6A46CFC1-D81F-9C46-BB3E-0BAFF4AC7CB5}" dt="2020-10-29T15:53:48.282" v="2098"/>
          <ac:inkMkLst>
            <pc:docMk/>
            <pc:sldMk cId="2701373781" sldId="277"/>
            <ac:inkMk id="71" creationId="{A5EF195C-5D66-3C40-AEEC-2CD0AED85CEA}"/>
          </ac:inkMkLst>
        </pc:inkChg>
        <pc:inkChg chg="add">
          <ac:chgData name="Aggie Menezes" userId="74619c95fa3483c9" providerId="LiveId" clId="{6A46CFC1-D81F-9C46-BB3E-0BAFF4AC7CB5}" dt="2020-10-29T15:53:27.817" v="2087"/>
          <ac:inkMkLst>
            <pc:docMk/>
            <pc:sldMk cId="2701373781" sldId="277"/>
            <ac:inkMk id="73" creationId="{6ECBE6F8-F3CB-714E-BF7C-A90EAD3BB7FB}"/>
          </ac:inkMkLst>
        </pc:inkChg>
        <pc:inkChg chg="add topLvl">
          <ac:chgData name="Aggie Menezes" userId="74619c95fa3483c9" providerId="LiveId" clId="{6A46CFC1-D81F-9C46-BB3E-0BAFF4AC7CB5}" dt="2020-10-29T15:53:48.282" v="2098"/>
          <ac:inkMkLst>
            <pc:docMk/>
            <pc:sldMk cId="2701373781" sldId="277"/>
            <ac:inkMk id="74" creationId="{A33E6918-D151-724F-B1ED-845FF99708C7}"/>
          </ac:inkMkLst>
        </pc:inkChg>
        <pc:inkChg chg="add topLvl">
          <ac:chgData name="Aggie Menezes" userId="74619c95fa3483c9" providerId="LiveId" clId="{6A46CFC1-D81F-9C46-BB3E-0BAFF4AC7CB5}" dt="2020-10-29T15:53:48.282" v="2098"/>
          <ac:inkMkLst>
            <pc:docMk/>
            <pc:sldMk cId="2701373781" sldId="277"/>
            <ac:inkMk id="76" creationId="{2FE91237-C518-2E46-8F75-830C629A0C4C}"/>
          </ac:inkMkLst>
        </pc:inkChg>
        <pc:inkChg chg="add topLvl">
          <ac:chgData name="Aggie Menezes" userId="74619c95fa3483c9" providerId="LiveId" clId="{6A46CFC1-D81F-9C46-BB3E-0BAFF4AC7CB5}" dt="2020-10-29T15:53:48.282" v="2098"/>
          <ac:inkMkLst>
            <pc:docMk/>
            <pc:sldMk cId="2701373781" sldId="277"/>
            <ac:inkMk id="78" creationId="{1A3815FC-0AFA-F947-9A09-4B76C6FEE047}"/>
          </ac:inkMkLst>
        </pc:inkChg>
        <pc:inkChg chg="add topLvl">
          <ac:chgData name="Aggie Menezes" userId="74619c95fa3483c9" providerId="LiveId" clId="{6A46CFC1-D81F-9C46-BB3E-0BAFF4AC7CB5}" dt="2020-10-29T15:53:48.282" v="2098"/>
          <ac:inkMkLst>
            <pc:docMk/>
            <pc:sldMk cId="2701373781" sldId="277"/>
            <ac:inkMk id="80" creationId="{C87991F0-7E41-4B4F-9648-1593CE4227FC}"/>
          </ac:inkMkLst>
        </pc:inkChg>
        <pc:inkChg chg="add topLvl">
          <ac:chgData name="Aggie Menezes" userId="74619c95fa3483c9" providerId="LiveId" clId="{6A46CFC1-D81F-9C46-BB3E-0BAFF4AC7CB5}" dt="2020-10-29T15:53:48.282" v="2098"/>
          <ac:inkMkLst>
            <pc:docMk/>
            <pc:sldMk cId="2701373781" sldId="277"/>
            <ac:inkMk id="81" creationId="{029CC6B9-B286-5A4C-9F39-D29BB89D376E}"/>
          </ac:inkMkLst>
        </pc:inkChg>
        <pc:inkChg chg="add topLvl">
          <ac:chgData name="Aggie Menezes" userId="74619c95fa3483c9" providerId="LiveId" clId="{6A46CFC1-D81F-9C46-BB3E-0BAFF4AC7CB5}" dt="2020-10-29T15:53:48.282" v="2098"/>
          <ac:inkMkLst>
            <pc:docMk/>
            <pc:sldMk cId="2701373781" sldId="277"/>
            <ac:inkMk id="82" creationId="{0818B936-0306-8A43-A0B4-EB75B8DBA76A}"/>
          </ac:inkMkLst>
        </pc:inkChg>
        <pc:inkChg chg="add">
          <ac:chgData name="Aggie Menezes" userId="74619c95fa3483c9" providerId="LiveId" clId="{6A46CFC1-D81F-9C46-BB3E-0BAFF4AC7CB5}" dt="2020-10-29T15:53:47.731" v="2097"/>
          <ac:inkMkLst>
            <pc:docMk/>
            <pc:sldMk cId="2701373781" sldId="277"/>
            <ac:inkMk id="84" creationId="{DC019939-B472-AB4A-A104-5AB44EE096CC}"/>
          </ac:inkMkLst>
        </pc:inkChg>
      </pc:sldChg>
      <pc:sldChg chg="addSp delSp new del">
        <pc:chgData name="Aggie Menezes" userId="74619c95fa3483c9" providerId="LiveId" clId="{6A46CFC1-D81F-9C46-BB3E-0BAFF4AC7CB5}" dt="2020-10-29T14:57:53.271" v="1551" actId="2696"/>
        <pc:sldMkLst>
          <pc:docMk/>
          <pc:sldMk cId="1623291449" sldId="279"/>
        </pc:sldMkLst>
        <pc:spChg chg="del">
          <ac:chgData name="Aggie Menezes" userId="74619c95fa3483c9" providerId="LiveId" clId="{6A46CFC1-D81F-9C46-BB3E-0BAFF4AC7CB5}" dt="2020-10-29T14:27:35.674" v="1194" actId="478"/>
          <ac:spMkLst>
            <pc:docMk/>
            <pc:sldMk cId="1623291449" sldId="279"/>
            <ac:spMk id="2" creationId="{D515616B-0257-DA44-9A35-48E0EC6671BF}"/>
          </ac:spMkLst>
        </pc:spChg>
        <pc:spChg chg="del">
          <ac:chgData name="Aggie Menezes" userId="74619c95fa3483c9" providerId="LiveId" clId="{6A46CFC1-D81F-9C46-BB3E-0BAFF4AC7CB5}" dt="2020-10-29T14:27:38.199" v="1195" actId="478"/>
          <ac:spMkLst>
            <pc:docMk/>
            <pc:sldMk cId="1623291449" sldId="279"/>
            <ac:spMk id="3" creationId="{CC94C88C-3126-184E-B103-1A69F8440362}"/>
          </ac:spMkLst>
        </pc:spChg>
        <pc:spChg chg="del">
          <ac:chgData name="Aggie Menezes" userId="74619c95fa3483c9" providerId="LiveId" clId="{6A46CFC1-D81F-9C46-BB3E-0BAFF4AC7CB5}" dt="2020-10-29T14:27:41.102" v="1196" actId="478"/>
          <ac:spMkLst>
            <pc:docMk/>
            <pc:sldMk cId="1623291449" sldId="279"/>
            <ac:spMk id="4" creationId="{68A0DA56-667E-354D-9D10-E0E89B08A483}"/>
          </ac:spMkLst>
        </pc:spChg>
        <pc:grpChg chg="add">
          <ac:chgData name="Aggie Menezes" userId="74619c95fa3483c9" providerId="LiveId" clId="{6A46CFC1-D81F-9C46-BB3E-0BAFF4AC7CB5}" dt="2020-10-29T14:28:04.430" v="1199"/>
          <ac:grpSpMkLst>
            <pc:docMk/>
            <pc:sldMk cId="1623291449" sldId="279"/>
            <ac:grpSpMk id="8" creationId="{BEFB9E88-148F-3741-B09E-5E3911D0727B}"/>
          </ac:grpSpMkLst>
        </pc:grpChg>
        <pc:grpChg chg="add del">
          <ac:chgData name="Aggie Menezes" userId="74619c95fa3483c9" providerId="LiveId" clId="{6A46CFC1-D81F-9C46-BB3E-0BAFF4AC7CB5}" dt="2020-10-29T14:28:58.966" v="1207"/>
          <ac:grpSpMkLst>
            <pc:docMk/>
            <pc:sldMk cId="1623291449" sldId="279"/>
            <ac:grpSpMk id="13" creationId="{CBEC7C43-FC7E-964D-9C55-B71E0F758916}"/>
          </ac:grpSpMkLst>
        </pc:grpChg>
        <pc:grpChg chg="add del">
          <ac:chgData name="Aggie Menezes" userId="74619c95fa3483c9" providerId="LiveId" clId="{6A46CFC1-D81F-9C46-BB3E-0BAFF4AC7CB5}" dt="2020-10-29T14:30:04.708" v="1234"/>
          <ac:grpSpMkLst>
            <pc:docMk/>
            <pc:sldMk cId="1623291449" sldId="279"/>
            <ac:grpSpMk id="15" creationId="{485C49C5-07B8-CA41-A134-E29C9761C299}"/>
          </ac:grpSpMkLst>
        </pc:grpChg>
        <pc:grpChg chg="add">
          <ac:chgData name="Aggie Menezes" userId="74619c95fa3483c9" providerId="LiveId" clId="{6A46CFC1-D81F-9C46-BB3E-0BAFF4AC7CB5}" dt="2020-10-29T14:29:02.530" v="1210"/>
          <ac:grpSpMkLst>
            <pc:docMk/>
            <pc:sldMk cId="1623291449" sldId="279"/>
            <ac:grpSpMk id="18" creationId="{410EC459-D1EC-F24F-B7BA-4DD0B0645407}"/>
          </ac:grpSpMkLst>
        </pc:grpChg>
        <pc:grpChg chg="add del">
          <ac:chgData name="Aggie Menezes" userId="74619c95fa3483c9" providerId="LiveId" clId="{6A46CFC1-D81F-9C46-BB3E-0BAFF4AC7CB5}" dt="2020-10-29T14:30:04.708" v="1234"/>
          <ac:grpSpMkLst>
            <pc:docMk/>
            <pc:sldMk cId="1623291449" sldId="279"/>
            <ac:grpSpMk id="28" creationId="{7579CC50-49F0-E14C-8EDD-AB0A02F5B50C}"/>
          </ac:grpSpMkLst>
        </pc:grpChg>
        <pc:grpChg chg="add del">
          <ac:chgData name="Aggie Menezes" userId="74619c95fa3483c9" providerId="LiveId" clId="{6A46CFC1-D81F-9C46-BB3E-0BAFF4AC7CB5}" dt="2020-10-29T14:30:04.708" v="1234"/>
          <ac:grpSpMkLst>
            <pc:docMk/>
            <pc:sldMk cId="1623291449" sldId="279"/>
            <ac:grpSpMk id="29" creationId="{0BA1DC09-F9C4-2749-8B83-B69953AA47DF}"/>
          </ac:grpSpMkLst>
        </pc:grpChg>
        <pc:grpChg chg="add del">
          <ac:chgData name="Aggie Menezes" userId="74619c95fa3483c9" providerId="LiveId" clId="{6A46CFC1-D81F-9C46-BB3E-0BAFF4AC7CB5}" dt="2020-10-29T14:30:15.142" v="1242"/>
          <ac:grpSpMkLst>
            <pc:docMk/>
            <pc:sldMk cId="1623291449" sldId="279"/>
            <ac:grpSpMk id="34" creationId="{C418F7F5-CF56-6A44-BA9D-F3126B3D1CDD}"/>
          </ac:grpSpMkLst>
        </pc:grpChg>
        <pc:grpChg chg="add del">
          <ac:chgData name="Aggie Menezes" userId="74619c95fa3483c9" providerId="LiveId" clId="{6A46CFC1-D81F-9C46-BB3E-0BAFF4AC7CB5}" dt="2020-10-29T14:30:04.708" v="1234"/>
          <ac:grpSpMkLst>
            <pc:docMk/>
            <pc:sldMk cId="1623291449" sldId="279"/>
            <ac:grpSpMk id="39" creationId="{8EEB37A7-5EB9-E243-A843-A1DE6E8F219C}"/>
          </ac:grpSpMkLst>
        </pc:grpChg>
        <pc:grpChg chg="add del">
          <ac:chgData name="Aggie Menezes" userId="74619c95fa3483c9" providerId="LiveId" clId="{6A46CFC1-D81F-9C46-BB3E-0BAFF4AC7CB5}" dt="2020-10-29T14:30:07.978" v="1236"/>
          <ac:grpSpMkLst>
            <pc:docMk/>
            <pc:sldMk cId="1623291449" sldId="279"/>
            <ac:grpSpMk id="43" creationId="{390F6606-B4AA-F749-B60F-E44BB3D29C81}"/>
          </ac:grpSpMkLst>
        </pc:grpChg>
        <pc:grpChg chg="add">
          <ac:chgData name="Aggie Menezes" userId="74619c95fa3483c9" providerId="LiveId" clId="{6A46CFC1-D81F-9C46-BB3E-0BAFF4AC7CB5}" dt="2020-10-29T14:30:07.978" v="1236"/>
          <ac:grpSpMkLst>
            <pc:docMk/>
            <pc:sldMk cId="1623291449" sldId="279"/>
            <ac:grpSpMk id="45" creationId="{B269C9CC-B47C-9D4B-8687-9A45673CF333}"/>
          </ac:grpSpMkLst>
        </pc:grpChg>
        <pc:grpChg chg="add">
          <ac:chgData name="Aggie Menezes" userId="74619c95fa3483c9" providerId="LiveId" clId="{6A46CFC1-D81F-9C46-BB3E-0BAFF4AC7CB5}" dt="2020-10-29T14:30:13.230" v="1239"/>
          <ac:grpSpMkLst>
            <pc:docMk/>
            <pc:sldMk cId="1623291449" sldId="279"/>
            <ac:grpSpMk id="48" creationId="{5A980BFB-B7B3-6540-8002-D844993022A0}"/>
          </ac:grpSpMkLst>
        </pc:grpChg>
        <pc:grpChg chg="add">
          <ac:chgData name="Aggie Menezes" userId="74619c95fa3483c9" providerId="LiveId" clId="{6A46CFC1-D81F-9C46-BB3E-0BAFF4AC7CB5}" dt="2020-10-29T14:30:15.142" v="1242"/>
          <ac:grpSpMkLst>
            <pc:docMk/>
            <pc:sldMk cId="1623291449" sldId="279"/>
            <ac:grpSpMk id="51" creationId="{9EC823C3-5807-FD49-A1B1-337E42DE825D}"/>
          </ac:grpSpMkLst>
        </pc:grpChg>
        <pc:inkChg chg="add">
          <ac:chgData name="Aggie Menezes" userId="74619c95fa3483c9" providerId="LiveId" clId="{6A46CFC1-D81F-9C46-BB3E-0BAFF4AC7CB5}" dt="2020-10-29T14:28:02.850" v="1197"/>
          <ac:inkMkLst>
            <pc:docMk/>
            <pc:sldMk cId="1623291449" sldId="279"/>
            <ac:inkMk id="6" creationId="{0715662C-DF83-9942-B431-D999FC5A086A}"/>
          </ac:inkMkLst>
        </pc:inkChg>
        <pc:inkChg chg="add">
          <ac:chgData name="Aggie Menezes" userId="74619c95fa3483c9" providerId="LiveId" clId="{6A46CFC1-D81F-9C46-BB3E-0BAFF4AC7CB5}" dt="2020-10-29T14:28:03.909" v="1198"/>
          <ac:inkMkLst>
            <pc:docMk/>
            <pc:sldMk cId="1623291449" sldId="279"/>
            <ac:inkMk id="7" creationId="{145B7A9A-0564-724C-936A-33AD4237A670}"/>
          </ac:inkMkLst>
        </pc:inkChg>
        <pc:inkChg chg="add">
          <ac:chgData name="Aggie Menezes" userId="74619c95fa3483c9" providerId="LiveId" clId="{6A46CFC1-D81F-9C46-BB3E-0BAFF4AC7CB5}" dt="2020-10-29T14:28:40.773" v="1201"/>
          <ac:inkMkLst>
            <pc:docMk/>
            <pc:sldMk cId="1623291449" sldId="279"/>
            <ac:inkMk id="9" creationId="{24DE5DA9-5D14-024B-9201-59F110A66289}"/>
          </ac:inkMkLst>
        </pc:inkChg>
        <pc:inkChg chg="add">
          <ac:chgData name="Aggie Menezes" userId="74619c95fa3483c9" providerId="LiveId" clId="{6A46CFC1-D81F-9C46-BB3E-0BAFF4AC7CB5}" dt="2020-10-29T14:28:42.525" v="1202"/>
          <ac:inkMkLst>
            <pc:docMk/>
            <pc:sldMk cId="1623291449" sldId="279"/>
            <ac:inkMk id="10" creationId="{DA183D79-EB0B-2D47-8BE7-ACBD2DAFCCA5}"/>
          </ac:inkMkLst>
        </pc:inkChg>
        <pc:inkChg chg="add topLvl">
          <ac:chgData name="Aggie Menezes" userId="74619c95fa3483c9" providerId="LiveId" clId="{6A46CFC1-D81F-9C46-BB3E-0BAFF4AC7CB5}" dt="2020-10-29T14:30:07.978" v="1236"/>
          <ac:inkMkLst>
            <pc:docMk/>
            <pc:sldMk cId="1623291449" sldId="279"/>
            <ac:inkMk id="11" creationId="{A2268F8A-6E82-7145-83D4-1C758A22A74C}"/>
          </ac:inkMkLst>
        </pc:inkChg>
        <pc:inkChg chg="add topLvl">
          <ac:chgData name="Aggie Menezes" userId="74619c95fa3483c9" providerId="LiveId" clId="{6A46CFC1-D81F-9C46-BB3E-0BAFF4AC7CB5}" dt="2020-10-29T14:30:07.978" v="1236"/>
          <ac:inkMkLst>
            <pc:docMk/>
            <pc:sldMk cId="1623291449" sldId="279"/>
            <ac:inkMk id="12" creationId="{E62937C5-8DE4-784A-B7C7-67F2BF508D88}"/>
          </ac:inkMkLst>
        </pc:inkChg>
        <pc:inkChg chg="add topLvl">
          <ac:chgData name="Aggie Menezes" userId="74619c95fa3483c9" providerId="LiveId" clId="{6A46CFC1-D81F-9C46-BB3E-0BAFF4AC7CB5}" dt="2020-10-29T14:30:04.708" v="1234"/>
          <ac:inkMkLst>
            <pc:docMk/>
            <pc:sldMk cId="1623291449" sldId="279"/>
            <ac:inkMk id="14" creationId="{36222818-9866-5F4B-9007-9D4085F52F14}"/>
          </ac:inkMkLst>
        </pc:inkChg>
        <pc:inkChg chg="add">
          <ac:chgData name="Aggie Menezes" userId="74619c95fa3483c9" providerId="LiveId" clId="{6A46CFC1-D81F-9C46-BB3E-0BAFF4AC7CB5}" dt="2020-10-29T14:29:01.460" v="1208"/>
          <ac:inkMkLst>
            <pc:docMk/>
            <pc:sldMk cId="1623291449" sldId="279"/>
            <ac:inkMk id="16" creationId="{E5EC1C26-E21D-564E-BFE5-DFA19F50F059}"/>
          </ac:inkMkLst>
        </pc:inkChg>
        <pc:inkChg chg="add">
          <ac:chgData name="Aggie Menezes" userId="74619c95fa3483c9" providerId="LiveId" clId="{6A46CFC1-D81F-9C46-BB3E-0BAFF4AC7CB5}" dt="2020-10-29T14:29:01.906" v="1209"/>
          <ac:inkMkLst>
            <pc:docMk/>
            <pc:sldMk cId="1623291449" sldId="279"/>
            <ac:inkMk id="17" creationId="{98EA9D23-4A5D-3E4A-B995-E446F4488695}"/>
          </ac:inkMkLst>
        </pc:inkChg>
        <pc:inkChg chg="add topLvl">
          <ac:chgData name="Aggie Menezes" userId="74619c95fa3483c9" providerId="LiveId" clId="{6A46CFC1-D81F-9C46-BB3E-0BAFF4AC7CB5}" dt="2020-10-29T14:30:07.978" v="1236"/>
          <ac:inkMkLst>
            <pc:docMk/>
            <pc:sldMk cId="1623291449" sldId="279"/>
            <ac:inkMk id="19" creationId="{A36A8A46-E7DA-574A-81F4-1A4E6C797794}"/>
          </ac:inkMkLst>
        </pc:inkChg>
        <pc:inkChg chg="add topLvl">
          <ac:chgData name="Aggie Menezes" userId="74619c95fa3483c9" providerId="LiveId" clId="{6A46CFC1-D81F-9C46-BB3E-0BAFF4AC7CB5}" dt="2020-10-29T14:30:07.978" v="1236"/>
          <ac:inkMkLst>
            <pc:docMk/>
            <pc:sldMk cId="1623291449" sldId="279"/>
            <ac:inkMk id="20" creationId="{2C908201-15F8-E544-B018-1132C9A29516}"/>
          </ac:inkMkLst>
        </pc:inkChg>
        <pc:inkChg chg="add topLvl">
          <ac:chgData name="Aggie Menezes" userId="74619c95fa3483c9" providerId="LiveId" clId="{6A46CFC1-D81F-9C46-BB3E-0BAFF4AC7CB5}" dt="2020-10-29T14:30:07.978" v="1236"/>
          <ac:inkMkLst>
            <pc:docMk/>
            <pc:sldMk cId="1623291449" sldId="279"/>
            <ac:inkMk id="21" creationId="{1F221681-F9F6-D149-BA51-28D00345796F}"/>
          </ac:inkMkLst>
        </pc:inkChg>
        <pc:inkChg chg="add topLvl">
          <ac:chgData name="Aggie Menezes" userId="74619c95fa3483c9" providerId="LiveId" clId="{6A46CFC1-D81F-9C46-BB3E-0BAFF4AC7CB5}" dt="2020-10-29T14:30:07.978" v="1236"/>
          <ac:inkMkLst>
            <pc:docMk/>
            <pc:sldMk cId="1623291449" sldId="279"/>
            <ac:inkMk id="22" creationId="{144EA1F9-45C8-7449-92F4-A9B3F1E05C4F}"/>
          </ac:inkMkLst>
        </pc:inkChg>
        <pc:inkChg chg="add topLvl">
          <ac:chgData name="Aggie Menezes" userId="74619c95fa3483c9" providerId="LiveId" clId="{6A46CFC1-D81F-9C46-BB3E-0BAFF4AC7CB5}" dt="2020-10-29T14:30:07.978" v="1236"/>
          <ac:inkMkLst>
            <pc:docMk/>
            <pc:sldMk cId="1623291449" sldId="279"/>
            <ac:inkMk id="23" creationId="{B2543B6F-751A-B746-ABEF-6DCF3FA4BE7A}"/>
          </ac:inkMkLst>
        </pc:inkChg>
        <pc:inkChg chg="add topLvl">
          <ac:chgData name="Aggie Menezes" userId="74619c95fa3483c9" providerId="LiveId" clId="{6A46CFC1-D81F-9C46-BB3E-0BAFF4AC7CB5}" dt="2020-10-29T14:30:07.978" v="1236"/>
          <ac:inkMkLst>
            <pc:docMk/>
            <pc:sldMk cId="1623291449" sldId="279"/>
            <ac:inkMk id="24" creationId="{94102522-DC24-2B48-BA63-54549C1C6273}"/>
          </ac:inkMkLst>
        </pc:inkChg>
        <pc:inkChg chg="add topLvl">
          <ac:chgData name="Aggie Menezes" userId="74619c95fa3483c9" providerId="LiveId" clId="{6A46CFC1-D81F-9C46-BB3E-0BAFF4AC7CB5}" dt="2020-10-29T14:30:07.978" v="1236"/>
          <ac:inkMkLst>
            <pc:docMk/>
            <pc:sldMk cId="1623291449" sldId="279"/>
            <ac:inkMk id="25" creationId="{2015EC1F-25B6-834B-8F46-82EFAF352D45}"/>
          </ac:inkMkLst>
        </pc:inkChg>
        <pc:inkChg chg="add topLvl">
          <ac:chgData name="Aggie Menezes" userId="74619c95fa3483c9" providerId="LiveId" clId="{6A46CFC1-D81F-9C46-BB3E-0BAFF4AC7CB5}" dt="2020-10-29T14:30:07.978" v="1236"/>
          <ac:inkMkLst>
            <pc:docMk/>
            <pc:sldMk cId="1623291449" sldId="279"/>
            <ac:inkMk id="26" creationId="{31E79E4A-C606-ED4D-80DB-EDA6F1DCCAA4}"/>
          </ac:inkMkLst>
        </pc:inkChg>
        <pc:inkChg chg="add topLvl">
          <ac:chgData name="Aggie Menezes" userId="74619c95fa3483c9" providerId="LiveId" clId="{6A46CFC1-D81F-9C46-BB3E-0BAFF4AC7CB5}" dt="2020-10-29T14:30:07.978" v="1236"/>
          <ac:inkMkLst>
            <pc:docMk/>
            <pc:sldMk cId="1623291449" sldId="279"/>
            <ac:inkMk id="27" creationId="{2F73681E-7BBC-A141-993C-739364B7BBCA}"/>
          </ac:inkMkLst>
        </pc:inkChg>
        <pc:inkChg chg="add">
          <ac:chgData name="Aggie Menezes" userId="74619c95fa3483c9" providerId="LiveId" clId="{6A46CFC1-D81F-9C46-BB3E-0BAFF4AC7CB5}" dt="2020-10-29T14:29:34.270" v="1221"/>
          <ac:inkMkLst>
            <pc:docMk/>
            <pc:sldMk cId="1623291449" sldId="279"/>
            <ac:inkMk id="30" creationId="{0DAA805E-5C3E-C745-B89C-4F24811E9696}"/>
          </ac:inkMkLst>
        </pc:inkChg>
        <pc:inkChg chg="add topLvl">
          <ac:chgData name="Aggie Menezes" userId="74619c95fa3483c9" providerId="LiveId" clId="{6A46CFC1-D81F-9C46-BB3E-0BAFF4AC7CB5}" dt="2020-10-29T14:30:15.142" v="1242"/>
          <ac:inkMkLst>
            <pc:docMk/>
            <pc:sldMk cId="1623291449" sldId="279"/>
            <ac:inkMk id="31" creationId="{6B45DCDC-0371-794F-8E19-9D00BF255581}"/>
          </ac:inkMkLst>
        </pc:inkChg>
        <pc:inkChg chg="add topLvl">
          <ac:chgData name="Aggie Menezes" userId="74619c95fa3483c9" providerId="LiveId" clId="{6A46CFC1-D81F-9C46-BB3E-0BAFF4AC7CB5}" dt="2020-10-29T14:30:15.142" v="1242"/>
          <ac:inkMkLst>
            <pc:docMk/>
            <pc:sldMk cId="1623291449" sldId="279"/>
            <ac:inkMk id="32" creationId="{B56715FA-69A8-0343-BDFC-D3FAC834DFFB}"/>
          </ac:inkMkLst>
        </pc:inkChg>
        <pc:inkChg chg="add topLvl">
          <ac:chgData name="Aggie Menezes" userId="74619c95fa3483c9" providerId="LiveId" clId="{6A46CFC1-D81F-9C46-BB3E-0BAFF4AC7CB5}" dt="2020-10-29T14:30:15.142" v="1242"/>
          <ac:inkMkLst>
            <pc:docMk/>
            <pc:sldMk cId="1623291449" sldId="279"/>
            <ac:inkMk id="33" creationId="{11F02363-0216-EF4D-8230-202F9A59EBC8}"/>
          </ac:inkMkLst>
        </pc:inkChg>
        <pc:inkChg chg="add topLvl">
          <ac:chgData name="Aggie Menezes" userId="74619c95fa3483c9" providerId="LiveId" clId="{6A46CFC1-D81F-9C46-BB3E-0BAFF4AC7CB5}" dt="2020-10-29T14:30:07.978" v="1236"/>
          <ac:inkMkLst>
            <pc:docMk/>
            <pc:sldMk cId="1623291449" sldId="279"/>
            <ac:inkMk id="35" creationId="{9649B3AF-44A6-B640-98FB-472F590FBE58}"/>
          </ac:inkMkLst>
        </pc:inkChg>
        <pc:inkChg chg="add topLvl">
          <ac:chgData name="Aggie Menezes" userId="74619c95fa3483c9" providerId="LiveId" clId="{6A46CFC1-D81F-9C46-BB3E-0BAFF4AC7CB5}" dt="2020-10-29T14:30:07.978" v="1236"/>
          <ac:inkMkLst>
            <pc:docMk/>
            <pc:sldMk cId="1623291449" sldId="279"/>
            <ac:inkMk id="36" creationId="{65780D2C-3457-C14E-B0EE-F5A212BB0638}"/>
          </ac:inkMkLst>
        </pc:inkChg>
        <pc:inkChg chg="add topLvl">
          <ac:chgData name="Aggie Menezes" userId="74619c95fa3483c9" providerId="LiveId" clId="{6A46CFC1-D81F-9C46-BB3E-0BAFF4AC7CB5}" dt="2020-10-29T14:30:07.978" v="1236"/>
          <ac:inkMkLst>
            <pc:docMk/>
            <pc:sldMk cId="1623291449" sldId="279"/>
            <ac:inkMk id="37" creationId="{1CEF3CC4-1D5C-D142-BECB-7D1F4672F5B4}"/>
          </ac:inkMkLst>
        </pc:inkChg>
        <pc:inkChg chg="add topLvl">
          <ac:chgData name="Aggie Menezes" userId="74619c95fa3483c9" providerId="LiveId" clId="{6A46CFC1-D81F-9C46-BB3E-0BAFF4AC7CB5}" dt="2020-10-29T14:30:07.978" v="1236"/>
          <ac:inkMkLst>
            <pc:docMk/>
            <pc:sldMk cId="1623291449" sldId="279"/>
            <ac:inkMk id="38" creationId="{B3FE9E51-5342-F94C-A7C9-A753D8FEA72F}"/>
          </ac:inkMkLst>
        </pc:inkChg>
        <pc:inkChg chg="add">
          <ac:chgData name="Aggie Menezes" userId="74619c95fa3483c9" providerId="LiveId" clId="{6A46CFC1-D81F-9C46-BB3E-0BAFF4AC7CB5}" dt="2020-10-29T14:29:44.788" v="1231"/>
          <ac:inkMkLst>
            <pc:docMk/>
            <pc:sldMk cId="1623291449" sldId="279"/>
            <ac:inkMk id="40" creationId="{B2D7B70B-CA5F-224F-AAE9-80FE8BD4E1A9}"/>
          </ac:inkMkLst>
        </pc:inkChg>
        <pc:inkChg chg="add">
          <ac:chgData name="Aggie Menezes" userId="74619c95fa3483c9" providerId="LiveId" clId="{6A46CFC1-D81F-9C46-BB3E-0BAFF4AC7CB5}" dt="2020-10-29T14:29:50.269" v="1232"/>
          <ac:inkMkLst>
            <pc:docMk/>
            <pc:sldMk cId="1623291449" sldId="279"/>
            <ac:inkMk id="41" creationId="{017FF70C-3B15-9A4C-8C97-CA0776625742}"/>
          </ac:inkMkLst>
        </pc:inkChg>
        <pc:inkChg chg="add topLvl">
          <ac:chgData name="Aggie Menezes" userId="74619c95fa3483c9" providerId="LiveId" clId="{6A46CFC1-D81F-9C46-BB3E-0BAFF4AC7CB5}" dt="2020-10-29T14:30:07.978" v="1236"/>
          <ac:inkMkLst>
            <pc:docMk/>
            <pc:sldMk cId="1623291449" sldId="279"/>
            <ac:inkMk id="42" creationId="{A50BED40-5133-9143-9DE9-CBC15B95AB02}"/>
          </ac:inkMkLst>
        </pc:inkChg>
        <pc:inkChg chg="add">
          <ac:chgData name="Aggie Menezes" userId="74619c95fa3483c9" providerId="LiveId" clId="{6A46CFC1-D81F-9C46-BB3E-0BAFF4AC7CB5}" dt="2020-10-29T14:30:07.436" v="1235"/>
          <ac:inkMkLst>
            <pc:docMk/>
            <pc:sldMk cId="1623291449" sldId="279"/>
            <ac:inkMk id="44" creationId="{EB69A7B7-9727-7E4B-82E0-2EEC864CBEF4}"/>
          </ac:inkMkLst>
        </pc:inkChg>
        <pc:inkChg chg="add">
          <ac:chgData name="Aggie Menezes" userId="74619c95fa3483c9" providerId="LiveId" clId="{6A46CFC1-D81F-9C46-BB3E-0BAFF4AC7CB5}" dt="2020-10-29T14:30:12.193" v="1237"/>
          <ac:inkMkLst>
            <pc:docMk/>
            <pc:sldMk cId="1623291449" sldId="279"/>
            <ac:inkMk id="46" creationId="{3B3F265A-0D9E-BC49-B8DA-D065930D1578}"/>
          </ac:inkMkLst>
        </pc:inkChg>
        <pc:inkChg chg="add">
          <ac:chgData name="Aggie Menezes" userId="74619c95fa3483c9" providerId="LiveId" clId="{6A46CFC1-D81F-9C46-BB3E-0BAFF4AC7CB5}" dt="2020-10-29T14:30:12.659" v="1238"/>
          <ac:inkMkLst>
            <pc:docMk/>
            <pc:sldMk cId="1623291449" sldId="279"/>
            <ac:inkMk id="47" creationId="{7B93A2E1-5ED1-7A46-BB2F-4EEF11FFFEC1}"/>
          </ac:inkMkLst>
        </pc:inkChg>
        <pc:inkChg chg="add">
          <ac:chgData name="Aggie Menezes" userId="74619c95fa3483c9" providerId="LiveId" clId="{6A46CFC1-D81F-9C46-BB3E-0BAFF4AC7CB5}" dt="2020-10-29T14:30:13.567" v="1240"/>
          <ac:inkMkLst>
            <pc:docMk/>
            <pc:sldMk cId="1623291449" sldId="279"/>
            <ac:inkMk id="49" creationId="{90DA857D-976A-3144-8DB4-4D72C1A9DBAE}"/>
          </ac:inkMkLst>
        </pc:inkChg>
        <pc:inkChg chg="add">
          <ac:chgData name="Aggie Menezes" userId="74619c95fa3483c9" providerId="LiveId" clId="{6A46CFC1-D81F-9C46-BB3E-0BAFF4AC7CB5}" dt="2020-10-29T14:30:14.197" v="1241"/>
          <ac:inkMkLst>
            <pc:docMk/>
            <pc:sldMk cId="1623291449" sldId="279"/>
            <ac:inkMk id="50" creationId="{AD2BB21C-6458-1A46-9F4E-AECB95D2F7A7}"/>
          </ac:inkMkLst>
        </pc:inkChg>
      </pc:sldChg>
      <pc:sldChg chg="addSp delSp new del">
        <pc:chgData name="Aggie Menezes" userId="74619c95fa3483c9" providerId="LiveId" clId="{6A46CFC1-D81F-9C46-BB3E-0BAFF4AC7CB5}" dt="2020-10-29T13:38:31.850" v="705" actId="2696"/>
        <pc:sldMkLst>
          <pc:docMk/>
          <pc:sldMk cId="2868892653" sldId="279"/>
        </pc:sldMkLst>
        <pc:spChg chg="del">
          <ac:chgData name="Aggie Menezes" userId="74619c95fa3483c9" providerId="LiveId" clId="{6A46CFC1-D81F-9C46-BB3E-0BAFF4AC7CB5}" dt="2020-10-29T13:02:11.708" v="1" actId="478"/>
          <ac:spMkLst>
            <pc:docMk/>
            <pc:sldMk cId="2868892653" sldId="279"/>
            <ac:spMk id="2" creationId="{C47C5247-07EC-A04E-B3CB-C50FBEE266A6}"/>
          </ac:spMkLst>
        </pc:spChg>
        <pc:spChg chg="del">
          <ac:chgData name="Aggie Menezes" userId="74619c95fa3483c9" providerId="LiveId" clId="{6A46CFC1-D81F-9C46-BB3E-0BAFF4AC7CB5}" dt="2020-10-29T13:02:13.853" v="2" actId="478"/>
          <ac:spMkLst>
            <pc:docMk/>
            <pc:sldMk cId="2868892653" sldId="279"/>
            <ac:spMk id="3" creationId="{EEFB4802-9205-3443-BC3F-C880CB1D16AA}"/>
          </ac:spMkLst>
        </pc:spChg>
        <pc:spChg chg="del">
          <ac:chgData name="Aggie Menezes" userId="74619c95fa3483c9" providerId="LiveId" clId="{6A46CFC1-D81F-9C46-BB3E-0BAFF4AC7CB5}" dt="2020-10-29T13:02:15.812" v="3" actId="478"/>
          <ac:spMkLst>
            <pc:docMk/>
            <pc:sldMk cId="2868892653" sldId="279"/>
            <ac:spMk id="4" creationId="{B6966203-9456-C442-9DB8-D30DCDA2AB15}"/>
          </ac:spMkLst>
        </pc:spChg>
        <pc:grpChg chg="add del">
          <ac:chgData name="Aggie Menezes" userId="74619c95fa3483c9" providerId="LiveId" clId="{6A46CFC1-D81F-9C46-BB3E-0BAFF4AC7CB5}" dt="2020-10-29T13:02:35.728" v="19"/>
          <ac:grpSpMkLst>
            <pc:docMk/>
            <pc:sldMk cId="2868892653" sldId="279"/>
            <ac:grpSpMk id="13" creationId="{9DB7DEC4-B236-D74E-B0CE-749B9AB53B51}"/>
          </ac:grpSpMkLst>
        </pc:grpChg>
        <pc:grpChg chg="add">
          <ac:chgData name="Aggie Menezes" userId="74619c95fa3483c9" providerId="LiveId" clId="{6A46CFC1-D81F-9C46-BB3E-0BAFF4AC7CB5}" dt="2020-10-29T13:02:31.635" v="11"/>
          <ac:grpSpMkLst>
            <pc:docMk/>
            <pc:sldMk cId="2868892653" sldId="279"/>
            <ac:grpSpMk id="14" creationId="{7F6E92D2-FC0B-114C-A91E-4B974A5EE232}"/>
          </ac:grpSpMkLst>
        </pc:grpChg>
        <pc:grpChg chg="add">
          <ac:chgData name="Aggie Menezes" userId="74619c95fa3483c9" providerId="LiveId" clId="{6A46CFC1-D81F-9C46-BB3E-0BAFF4AC7CB5}" dt="2020-10-29T13:02:35.728" v="19"/>
          <ac:grpSpMkLst>
            <pc:docMk/>
            <pc:sldMk cId="2868892653" sldId="279"/>
            <ac:grpSpMk id="22" creationId="{80787521-FE30-3845-AC8F-ED831CA0E09F}"/>
          </ac:grpSpMkLst>
        </pc:grpChg>
        <pc:grpChg chg="add del">
          <ac:chgData name="Aggie Menezes" userId="74619c95fa3483c9" providerId="LiveId" clId="{6A46CFC1-D81F-9C46-BB3E-0BAFF4AC7CB5}" dt="2020-10-29T13:02:56.299" v="38"/>
          <ac:grpSpMkLst>
            <pc:docMk/>
            <pc:sldMk cId="2868892653" sldId="279"/>
            <ac:grpSpMk id="29" creationId="{8280B6C1-FD50-C74F-A271-01F2EE738ED9}"/>
          </ac:grpSpMkLst>
        </pc:grpChg>
        <pc:grpChg chg="add">
          <ac:chgData name="Aggie Menezes" userId="74619c95fa3483c9" providerId="LiveId" clId="{6A46CFC1-D81F-9C46-BB3E-0BAFF4AC7CB5}" dt="2020-10-29T13:02:56.299" v="38"/>
          <ac:grpSpMkLst>
            <pc:docMk/>
            <pc:sldMk cId="2868892653" sldId="279"/>
            <ac:grpSpMk id="41" creationId="{DC1BF3F4-7BDE-0D45-AC5B-47030B0874FC}"/>
          </ac:grpSpMkLst>
        </pc:grpChg>
        <pc:grpChg chg="add del">
          <ac:chgData name="Aggie Menezes" userId="74619c95fa3483c9" providerId="LiveId" clId="{6A46CFC1-D81F-9C46-BB3E-0BAFF4AC7CB5}" dt="2020-10-29T13:03:19.436" v="47"/>
          <ac:grpSpMkLst>
            <pc:docMk/>
            <pc:sldMk cId="2868892653" sldId="279"/>
            <ac:grpSpMk id="48" creationId="{7C0328FE-8D19-C444-87DF-37B441AB5902}"/>
          </ac:grpSpMkLst>
        </pc:grpChg>
        <pc:grpChg chg="add">
          <ac:chgData name="Aggie Menezes" userId="74619c95fa3483c9" providerId="LiveId" clId="{6A46CFC1-D81F-9C46-BB3E-0BAFF4AC7CB5}" dt="2020-10-29T13:03:19.436" v="47"/>
          <ac:grpSpMkLst>
            <pc:docMk/>
            <pc:sldMk cId="2868892653" sldId="279"/>
            <ac:grpSpMk id="50" creationId="{65EF21D9-75F7-6542-BBD4-28993A73B2FB}"/>
          </ac:grpSpMkLst>
        </pc:grpChg>
        <pc:grpChg chg="add del">
          <ac:chgData name="Aggie Menezes" userId="74619c95fa3483c9" providerId="LiveId" clId="{6A46CFC1-D81F-9C46-BB3E-0BAFF4AC7CB5}" dt="2020-10-29T13:03:38.977" v="55"/>
          <ac:grpSpMkLst>
            <pc:docMk/>
            <pc:sldMk cId="2868892653" sldId="279"/>
            <ac:grpSpMk id="55" creationId="{DFCFC3D4-D75C-1F43-8E0B-853AFCFF0838}"/>
          </ac:grpSpMkLst>
        </pc:grpChg>
        <pc:grpChg chg="add">
          <ac:chgData name="Aggie Menezes" userId="74619c95fa3483c9" providerId="LiveId" clId="{6A46CFC1-D81F-9C46-BB3E-0BAFF4AC7CB5}" dt="2020-10-29T13:03:38.977" v="55"/>
          <ac:grpSpMkLst>
            <pc:docMk/>
            <pc:sldMk cId="2868892653" sldId="279"/>
            <ac:grpSpMk id="58" creationId="{35796558-0C09-9B42-BF34-E4F46F52C68A}"/>
          </ac:grpSpMkLst>
        </pc:grpChg>
        <pc:grpChg chg="add">
          <ac:chgData name="Aggie Menezes" userId="74619c95fa3483c9" providerId="LiveId" clId="{6A46CFC1-D81F-9C46-BB3E-0BAFF4AC7CB5}" dt="2020-10-29T13:03:45.916" v="68"/>
          <ac:grpSpMkLst>
            <pc:docMk/>
            <pc:sldMk cId="2868892653" sldId="279"/>
            <ac:grpSpMk id="71" creationId="{2CDF04A3-0C3B-0F4C-BB2F-703A1CDCE0B3}"/>
          </ac:grpSpMkLst>
        </pc:grpChg>
        <pc:grpChg chg="add">
          <ac:chgData name="Aggie Menezes" userId="74619c95fa3483c9" providerId="LiveId" clId="{6A46CFC1-D81F-9C46-BB3E-0BAFF4AC7CB5}" dt="2020-10-29T13:04:26.475" v="77"/>
          <ac:grpSpMkLst>
            <pc:docMk/>
            <pc:sldMk cId="2868892653" sldId="279"/>
            <ac:grpSpMk id="80" creationId="{6B259E83-422A-CA4D-9DFF-D379779FEC1C}"/>
          </ac:grpSpMkLst>
        </pc:grpChg>
        <pc:grpChg chg="add">
          <ac:chgData name="Aggie Menezes" userId="74619c95fa3483c9" providerId="LiveId" clId="{6A46CFC1-D81F-9C46-BB3E-0BAFF4AC7CB5}" dt="2020-10-29T13:04:34.439" v="85"/>
          <ac:grpSpMkLst>
            <pc:docMk/>
            <pc:sldMk cId="2868892653" sldId="279"/>
            <ac:grpSpMk id="88" creationId="{4F266937-D639-2A4F-B9A3-33870BC16CC7}"/>
          </ac:grpSpMkLst>
        </pc:grpChg>
        <pc:grpChg chg="add">
          <ac:chgData name="Aggie Menezes" userId="74619c95fa3483c9" providerId="LiveId" clId="{6A46CFC1-D81F-9C46-BB3E-0BAFF4AC7CB5}" dt="2020-10-29T13:04:34.439" v="85"/>
          <ac:grpSpMkLst>
            <pc:docMk/>
            <pc:sldMk cId="2868892653" sldId="279"/>
            <ac:grpSpMk id="89" creationId="{57CCAD47-1241-0742-9D5A-16AC258B5243}"/>
          </ac:grpSpMkLst>
        </pc:grpChg>
        <pc:grpChg chg="add del">
          <ac:chgData name="Aggie Menezes" userId="74619c95fa3483c9" providerId="LiveId" clId="{6A46CFC1-D81F-9C46-BB3E-0BAFF4AC7CB5}" dt="2020-10-29T13:04:39.077" v="94"/>
          <ac:grpSpMkLst>
            <pc:docMk/>
            <pc:sldMk cId="2868892653" sldId="279"/>
            <ac:grpSpMk id="96" creationId="{FA29758D-CFA8-A440-A7E1-3B1ABB8806F3}"/>
          </ac:grpSpMkLst>
        </pc:grpChg>
        <pc:grpChg chg="add del">
          <ac:chgData name="Aggie Menezes" userId="74619c95fa3483c9" providerId="LiveId" clId="{6A46CFC1-D81F-9C46-BB3E-0BAFF4AC7CB5}" dt="2020-10-29T13:04:39.625" v="96"/>
          <ac:grpSpMkLst>
            <pc:docMk/>
            <pc:sldMk cId="2868892653" sldId="279"/>
            <ac:grpSpMk id="98" creationId="{32A6B1C4-41FA-DC43-BF5A-0829AB03EC7B}"/>
          </ac:grpSpMkLst>
        </pc:grpChg>
        <pc:grpChg chg="add">
          <ac:chgData name="Aggie Menezes" userId="74619c95fa3483c9" providerId="LiveId" clId="{6A46CFC1-D81F-9C46-BB3E-0BAFF4AC7CB5}" dt="2020-10-29T13:04:39.625" v="96"/>
          <ac:grpSpMkLst>
            <pc:docMk/>
            <pc:sldMk cId="2868892653" sldId="279"/>
            <ac:grpSpMk id="100" creationId="{9327D311-6D77-0F45-9054-F64BE2B8EE9E}"/>
          </ac:grpSpMkLst>
        </pc:grpChg>
        <pc:grpChg chg="add">
          <ac:chgData name="Aggie Menezes" userId="74619c95fa3483c9" providerId="LiveId" clId="{6A46CFC1-D81F-9C46-BB3E-0BAFF4AC7CB5}" dt="2020-10-29T13:04:42.441" v="99"/>
          <ac:grpSpMkLst>
            <pc:docMk/>
            <pc:sldMk cId="2868892653" sldId="279"/>
            <ac:grpSpMk id="103" creationId="{B938C822-4BB5-5849-93E6-1880F765E81E}"/>
          </ac:grpSpMkLst>
        </pc:grpChg>
        <pc:grpChg chg="add">
          <ac:chgData name="Aggie Menezes" userId="74619c95fa3483c9" providerId="LiveId" clId="{6A46CFC1-D81F-9C46-BB3E-0BAFF4AC7CB5}" dt="2020-10-29T13:04:54.076" v="104"/>
          <ac:grpSpMkLst>
            <pc:docMk/>
            <pc:sldMk cId="2868892653" sldId="279"/>
            <ac:grpSpMk id="108" creationId="{C9FE6D75-9810-234A-BA17-EBF4DDD50C22}"/>
          </ac:grpSpMkLst>
        </pc:grpChg>
        <pc:grpChg chg="add">
          <ac:chgData name="Aggie Menezes" userId="74619c95fa3483c9" providerId="LiveId" clId="{6A46CFC1-D81F-9C46-BB3E-0BAFF4AC7CB5}" dt="2020-10-29T13:04:56.587" v="109"/>
          <ac:grpSpMkLst>
            <pc:docMk/>
            <pc:sldMk cId="2868892653" sldId="279"/>
            <ac:grpSpMk id="113" creationId="{252E7086-131B-0A44-BF2C-A3F045907925}"/>
          </ac:grpSpMkLst>
        </pc:grpChg>
        <pc:grpChg chg="add">
          <ac:chgData name="Aggie Menezes" userId="74619c95fa3483c9" providerId="LiveId" clId="{6A46CFC1-D81F-9C46-BB3E-0BAFF4AC7CB5}" dt="2020-10-29T13:04:56.587" v="109"/>
          <ac:grpSpMkLst>
            <pc:docMk/>
            <pc:sldMk cId="2868892653" sldId="279"/>
            <ac:grpSpMk id="114" creationId="{88FB32BB-E0E9-E244-B4E3-474E3DBE4D50}"/>
          </ac:grpSpMkLst>
        </pc:grpChg>
        <pc:grpChg chg="add">
          <ac:chgData name="Aggie Menezes" userId="74619c95fa3483c9" providerId="LiveId" clId="{6A46CFC1-D81F-9C46-BB3E-0BAFF4AC7CB5}" dt="2020-10-29T13:05:04.502" v="116"/>
          <ac:grpSpMkLst>
            <pc:docMk/>
            <pc:sldMk cId="2868892653" sldId="279"/>
            <ac:grpSpMk id="121" creationId="{834DC1D7-39C4-ED4A-8B52-E70B4BB1EEA1}"/>
          </ac:grpSpMkLst>
        </pc:grpChg>
        <pc:grpChg chg="add">
          <ac:chgData name="Aggie Menezes" userId="74619c95fa3483c9" providerId="LiveId" clId="{6A46CFC1-D81F-9C46-BB3E-0BAFF4AC7CB5}" dt="2020-10-29T13:05:23.683" v="130"/>
          <ac:grpSpMkLst>
            <pc:docMk/>
            <pc:sldMk cId="2868892653" sldId="279"/>
            <ac:grpSpMk id="135" creationId="{E8AFD0E7-A4FC-6F41-8801-BD88F7D3AC51}"/>
          </ac:grpSpMkLst>
        </pc:grpChg>
        <pc:grpChg chg="add">
          <ac:chgData name="Aggie Menezes" userId="74619c95fa3483c9" providerId="LiveId" clId="{6A46CFC1-D81F-9C46-BB3E-0BAFF4AC7CB5}" dt="2020-10-29T13:05:23.683" v="130"/>
          <ac:grpSpMkLst>
            <pc:docMk/>
            <pc:sldMk cId="2868892653" sldId="279"/>
            <ac:grpSpMk id="136" creationId="{67BA166D-B390-6A42-BAF9-83B8DABA9A9A}"/>
          </ac:grpSpMkLst>
        </pc:grpChg>
        <pc:grpChg chg="add del">
          <ac:chgData name="Aggie Menezes" userId="74619c95fa3483c9" providerId="LiveId" clId="{6A46CFC1-D81F-9C46-BB3E-0BAFF4AC7CB5}" dt="2020-10-29T13:05:33.274" v="148"/>
          <ac:grpSpMkLst>
            <pc:docMk/>
            <pc:sldMk cId="2868892653" sldId="279"/>
            <ac:grpSpMk id="152" creationId="{059CD892-D029-EA4F-85F2-05795E8BFE47}"/>
          </ac:grpSpMkLst>
        </pc:grpChg>
        <pc:grpChg chg="add del">
          <ac:chgData name="Aggie Menezes" userId="74619c95fa3483c9" providerId="LiveId" clId="{6A46CFC1-D81F-9C46-BB3E-0BAFF4AC7CB5}" dt="2020-10-29T13:15:50.556" v="338"/>
          <ac:grpSpMkLst>
            <pc:docMk/>
            <pc:sldMk cId="2868892653" sldId="279"/>
            <ac:grpSpMk id="152" creationId="{C957EBBB-33A2-2F46-BAF8-F124AFF6475B}"/>
          </ac:grpSpMkLst>
        </pc:grpChg>
        <pc:grpChg chg="add">
          <ac:chgData name="Aggie Menezes" userId="74619c95fa3483c9" providerId="LiveId" clId="{6A46CFC1-D81F-9C46-BB3E-0BAFF4AC7CB5}" dt="2020-10-29T13:05:32.143" v="146"/>
          <ac:grpSpMkLst>
            <pc:docMk/>
            <pc:sldMk cId="2868892653" sldId="279"/>
            <ac:grpSpMk id="153" creationId="{DEB6615A-0D54-0241-9FE9-74FB7F04324F}"/>
          </ac:grpSpMkLst>
        </pc:grpChg>
        <pc:grpChg chg="add">
          <ac:chgData name="Aggie Menezes" userId="74619c95fa3483c9" providerId="LiveId" clId="{6A46CFC1-D81F-9C46-BB3E-0BAFF4AC7CB5}" dt="2020-10-29T13:05:33.274" v="148"/>
          <ac:grpSpMkLst>
            <pc:docMk/>
            <pc:sldMk cId="2868892653" sldId="279"/>
            <ac:grpSpMk id="155" creationId="{278AD541-6F51-2E42-81FF-1E4E7E5E1377}"/>
          </ac:grpSpMkLst>
        </pc:grpChg>
        <pc:grpChg chg="add del">
          <ac:chgData name="Aggie Menezes" userId="74619c95fa3483c9" providerId="LiveId" clId="{6A46CFC1-D81F-9C46-BB3E-0BAFF4AC7CB5}" dt="2020-10-29T13:05:46.429" v="168"/>
          <ac:grpSpMkLst>
            <pc:docMk/>
            <pc:sldMk cId="2868892653" sldId="279"/>
            <ac:grpSpMk id="160" creationId="{DAC20E4B-1D0F-1B46-BC79-14ACAD958A67}"/>
          </ac:grpSpMkLst>
        </pc:grpChg>
        <pc:grpChg chg="add del">
          <ac:chgData name="Aggie Menezes" userId="74619c95fa3483c9" providerId="LiveId" clId="{6A46CFC1-D81F-9C46-BB3E-0BAFF4AC7CB5}" dt="2020-10-29T13:05:46.429" v="168"/>
          <ac:grpSpMkLst>
            <pc:docMk/>
            <pc:sldMk cId="2868892653" sldId="279"/>
            <ac:grpSpMk id="169" creationId="{CC7AA147-27E0-BC46-A323-52039879CAE5}"/>
          </ac:grpSpMkLst>
        </pc:grpChg>
        <pc:grpChg chg="add">
          <ac:chgData name="Aggie Menezes" userId="74619c95fa3483c9" providerId="LiveId" clId="{6A46CFC1-D81F-9C46-BB3E-0BAFF4AC7CB5}" dt="2020-10-29T13:05:46.429" v="168"/>
          <ac:grpSpMkLst>
            <pc:docMk/>
            <pc:sldMk cId="2868892653" sldId="279"/>
            <ac:grpSpMk id="175" creationId="{63EC0E70-C267-CC47-9BF0-2FB36A6FE9C5}"/>
          </ac:grpSpMkLst>
        </pc:grpChg>
        <pc:grpChg chg="add">
          <ac:chgData name="Aggie Menezes" userId="74619c95fa3483c9" providerId="LiveId" clId="{6A46CFC1-D81F-9C46-BB3E-0BAFF4AC7CB5}" dt="2020-10-29T13:05:46.429" v="168"/>
          <ac:grpSpMkLst>
            <pc:docMk/>
            <pc:sldMk cId="2868892653" sldId="279"/>
            <ac:grpSpMk id="176" creationId="{5B48C0B3-0E65-DD42-8864-47F816A3546E}"/>
          </ac:grpSpMkLst>
        </pc:grpChg>
        <pc:grpChg chg="add del">
          <ac:chgData name="Aggie Menezes" userId="74619c95fa3483c9" providerId="LiveId" clId="{6A46CFC1-D81F-9C46-BB3E-0BAFF4AC7CB5}" dt="2020-10-29T13:06:43.297" v="179"/>
          <ac:grpSpMkLst>
            <pc:docMk/>
            <pc:sldMk cId="2868892653" sldId="279"/>
            <ac:grpSpMk id="184" creationId="{DDEE52BA-83C4-6B46-971A-A8809A6D21A3}"/>
          </ac:grpSpMkLst>
        </pc:grpChg>
        <pc:grpChg chg="add del">
          <ac:chgData name="Aggie Menezes" userId="74619c95fa3483c9" providerId="LiveId" clId="{6A46CFC1-D81F-9C46-BB3E-0BAFF4AC7CB5}" dt="2020-10-29T13:07:24.884" v="198"/>
          <ac:grpSpMkLst>
            <pc:docMk/>
            <pc:sldMk cId="2868892653" sldId="279"/>
            <ac:grpSpMk id="187" creationId="{60B79F09-E6D4-F74B-9B99-070CBDCC5E66}"/>
          </ac:grpSpMkLst>
        </pc:grpChg>
        <pc:grpChg chg="add del">
          <ac:chgData name="Aggie Menezes" userId="74619c95fa3483c9" providerId="LiveId" clId="{6A46CFC1-D81F-9C46-BB3E-0BAFF4AC7CB5}" dt="2020-10-29T13:06:49.216" v="184"/>
          <ac:grpSpMkLst>
            <pc:docMk/>
            <pc:sldMk cId="2868892653" sldId="279"/>
            <ac:grpSpMk id="190" creationId="{308E1D30-FBB3-B947-975C-B5DB011AD659}"/>
          </ac:grpSpMkLst>
        </pc:grpChg>
        <pc:grpChg chg="add del">
          <ac:chgData name="Aggie Menezes" userId="74619c95fa3483c9" providerId="LiveId" clId="{6A46CFC1-D81F-9C46-BB3E-0BAFF4AC7CB5}" dt="2020-10-29T13:06:51.672" v="187"/>
          <ac:grpSpMkLst>
            <pc:docMk/>
            <pc:sldMk cId="2868892653" sldId="279"/>
            <ac:grpSpMk id="192" creationId="{14267358-3BE3-5A40-AC4A-4AF6606E918A}"/>
          </ac:grpSpMkLst>
        </pc:grpChg>
        <pc:grpChg chg="add del">
          <ac:chgData name="Aggie Menezes" userId="74619c95fa3483c9" providerId="LiveId" clId="{6A46CFC1-D81F-9C46-BB3E-0BAFF4AC7CB5}" dt="2020-10-29T13:06:56.885" v="191"/>
          <ac:grpSpMkLst>
            <pc:docMk/>
            <pc:sldMk cId="2868892653" sldId="279"/>
            <ac:grpSpMk id="195" creationId="{C14FAD77-3765-CE4A-A8D5-091C7C2E508F}"/>
          </ac:grpSpMkLst>
        </pc:grpChg>
        <pc:grpChg chg="add">
          <ac:chgData name="Aggie Menezes" userId="74619c95fa3483c9" providerId="LiveId" clId="{6A46CFC1-D81F-9C46-BB3E-0BAFF4AC7CB5}" dt="2020-10-29T13:07:24.884" v="198"/>
          <ac:grpSpMkLst>
            <pc:docMk/>
            <pc:sldMk cId="2868892653" sldId="279"/>
            <ac:grpSpMk id="201" creationId="{F1642828-FC78-A544-91BD-45445B956E12}"/>
          </ac:grpSpMkLst>
        </pc:grpChg>
        <pc:grpChg chg="add">
          <ac:chgData name="Aggie Menezes" userId="74619c95fa3483c9" providerId="LiveId" clId="{6A46CFC1-D81F-9C46-BB3E-0BAFF4AC7CB5}" dt="2020-10-29T13:07:24.884" v="198"/>
          <ac:grpSpMkLst>
            <pc:docMk/>
            <pc:sldMk cId="2868892653" sldId="279"/>
            <ac:grpSpMk id="202" creationId="{77DF358C-C123-B745-BD15-F4BF72275D48}"/>
          </ac:grpSpMkLst>
        </pc:grpChg>
        <pc:grpChg chg="add del">
          <ac:chgData name="Aggie Menezes" userId="74619c95fa3483c9" providerId="LiveId" clId="{6A46CFC1-D81F-9C46-BB3E-0BAFF4AC7CB5}" dt="2020-10-29T13:07:48.901" v="217"/>
          <ac:grpSpMkLst>
            <pc:docMk/>
            <pc:sldMk cId="2868892653" sldId="279"/>
            <ac:grpSpMk id="213" creationId="{E9C579AD-99EB-C74B-9C95-6CE5A344872B}"/>
          </ac:grpSpMkLst>
        </pc:grpChg>
        <pc:grpChg chg="add del">
          <ac:chgData name="Aggie Menezes" userId="74619c95fa3483c9" providerId="LiveId" clId="{6A46CFC1-D81F-9C46-BB3E-0BAFF4AC7CB5}" dt="2020-10-29T13:08:01.091" v="230"/>
          <ac:grpSpMkLst>
            <pc:docMk/>
            <pc:sldMk cId="2868892653" sldId="279"/>
            <ac:grpSpMk id="214" creationId="{4547DABC-F9F6-0248-A42E-701BA2174979}"/>
          </ac:grpSpMkLst>
        </pc:grpChg>
        <pc:grpChg chg="add del">
          <ac:chgData name="Aggie Menezes" userId="74619c95fa3483c9" providerId="LiveId" clId="{6A46CFC1-D81F-9C46-BB3E-0BAFF4AC7CB5}" dt="2020-10-29T13:08:01.091" v="230"/>
          <ac:grpSpMkLst>
            <pc:docMk/>
            <pc:sldMk cId="2868892653" sldId="279"/>
            <ac:grpSpMk id="215" creationId="{27319A2E-EFB7-DE43-8B7F-9DF9969EF4E6}"/>
          </ac:grpSpMkLst>
        </pc:grpChg>
        <pc:grpChg chg="add del">
          <ac:chgData name="Aggie Menezes" userId="74619c95fa3483c9" providerId="LiveId" clId="{6A46CFC1-D81F-9C46-BB3E-0BAFF4AC7CB5}" dt="2020-10-29T13:08:01.091" v="230"/>
          <ac:grpSpMkLst>
            <pc:docMk/>
            <pc:sldMk cId="2868892653" sldId="279"/>
            <ac:grpSpMk id="223" creationId="{1358792B-E7F7-BF47-A523-E77B0043F48F}"/>
          </ac:grpSpMkLst>
        </pc:grpChg>
        <pc:grpChg chg="add del">
          <ac:chgData name="Aggie Menezes" userId="74619c95fa3483c9" providerId="LiveId" clId="{6A46CFC1-D81F-9C46-BB3E-0BAFF4AC7CB5}" dt="2020-10-29T13:07:57.744" v="227"/>
          <ac:grpSpMkLst>
            <pc:docMk/>
            <pc:sldMk cId="2868892653" sldId="279"/>
            <ac:grpSpMk id="229" creationId="{4C84F43A-A08A-CD4E-B3E4-98F68D5451F3}"/>
          </ac:grpSpMkLst>
        </pc:grpChg>
        <pc:grpChg chg="add">
          <ac:chgData name="Aggie Menezes" userId="74619c95fa3483c9" providerId="LiveId" clId="{6A46CFC1-D81F-9C46-BB3E-0BAFF4AC7CB5}" dt="2020-10-29T13:15:50.556" v="338"/>
          <ac:grpSpMkLst>
            <pc:docMk/>
            <pc:sldMk cId="2868892653" sldId="279"/>
            <ac:grpSpMk id="229" creationId="{AF9D4CCC-0639-294B-BAFA-DCBD02CCE605}"/>
          </ac:grpSpMkLst>
        </pc:grpChg>
        <pc:grpChg chg="add del">
          <ac:chgData name="Aggie Menezes" userId="74619c95fa3483c9" providerId="LiveId" clId="{6A46CFC1-D81F-9C46-BB3E-0BAFF4AC7CB5}" dt="2020-10-29T13:08:01.091" v="230"/>
          <ac:grpSpMkLst>
            <pc:docMk/>
            <pc:sldMk cId="2868892653" sldId="279"/>
            <ac:grpSpMk id="233" creationId="{DF7A67E1-2A13-0F4C-BBC0-5F1777A114E5}"/>
          </ac:grpSpMkLst>
        </pc:grpChg>
        <pc:grpChg chg="add del">
          <ac:chgData name="Aggie Menezes" userId="74619c95fa3483c9" providerId="LiveId" clId="{6A46CFC1-D81F-9C46-BB3E-0BAFF4AC7CB5}" dt="2020-10-29T13:08:09.037" v="248"/>
          <ac:grpSpMkLst>
            <pc:docMk/>
            <pc:sldMk cId="2868892653" sldId="279"/>
            <ac:grpSpMk id="236" creationId="{257E8F51-13BD-1844-BB2F-0A62AA755D0C}"/>
          </ac:grpSpMkLst>
        </pc:grpChg>
        <pc:grpChg chg="add">
          <ac:chgData name="Aggie Menezes" userId="74619c95fa3483c9" providerId="LiveId" clId="{6A46CFC1-D81F-9C46-BB3E-0BAFF4AC7CB5}" dt="2020-10-29T13:08:09.037" v="248"/>
          <ac:grpSpMkLst>
            <pc:docMk/>
            <pc:sldMk cId="2868892653" sldId="279"/>
            <ac:grpSpMk id="254" creationId="{D4011CEF-7567-FD44-8FC5-69273F264EEF}"/>
          </ac:grpSpMkLst>
        </pc:grpChg>
        <pc:grpChg chg="add">
          <ac:chgData name="Aggie Menezes" userId="74619c95fa3483c9" providerId="LiveId" clId="{6A46CFC1-D81F-9C46-BB3E-0BAFF4AC7CB5}" dt="2020-10-29T13:08:39.187" v="256"/>
          <ac:grpSpMkLst>
            <pc:docMk/>
            <pc:sldMk cId="2868892653" sldId="279"/>
            <ac:grpSpMk id="262" creationId="{7FEC8284-6DF1-4240-8FD0-A3E755EB9C2B}"/>
          </ac:grpSpMkLst>
        </pc:grpChg>
        <pc:grpChg chg="add">
          <ac:chgData name="Aggie Menezes" userId="74619c95fa3483c9" providerId="LiveId" clId="{6A46CFC1-D81F-9C46-BB3E-0BAFF4AC7CB5}" dt="2020-10-29T13:09:10.840" v="261"/>
          <ac:grpSpMkLst>
            <pc:docMk/>
            <pc:sldMk cId="2868892653" sldId="279"/>
            <ac:grpSpMk id="267" creationId="{288EE362-CD86-6E45-8722-3A69BFA77CF2}"/>
          </ac:grpSpMkLst>
        </pc:grpChg>
        <pc:grpChg chg="add">
          <ac:chgData name="Aggie Menezes" userId="74619c95fa3483c9" providerId="LiveId" clId="{6A46CFC1-D81F-9C46-BB3E-0BAFF4AC7CB5}" dt="2020-10-29T13:10:44.428" v="268"/>
          <ac:grpSpMkLst>
            <pc:docMk/>
            <pc:sldMk cId="2868892653" sldId="279"/>
            <ac:grpSpMk id="274" creationId="{AE29E540-055D-514B-A245-E43F91B6CC99}"/>
          </ac:grpSpMkLst>
        </pc:grpChg>
        <pc:grpChg chg="add">
          <ac:chgData name="Aggie Menezes" userId="74619c95fa3483c9" providerId="LiveId" clId="{6A46CFC1-D81F-9C46-BB3E-0BAFF4AC7CB5}" dt="2020-10-29T13:10:44.428" v="268"/>
          <ac:grpSpMkLst>
            <pc:docMk/>
            <pc:sldMk cId="2868892653" sldId="279"/>
            <ac:grpSpMk id="275" creationId="{EAA6F98F-1ED9-8247-B24B-2F6C86229C7A}"/>
          </ac:grpSpMkLst>
        </pc:grpChg>
        <pc:grpChg chg="add del">
          <ac:chgData name="Aggie Menezes" userId="74619c95fa3483c9" providerId="LiveId" clId="{6A46CFC1-D81F-9C46-BB3E-0BAFF4AC7CB5}" dt="2020-10-29T13:11:19.936" v="275"/>
          <ac:grpSpMkLst>
            <pc:docMk/>
            <pc:sldMk cId="2868892653" sldId="279"/>
            <ac:grpSpMk id="278" creationId="{533CA506-73E9-674E-83E2-40DC52D7C585}"/>
          </ac:grpSpMkLst>
        </pc:grpChg>
        <pc:grpChg chg="add">
          <ac:chgData name="Aggie Menezes" userId="74619c95fa3483c9" providerId="LiveId" clId="{6A46CFC1-D81F-9C46-BB3E-0BAFF4AC7CB5}" dt="2020-10-29T13:11:19.936" v="275"/>
          <ac:grpSpMkLst>
            <pc:docMk/>
            <pc:sldMk cId="2868892653" sldId="279"/>
            <ac:grpSpMk id="282" creationId="{AB0A15A2-34A2-584E-BC66-4EAAF7A155B7}"/>
          </ac:grpSpMkLst>
        </pc:grpChg>
        <pc:grpChg chg="add">
          <ac:chgData name="Aggie Menezes" userId="74619c95fa3483c9" providerId="LiveId" clId="{6A46CFC1-D81F-9C46-BB3E-0BAFF4AC7CB5}" dt="2020-10-29T13:11:21.858" v="279"/>
          <ac:grpSpMkLst>
            <pc:docMk/>
            <pc:sldMk cId="2868892653" sldId="279"/>
            <ac:grpSpMk id="286" creationId="{234026F1-C10F-4C4F-843E-14367C9FD8C1}"/>
          </ac:grpSpMkLst>
        </pc:grpChg>
        <pc:grpChg chg="add">
          <ac:chgData name="Aggie Menezes" userId="74619c95fa3483c9" providerId="LiveId" clId="{6A46CFC1-D81F-9C46-BB3E-0BAFF4AC7CB5}" dt="2020-10-29T13:11:39.844" v="285"/>
          <ac:grpSpMkLst>
            <pc:docMk/>
            <pc:sldMk cId="2868892653" sldId="279"/>
            <ac:grpSpMk id="292" creationId="{3CE30E04-AA84-D640-B345-CCA9AFCEEC82}"/>
          </ac:grpSpMkLst>
        </pc:grpChg>
        <pc:grpChg chg="add del">
          <ac:chgData name="Aggie Menezes" userId="74619c95fa3483c9" providerId="LiveId" clId="{6A46CFC1-D81F-9C46-BB3E-0BAFF4AC7CB5}" dt="2020-10-29T13:13:48.004" v="311"/>
          <ac:grpSpMkLst>
            <pc:docMk/>
            <pc:sldMk cId="2868892653" sldId="279"/>
            <ac:grpSpMk id="310" creationId="{606C3D8C-62D3-E64A-B94A-11929F0C5C0A}"/>
          </ac:grpSpMkLst>
        </pc:grpChg>
        <pc:grpChg chg="add">
          <ac:chgData name="Aggie Menezes" userId="74619c95fa3483c9" providerId="LiveId" clId="{6A46CFC1-D81F-9C46-BB3E-0BAFF4AC7CB5}" dt="2020-10-29T13:13:48.004" v="311"/>
          <ac:grpSpMkLst>
            <pc:docMk/>
            <pc:sldMk cId="2868892653" sldId="279"/>
            <ac:grpSpMk id="318" creationId="{F8445D17-9150-1E4A-B8BA-FFBF3AA4C6DD}"/>
          </ac:grpSpMkLst>
        </pc:grpChg>
        <pc:grpChg chg="add del">
          <ac:chgData name="Aggie Menezes" userId="74619c95fa3483c9" providerId="LiveId" clId="{6A46CFC1-D81F-9C46-BB3E-0BAFF4AC7CB5}" dt="2020-10-29T13:16:33.037" v="353"/>
          <ac:grpSpMkLst>
            <pc:docMk/>
            <pc:sldMk cId="2868892653" sldId="279"/>
            <ac:grpSpMk id="319" creationId="{CA13BBAC-0071-194D-AC32-D5D71814904F}"/>
          </ac:grpSpMkLst>
        </pc:grpChg>
        <pc:grpChg chg="add del">
          <ac:chgData name="Aggie Menezes" userId="74619c95fa3483c9" providerId="LiveId" clId="{6A46CFC1-D81F-9C46-BB3E-0BAFF4AC7CB5}" dt="2020-10-29T13:16:35.551" v="357"/>
          <ac:grpSpMkLst>
            <pc:docMk/>
            <pc:sldMk cId="2868892653" sldId="279"/>
            <ac:grpSpMk id="329" creationId="{28303472-F6A3-044A-92C1-75693CF9C436}"/>
          </ac:grpSpMkLst>
        </pc:grpChg>
        <pc:grpChg chg="add">
          <ac:chgData name="Aggie Menezes" userId="74619c95fa3483c9" providerId="LiveId" clId="{6A46CFC1-D81F-9C46-BB3E-0BAFF4AC7CB5}" dt="2020-10-29T13:16:33.037" v="353"/>
          <ac:grpSpMkLst>
            <pc:docMk/>
            <pc:sldMk cId="2868892653" sldId="279"/>
            <ac:grpSpMk id="330" creationId="{070D5377-E3F7-A147-A3E5-5030CDF5CEBA}"/>
          </ac:grpSpMkLst>
        </pc:grpChg>
        <pc:grpChg chg="add">
          <ac:chgData name="Aggie Menezes" userId="74619c95fa3483c9" providerId="LiveId" clId="{6A46CFC1-D81F-9C46-BB3E-0BAFF4AC7CB5}" dt="2020-10-29T13:16:35.551" v="357"/>
          <ac:grpSpMkLst>
            <pc:docMk/>
            <pc:sldMk cId="2868892653" sldId="279"/>
            <ac:grpSpMk id="334" creationId="{2CFE789E-5B33-F740-8BCE-19FD79C7EB94}"/>
          </ac:grpSpMkLst>
        </pc:grpChg>
        <pc:grpChg chg="add del">
          <ac:chgData name="Aggie Menezes" userId="74619c95fa3483c9" providerId="LiveId" clId="{6A46CFC1-D81F-9C46-BB3E-0BAFF4AC7CB5}" dt="2020-10-29T13:16:47.819" v="364"/>
          <ac:grpSpMkLst>
            <pc:docMk/>
            <pc:sldMk cId="2868892653" sldId="279"/>
            <ac:grpSpMk id="338" creationId="{8C00D95C-8359-334D-9BA8-27FDCF1C8E94}"/>
          </ac:grpSpMkLst>
        </pc:grpChg>
        <pc:grpChg chg="add">
          <ac:chgData name="Aggie Menezes" userId="74619c95fa3483c9" providerId="LiveId" clId="{6A46CFC1-D81F-9C46-BB3E-0BAFF4AC7CB5}" dt="2020-10-29T13:16:47.819" v="364"/>
          <ac:grpSpMkLst>
            <pc:docMk/>
            <pc:sldMk cId="2868892653" sldId="279"/>
            <ac:grpSpMk id="341" creationId="{3E58C6A3-C638-394B-B1C1-ED22F20CDB7E}"/>
          </ac:grpSpMkLst>
        </pc:grpChg>
        <pc:grpChg chg="add">
          <ac:chgData name="Aggie Menezes" userId="74619c95fa3483c9" providerId="LiveId" clId="{6A46CFC1-D81F-9C46-BB3E-0BAFF4AC7CB5}" dt="2020-10-29T13:17:21.627" v="372"/>
          <ac:grpSpMkLst>
            <pc:docMk/>
            <pc:sldMk cId="2868892653" sldId="279"/>
            <ac:grpSpMk id="349" creationId="{197560A2-848C-3245-BD14-1996C63816A5}"/>
          </ac:grpSpMkLst>
        </pc:grpChg>
        <pc:grpChg chg="add">
          <ac:chgData name="Aggie Menezes" userId="74619c95fa3483c9" providerId="LiveId" clId="{6A46CFC1-D81F-9C46-BB3E-0BAFF4AC7CB5}" dt="2020-10-29T13:17:21.627" v="372"/>
          <ac:grpSpMkLst>
            <pc:docMk/>
            <pc:sldMk cId="2868892653" sldId="279"/>
            <ac:grpSpMk id="350" creationId="{5253E568-C96D-FA44-A698-93850C12CB33}"/>
          </ac:grpSpMkLst>
        </pc:grpChg>
        <pc:grpChg chg="add">
          <ac:chgData name="Aggie Menezes" userId="74619c95fa3483c9" providerId="LiveId" clId="{6A46CFC1-D81F-9C46-BB3E-0BAFF4AC7CB5}" dt="2020-10-29T13:18:01.391" v="386"/>
          <ac:grpSpMkLst>
            <pc:docMk/>
            <pc:sldMk cId="2868892653" sldId="279"/>
            <ac:grpSpMk id="364" creationId="{FF6B56EA-44BB-364C-85CC-CC91092E145B}"/>
          </ac:grpSpMkLst>
        </pc:grpChg>
        <pc:grpChg chg="add">
          <ac:chgData name="Aggie Menezes" userId="74619c95fa3483c9" providerId="LiveId" clId="{6A46CFC1-D81F-9C46-BB3E-0BAFF4AC7CB5}" dt="2020-10-29T13:18:05.040" v="393"/>
          <ac:grpSpMkLst>
            <pc:docMk/>
            <pc:sldMk cId="2868892653" sldId="279"/>
            <ac:grpSpMk id="371" creationId="{E3B186FF-231D-6E4F-88BD-DA4DA0BCC898}"/>
          </ac:grpSpMkLst>
        </pc:grpChg>
        <pc:grpChg chg="add">
          <ac:chgData name="Aggie Menezes" userId="74619c95fa3483c9" providerId="LiveId" clId="{6A46CFC1-D81F-9C46-BB3E-0BAFF4AC7CB5}" dt="2020-10-29T13:18:28.410" v="397"/>
          <ac:grpSpMkLst>
            <pc:docMk/>
            <pc:sldMk cId="2868892653" sldId="279"/>
            <ac:grpSpMk id="375" creationId="{F327323E-E6A8-894A-B815-272BF9CF6E68}"/>
          </ac:grpSpMkLst>
        </pc:grpChg>
        <pc:grpChg chg="add">
          <ac:chgData name="Aggie Menezes" userId="74619c95fa3483c9" providerId="LiveId" clId="{6A46CFC1-D81F-9C46-BB3E-0BAFF4AC7CB5}" dt="2020-10-29T13:19:02.415" v="404"/>
          <ac:grpSpMkLst>
            <pc:docMk/>
            <pc:sldMk cId="2868892653" sldId="279"/>
            <ac:grpSpMk id="382" creationId="{0A1F84F6-10E1-BF48-87EE-607B591866FE}"/>
          </ac:grpSpMkLst>
        </pc:grpChg>
        <pc:grpChg chg="add">
          <ac:chgData name="Aggie Menezes" userId="74619c95fa3483c9" providerId="LiveId" clId="{6A46CFC1-D81F-9C46-BB3E-0BAFF4AC7CB5}" dt="2020-10-29T13:19:17.099" v="410"/>
          <ac:grpSpMkLst>
            <pc:docMk/>
            <pc:sldMk cId="2868892653" sldId="279"/>
            <ac:grpSpMk id="388" creationId="{346C728B-69F0-844E-980D-35D1B90C191D}"/>
          </ac:grpSpMkLst>
        </pc:grpChg>
        <pc:grpChg chg="add">
          <ac:chgData name="Aggie Menezes" userId="74619c95fa3483c9" providerId="LiveId" clId="{6A46CFC1-D81F-9C46-BB3E-0BAFF4AC7CB5}" dt="2020-10-29T13:19:32.142" v="415"/>
          <ac:grpSpMkLst>
            <pc:docMk/>
            <pc:sldMk cId="2868892653" sldId="279"/>
            <ac:grpSpMk id="393" creationId="{9F81F7BB-532A-5841-8328-81F19C331E04}"/>
          </ac:grpSpMkLst>
        </pc:grpChg>
        <pc:inkChg chg="add">
          <ac:chgData name="Aggie Menezes" userId="74619c95fa3483c9" providerId="LiveId" clId="{6A46CFC1-D81F-9C46-BB3E-0BAFF4AC7CB5}" dt="2020-10-29T13:15:12.990" v="312"/>
          <ac:inkMkLst>
            <pc:docMk/>
            <pc:sldMk cId="2868892653" sldId="279"/>
            <ac:inkMk id="2" creationId="{90F1972D-41AE-8647-B451-8FE809FD3726}"/>
          </ac:inkMkLst>
        </pc:inkChg>
        <pc:inkChg chg="add">
          <ac:chgData name="Aggie Menezes" userId="74619c95fa3483c9" providerId="LiveId" clId="{6A46CFC1-D81F-9C46-BB3E-0BAFF4AC7CB5}" dt="2020-10-29T13:15:14.501" v="313"/>
          <ac:inkMkLst>
            <pc:docMk/>
            <pc:sldMk cId="2868892653" sldId="279"/>
            <ac:inkMk id="3" creationId="{E66A3650-484E-9F4D-9F93-773C9A906560}"/>
          </ac:inkMkLst>
        </pc:inkChg>
        <pc:inkChg chg="add topLvl">
          <ac:chgData name="Aggie Menezes" userId="74619c95fa3483c9" providerId="LiveId" clId="{6A46CFC1-D81F-9C46-BB3E-0BAFF4AC7CB5}" dt="2020-10-29T13:15:50.556" v="338"/>
          <ac:inkMkLst>
            <pc:docMk/>
            <pc:sldMk cId="2868892653" sldId="279"/>
            <ac:inkMk id="4" creationId="{33A6F5AB-1400-8940-BA3C-0E881EC8482F}"/>
          </ac:inkMkLst>
        </pc:inkChg>
        <pc:inkChg chg="add">
          <ac:chgData name="Aggie Menezes" userId="74619c95fa3483c9" providerId="LiveId" clId="{6A46CFC1-D81F-9C46-BB3E-0BAFF4AC7CB5}" dt="2020-10-29T13:02:27.176" v="4"/>
          <ac:inkMkLst>
            <pc:docMk/>
            <pc:sldMk cId="2868892653" sldId="279"/>
            <ac:inkMk id="6" creationId="{53821743-AECE-ED47-A1A0-0261E92E63D7}"/>
          </ac:inkMkLst>
        </pc:inkChg>
        <pc:inkChg chg="add">
          <ac:chgData name="Aggie Menezes" userId="74619c95fa3483c9" providerId="LiveId" clId="{6A46CFC1-D81F-9C46-BB3E-0BAFF4AC7CB5}" dt="2020-10-29T13:02:28.343" v="5"/>
          <ac:inkMkLst>
            <pc:docMk/>
            <pc:sldMk cId="2868892653" sldId="279"/>
            <ac:inkMk id="7" creationId="{1C92C616-AB7D-794C-BCF7-467A98AC7030}"/>
          </ac:inkMkLst>
        </pc:inkChg>
        <pc:inkChg chg="add">
          <ac:chgData name="Aggie Menezes" userId="74619c95fa3483c9" providerId="LiveId" clId="{6A46CFC1-D81F-9C46-BB3E-0BAFF4AC7CB5}" dt="2020-10-29T13:02:28.510" v="6"/>
          <ac:inkMkLst>
            <pc:docMk/>
            <pc:sldMk cId="2868892653" sldId="279"/>
            <ac:inkMk id="8" creationId="{1C5E8D90-4C65-9246-BA1F-50D701BC903C}"/>
          </ac:inkMkLst>
        </pc:inkChg>
        <pc:inkChg chg="add topLvl">
          <ac:chgData name="Aggie Menezes" userId="74619c95fa3483c9" providerId="LiveId" clId="{6A46CFC1-D81F-9C46-BB3E-0BAFF4AC7CB5}" dt="2020-10-29T13:02:35.728" v="19"/>
          <ac:inkMkLst>
            <pc:docMk/>
            <pc:sldMk cId="2868892653" sldId="279"/>
            <ac:inkMk id="9" creationId="{D25652EE-8DB8-3E44-979D-C823E1F2C6B1}"/>
          </ac:inkMkLst>
        </pc:inkChg>
        <pc:inkChg chg="add topLvl">
          <ac:chgData name="Aggie Menezes" userId="74619c95fa3483c9" providerId="LiveId" clId="{6A46CFC1-D81F-9C46-BB3E-0BAFF4AC7CB5}" dt="2020-10-29T13:02:35.728" v="19"/>
          <ac:inkMkLst>
            <pc:docMk/>
            <pc:sldMk cId="2868892653" sldId="279"/>
            <ac:inkMk id="10" creationId="{4048FDEF-A10E-DE46-8911-2ADF66CA0D07}"/>
          </ac:inkMkLst>
        </pc:inkChg>
        <pc:inkChg chg="add topLvl">
          <ac:chgData name="Aggie Menezes" userId="74619c95fa3483c9" providerId="LiveId" clId="{6A46CFC1-D81F-9C46-BB3E-0BAFF4AC7CB5}" dt="2020-10-29T13:02:35.728" v="19"/>
          <ac:inkMkLst>
            <pc:docMk/>
            <pc:sldMk cId="2868892653" sldId="279"/>
            <ac:inkMk id="11" creationId="{2045790C-ED05-9246-AC67-F21A8D814755}"/>
          </ac:inkMkLst>
        </pc:inkChg>
        <pc:inkChg chg="add topLvl">
          <ac:chgData name="Aggie Menezes" userId="74619c95fa3483c9" providerId="LiveId" clId="{6A46CFC1-D81F-9C46-BB3E-0BAFF4AC7CB5}" dt="2020-10-29T13:02:35.728" v="19"/>
          <ac:inkMkLst>
            <pc:docMk/>
            <pc:sldMk cId="2868892653" sldId="279"/>
            <ac:inkMk id="12" creationId="{17BD9EEB-9866-B543-9CA4-2A1B7852E04D}"/>
          </ac:inkMkLst>
        </pc:inkChg>
        <pc:inkChg chg="add topLvl">
          <ac:chgData name="Aggie Menezes" userId="74619c95fa3483c9" providerId="LiveId" clId="{6A46CFC1-D81F-9C46-BB3E-0BAFF4AC7CB5}" dt="2020-10-29T13:15:50.556" v="338"/>
          <ac:inkMkLst>
            <pc:docMk/>
            <pc:sldMk cId="2868892653" sldId="279"/>
            <ac:inkMk id="13" creationId="{4A49ED7F-E8AB-BD40-A2FC-10DA32A65B3D}"/>
          </ac:inkMkLst>
        </pc:inkChg>
        <pc:inkChg chg="add">
          <ac:chgData name="Aggie Menezes" userId="74619c95fa3483c9" providerId="LiveId" clId="{6A46CFC1-D81F-9C46-BB3E-0BAFF4AC7CB5}" dt="2020-10-29T13:02:31.882" v="12"/>
          <ac:inkMkLst>
            <pc:docMk/>
            <pc:sldMk cId="2868892653" sldId="279"/>
            <ac:inkMk id="15" creationId="{930FBCB6-BA7C-2E44-904A-CBF6E692E92D}"/>
          </ac:inkMkLst>
        </pc:inkChg>
        <pc:inkChg chg="add">
          <ac:chgData name="Aggie Menezes" userId="74619c95fa3483c9" providerId="LiveId" clId="{6A46CFC1-D81F-9C46-BB3E-0BAFF4AC7CB5}" dt="2020-10-29T13:02:32.102" v="13"/>
          <ac:inkMkLst>
            <pc:docMk/>
            <pc:sldMk cId="2868892653" sldId="279"/>
            <ac:inkMk id="16" creationId="{5C2012B5-BBDE-9048-8462-E36BCD9C6F77}"/>
          </ac:inkMkLst>
        </pc:inkChg>
        <pc:inkChg chg="add">
          <ac:chgData name="Aggie Menezes" userId="74619c95fa3483c9" providerId="LiveId" clId="{6A46CFC1-D81F-9C46-BB3E-0BAFF4AC7CB5}" dt="2020-10-29T13:02:33.680" v="14"/>
          <ac:inkMkLst>
            <pc:docMk/>
            <pc:sldMk cId="2868892653" sldId="279"/>
            <ac:inkMk id="17" creationId="{4B9A5F3A-954F-CE43-9263-8ED4579D565C}"/>
          </ac:inkMkLst>
        </pc:inkChg>
        <pc:inkChg chg="add">
          <ac:chgData name="Aggie Menezes" userId="74619c95fa3483c9" providerId="LiveId" clId="{6A46CFC1-D81F-9C46-BB3E-0BAFF4AC7CB5}" dt="2020-10-29T13:02:34" v="15"/>
          <ac:inkMkLst>
            <pc:docMk/>
            <pc:sldMk cId="2868892653" sldId="279"/>
            <ac:inkMk id="18" creationId="{448087EF-7C47-1E4A-B5A8-9F810BC3CBC2}"/>
          </ac:inkMkLst>
        </pc:inkChg>
        <pc:inkChg chg="add">
          <ac:chgData name="Aggie Menezes" userId="74619c95fa3483c9" providerId="LiveId" clId="{6A46CFC1-D81F-9C46-BB3E-0BAFF4AC7CB5}" dt="2020-10-29T13:02:34.224" v="16"/>
          <ac:inkMkLst>
            <pc:docMk/>
            <pc:sldMk cId="2868892653" sldId="279"/>
            <ac:inkMk id="19" creationId="{C490E3E2-499B-FA4F-9689-8F4322C49DD9}"/>
          </ac:inkMkLst>
        </pc:inkChg>
        <pc:inkChg chg="add">
          <ac:chgData name="Aggie Menezes" userId="74619c95fa3483c9" providerId="LiveId" clId="{6A46CFC1-D81F-9C46-BB3E-0BAFF4AC7CB5}" dt="2020-10-29T13:02:34.422" v="17"/>
          <ac:inkMkLst>
            <pc:docMk/>
            <pc:sldMk cId="2868892653" sldId="279"/>
            <ac:inkMk id="20" creationId="{07C3502B-826E-CB49-86F4-6988BFF6AD61}"/>
          </ac:inkMkLst>
        </pc:inkChg>
        <pc:inkChg chg="add">
          <ac:chgData name="Aggie Menezes" userId="74619c95fa3483c9" providerId="LiveId" clId="{6A46CFC1-D81F-9C46-BB3E-0BAFF4AC7CB5}" dt="2020-10-29T13:02:34.714" v="18"/>
          <ac:inkMkLst>
            <pc:docMk/>
            <pc:sldMk cId="2868892653" sldId="279"/>
            <ac:inkMk id="21" creationId="{73ECD774-467B-AC4F-ADC2-37D5DB2DA6B3}"/>
          </ac:inkMkLst>
        </pc:inkChg>
        <pc:inkChg chg="add topLvl">
          <ac:chgData name="Aggie Menezes" userId="74619c95fa3483c9" providerId="LiveId" clId="{6A46CFC1-D81F-9C46-BB3E-0BAFF4AC7CB5}" dt="2020-10-29T13:02:56.299" v="38"/>
          <ac:inkMkLst>
            <pc:docMk/>
            <pc:sldMk cId="2868892653" sldId="279"/>
            <ac:inkMk id="23" creationId="{D1421EA3-A229-0C45-9667-B458C141D78E}"/>
          </ac:inkMkLst>
        </pc:inkChg>
        <pc:inkChg chg="add topLvl">
          <ac:chgData name="Aggie Menezes" userId="74619c95fa3483c9" providerId="LiveId" clId="{6A46CFC1-D81F-9C46-BB3E-0BAFF4AC7CB5}" dt="2020-10-29T13:02:56.299" v="38"/>
          <ac:inkMkLst>
            <pc:docMk/>
            <pc:sldMk cId="2868892653" sldId="279"/>
            <ac:inkMk id="24" creationId="{74111B21-3EE7-7B4A-907E-1A2C9AEBD19B}"/>
          </ac:inkMkLst>
        </pc:inkChg>
        <pc:inkChg chg="add topLvl">
          <ac:chgData name="Aggie Menezes" userId="74619c95fa3483c9" providerId="LiveId" clId="{6A46CFC1-D81F-9C46-BB3E-0BAFF4AC7CB5}" dt="2020-10-29T13:02:56.299" v="38"/>
          <ac:inkMkLst>
            <pc:docMk/>
            <pc:sldMk cId="2868892653" sldId="279"/>
            <ac:inkMk id="25" creationId="{EC155D1C-1E13-9641-9C70-F77E0CB247FE}"/>
          </ac:inkMkLst>
        </pc:inkChg>
        <pc:inkChg chg="add topLvl">
          <ac:chgData name="Aggie Menezes" userId="74619c95fa3483c9" providerId="LiveId" clId="{6A46CFC1-D81F-9C46-BB3E-0BAFF4AC7CB5}" dt="2020-10-29T13:02:56.299" v="38"/>
          <ac:inkMkLst>
            <pc:docMk/>
            <pc:sldMk cId="2868892653" sldId="279"/>
            <ac:inkMk id="26" creationId="{6DDB7FFE-05A0-C34D-9F70-C2CA6C5E98C1}"/>
          </ac:inkMkLst>
        </pc:inkChg>
        <pc:inkChg chg="add topLvl">
          <ac:chgData name="Aggie Menezes" userId="74619c95fa3483c9" providerId="LiveId" clId="{6A46CFC1-D81F-9C46-BB3E-0BAFF4AC7CB5}" dt="2020-10-29T13:02:56.299" v="38"/>
          <ac:inkMkLst>
            <pc:docMk/>
            <pc:sldMk cId="2868892653" sldId="279"/>
            <ac:inkMk id="27" creationId="{59FC88D7-EDE2-3840-93F3-1731130C6C2A}"/>
          </ac:inkMkLst>
        </pc:inkChg>
        <pc:inkChg chg="add topLvl">
          <ac:chgData name="Aggie Menezes" userId="74619c95fa3483c9" providerId="LiveId" clId="{6A46CFC1-D81F-9C46-BB3E-0BAFF4AC7CB5}" dt="2020-10-29T13:02:56.299" v="38"/>
          <ac:inkMkLst>
            <pc:docMk/>
            <pc:sldMk cId="2868892653" sldId="279"/>
            <ac:inkMk id="28" creationId="{48AC58B9-D5B7-D141-A10C-365829741790}"/>
          </ac:inkMkLst>
        </pc:inkChg>
        <pc:inkChg chg="add topLvl">
          <ac:chgData name="Aggie Menezes" userId="74619c95fa3483c9" providerId="LiveId" clId="{6A46CFC1-D81F-9C46-BB3E-0BAFF4AC7CB5}" dt="2020-10-29T13:15:50.556" v="338"/>
          <ac:inkMkLst>
            <pc:docMk/>
            <pc:sldMk cId="2868892653" sldId="279"/>
            <ac:inkMk id="29" creationId="{B5C2106D-337C-7A4B-82D1-A15A2FB8940F}"/>
          </ac:inkMkLst>
        </pc:inkChg>
        <pc:inkChg chg="add">
          <ac:chgData name="Aggie Menezes" userId="74619c95fa3483c9" providerId="LiveId" clId="{6A46CFC1-D81F-9C46-BB3E-0BAFF4AC7CB5}" dt="2020-10-29T13:02:50.841" v="27"/>
          <ac:inkMkLst>
            <pc:docMk/>
            <pc:sldMk cId="2868892653" sldId="279"/>
            <ac:inkMk id="30" creationId="{13F2FAF3-BEE1-DF44-91FF-B6101EEEA6E6}"/>
          </ac:inkMkLst>
        </pc:inkChg>
        <pc:inkChg chg="add">
          <ac:chgData name="Aggie Menezes" userId="74619c95fa3483c9" providerId="LiveId" clId="{6A46CFC1-D81F-9C46-BB3E-0BAFF4AC7CB5}" dt="2020-10-29T13:02:51.307" v="28"/>
          <ac:inkMkLst>
            <pc:docMk/>
            <pc:sldMk cId="2868892653" sldId="279"/>
            <ac:inkMk id="31" creationId="{851C2F12-AC4C-3349-AE2B-B136159460FC}"/>
          </ac:inkMkLst>
        </pc:inkChg>
        <pc:inkChg chg="add">
          <ac:chgData name="Aggie Menezes" userId="74619c95fa3483c9" providerId="LiveId" clId="{6A46CFC1-D81F-9C46-BB3E-0BAFF4AC7CB5}" dt="2020-10-29T13:02:51.602" v="29"/>
          <ac:inkMkLst>
            <pc:docMk/>
            <pc:sldMk cId="2868892653" sldId="279"/>
            <ac:inkMk id="32" creationId="{5844227D-A140-8940-A485-AA65B8384114}"/>
          </ac:inkMkLst>
        </pc:inkChg>
        <pc:inkChg chg="add">
          <ac:chgData name="Aggie Menezes" userId="74619c95fa3483c9" providerId="LiveId" clId="{6A46CFC1-D81F-9C46-BB3E-0BAFF4AC7CB5}" dt="2020-10-29T13:02:51.800" v="30"/>
          <ac:inkMkLst>
            <pc:docMk/>
            <pc:sldMk cId="2868892653" sldId="279"/>
            <ac:inkMk id="33" creationId="{24BF612E-DB33-1D42-9F97-F676576DD6BE}"/>
          </ac:inkMkLst>
        </pc:inkChg>
        <pc:inkChg chg="add">
          <ac:chgData name="Aggie Menezes" userId="74619c95fa3483c9" providerId="LiveId" clId="{6A46CFC1-D81F-9C46-BB3E-0BAFF4AC7CB5}" dt="2020-10-29T13:02:52.884" v="31"/>
          <ac:inkMkLst>
            <pc:docMk/>
            <pc:sldMk cId="2868892653" sldId="279"/>
            <ac:inkMk id="34" creationId="{ED11892C-86CB-AA44-A8BF-5FF67F1508F7}"/>
          </ac:inkMkLst>
        </pc:inkChg>
        <pc:inkChg chg="add">
          <ac:chgData name="Aggie Menezes" userId="74619c95fa3483c9" providerId="LiveId" clId="{6A46CFC1-D81F-9C46-BB3E-0BAFF4AC7CB5}" dt="2020-10-29T13:02:53.731" v="32"/>
          <ac:inkMkLst>
            <pc:docMk/>
            <pc:sldMk cId="2868892653" sldId="279"/>
            <ac:inkMk id="35" creationId="{4473454E-EC83-C244-A034-3611E5E2F71E}"/>
          </ac:inkMkLst>
        </pc:inkChg>
        <pc:inkChg chg="add">
          <ac:chgData name="Aggie Menezes" userId="74619c95fa3483c9" providerId="LiveId" clId="{6A46CFC1-D81F-9C46-BB3E-0BAFF4AC7CB5}" dt="2020-10-29T13:02:54.015" v="33"/>
          <ac:inkMkLst>
            <pc:docMk/>
            <pc:sldMk cId="2868892653" sldId="279"/>
            <ac:inkMk id="36" creationId="{1599B84A-ED14-8A45-8F9C-25AAD78145CD}"/>
          </ac:inkMkLst>
        </pc:inkChg>
        <pc:inkChg chg="add">
          <ac:chgData name="Aggie Menezes" userId="74619c95fa3483c9" providerId="LiveId" clId="{6A46CFC1-D81F-9C46-BB3E-0BAFF4AC7CB5}" dt="2020-10-29T13:02:54.533" v="34"/>
          <ac:inkMkLst>
            <pc:docMk/>
            <pc:sldMk cId="2868892653" sldId="279"/>
            <ac:inkMk id="37" creationId="{00416E73-0CC3-AB43-8918-9BE8559D93AC}"/>
          </ac:inkMkLst>
        </pc:inkChg>
        <pc:inkChg chg="add">
          <ac:chgData name="Aggie Menezes" userId="74619c95fa3483c9" providerId="LiveId" clId="{6A46CFC1-D81F-9C46-BB3E-0BAFF4AC7CB5}" dt="2020-10-29T13:02:54.714" v="35"/>
          <ac:inkMkLst>
            <pc:docMk/>
            <pc:sldMk cId="2868892653" sldId="279"/>
            <ac:inkMk id="38" creationId="{91A5F3D4-E028-3E4F-A4BD-521489962C3C}"/>
          </ac:inkMkLst>
        </pc:inkChg>
        <pc:inkChg chg="add">
          <ac:chgData name="Aggie Menezes" userId="74619c95fa3483c9" providerId="LiveId" clId="{6A46CFC1-D81F-9C46-BB3E-0BAFF4AC7CB5}" dt="2020-10-29T13:02:55.269" v="36"/>
          <ac:inkMkLst>
            <pc:docMk/>
            <pc:sldMk cId="2868892653" sldId="279"/>
            <ac:inkMk id="39" creationId="{20C535B9-2106-5B4C-95B9-03D09576F3C2}"/>
          </ac:inkMkLst>
        </pc:inkChg>
        <pc:inkChg chg="add">
          <ac:chgData name="Aggie Menezes" userId="74619c95fa3483c9" providerId="LiveId" clId="{6A46CFC1-D81F-9C46-BB3E-0BAFF4AC7CB5}" dt="2020-10-29T13:02:55.630" v="37"/>
          <ac:inkMkLst>
            <pc:docMk/>
            <pc:sldMk cId="2868892653" sldId="279"/>
            <ac:inkMk id="40" creationId="{B16364A8-47EC-5E46-AA4C-0AF6B97CD015}"/>
          </ac:inkMkLst>
        </pc:inkChg>
        <pc:inkChg chg="add topLvl">
          <ac:chgData name="Aggie Menezes" userId="74619c95fa3483c9" providerId="LiveId" clId="{6A46CFC1-D81F-9C46-BB3E-0BAFF4AC7CB5}" dt="2020-10-29T13:03:19.436" v="47"/>
          <ac:inkMkLst>
            <pc:docMk/>
            <pc:sldMk cId="2868892653" sldId="279"/>
            <ac:inkMk id="42" creationId="{6D78AF3A-E4B7-A943-B7E6-1879E9A9972E}"/>
          </ac:inkMkLst>
        </pc:inkChg>
        <pc:inkChg chg="add topLvl">
          <ac:chgData name="Aggie Menezes" userId="74619c95fa3483c9" providerId="LiveId" clId="{6A46CFC1-D81F-9C46-BB3E-0BAFF4AC7CB5}" dt="2020-10-29T13:03:19.436" v="47"/>
          <ac:inkMkLst>
            <pc:docMk/>
            <pc:sldMk cId="2868892653" sldId="279"/>
            <ac:inkMk id="43" creationId="{DB3B1E91-8D65-6B47-9E80-C8F58D2BE432}"/>
          </ac:inkMkLst>
        </pc:inkChg>
        <pc:inkChg chg="add topLvl">
          <ac:chgData name="Aggie Menezes" userId="74619c95fa3483c9" providerId="LiveId" clId="{6A46CFC1-D81F-9C46-BB3E-0BAFF4AC7CB5}" dt="2020-10-29T13:03:19.436" v="47"/>
          <ac:inkMkLst>
            <pc:docMk/>
            <pc:sldMk cId="2868892653" sldId="279"/>
            <ac:inkMk id="44" creationId="{7CB35F81-AE58-3A4A-8EDE-14ED5E9C64BC}"/>
          </ac:inkMkLst>
        </pc:inkChg>
        <pc:inkChg chg="add topLvl">
          <ac:chgData name="Aggie Menezes" userId="74619c95fa3483c9" providerId="LiveId" clId="{6A46CFC1-D81F-9C46-BB3E-0BAFF4AC7CB5}" dt="2020-10-29T13:03:19.436" v="47"/>
          <ac:inkMkLst>
            <pc:docMk/>
            <pc:sldMk cId="2868892653" sldId="279"/>
            <ac:inkMk id="45" creationId="{3D24A944-6C1F-114B-A1B7-945897F63A5E}"/>
          </ac:inkMkLst>
        </pc:inkChg>
        <pc:inkChg chg="add topLvl">
          <ac:chgData name="Aggie Menezes" userId="74619c95fa3483c9" providerId="LiveId" clId="{6A46CFC1-D81F-9C46-BB3E-0BAFF4AC7CB5}" dt="2020-10-29T13:03:19.436" v="47"/>
          <ac:inkMkLst>
            <pc:docMk/>
            <pc:sldMk cId="2868892653" sldId="279"/>
            <ac:inkMk id="46" creationId="{BCE2F0A4-E5B9-9B47-BBE3-3E30C6CB27C4}"/>
          </ac:inkMkLst>
        </pc:inkChg>
        <pc:inkChg chg="add topLvl">
          <ac:chgData name="Aggie Menezes" userId="74619c95fa3483c9" providerId="LiveId" clId="{6A46CFC1-D81F-9C46-BB3E-0BAFF4AC7CB5}" dt="2020-10-29T13:03:19.436" v="47"/>
          <ac:inkMkLst>
            <pc:docMk/>
            <pc:sldMk cId="2868892653" sldId="279"/>
            <ac:inkMk id="47" creationId="{1A8F0881-A7C2-7C45-8DA0-20201DB65C3E}"/>
          </ac:inkMkLst>
        </pc:inkChg>
        <pc:inkChg chg="add topLvl">
          <ac:chgData name="Aggie Menezes" userId="74619c95fa3483c9" providerId="LiveId" clId="{6A46CFC1-D81F-9C46-BB3E-0BAFF4AC7CB5}" dt="2020-10-29T13:15:50.556" v="338"/>
          <ac:inkMkLst>
            <pc:docMk/>
            <pc:sldMk cId="2868892653" sldId="279"/>
            <ac:inkMk id="48" creationId="{BD8FA064-5082-C54C-AEB4-B692A9C06B16}"/>
          </ac:inkMkLst>
        </pc:inkChg>
        <pc:inkChg chg="add">
          <ac:chgData name="Aggie Menezes" userId="74619c95fa3483c9" providerId="LiveId" clId="{6A46CFC1-D81F-9C46-BB3E-0BAFF4AC7CB5}" dt="2020-10-29T13:03:18.908" v="46"/>
          <ac:inkMkLst>
            <pc:docMk/>
            <pc:sldMk cId="2868892653" sldId="279"/>
            <ac:inkMk id="49" creationId="{FC09C9A4-6146-AF42-882C-614C65DFE560}"/>
          </ac:inkMkLst>
        </pc:inkChg>
        <pc:inkChg chg="add">
          <ac:chgData name="Aggie Menezes" userId="74619c95fa3483c9" providerId="LiveId" clId="{6A46CFC1-D81F-9C46-BB3E-0BAFF4AC7CB5}" dt="2020-10-29T13:03:33.396" v="48"/>
          <ac:inkMkLst>
            <pc:docMk/>
            <pc:sldMk cId="2868892653" sldId="279"/>
            <ac:inkMk id="51" creationId="{0F88FDCB-4B76-064F-9219-32790D0AE755}"/>
          </ac:inkMkLst>
        </pc:inkChg>
        <pc:inkChg chg="add topLvl">
          <ac:chgData name="Aggie Menezes" userId="74619c95fa3483c9" providerId="LiveId" clId="{6A46CFC1-D81F-9C46-BB3E-0BAFF4AC7CB5}" dt="2020-10-29T13:03:38.977" v="55"/>
          <ac:inkMkLst>
            <pc:docMk/>
            <pc:sldMk cId="2868892653" sldId="279"/>
            <ac:inkMk id="52" creationId="{9C922DE4-C785-0D46-BC00-AD6C37DA59C7}"/>
          </ac:inkMkLst>
        </pc:inkChg>
        <pc:inkChg chg="add topLvl">
          <ac:chgData name="Aggie Menezes" userId="74619c95fa3483c9" providerId="LiveId" clId="{6A46CFC1-D81F-9C46-BB3E-0BAFF4AC7CB5}" dt="2020-10-29T13:03:38.977" v="55"/>
          <ac:inkMkLst>
            <pc:docMk/>
            <pc:sldMk cId="2868892653" sldId="279"/>
            <ac:inkMk id="53" creationId="{D9944218-808D-424B-8195-41DDB776E247}"/>
          </ac:inkMkLst>
        </pc:inkChg>
        <pc:inkChg chg="add topLvl">
          <ac:chgData name="Aggie Menezes" userId="74619c95fa3483c9" providerId="LiveId" clId="{6A46CFC1-D81F-9C46-BB3E-0BAFF4AC7CB5}" dt="2020-10-29T13:03:38.977" v="55"/>
          <ac:inkMkLst>
            <pc:docMk/>
            <pc:sldMk cId="2868892653" sldId="279"/>
            <ac:inkMk id="54" creationId="{318F1F38-8423-C843-832B-CF2155A68632}"/>
          </ac:inkMkLst>
        </pc:inkChg>
        <pc:inkChg chg="add topLvl">
          <ac:chgData name="Aggie Menezes" userId="74619c95fa3483c9" providerId="LiveId" clId="{6A46CFC1-D81F-9C46-BB3E-0BAFF4AC7CB5}" dt="2020-10-29T13:15:50.556" v="338"/>
          <ac:inkMkLst>
            <pc:docMk/>
            <pc:sldMk cId="2868892653" sldId="279"/>
            <ac:inkMk id="55" creationId="{1299F1B3-100E-394D-91C6-26CB877DDE84}"/>
          </ac:inkMkLst>
        </pc:inkChg>
        <pc:inkChg chg="add">
          <ac:chgData name="Aggie Menezes" userId="74619c95fa3483c9" providerId="LiveId" clId="{6A46CFC1-D81F-9C46-BB3E-0BAFF4AC7CB5}" dt="2020-10-29T13:03:37.872" v="53"/>
          <ac:inkMkLst>
            <pc:docMk/>
            <pc:sldMk cId="2868892653" sldId="279"/>
            <ac:inkMk id="56" creationId="{A70B3560-8EBF-8441-9C17-ADEC0C682EE1}"/>
          </ac:inkMkLst>
        </pc:inkChg>
        <pc:inkChg chg="add">
          <ac:chgData name="Aggie Menezes" userId="74619c95fa3483c9" providerId="LiveId" clId="{6A46CFC1-D81F-9C46-BB3E-0BAFF4AC7CB5}" dt="2020-10-29T13:03:38.087" v="54"/>
          <ac:inkMkLst>
            <pc:docMk/>
            <pc:sldMk cId="2868892653" sldId="279"/>
            <ac:inkMk id="57" creationId="{86333A9D-BBF1-2543-9F74-0CD551A7660C}"/>
          </ac:inkMkLst>
        </pc:inkChg>
        <pc:inkChg chg="add">
          <ac:chgData name="Aggie Menezes" userId="74619c95fa3483c9" providerId="LiveId" clId="{6A46CFC1-D81F-9C46-BB3E-0BAFF4AC7CB5}" dt="2020-10-29T13:03:39.965" v="56"/>
          <ac:inkMkLst>
            <pc:docMk/>
            <pc:sldMk cId="2868892653" sldId="279"/>
            <ac:inkMk id="59" creationId="{EA6EAAC3-3DD7-DF4E-8A19-AE8B95D5B479}"/>
          </ac:inkMkLst>
        </pc:inkChg>
        <pc:inkChg chg="add">
          <ac:chgData name="Aggie Menezes" userId="74619c95fa3483c9" providerId="LiveId" clId="{6A46CFC1-D81F-9C46-BB3E-0BAFF4AC7CB5}" dt="2020-10-29T13:03:40.271" v="57"/>
          <ac:inkMkLst>
            <pc:docMk/>
            <pc:sldMk cId="2868892653" sldId="279"/>
            <ac:inkMk id="60" creationId="{5D1E5239-C4B8-4149-80C8-EBF2A53821F5}"/>
          </ac:inkMkLst>
        </pc:inkChg>
        <pc:inkChg chg="add">
          <ac:chgData name="Aggie Menezes" userId="74619c95fa3483c9" providerId="LiveId" clId="{6A46CFC1-D81F-9C46-BB3E-0BAFF4AC7CB5}" dt="2020-10-29T13:03:41.278" v="58"/>
          <ac:inkMkLst>
            <pc:docMk/>
            <pc:sldMk cId="2868892653" sldId="279"/>
            <ac:inkMk id="61" creationId="{F2AB23F1-BA26-F242-BDD7-29AC355B20DD}"/>
          </ac:inkMkLst>
        </pc:inkChg>
        <pc:inkChg chg="add">
          <ac:chgData name="Aggie Menezes" userId="74619c95fa3483c9" providerId="LiveId" clId="{6A46CFC1-D81F-9C46-BB3E-0BAFF4AC7CB5}" dt="2020-10-29T13:03:41.824" v="59"/>
          <ac:inkMkLst>
            <pc:docMk/>
            <pc:sldMk cId="2868892653" sldId="279"/>
            <ac:inkMk id="62" creationId="{5D0F1C1A-D88B-A04A-8F7D-7F8B09BED6FA}"/>
          </ac:inkMkLst>
        </pc:inkChg>
        <pc:inkChg chg="add">
          <ac:chgData name="Aggie Menezes" userId="74619c95fa3483c9" providerId="LiveId" clId="{6A46CFC1-D81F-9C46-BB3E-0BAFF4AC7CB5}" dt="2020-10-29T13:03:42.072" v="60"/>
          <ac:inkMkLst>
            <pc:docMk/>
            <pc:sldMk cId="2868892653" sldId="279"/>
            <ac:inkMk id="63" creationId="{9C04C0AE-45F7-6C4B-A19A-38AF91F81529}"/>
          </ac:inkMkLst>
        </pc:inkChg>
        <pc:inkChg chg="add">
          <ac:chgData name="Aggie Menezes" userId="74619c95fa3483c9" providerId="LiveId" clId="{6A46CFC1-D81F-9C46-BB3E-0BAFF4AC7CB5}" dt="2020-10-29T13:03:42.631" v="61"/>
          <ac:inkMkLst>
            <pc:docMk/>
            <pc:sldMk cId="2868892653" sldId="279"/>
            <ac:inkMk id="64" creationId="{7790F931-BC63-9A42-8290-736141E0D6D8}"/>
          </ac:inkMkLst>
        </pc:inkChg>
        <pc:inkChg chg="add">
          <ac:chgData name="Aggie Menezes" userId="74619c95fa3483c9" providerId="LiveId" clId="{6A46CFC1-D81F-9C46-BB3E-0BAFF4AC7CB5}" dt="2020-10-29T13:03:43.273" v="62"/>
          <ac:inkMkLst>
            <pc:docMk/>
            <pc:sldMk cId="2868892653" sldId="279"/>
            <ac:inkMk id="65" creationId="{1FAD5FB6-C517-A34D-87A1-96F0E545CE1A}"/>
          </ac:inkMkLst>
        </pc:inkChg>
        <pc:inkChg chg="add">
          <ac:chgData name="Aggie Menezes" userId="74619c95fa3483c9" providerId="LiveId" clId="{6A46CFC1-D81F-9C46-BB3E-0BAFF4AC7CB5}" dt="2020-10-29T13:03:43.513" v="63"/>
          <ac:inkMkLst>
            <pc:docMk/>
            <pc:sldMk cId="2868892653" sldId="279"/>
            <ac:inkMk id="66" creationId="{7F0132AA-FC5E-8348-8910-EADB64CB6F1E}"/>
          </ac:inkMkLst>
        </pc:inkChg>
        <pc:inkChg chg="add">
          <ac:chgData name="Aggie Menezes" userId="74619c95fa3483c9" providerId="LiveId" clId="{6A46CFC1-D81F-9C46-BB3E-0BAFF4AC7CB5}" dt="2020-10-29T13:03:43.813" v="64"/>
          <ac:inkMkLst>
            <pc:docMk/>
            <pc:sldMk cId="2868892653" sldId="279"/>
            <ac:inkMk id="67" creationId="{82F0D756-FB90-BC4A-BFBA-3E28ADD82F6F}"/>
          </ac:inkMkLst>
        </pc:inkChg>
        <pc:inkChg chg="add">
          <ac:chgData name="Aggie Menezes" userId="74619c95fa3483c9" providerId="LiveId" clId="{6A46CFC1-D81F-9C46-BB3E-0BAFF4AC7CB5}" dt="2020-10-29T13:03:44.116" v="65"/>
          <ac:inkMkLst>
            <pc:docMk/>
            <pc:sldMk cId="2868892653" sldId="279"/>
            <ac:inkMk id="68" creationId="{FB9E90D2-4FA2-B046-A56D-EC69D57189F0}"/>
          </ac:inkMkLst>
        </pc:inkChg>
        <pc:inkChg chg="add">
          <ac:chgData name="Aggie Menezes" userId="74619c95fa3483c9" providerId="LiveId" clId="{6A46CFC1-D81F-9C46-BB3E-0BAFF4AC7CB5}" dt="2020-10-29T13:03:44.406" v="66"/>
          <ac:inkMkLst>
            <pc:docMk/>
            <pc:sldMk cId="2868892653" sldId="279"/>
            <ac:inkMk id="69" creationId="{27D478BA-390B-9444-87BA-B9743BA2F73F}"/>
          </ac:inkMkLst>
        </pc:inkChg>
        <pc:inkChg chg="add">
          <ac:chgData name="Aggie Menezes" userId="74619c95fa3483c9" providerId="LiveId" clId="{6A46CFC1-D81F-9C46-BB3E-0BAFF4AC7CB5}" dt="2020-10-29T13:03:45.148" v="67"/>
          <ac:inkMkLst>
            <pc:docMk/>
            <pc:sldMk cId="2868892653" sldId="279"/>
            <ac:inkMk id="70" creationId="{3C318930-754C-9F4F-9839-1C94CB536D7A}"/>
          </ac:inkMkLst>
        </pc:inkChg>
        <pc:inkChg chg="add">
          <ac:chgData name="Aggie Menezes" userId="74619c95fa3483c9" providerId="LiveId" clId="{6A46CFC1-D81F-9C46-BB3E-0BAFF4AC7CB5}" dt="2020-10-29T13:04:21.488" v="69"/>
          <ac:inkMkLst>
            <pc:docMk/>
            <pc:sldMk cId="2868892653" sldId="279"/>
            <ac:inkMk id="72" creationId="{ABF171C7-CEE4-5847-A157-E084E7A2B7C3}"/>
          </ac:inkMkLst>
        </pc:inkChg>
        <pc:inkChg chg="add">
          <ac:chgData name="Aggie Menezes" userId="74619c95fa3483c9" providerId="LiveId" clId="{6A46CFC1-D81F-9C46-BB3E-0BAFF4AC7CB5}" dt="2020-10-29T13:04:22.766" v="70"/>
          <ac:inkMkLst>
            <pc:docMk/>
            <pc:sldMk cId="2868892653" sldId="279"/>
            <ac:inkMk id="73" creationId="{6213B982-6784-424C-B208-8EE25A6C170E}"/>
          </ac:inkMkLst>
        </pc:inkChg>
        <pc:inkChg chg="add">
          <ac:chgData name="Aggie Menezes" userId="74619c95fa3483c9" providerId="LiveId" clId="{6A46CFC1-D81F-9C46-BB3E-0BAFF4AC7CB5}" dt="2020-10-29T13:04:23.538" v="71"/>
          <ac:inkMkLst>
            <pc:docMk/>
            <pc:sldMk cId="2868892653" sldId="279"/>
            <ac:inkMk id="74" creationId="{642D4097-811C-6644-8B4F-C937945FD23E}"/>
          </ac:inkMkLst>
        </pc:inkChg>
        <pc:inkChg chg="add">
          <ac:chgData name="Aggie Menezes" userId="74619c95fa3483c9" providerId="LiveId" clId="{6A46CFC1-D81F-9C46-BB3E-0BAFF4AC7CB5}" dt="2020-10-29T13:04:24.250" v="72"/>
          <ac:inkMkLst>
            <pc:docMk/>
            <pc:sldMk cId="2868892653" sldId="279"/>
            <ac:inkMk id="75" creationId="{F6725351-4E78-7B49-ACB2-C3AB4505EEEB}"/>
          </ac:inkMkLst>
        </pc:inkChg>
        <pc:inkChg chg="add">
          <ac:chgData name="Aggie Menezes" userId="74619c95fa3483c9" providerId="LiveId" clId="{6A46CFC1-D81F-9C46-BB3E-0BAFF4AC7CB5}" dt="2020-10-29T13:04:24.336" v="73"/>
          <ac:inkMkLst>
            <pc:docMk/>
            <pc:sldMk cId="2868892653" sldId="279"/>
            <ac:inkMk id="76" creationId="{0B2936A4-4962-F346-9548-3CB976BFFDFD}"/>
          </ac:inkMkLst>
        </pc:inkChg>
        <pc:inkChg chg="add">
          <ac:chgData name="Aggie Menezes" userId="74619c95fa3483c9" providerId="LiveId" clId="{6A46CFC1-D81F-9C46-BB3E-0BAFF4AC7CB5}" dt="2020-10-29T13:04:24.484" v="74"/>
          <ac:inkMkLst>
            <pc:docMk/>
            <pc:sldMk cId="2868892653" sldId="279"/>
            <ac:inkMk id="77" creationId="{A2FCCAFC-3F99-DE49-A4F9-1380EF0F89B8}"/>
          </ac:inkMkLst>
        </pc:inkChg>
        <pc:inkChg chg="add">
          <ac:chgData name="Aggie Menezes" userId="74619c95fa3483c9" providerId="LiveId" clId="{6A46CFC1-D81F-9C46-BB3E-0BAFF4AC7CB5}" dt="2020-10-29T13:04:25.402" v="75"/>
          <ac:inkMkLst>
            <pc:docMk/>
            <pc:sldMk cId="2868892653" sldId="279"/>
            <ac:inkMk id="78" creationId="{9ADBC2C4-B7ED-3940-9816-EFFD1494E306}"/>
          </ac:inkMkLst>
        </pc:inkChg>
        <pc:inkChg chg="add">
          <ac:chgData name="Aggie Menezes" userId="74619c95fa3483c9" providerId="LiveId" clId="{6A46CFC1-D81F-9C46-BB3E-0BAFF4AC7CB5}" dt="2020-10-29T13:04:25.489" v="76"/>
          <ac:inkMkLst>
            <pc:docMk/>
            <pc:sldMk cId="2868892653" sldId="279"/>
            <ac:inkMk id="79" creationId="{3FE5A41E-85CF-274E-AD59-C33AA6B43E12}"/>
          </ac:inkMkLst>
        </pc:inkChg>
        <pc:inkChg chg="add">
          <ac:chgData name="Aggie Menezes" userId="74619c95fa3483c9" providerId="LiveId" clId="{6A46CFC1-D81F-9C46-BB3E-0BAFF4AC7CB5}" dt="2020-10-29T13:04:31.655" v="78"/>
          <ac:inkMkLst>
            <pc:docMk/>
            <pc:sldMk cId="2868892653" sldId="279"/>
            <ac:inkMk id="81" creationId="{4EA5CF4D-508E-CD42-A551-E0D5584BBD9C}"/>
          </ac:inkMkLst>
        </pc:inkChg>
        <pc:inkChg chg="add">
          <ac:chgData name="Aggie Menezes" userId="74619c95fa3483c9" providerId="LiveId" clId="{6A46CFC1-D81F-9C46-BB3E-0BAFF4AC7CB5}" dt="2020-10-29T13:04:31.863" v="79"/>
          <ac:inkMkLst>
            <pc:docMk/>
            <pc:sldMk cId="2868892653" sldId="279"/>
            <ac:inkMk id="82" creationId="{3E45471D-EAF0-CA4C-8ECE-3018BBEC98D3}"/>
          </ac:inkMkLst>
        </pc:inkChg>
        <pc:inkChg chg="add">
          <ac:chgData name="Aggie Menezes" userId="74619c95fa3483c9" providerId="LiveId" clId="{6A46CFC1-D81F-9C46-BB3E-0BAFF4AC7CB5}" dt="2020-10-29T13:04:32.148" v="80"/>
          <ac:inkMkLst>
            <pc:docMk/>
            <pc:sldMk cId="2868892653" sldId="279"/>
            <ac:inkMk id="83" creationId="{B838323F-5A59-274C-8B13-4C2A0D2F7A2D}"/>
          </ac:inkMkLst>
        </pc:inkChg>
        <pc:inkChg chg="add">
          <ac:chgData name="Aggie Menezes" userId="74619c95fa3483c9" providerId="LiveId" clId="{6A46CFC1-D81F-9C46-BB3E-0BAFF4AC7CB5}" dt="2020-10-29T13:04:32.468" v="81"/>
          <ac:inkMkLst>
            <pc:docMk/>
            <pc:sldMk cId="2868892653" sldId="279"/>
            <ac:inkMk id="84" creationId="{CE000A7C-6BE2-5948-98C7-A9C19E2E31CD}"/>
          </ac:inkMkLst>
        </pc:inkChg>
        <pc:inkChg chg="add">
          <ac:chgData name="Aggie Menezes" userId="74619c95fa3483c9" providerId="LiveId" clId="{6A46CFC1-D81F-9C46-BB3E-0BAFF4AC7CB5}" dt="2020-10-29T13:04:33.242" v="82"/>
          <ac:inkMkLst>
            <pc:docMk/>
            <pc:sldMk cId="2868892653" sldId="279"/>
            <ac:inkMk id="85" creationId="{901ED6EF-D019-1941-A591-72C88D9EB32F}"/>
          </ac:inkMkLst>
        </pc:inkChg>
        <pc:inkChg chg="add">
          <ac:chgData name="Aggie Menezes" userId="74619c95fa3483c9" providerId="LiveId" clId="{6A46CFC1-D81F-9C46-BB3E-0BAFF4AC7CB5}" dt="2020-10-29T13:04:33.438" v="83"/>
          <ac:inkMkLst>
            <pc:docMk/>
            <pc:sldMk cId="2868892653" sldId="279"/>
            <ac:inkMk id="86" creationId="{FDC0DD14-5D9E-1844-8C06-F950E047A8A7}"/>
          </ac:inkMkLst>
        </pc:inkChg>
        <pc:inkChg chg="add">
          <ac:chgData name="Aggie Menezes" userId="74619c95fa3483c9" providerId="LiveId" clId="{6A46CFC1-D81F-9C46-BB3E-0BAFF4AC7CB5}" dt="2020-10-29T13:04:33.718" v="84"/>
          <ac:inkMkLst>
            <pc:docMk/>
            <pc:sldMk cId="2868892653" sldId="279"/>
            <ac:inkMk id="87" creationId="{E216238D-6EAE-B64D-9F3F-373ACAE0317A}"/>
          </ac:inkMkLst>
        </pc:inkChg>
        <pc:inkChg chg="add">
          <ac:chgData name="Aggie Menezes" userId="74619c95fa3483c9" providerId="LiveId" clId="{6A46CFC1-D81F-9C46-BB3E-0BAFF4AC7CB5}" dt="2020-10-29T13:04:35.448" v="86"/>
          <ac:inkMkLst>
            <pc:docMk/>
            <pc:sldMk cId="2868892653" sldId="279"/>
            <ac:inkMk id="90" creationId="{ECB53223-03BE-A341-9A25-C6667D097757}"/>
          </ac:inkMkLst>
        </pc:inkChg>
        <pc:inkChg chg="add topLvl">
          <ac:chgData name="Aggie Menezes" userId="74619c95fa3483c9" providerId="LiveId" clId="{6A46CFC1-D81F-9C46-BB3E-0BAFF4AC7CB5}" dt="2020-10-29T13:04:39.625" v="96"/>
          <ac:inkMkLst>
            <pc:docMk/>
            <pc:sldMk cId="2868892653" sldId="279"/>
            <ac:inkMk id="91" creationId="{42AB0A8C-D678-FF4F-9D17-7072096C4B88}"/>
          </ac:inkMkLst>
        </pc:inkChg>
        <pc:inkChg chg="add topLvl">
          <ac:chgData name="Aggie Menezes" userId="74619c95fa3483c9" providerId="LiveId" clId="{6A46CFC1-D81F-9C46-BB3E-0BAFF4AC7CB5}" dt="2020-10-29T13:04:39.625" v="96"/>
          <ac:inkMkLst>
            <pc:docMk/>
            <pc:sldMk cId="2868892653" sldId="279"/>
            <ac:inkMk id="92" creationId="{776AD030-D6A1-324D-9020-CB06CDB246F0}"/>
          </ac:inkMkLst>
        </pc:inkChg>
        <pc:inkChg chg="add topLvl">
          <ac:chgData name="Aggie Menezes" userId="74619c95fa3483c9" providerId="LiveId" clId="{6A46CFC1-D81F-9C46-BB3E-0BAFF4AC7CB5}" dt="2020-10-29T13:04:39.625" v="96"/>
          <ac:inkMkLst>
            <pc:docMk/>
            <pc:sldMk cId="2868892653" sldId="279"/>
            <ac:inkMk id="93" creationId="{397A3418-31E9-8446-8E19-B83B712863B8}"/>
          </ac:inkMkLst>
        </pc:inkChg>
        <pc:inkChg chg="add topLvl">
          <ac:chgData name="Aggie Menezes" userId="74619c95fa3483c9" providerId="LiveId" clId="{6A46CFC1-D81F-9C46-BB3E-0BAFF4AC7CB5}" dt="2020-10-29T13:04:39.625" v="96"/>
          <ac:inkMkLst>
            <pc:docMk/>
            <pc:sldMk cId="2868892653" sldId="279"/>
            <ac:inkMk id="94" creationId="{2943E93E-AA0D-4841-BB6A-0D46ED58A1FF}"/>
          </ac:inkMkLst>
        </pc:inkChg>
        <pc:inkChg chg="add topLvl">
          <ac:chgData name="Aggie Menezes" userId="74619c95fa3483c9" providerId="LiveId" clId="{6A46CFC1-D81F-9C46-BB3E-0BAFF4AC7CB5}" dt="2020-10-29T13:04:39.625" v="96"/>
          <ac:inkMkLst>
            <pc:docMk/>
            <pc:sldMk cId="2868892653" sldId="279"/>
            <ac:inkMk id="95" creationId="{9D9E8001-DFE4-0C41-B36F-E9DC39E59FF8}"/>
          </ac:inkMkLst>
        </pc:inkChg>
        <pc:inkChg chg="add topLvl">
          <ac:chgData name="Aggie Menezes" userId="74619c95fa3483c9" providerId="LiveId" clId="{6A46CFC1-D81F-9C46-BB3E-0BAFF4AC7CB5}" dt="2020-10-29T13:15:50.556" v="338"/>
          <ac:inkMkLst>
            <pc:docMk/>
            <pc:sldMk cId="2868892653" sldId="279"/>
            <ac:inkMk id="96" creationId="{D2840F7D-DFC1-174E-BA5B-7CFC2F391EAA}"/>
          </ac:inkMkLst>
        </pc:inkChg>
        <pc:inkChg chg="add topLvl">
          <ac:chgData name="Aggie Menezes" userId="74619c95fa3483c9" providerId="LiveId" clId="{6A46CFC1-D81F-9C46-BB3E-0BAFF4AC7CB5}" dt="2020-10-29T13:04:39.625" v="96"/>
          <ac:inkMkLst>
            <pc:docMk/>
            <pc:sldMk cId="2868892653" sldId="279"/>
            <ac:inkMk id="97" creationId="{F368A7E6-EA0A-9849-9A34-415471F04E68}"/>
          </ac:inkMkLst>
        </pc:inkChg>
        <pc:inkChg chg="add topLvl">
          <ac:chgData name="Aggie Menezes" userId="74619c95fa3483c9" providerId="LiveId" clId="{6A46CFC1-D81F-9C46-BB3E-0BAFF4AC7CB5}" dt="2020-10-29T13:15:50.556" v="338"/>
          <ac:inkMkLst>
            <pc:docMk/>
            <pc:sldMk cId="2868892653" sldId="279"/>
            <ac:inkMk id="98" creationId="{8D1B1D58-E3B2-C04D-AC83-982203800D03}"/>
          </ac:inkMkLst>
        </pc:inkChg>
        <pc:inkChg chg="add">
          <ac:chgData name="Aggie Menezes" userId="74619c95fa3483c9" providerId="LiveId" clId="{6A46CFC1-D81F-9C46-BB3E-0BAFF4AC7CB5}" dt="2020-10-29T13:04:39.079" v="95"/>
          <ac:inkMkLst>
            <pc:docMk/>
            <pc:sldMk cId="2868892653" sldId="279"/>
            <ac:inkMk id="99" creationId="{61437ED1-5EED-C344-B426-55E9A235AE10}"/>
          </ac:inkMkLst>
        </pc:inkChg>
        <pc:inkChg chg="add">
          <ac:chgData name="Aggie Menezes" userId="74619c95fa3483c9" providerId="LiveId" clId="{6A46CFC1-D81F-9C46-BB3E-0BAFF4AC7CB5}" dt="2020-10-29T13:04:40.836" v="97"/>
          <ac:inkMkLst>
            <pc:docMk/>
            <pc:sldMk cId="2868892653" sldId="279"/>
            <ac:inkMk id="101" creationId="{14E73C92-90F2-E149-8A5D-527220795B67}"/>
          </ac:inkMkLst>
        </pc:inkChg>
        <pc:inkChg chg="add">
          <ac:chgData name="Aggie Menezes" userId="74619c95fa3483c9" providerId="LiveId" clId="{6A46CFC1-D81F-9C46-BB3E-0BAFF4AC7CB5}" dt="2020-10-29T13:04:41.694" v="98"/>
          <ac:inkMkLst>
            <pc:docMk/>
            <pc:sldMk cId="2868892653" sldId="279"/>
            <ac:inkMk id="102" creationId="{1CCE04F2-F4B6-E242-A49A-272CA4B507A0}"/>
          </ac:inkMkLst>
        </pc:inkChg>
        <pc:inkChg chg="add">
          <ac:chgData name="Aggie Menezes" userId="74619c95fa3483c9" providerId="LiveId" clId="{6A46CFC1-D81F-9C46-BB3E-0BAFF4AC7CB5}" dt="2020-10-29T13:04:52.422" v="100"/>
          <ac:inkMkLst>
            <pc:docMk/>
            <pc:sldMk cId="2868892653" sldId="279"/>
            <ac:inkMk id="104" creationId="{FCFB62A7-4BEC-534B-8279-A45AA57DC6C6}"/>
          </ac:inkMkLst>
        </pc:inkChg>
        <pc:inkChg chg="add">
          <ac:chgData name="Aggie Menezes" userId="74619c95fa3483c9" providerId="LiveId" clId="{6A46CFC1-D81F-9C46-BB3E-0BAFF4AC7CB5}" dt="2020-10-29T13:04:52.613" v="101"/>
          <ac:inkMkLst>
            <pc:docMk/>
            <pc:sldMk cId="2868892653" sldId="279"/>
            <ac:inkMk id="105" creationId="{6DA586A4-A2FE-C347-9F75-F09EC84982E6}"/>
          </ac:inkMkLst>
        </pc:inkChg>
        <pc:inkChg chg="add">
          <ac:chgData name="Aggie Menezes" userId="74619c95fa3483c9" providerId="LiveId" clId="{6A46CFC1-D81F-9C46-BB3E-0BAFF4AC7CB5}" dt="2020-10-29T13:04:52.888" v="102"/>
          <ac:inkMkLst>
            <pc:docMk/>
            <pc:sldMk cId="2868892653" sldId="279"/>
            <ac:inkMk id="106" creationId="{93B589D0-E311-764B-BB13-6457E86F0A6A}"/>
          </ac:inkMkLst>
        </pc:inkChg>
        <pc:inkChg chg="add">
          <ac:chgData name="Aggie Menezes" userId="74619c95fa3483c9" providerId="LiveId" clId="{6A46CFC1-D81F-9C46-BB3E-0BAFF4AC7CB5}" dt="2020-10-29T13:04:53.087" v="103"/>
          <ac:inkMkLst>
            <pc:docMk/>
            <pc:sldMk cId="2868892653" sldId="279"/>
            <ac:inkMk id="107" creationId="{1E196025-1752-744F-919C-D6AED4E187B2}"/>
          </ac:inkMkLst>
        </pc:inkChg>
        <pc:inkChg chg="add">
          <ac:chgData name="Aggie Menezes" userId="74619c95fa3483c9" providerId="LiveId" clId="{6A46CFC1-D81F-9C46-BB3E-0BAFF4AC7CB5}" dt="2020-10-29T13:04:54.442" v="105"/>
          <ac:inkMkLst>
            <pc:docMk/>
            <pc:sldMk cId="2868892653" sldId="279"/>
            <ac:inkMk id="109" creationId="{B14B01C6-60FB-324F-AB77-528CFF3A71F2}"/>
          </ac:inkMkLst>
        </pc:inkChg>
        <pc:inkChg chg="add">
          <ac:chgData name="Aggie Menezes" userId="74619c95fa3483c9" providerId="LiveId" clId="{6A46CFC1-D81F-9C46-BB3E-0BAFF4AC7CB5}" dt="2020-10-29T13:04:54.629" v="106"/>
          <ac:inkMkLst>
            <pc:docMk/>
            <pc:sldMk cId="2868892653" sldId="279"/>
            <ac:inkMk id="110" creationId="{D55AD51C-FCCD-3943-9459-A38FA2665546}"/>
          </ac:inkMkLst>
        </pc:inkChg>
        <pc:inkChg chg="add">
          <ac:chgData name="Aggie Menezes" userId="74619c95fa3483c9" providerId="LiveId" clId="{6A46CFC1-D81F-9C46-BB3E-0BAFF4AC7CB5}" dt="2020-10-29T13:04:55.398" v="107"/>
          <ac:inkMkLst>
            <pc:docMk/>
            <pc:sldMk cId="2868892653" sldId="279"/>
            <ac:inkMk id="111" creationId="{A1CC6AC3-D57A-C941-AEFC-9B42ECDD92A9}"/>
          </ac:inkMkLst>
        </pc:inkChg>
        <pc:inkChg chg="add">
          <ac:chgData name="Aggie Menezes" userId="74619c95fa3483c9" providerId="LiveId" clId="{6A46CFC1-D81F-9C46-BB3E-0BAFF4AC7CB5}" dt="2020-10-29T13:04:55.651" v="108"/>
          <ac:inkMkLst>
            <pc:docMk/>
            <pc:sldMk cId="2868892653" sldId="279"/>
            <ac:inkMk id="112" creationId="{F45136AE-4FE9-BA4D-9037-2067F35BA08E}"/>
          </ac:inkMkLst>
        </pc:inkChg>
        <pc:inkChg chg="add">
          <ac:chgData name="Aggie Menezes" userId="74619c95fa3483c9" providerId="LiveId" clId="{6A46CFC1-D81F-9C46-BB3E-0BAFF4AC7CB5}" dt="2020-10-29T13:04:57.799" v="110"/>
          <ac:inkMkLst>
            <pc:docMk/>
            <pc:sldMk cId="2868892653" sldId="279"/>
            <ac:inkMk id="115" creationId="{9F018FA4-306A-2645-B651-D24BC1AB17A1}"/>
          </ac:inkMkLst>
        </pc:inkChg>
        <pc:inkChg chg="add">
          <ac:chgData name="Aggie Menezes" userId="74619c95fa3483c9" providerId="LiveId" clId="{6A46CFC1-D81F-9C46-BB3E-0BAFF4AC7CB5}" dt="2020-10-29T13:05:00.689" v="111"/>
          <ac:inkMkLst>
            <pc:docMk/>
            <pc:sldMk cId="2868892653" sldId="279"/>
            <ac:inkMk id="116" creationId="{EEF41D46-555A-5E48-BEBF-39BCAF8FF704}"/>
          </ac:inkMkLst>
        </pc:inkChg>
        <pc:inkChg chg="add">
          <ac:chgData name="Aggie Menezes" userId="74619c95fa3483c9" providerId="LiveId" clId="{6A46CFC1-D81F-9C46-BB3E-0BAFF4AC7CB5}" dt="2020-10-29T13:05:01.525" v="112"/>
          <ac:inkMkLst>
            <pc:docMk/>
            <pc:sldMk cId="2868892653" sldId="279"/>
            <ac:inkMk id="117" creationId="{127DBB76-5037-D946-A87E-97DEA2352C52}"/>
          </ac:inkMkLst>
        </pc:inkChg>
        <pc:inkChg chg="add">
          <ac:chgData name="Aggie Menezes" userId="74619c95fa3483c9" providerId="LiveId" clId="{6A46CFC1-D81F-9C46-BB3E-0BAFF4AC7CB5}" dt="2020-10-29T13:05:02.180" v="113"/>
          <ac:inkMkLst>
            <pc:docMk/>
            <pc:sldMk cId="2868892653" sldId="279"/>
            <ac:inkMk id="118" creationId="{3705DA19-D832-3F45-A7E8-468E239743E9}"/>
          </ac:inkMkLst>
        </pc:inkChg>
        <pc:inkChg chg="add">
          <ac:chgData name="Aggie Menezes" userId="74619c95fa3483c9" providerId="LiveId" clId="{6A46CFC1-D81F-9C46-BB3E-0BAFF4AC7CB5}" dt="2020-10-29T13:05:03.244" v="114"/>
          <ac:inkMkLst>
            <pc:docMk/>
            <pc:sldMk cId="2868892653" sldId="279"/>
            <ac:inkMk id="119" creationId="{50C3E347-2EED-FA4F-B5EE-AA736E1C78C6}"/>
          </ac:inkMkLst>
        </pc:inkChg>
        <pc:inkChg chg="add">
          <ac:chgData name="Aggie Menezes" userId="74619c95fa3483c9" providerId="LiveId" clId="{6A46CFC1-D81F-9C46-BB3E-0BAFF4AC7CB5}" dt="2020-10-29T13:05:03.844" v="115"/>
          <ac:inkMkLst>
            <pc:docMk/>
            <pc:sldMk cId="2868892653" sldId="279"/>
            <ac:inkMk id="120" creationId="{9A0F68EF-4CDD-1246-9F68-8A46E62FB5F1}"/>
          </ac:inkMkLst>
        </pc:inkChg>
        <pc:inkChg chg="add">
          <ac:chgData name="Aggie Menezes" userId="74619c95fa3483c9" providerId="LiveId" clId="{6A46CFC1-D81F-9C46-BB3E-0BAFF4AC7CB5}" dt="2020-10-29T13:05:09.772" v="117"/>
          <ac:inkMkLst>
            <pc:docMk/>
            <pc:sldMk cId="2868892653" sldId="279"/>
            <ac:inkMk id="122" creationId="{F30D67F3-952B-F14A-AE41-6EFD091391D6}"/>
          </ac:inkMkLst>
        </pc:inkChg>
        <pc:inkChg chg="add">
          <ac:chgData name="Aggie Menezes" userId="74619c95fa3483c9" providerId="LiveId" clId="{6A46CFC1-D81F-9C46-BB3E-0BAFF4AC7CB5}" dt="2020-10-29T13:05:10.062" v="118"/>
          <ac:inkMkLst>
            <pc:docMk/>
            <pc:sldMk cId="2868892653" sldId="279"/>
            <ac:inkMk id="123" creationId="{29288322-281B-A44E-B725-A10D446697E0}"/>
          </ac:inkMkLst>
        </pc:inkChg>
        <pc:inkChg chg="add">
          <ac:chgData name="Aggie Menezes" userId="74619c95fa3483c9" providerId="LiveId" clId="{6A46CFC1-D81F-9C46-BB3E-0BAFF4AC7CB5}" dt="2020-10-29T13:05:10.628" v="119"/>
          <ac:inkMkLst>
            <pc:docMk/>
            <pc:sldMk cId="2868892653" sldId="279"/>
            <ac:inkMk id="124" creationId="{6525C893-9977-A142-8C2A-708BD50DEEDD}"/>
          </ac:inkMkLst>
        </pc:inkChg>
        <pc:inkChg chg="add">
          <ac:chgData name="Aggie Menezes" userId="74619c95fa3483c9" providerId="LiveId" clId="{6A46CFC1-D81F-9C46-BB3E-0BAFF4AC7CB5}" dt="2020-10-29T13:05:19.271" v="120"/>
          <ac:inkMkLst>
            <pc:docMk/>
            <pc:sldMk cId="2868892653" sldId="279"/>
            <ac:inkMk id="125" creationId="{CAD63821-1896-1241-B902-49D02EF601DE}"/>
          </ac:inkMkLst>
        </pc:inkChg>
        <pc:inkChg chg="add">
          <ac:chgData name="Aggie Menezes" userId="74619c95fa3483c9" providerId="LiveId" clId="{6A46CFC1-D81F-9C46-BB3E-0BAFF4AC7CB5}" dt="2020-10-29T13:05:19.538" v="121"/>
          <ac:inkMkLst>
            <pc:docMk/>
            <pc:sldMk cId="2868892653" sldId="279"/>
            <ac:inkMk id="126" creationId="{A52D1592-C16B-AF47-861E-AB67AFC54BF8}"/>
          </ac:inkMkLst>
        </pc:inkChg>
        <pc:inkChg chg="add">
          <ac:chgData name="Aggie Menezes" userId="74619c95fa3483c9" providerId="LiveId" clId="{6A46CFC1-D81F-9C46-BB3E-0BAFF4AC7CB5}" dt="2020-10-29T13:05:20.268" v="122"/>
          <ac:inkMkLst>
            <pc:docMk/>
            <pc:sldMk cId="2868892653" sldId="279"/>
            <ac:inkMk id="127" creationId="{D881E47D-A55E-3942-B441-B39C9CBBD26B}"/>
          </ac:inkMkLst>
        </pc:inkChg>
        <pc:inkChg chg="add">
          <ac:chgData name="Aggie Menezes" userId="74619c95fa3483c9" providerId="LiveId" clId="{6A46CFC1-D81F-9C46-BB3E-0BAFF4AC7CB5}" dt="2020-10-29T13:05:20.746" v="123"/>
          <ac:inkMkLst>
            <pc:docMk/>
            <pc:sldMk cId="2868892653" sldId="279"/>
            <ac:inkMk id="128" creationId="{2E23B97C-1971-8147-978A-D1DF7B1EA7EF}"/>
          </ac:inkMkLst>
        </pc:inkChg>
        <pc:inkChg chg="add">
          <ac:chgData name="Aggie Menezes" userId="74619c95fa3483c9" providerId="LiveId" clId="{6A46CFC1-D81F-9C46-BB3E-0BAFF4AC7CB5}" dt="2020-10-29T13:05:21.071" v="124"/>
          <ac:inkMkLst>
            <pc:docMk/>
            <pc:sldMk cId="2868892653" sldId="279"/>
            <ac:inkMk id="129" creationId="{DF7BEBD3-7209-7C43-AAD9-D989A4478A1A}"/>
          </ac:inkMkLst>
        </pc:inkChg>
        <pc:inkChg chg="add">
          <ac:chgData name="Aggie Menezes" userId="74619c95fa3483c9" providerId="LiveId" clId="{6A46CFC1-D81F-9C46-BB3E-0BAFF4AC7CB5}" dt="2020-10-29T13:05:21.303" v="125"/>
          <ac:inkMkLst>
            <pc:docMk/>
            <pc:sldMk cId="2868892653" sldId="279"/>
            <ac:inkMk id="130" creationId="{F4A0B5A5-2FB6-FE4E-B14F-57B82E31A152}"/>
          </ac:inkMkLst>
        </pc:inkChg>
        <pc:inkChg chg="add">
          <ac:chgData name="Aggie Menezes" userId="74619c95fa3483c9" providerId="LiveId" clId="{6A46CFC1-D81F-9C46-BB3E-0BAFF4AC7CB5}" dt="2020-10-29T13:05:21.621" v="126"/>
          <ac:inkMkLst>
            <pc:docMk/>
            <pc:sldMk cId="2868892653" sldId="279"/>
            <ac:inkMk id="131" creationId="{294324D8-9198-7A46-878F-51B452F21497}"/>
          </ac:inkMkLst>
        </pc:inkChg>
        <pc:inkChg chg="add">
          <ac:chgData name="Aggie Menezes" userId="74619c95fa3483c9" providerId="LiveId" clId="{6A46CFC1-D81F-9C46-BB3E-0BAFF4AC7CB5}" dt="2020-10-29T13:05:22.282" v="127"/>
          <ac:inkMkLst>
            <pc:docMk/>
            <pc:sldMk cId="2868892653" sldId="279"/>
            <ac:inkMk id="132" creationId="{0843915E-D975-0A42-A787-4DC8C8AAF91F}"/>
          </ac:inkMkLst>
        </pc:inkChg>
        <pc:inkChg chg="add">
          <ac:chgData name="Aggie Menezes" userId="74619c95fa3483c9" providerId="LiveId" clId="{6A46CFC1-D81F-9C46-BB3E-0BAFF4AC7CB5}" dt="2020-10-29T13:05:22.475" v="128"/>
          <ac:inkMkLst>
            <pc:docMk/>
            <pc:sldMk cId="2868892653" sldId="279"/>
            <ac:inkMk id="133" creationId="{C38B0CB2-28C6-5344-A647-4D567EE55B86}"/>
          </ac:inkMkLst>
        </pc:inkChg>
        <pc:inkChg chg="add">
          <ac:chgData name="Aggie Menezes" userId="74619c95fa3483c9" providerId="LiveId" clId="{6A46CFC1-D81F-9C46-BB3E-0BAFF4AC7CB5}" dt="2020-10-29T13:05:22.850" v="129"/>
          <ac:inkMkLst>
            <pc:docMk/>
            <pc:sldMk cId="2868892653" sldId="279"/>
            <ac:inkMk id="134" creationId="{C8B48E0F-A1B0-294C-8E88-34C3D9279972}"/>
          </ac:inkMkLst>
        </pc:inkChg>
        <pc:inkChg chg="add">
          <ac:chgData name="Aggie Menezes" userId="74619c95fa3483c9" providerId="LiveId" clId="{6A46CFC1-D81F-9C46-BB3E-0BAFF4AC7CB5}" dt="2020-10-29T13:05:24.550" v="131"/>
          <ac:inkMkLst>
            <pc:docMk/>
            <pc:sldMk cId="2868892653" sldId="279"/>
            <ac:inkMk id="137" creationId="{9B88B05E-1206-F542-976A-4D0F6FB65F8F}"/>
          </ac:inkMkLst>
        </pc:inkChg>
        <pc:inkChg chg="add">
          <ac:chgData name="Aggie Menezes" userId="74619c95fa3483c9" providerId="LiveId" clId="{6A46CFC1-D81F-9C46-BB3E-0BAFF4AC7CB5}" dt="2020-10-29T13:05:24.709" v="132"/>
          <ac:inkMkLst>
            <pc:docMk/>
            <pc:sldMk cId="2868892653" sldId="279"/>
            <ac:inkMk id="138" creationId="{62777021-7FC1-8941-AC74-4851195FF9AA}"/>
          </ac:inkMkLst>
        </pc:inkChg>
        <pc:inkChg chg="add">
          <ac:chgData name="Aggie Menezes" userId="74619c95fa3483c9" providerId="LiveId" clId="{6A46CFC1-D81F-9C46-BB3E-0BAFF4AC7CB5}" dt="2020-10-29T13:05:25.257" v="133"/>
          <ac:inkMkLst>
            <pc:docMk/>
            <pc:sldMk cId="2868892653" sldId="279"/>
            <ac:inkMk id="139" creationId="{D9B4859A-B8A6-414B-8169-EA437856A828}"/>
          </ac:inkMkLst>
        </pc:inkChg>
        <pc:inkChg chg="add">
          <ac:chgData name="Aggie Menezes" userId="74619c95fa3483c9" providerId="LiveId" clId="{6A46CFC1-D81F-9C46-BB3E-0BAFF4AC7CB5}" dt="2020-10-29T13:05:25.698" v="134"/>
          <ac:inkMkLst>
            <pc:docMk/>
            <pc:sldMk cId="2868892653" sldId="279"/>
            <ac:inkMk id="140" creationId="{3CA40E2E-0B5B-FF4A-96EB-2A223ACA5D79}"/>
          </ac:inkMkLst>
        </pc:inkChg>
        <pc:inkChg chg="add">
          <ac:chgData name="Aggie Menezes" userId="74619c95fa3483c9" providerId="LiveId" clId="{6A46CFC1-D81F-9C46-BB3E-0BAFF4AC7CB5}" dt="2020-10-29T13:05:26.647" v="135"/>
          <ac:inkMkLst>
            <pc:docMk/>
            <pc:sldMk cId="2868892653" sldId="279"/>
            <ac:inkMk id="141" creationId="{B1CBC136-5B53-3C48-8009-388CF34A50EA}"/>
          </ac:inkMkLst>
        </pc:inkChg>
        <pc:inkChg chg="add">
          <ac:chgData name="Aggie Menezes" userId="74619c95fa3483c9" providerId="LiveId" clId="{6A46CFC1-D81F-9C46-BB3E-0BAFF4AC7CB5}" dt="2020-10-29T13:05:27.134" v="136"/>
          <ac:inkMkLst>
            <pc:docMk/>
            <pc:sldMk cId="2868892653" sldId="279"/>
            <ac:inkMk id="142" creationId="{21F4D4D3-BB00-934A-B93C-305A121F8B92}"/>
          </ac:inkMkLst>
        </pc:inkChg>
        <pc:inkChg chg="add">
          <ac:chgData name="Aggie Menezes" userId="74619c95fa3483c9" providerId="LiveId" clId="{6A46CFC1-D81F-9C46-BB3E-0BAFF4AC7CB5}" dt="2020-10-29T13:05:27.317" v="137"/>
          <ac:inkMkLst>
            <pc:docMk/>
            <pc:sldMk cId="2868892653" sldId="279"/>
            <ac:inkMk id="143" creationId="{FC4B9660-3737-5E49-BC55-54DCE7584383}"/>
          </ac:inkMkLst>
        </pc:inkChg>
        <pc:inkChg chg="add">
          <ac:chgData name="Aggie Menezes" userId="74619c95fa3483c9" providerId="LiveId" clId="{6A46CFC1-D81F-9C46-BB3E-0BAFF4AC7CB5}" dt="2020-10-29T13:05:27.547" v="138"/>
          <ac:inkMkLst>
            <pc:docMk/>
            <pc:sldMk cId="2868892653" sldId="279"/>
            <ac:inkMk id="144" creationId="{B88921E4-C422-D14A-B3FF-9CA8A1FF37C4}"/>
          </ac:inkMkLst>
        </pc:inkChg>
        <pc:inkChg chg="add">
          <ac:chgData name="Aggie Menezes" userId="74619c95fa3483c9" providerId="LiveId" clId="{6A46CFC1-D81F-9C46-BB3E-0BAFF4AC7CB5}" dt="2020-10-29T13:05:27.831" v="139"/>
          <ac:inkMkLst>
            <pc:docMk/>
            <pc:sldMk cId="2868892653" sldId="279"/>
            <ac:inkMk id="145" creationId="{4D67B93F-E6B9-494D-ADEC-21F6C352BF64}"/>
          </ac:inkMkLst>
        </pc:inkChg>
        <pc:inkChg chg="add topLvl">
          <ac:chgData name="Aggie Menezes" userId="74619c95fa3483c9" providerId="LiveId" clId="{6A46CFC1-D81F-9C46-BB3E-0BAFF4AC7CB5}" dt="2020-10-29T13:05:33.274" v="148"/>
          <ac:inkMkLst>
            <pc:docMk/>
            <pc:sldMk cId="2868892653" sldId="279"/>
            <ac:inkMk id="146" creationId="{214B14A0-40BD-A649-819E-3C31A66AE118}"/>
          </ac:inkMkLst>
        </pc:inkChg>
        <pc:inkChg chg="add topLvl">
          <ac:chgData name="Aggie Menezes" userId="74619c95fa3483c9" providerId="LiveId" clId="{6A46CFC1-D81F-9C46-BB3E-0BAFF4AC7CB5}" dt="2020-10-29T13:05:33.274" v="148"/>
          <ac:inkMkLst>
            <pc:docMk/>
            <pc:sldMk cId="2868892653" sldId="279"/>
            <ac:inkMk id="147" creationId="{5893EB1B-38BC-D241-8A08-8A3F08846A92}"/>
          </ac:inkMkLst>
        </pc:inkChg>
        <pc:inkChg chg="add topLvl">
          <ac:chgData name="Aggie Menezes" userId="74619c95fa3483c9" providerId="LiveId" clId="{6A46CFC1-D81F-9C46-BB3E-0BAFF4AC7CB5}" dt="2020-10-29T13:05:33.274" v="148"/>
          <ac:inkMkLst>
            <pc:docMk/>
            <pc:sldMk cId="2868892653" sldId="279"/>
            <ac:inkMk id="148" creationId="{D7849136-29EE-8F47-AB3E-BEB61CD1EC6C}"/>
          </ac:inkMkLst>
        </pc:inkChg>
        <pc:inkChg chg="add topLvl">
          <ac:chgData name="Aggie Menezes" userId="74619c95fa3483c9" providerId="LiveId" clId="{6A46CFC1-D81F-9C46-BB3E-0BAFF4AC7CB5}" dt="2020-10-29T13:05:33.274" v="148"/>
          <ac:inkMkLst>
            <pc:docMk/>
            <pc:sldMk cId="2868892653" sldId="279"/>
            <ac:inkMk id="149" creationId="{B3C2AED2-CE2A-E84B-92B2-D532B9D56D5C}"/>
          </ac:inkMkLst>
        </pc:inkChg>
        <pc:inkChg chg="add topLvl">
          <ac:chgData name="Aggie Menezes" userId="74619c95fa3483c9" providerId="LiveId" clId="{6A46CFC1-D81F-9C46-BB3E-0BAFF4AC7CB5}" dt="2020-10-29T13:05:33.274" v="148"/>
          <ac:inkMkLst>
            <pc:docMk/>
            <pc:sldMk cId="2868892653" sldId="279"/>
            <ac:inkMk id="150" creationId="{8AC3E944-6C24-464B-A1EB-6044841D058A}"/>
          </ac:inkMkLst>
        </pc:inkChg>
        <pc:inkChg chg="add topLvl">
          <ac:chgData name="Aggie Menezes" userId="74619c95fa3483c9" providerId="LiveId" clId="{6A46CFC1-D81F-9C46-BB3E-0BAFF4AC7CB5}" dt="2020-10-29T13:05:33.274" v="148"/>
          <ac:inkMkLst>
            <pc:docMk/>
            <pc:sldMk cId="2868892653" sldId="279"/>
            <ac:inkMk id="151" creationId="{4D98365A-5DE6-8746-B6BD-AAE881DE7063}"/>
          </ac:inkMkLst>
        </pc:inkChg>
        <pc:inkChg chg="add">
          <ac:chgData name="Aggie Menezes" userId="74619c95fa3483c9" providerId="LiveId" clId="{6A46CFC1-D81F-9C46-BB3E-0BAFF4AC7CB5}" dt="2020-10-29T13:05:32.714" v="147"/>
          <ac:inkMkLst>
            <pc:docMk/>
            <pc:sldMk cId="2868892653" sldId="279"/>
            <ac:inkMk id="154" creationId="{E51FC518-540B-8245-815F-D3B66482462C}"/>
          </ac:inkMkLst>
        </pc:inkChg>
        <pc:inkChg chg="add topLvl">
          <ac:chgData name="Aggie Menezes" userId="74619c95fa3483c9" providerId="LiveId" clId="{6A46CFC1-D81F-9C46-BB3E-0BAFF4AC7CB5}" dt="2020-10-29T13:05:46.429" v="168"/>
          <ac:inkMkLst>
            <pc:docMk/>
            <pc:sldMk cId="2868892653" sldId="279"/>
            <ac:inkMk id="156" creationId="{26B958CA-19F8-C94B-AEE4-1B6F2249D591}"/>
          </ac:inkMkLst>
        </pc:inkChg>
        <pc:inkChg chg="add topLvl">
          <ac:chgData name="Aggie Menezes" userId="74619c95fa3483c9" providerId="LiveId" clId="{6A46CFC1-D81F-9C46-BB3E-0BAFF4AC7CB5}" dt="2020-10-29T13:05:46.429" v="168"/>
          <ac:inkMkLst>
            <pc:docMk/>
            <pc:sldMk cId="2868892653" sldId="279"/>
            <ac:inkMk id="157" creationId="{970F74A2-871B-7A4D-A0A4-B585152F41F3}"/>
          </ac:inkMkLst>
        </pc:inkChg>
        <pc:inkChg chg="add topLvl">
          <ac:chgData name="Aggie Menezes" userId="74619c95fa3483c9" providerId="LiveId" clId="{6A46CFC1-D81F-9C46-BB3E-0BAFF4AC7CB5}" dt="2020-10-29T13:05:46.429" v="168"/>
          <ac:inkMkLst>
            <pc:docMk/>
            <pc:sldMk cId="2868892653" sldId="279"/>
            <ac:inkMk id="158" creationId="{C9CA8156-76CE-3B43-A1B5-F89E8277A63E}"/>
          </ac:inkMkLst>
        </pc:inkChg>
        <pc:inkChg chg="add topLvl">
          <ac:chgData name="Aggie Menezes" userId="74619c95fa3483c9" providerId="LiveId" clId="{6A46CFC1-D81F-9C46-BB3E-0BAFF4AC7CB5}" dt="2020-10-29T13:05:46.429" v="168"/>
          <ac:inkMkLst>
            <pc:docMk/>
            <pc:sldMk cId="2868892653" sldId="279"/>
            <ac:inkMk id="159" creationId="{B3F29284-8E95-994B-9CB2-C8EB3655D247}"/>
          </ac:inkMkLst>
        </pc:inkChg>
        <pc:inkChg chg="add">
          <ac:chgData name="Aggie Menezes" userId="74619c95fa3483c9" providerId="LiveId" clId="{6A46CFC1-D81F-9C46-BB3E-0BAFF4AC7CB5}" dt="2020-10-29T13:15:40.385" v="322"/>
          <ac:inkMkLst>
            <pc:docMk/>
            <pc:sldMk cId="2868892653" sldId="279"/>
            <ac:inkMk id="160" creationId="{1A8F0BB0-21E3-B04A-9A9D-0D41386DC714}"/>
          </ac:inkMkLst>
        </pc:inkChg>
        <pc:inkChg chg="add">
          <ac:chgData name="Aggie Menezes" userId="74619c95fa3483c9" providerId="LiveId" clId="{6A46CFC1-D81F-9C46-BB3E-0BAFF4AC7CB5}" dt="2020-10-29T13:05:39.033" v="154"/>
          <ac:inkMkLst>
            <pc:docMk/>
            <pc:sldMk cId="2868892653" sldId="279"/>
            <ac:inkMk id="161" creationId="{C7183C8B-16DD-5C47-AE11-A22D9A4BE704}"/>
          </ac:inkMkLst>
        </pc:inkChg>
        <pc:inkChg chg="add topLvl">
          <ac:chgData name="Aggie Menezes" userId="74619c95fa3483c9" providerId="LiveId" clId="{6A46CFC1-D81F-9C46-BB3E-0BAFF4AC7CB5}" dt="2020-10-29T13:05:46.429" v="168"/>
          <ac:inkMkLst>
            <pc:docMk/>
            <pc:sldMk cId="2868892653" sldId="279"/>
            <ac:inkMk id="162" creationId="{4D5BF045-A6F1-5447-803A-30431BBB4931}"/>
          </ac:inkMkLst>
        </pc:inkChg>
        <pc:inkChg chg="add topLvl">
          <ac:chgData name="Aggie Menezes" userId="74619c95fa3483c9" providerId="LiveId" clId="{6A46CFC1-D81F-9C46-BB3E-0BAFF4AC7CB5}" dt="2020-10-29T13:05:46.429" v="168"/>
          <ac:inkMkLst>
            <pc:docMk/>
            <pc:sldMk cId="2868892653" sldId="279"/>
            <ac:inkMk id="163" creationId="{14DC82B0-323F-A747-9D5B-5B920513B29C}"/>
          </ac:inkMkLst>
        </pc:inkChg>
        <pc:inkChg chg="add topLvl">
          <ac:chgData name="Aggie Menezes" userId="74619c95fa3483c9" providerId="LiveId" clId="{6A46CFC1-D81F-9C46-BB3E-0BAFF4AC7CB5}" dt="2020-10-29T13:05:46.429" v="168"/>
          <ac:inkMkLst>
            <pc:docMk/>
            <pc:sldMk cId="2868892653" sldId="279"/>
            <ac:inkMk id="164" creationId="{8BE42FB1-D798-BD48-9C7D-E8AD0AAF05FC}"/>
          </ac:inkMkLst>
        </pc:inkChg>
        <pc:inkChg chg="add topLvl">
          <ac:chgData name="Aggie Menezes" userId="74619c95fa3483c9" providerId="LiveId" clId="{6A46CFC1-D81F-9C46-BB3E-0BAFF4AC7CB5}" dt="2020-10-29T13:05:46.429" v="168"/>
          <ac:inkMkLst>
            <pc:docMk/>
            <pc:sldMk cId="2868892653" sldId="279"/>
            <ac:inkMk id="165" creationId="{9D20656E-05D5-E149-84C6-EA666D0FEA93}"/>
          </ac:inkMkLst>
        </pc:inkChg>
        <pc:inkChg chg="add topLvl">
          <ac:chgData name="Aggie Menezes" userId="74619c95fa3483c9" providerId="LiveId" clId="{6A46CFC1-D81F-9C46-BB3E-0BAFF4AC7CB5}" dt="2020-10-29T13:05:46.429" v="168"/>
          <ac:inkMkLst>
            <pc:docMk/>
            <pc:sldMk cId="2868892653" sldId="279"/>
            <ac:inkMk id="166" creationId="{6EA6F780-A818-A54C-BDD8-B31650A64C08}"/>
          </ac:inkMkLst>
        </pc:inkChg>
        <pc:inkChg chg="add topLvl">
          <ac:chgData name="Aggie Menezes" userId="74619c95fa3483c9" providerId="LiveId" clId="{6A46CFC1-D81F-9C46-BB3E-0BAFF4AC7CB5}" dt="2020-10-29T13:05:46.429" v="168"/>
          <ac:inkMkLst>
            <pc:docMk/>
            <pc:sldMk cId="2868892653" sldId="279"/>
            <ac:inkMk id="167" creationId="{C7E39A22-912B-A248-8C38-C0EE701BB07D}"/>
          </ac:inkMkLst>
        </pc:inkChg>
        <pc:inkChg chg="add topLvl">
          <ac:chgData name="Aggie Menezes" userId="74619c95fa3483c9" providerId="LiveId" clId="{6A46CFC1-D81F-9C46-BB3E-0BAFF4AC7CB5}" dt="2020-10-29T13:05:46.429" v="168"/>
          <ac:inkMkLst>
            <pc:docMk/>
            <pc:sldMk cId="2868892653" sldId="279"/>
            <ac:inkMk id="168" creationId="{00D7F8CA-C902-B641-B5DC-2FC69E5FDAD8}"/>
          </ac:inkMkLst>
        </pc:inkChg>
        <pc:inkChg chg="add">
          <ac:chgData name="Aggie Menezes" userId="74619c95fa3483c9" providerId="LiveId" clId="{6A46CFC1-D81F-9C46-BB3E-0BAFF4AC7CB5}" dt="2020-10-29T13:15:40.726" v="323"/>
          <ac:inkMkLst>
            <pc:docMk/>
            <pc:sldMk cId="2868892653" sldId="279"/>
            <ac:inkMk id="169" creationId="{57526EA9-F650-8145-9A3F-AD57063F56F0}"/>
          </ac:inkMkLst>
        </pc:inkChg>
        <pc:inkChg chg="add">
          <ac:chgData name="Aggie Menezes" userId="74619c95fa3483c9" providerId="LiveId" clId="{6A46CFC1-D81F-9C46-BB3E-0BAFF4AC7CB5}" dt="2020-10-29T13:05:43.156" v="163"/>
          <ac:inkMkLst>
            <pc:docMk/>
            <pc:sldMk cId="2868892653" sldId="279"/>
            <ac:inkMk id="170" creationId="{9E7CF4C8-6613-9F47-A811-5EEE7CA6B02B}"/>
          </ac:inkMkLst>
        </pc:inkChg>
        <pc:inkChg chg="add">
          <ac:chgData name="Aggie Menezes" userId="74619c95fa3483c9" providerId="LiveId" clId="{6A46CFC1-D81F-9C46-BB3E-0BAFF4AC7CB5}" dt="2020-10-29T13:05:43.397" v="164"/>
          <ac:inkMkLst>
            <pc:docMk/>
            <pc:sldMk cId="2868892653" sldId="279"/>
            <ac:inkMk id="171" creationId="{2FBF7766-203C-B044-A376-ADB1EF578682}"/>
          </ac:inkMkLst>
        </pc:inkChg>
        <pc:inkChg chg="add">
          <ac:chgData name="Aggie Menezes" userId="74619c95fa3483c9" providerId="LiveId" clId="{6A46CFC1-D81F-9C46-BB3E-0BAFF4AC7CB5}" dt="2020-10-29T13:05:45.133" v="165"/>
          <ac:inkMkLst>
            <pc:docMk/>
            <pc:sldMk cId="2868892653" sldId="279"/>
            <ac:inkMk id="172" creationId="{A20B76EA-9606-E943-974A-CF17ECEACB49}"/>
          </ac:inkMkLst>
        </pc:inkChg>
        <pc:inkChg chg="add">
          <ac:chgData name="Aggie Menezes" userId="74619c95fa3483c9" providerId="LiveId" clId="{6A46CFC1-D81F-9C46-BB3E-0BAFF4AC7CB5}" dt="2020-10-29T13:05:45.339" v="166"/>
          <ac:inkMkLst>
            <pc:docMk/>
            <pc:sldMk cId="2868892653" sldId="279"/>
            <ac:inkMk id="173" creationId="{EB08444F-1EB6-0C44-8A8F-A2219E418EB6}"/>
          </ac:inkMkLst>
        </pc:inkChg>
        <pc:inkChg chg="add">
          <ac:chgData name="Aggie Menezes" userId="74619c95fa3483c9" providerId="LiveId" clId="{6A46CFC1-D81F-9C46-BB3E-0BAFF4AC7CB5}" dt="2020-10-29T13:05:45.485" v="167"/>
          <ac:inkMkLst>
            <pc:docMk/>
            <pc:sldMk cId="2868892653" sldId="279"/>
            <ac:inkMk id="174" creationId="{CF17A30C-749D-CF4A-A7EF-062A8E12BA72}"/>
          </ac:inkMkLst>
        </pc:inkChg>
        <pc:inkChg chg="add">
          <ac:chgData name="Aggie Menezes" userId="74619c95fa3483c9" providerId="LiveId" clId="{6A46CFC1-D81F-9C46-BB3E-0BAFF4AC7CB5}" dt="2020-10-29T13:06:14.138" v="169"/>
          <ac:inkMkLst>
            <pc:docMk/>
            <pc:sldMk cId="2868892653" sldId="279"/>
            <ac:inkMk id="177" creationId="{CB5F9A07-2752-D947-B86D-ACB072114F5B}"/>
          </ac:inkMkLst>
        </pc:inkChg>
        <pc:inkChg chg="add">
          <ac:chgData name="Aggie Menezes" userId="74619c95fa3483c9" providerId="LiveId" clId="{6A46CFC1-D81F-9C46-BB3E-0BAFF4AC7CB5}" dt="2020-10-29T13:06:24.381" v="170"/>
          <ac:inkMkLst>
            <pc:docMk/>
            <pc:sldMk cId="2868892653" sldId="279"/>
            <ac:inkMk id="178" creationId="{65ED9E44-397C-774B-8B6B-833BEA1012BC}"/>
          </ac:inkMkLst>
        </pc:inkChg>
        <pc:inkChg chg="add topLvl">
          <ac:chgData name="Aggie Menezes" userId="74619c95fa3483c9" providerId="LiveId" clId="{6A46CFC1-D81F-9C46-BB3E-0BAFF4AC7CB5}" dt="2020-10-29T13:07:24.884" v="198"/>
          <ac:inkMkLst>
            <pc:docMk/>
            <pc:sldMk cId="2868892653" sldId="279"/>
            <ac:inkMk id="179" creationId="{D8904D97-D89C-AE44-8F09-CCD292D183B4}"/>
          </ac:inkMkLst>
        </pc:inkChg>
        <pc:inkChg chg="add topLvl">
          <ac:chgData name="Aggie Menezes" userId="74619c95fa3483c9" providerId="LiveId" clId="{6A46CFC1-D81F-9C46-BB3E-0BAFF4AC7CB5}" dt="2020-10-29T13:07:24.884" v="198"/>
          <ac:inkMkLst>
            <pc:docMk/>
            <pc:sldMk cId="2868892653" sldId="279"/>
            <ac:inkMk id="180" creationId="{CD8AF432-71FE-1F49-A048-945ACA6EFC62}"/>
          </ac:inkMkLst>
        </pc:inkChg>
        <pc:inkChg chg="add topLvl">
          <ac:chgData name="Aggie Menezes" userId="74619c95fa3483c9" providerId="LiveId" clId="{6A46CFC1-D81F-9C46-BB3E-0BAFF4AC7CB5}" dt="2020-10-29T13:07:24.884" v="198"/>
          <ac:inkMkLst>
            <pc:docMk/>
            <pc:sldMk cId="2868892653" sldId="279"/>
            <ac:inkMk id="181" creationId="{C1968844-ACEF-904D-9AB0-82681F2A0899}"/>
          </ac:inkMkLst>
        </pc:inkChg>
        <pc:inkChg chg="add topLvl">
          <ac:chgData name="Aggie Menezes" userId="74619c95fa3483c9" providerId="LiveId" clId="{6A46CFC1-D81F-9C46-BB3E-0BAFF4AC7CB5}" dt="2020-10-29T13:07:24.884" v="198"/>
          <ac:inkMkLst>
            <pc:docMk/>
            <pc:sldMk cId="2868892653" sldId="279"/>
            <ac:inkMk id="182" creationId="{39964249-4B67-0F4C-94DE-601F6CE86713}"/>
          </ac:inkMkLst>
        </pc:inkChg>
        <pc:inkChg chg="add topLvl">
          <ac:chgData name="Aggie Menezes" userId="74619c95fa3483c9" providerId="LiveId" clId="{6A46CFC1-D81F-9C46-BB3E-0BAFF4AC7CB5}" dt="2020-10-29T13:07:24.884" v="198"/>
          <ac:inkMkLst>
            <pc:docMk/>
            <pc:sldMk cId="2868892653" sldId="279"/>
            <ac:inkMk id="183" creationId="{4C5D79B8-9FBA-6240-B58A-3CAA47DCFB3C}"/>
          </ac:inkMkLst>
        </pc:inkChg>
        <pc:inkChg chg="add">
          <ac:chgData name="Aggie Menezes" userId="74619c95fa3483c9" providerId="LiveId" clId="{6A46CFC1-D81F-9C46-BB3E-0BAFF4AC7CB5}" dt="2020-10-29T13:15:41.439" v="324"/>
          <ac:inkMkLst>
            <pc:docMk/>
            <pc:sldMk cId="2868892653" sldId="279"/>
            <ac:inkMk id="184" creationId="{CD377985-00B3-2C4A-ACF1-611CA7335F5A}"/>
          </ac:inkMkLst>
        </pc:inkChg>
        <pc:inkChg chg="add topLvl">
          <ac:chgData name="Aggie Menezes" userId="74619c95fa3483c9" providerId="LiveId" clId="{6A46CFC1-D81F-9C46-BB3E-0BAFF4AC7CB5}" dt="2020-10-29T13:07:24.884" v="198"/>
          <ac:inkMkLst>
            <pc:docMk/>
            <pc:sldMk cId="2868892653" sldId="279"/>
            <ac:inkMk id="185" creationId="{1893E242-FFFA-1E43-B94B-C8C11F64FD0F}"/>
          </ac:inkMkLst>
        </pc:inkChg>
        <pc:inkChg chg="add topLvl">
          <ac:chgData name="Aggie Menezes" userId="74619c95fa3483c9" providerId="LiveId" clId="{6A46CFC1-D81F-9C46-BB3E-0BAFF4AC7CB5}" dt="2020-10-29T13:07:24.884" v="198"/>
          <ac:inkMkLst>
            <pc:docMk/>
            <pc:sldMk cId="2868892653" sldId="279"/>
            <ac:inkMk id="186" creationId="{3302390B-A404-534E-A76F-7EFD9E7BCB5D}"/>
          </ac:inkMkLst>
        </pc:inkChg>
        <pc:inkChg chg="add">
          <ac:chgData name="Aggie Menezes" userId="74619c95fa3483c9" providerId="LiveId" clId="{6A46CFC1-D81F-9C46-BB3E-0BAFF4AC7CB5}" dt="2020-10-29T13:15:42.052" v="325"/>
          <ac:inkMkLst>
            <pc:docMk/>
            <pc:sldMk cId="2868892653" sldId="279"/>
            <ac:inkMk id="187" creationId="{4A7E0B74-9A8E-B44A-A55C-36BF55B99393}"/>
          </ac:inkMkLst>
        </pc:inkChg>
        <pc:inkChg chg="add">
          <ac:chgData name="Aggie Menezes" userId="74619c95fa3483c9" providerId="LiveId" clId="{6A46CFC1-D81F-9C46-BB3E-0BAFF4AC7CB5}" dt="2020-10-29T13:15:42.319" v="326"/>
          <ac:inkMkLst>
            <pc:docMk/>
            <pc:sldMk cId="2868892653" sldId="279"/>
            <ac:inkMk id="188" creationId="{1DCD6A51-5A10-7644-97EA-8BA9ECFA5370}"/>
          </ac:inkMkLst>
        </pc:inkChg>
        <pc:inkChg chg="add del topLvl">
          <ac:chgData name="Aggie Menezes" userId="74619c95fa3483c9" providerId="LiveId" clId="{6A46CFC1-D81F-9C46-BB3E-0BAFF4AC7CB5}" dt="2020-10-29T13:06:56.885" v="191"/>
          <ac:inkMkLst>
            <pc:docMk/>
            <pc:sldMk cId="2868892653" sldId="279"/>
            <ac:inkMk id="188" creationId="{543B68C5-3215-EB48-92E2-CF4295B2AD9E}"/>
          </ac:inkMkLst>
        </pc:inkChg>
        <pc:inkChg chg="add">
          <ac:chgData name="Aggie Menezes" userId="74619c95fa3483c9" providerId="LiveId" clId="{6A46CFC1-D81F-9C46-BB3E-0BAFF4AC7CB5}" dt="2020-10-29T13:15:43.565" v="327"/>
          <ac:inkMkLst>
            <pc:docMk/>
            <pc:sldMk cId="2868892653" sldId="279"/>
            <ac:inkMk id="189" creationId="{54A339F6-D37F-B74B-90C2-8474C2C8BB27}"/>
          </ac:inkMkLst>
        </pc:inkChg>
        <pc:inkChg chg="add del topLvl">
          <ac:chgData name="Aggie Menezes" userId="74619c95fa3483c9" providerId="LiveId" clId="{6A46CFC1-D81F-9C46-BB3E-0BAFF4AC7CB5}" dt="2020-10-29T13:06:56.891" v="192"/>
          <ac:inkMkLst>
            <pc:docMk/>
            <pc:sldMk cId="2868892653" sldId="279"/>
            <ac:inkMk id="189" creationId="{C529C151-247A-F048-B59D-93509C02BCAC}"/>
          </ac:inkMkLst>
        </pc:inkChg>
        <pc:inkChg chg="add">
          <ac:chgData name="Aggie Menezes" userId="74619c95fa3483c9" providerId="LiveId" clId="{6A46CFC1-D81F-9C46-BB3E-0BAFF4AC7CB5}" dt="2020-10-29T13:15:43.923" v="328"/>
          <ac:inkMkLst>
            <pc:docMk/>
            <pc:sldMk cId="2868892653" sldId="279"/>
            <ac:inkMk id="190" creationId="{99FABB01-E8D8-2F4E-A9DE-CB42C12885A1}"/>
          </ac:inkMkLst>
        </pc:inkChg>
        <pc:inkChg chg="add del topLvl">
          <ac:chgData name="Aggie Menezes" userId="74619c95fa3483c9" providerId="LiveId" clId="{6A46CFC1-D81F-9C46-BB3E-0BAFF4AC7CB5}" dt="2020-10-29T13:06:56.043" v="190"/>
          <ac:inkMkLst>
            <pc:docMk/>
            <pc:sldMk cId="2868892653" sldId="279"/>
            <ac:inkMk id="191" creationId="{841F84A6-298A-984A-A9F5-31947DB116FE}"/>
          </ac:inkMkLst>
        </pc:inkChg>
        <pc:inkChg chg="add">
          <ac:chgData name="Aggie Menezes" userId="74619c95fa3483c9" providerId="LiveId" clId="{6A46CFC1-D81F-9C46-BB3E-0BAFF4AC7CB5}" dt="2020-10-29T13:15:44.146" v="329"/>
          <ac:inkMkLst>
            <pc:docMk/>
            <pc:sldMk cId="2868892653" sldId="279"/>
            <ac:inkMk id="191" creationId="{F5B8DCE3-CBE7-FD44-9CE4-8D2B83DE07BE}"/>
          </ac:inkMkLst>
        </pc:inkChg>
        <pc:inkChg chg="add">
          <ac:chgData name="Aggie Menezes" userId="74619c95fa3483c9" providerId="LiveId" clId="{6A46CFC1-D81F-9C46-BB3E-0BAFF4AC7CB5}" dt="2020-10-29T13:15:44.561" v="330"/>
          <ac:inkMkLst>
            <pc:docMk/>
            <pc:sldMk cId="2868892653" sldId="279"/>
            <ac:inkMk id="192" creationId="{AAECC8D3-FEE5-1347-9941-F922624EF706}"/>
          </ac:inkMkLst>
        </pc:inkChg>
        <pc:inkChg chg="add del">
          <ac:chgData name="Aggie Menezes" userId="74619c95fa3483c9" providerId="LiveId" clId="{6A46CFC1-D81F-9C46-BB3E-0BAFF4AC7CB5}" dt="2020-10-29T13:06:56.040" v="189"/>
          <ac:inkMkLst>
            <pc:docMk/>
            <pc:sldMk cId="2868892653" sldId="279"/>
            <ac:inkMk id="193" creationId="{730AB82C-8125-6B4F-946D-33F86949E162}"/>
          </ac:inkMkLst>
        </pc:inkChg>
        <pc:inkChg chg="add">
          <ac:chgData name="Aggie Menezes" userId="74619c95fa3483c9" providerId="LiveId" clId="{6A46CFC1-D81F-9C46-BB3E-0BAFF4AC7CB5}" dt="2020-10-29T13:15:45.771" v="331"/>
          <ac:inkMkLst>
            <pc:docMk/>
            <pc:sldMk cId="2868892653" sldId="279"/>
            <ac:inkMk id="193" creationId="{E317F054-E05A-1149-8F94-511C4366991B}"/>
          </ac:inkMkLst>
        </pc:inkChg>
        <pc:inkChg chg="add del">
          <ac:chgData name="Aggie Menezes" userId="74619c95fa3483c9" providerId="LiveId" clId="{6A46CFC1-D81F-9C46-BB3E-0BAFF4AC7CB5}" dt="2020-10-29T13:06:56.037" v="188"/>
          <ac:inkMkLst>
            <pc:docMk/>
            <pc:sldMk cId="2868892653" sldId="279"/>
            <ac:inkMk id="194" creationId="{1F49F6AA-88A3-A941-AB52-A4CBF05AA3C9}"/>
          </ac:inkMkLst>
        </pc:inkChg>
        <pc:inkChg chg="add">
          <ac:chgData name="Aggie Menezes" userId="74619c95fa3483c9" providerId="LiveId" clId="{6A46CFC1-D81F-9C46-BB3E-0BAFF4AC7CB5}" dt="2020-10-29T13:15:47.062" v="332"/>
          <ac:inkMkLst>
            <pc:docMk/>
            <pc:sldMk cId="2868892653" sldId="279"/>
            <ac:inkMk id="194" creationId="{C8DBBB42-0E07-FD40-B6D4-1EBAD25BE204}"/>
          </ac:inkMkLst>
        </pc:inkChg>
        <pc:inkChg chg="add">
          <ac:chgData name="Aggie Menezes" userId="74619c95fa3483c9" providerId="LiveId" clId="{6A46CFC1-D81F-9C46-BB3E-0BAFF4AC7CB5}" dt="2020-10-29T13:15:47.374" v="333"/>
          <ac:inkMkLst>
            <pc:docMk/>
            <pc:sldMk cId="2868892653" sldId="279"/>
            <ac:inkMk id="195" creationId="{892D30D1-ACA9-864D-8560-5EB21CCEBDA5}"/>
          </ac:inkMkLst>
        </pc:inkChg>
        <pc:inkChg chg="add">
          <ac:chgData name="Aggie Menezes" userId="74619c95fa3483c9" providerId="LiveId" clId="{6A46CFC1-D81F-9C46-BB3E-0BAFF4AC7CB5}" dt="2020-10-29T13:07:21.105" v="193"/>
          <ac:inkMkLst>
            <pc:docMk/>
            <pc:sldMk cId="2868892653" sldId="279"/>
            <ac:inkMk id="196" creationId="{DEE07D9A-E3DA-1642-822C-7B171DB4CB28}"/>
          </ac:inkMkLst>
        </pc:inkChg>
        <pc:inkChg chg="add">
          <ac:chgData name="Aggie Menezes" userId="74619c95fa3483c9" providerId="LiveId" clId="{6A46CFC1-D81F-9C46-BB3E-0BAFF4AC7CB5}" dt="2020-10-29T13:07:21.556" v="194"/>
          <ac:inkMkLst>
            <pc:docMk/>
            <pc:sldMk cId="2868892653" sldId="279"/>
            <ac:inkMk id="197" creationId="{1E8526CC-37C7-DA48-8C7C-47AB536975DD}"/>
          </ac:inkMkLst>
        </pc:inkChg>
        <pc:inkChg chg="add">
          <ac:chgData name="Aggie Menezes" userId="74619c95fa3483c9" providerId="LiveId" clId="{6A46CFC1-D81F-9C46-BB3E-0BAFF4AC7CB5}" dt="2020-10-29T13:07:22.277" v="195"/>
          <ac:inkMkLst>
            <pc:docMk/>
            <pc:sldMk cId="2868892653" sldId="279"/>
            <ac:inkMk id="198" creationId="{3966281D-5184-DE47-896C-E3D5E98BBD89}"/>
          </ac:inkMkLst>
        </pc:inkChg>
        <pc:inkChg chg="add">
          <ac:chgData name="Aggie Menezes" userId="74619c95fa3483c9" providerId="LiveId" clId="{6A46CFC1-D81F-9C46-BB3E-0BAFF4AC7CB5}" dt="2020-10-29T13:07:23.045" v="196"/>
          <ac:inkMkLst>
            <pc:docMk/>
            <pc:sldMk cId="2868892653" sldId="279"/>
            <ac:inkMk id="199" creationId="{CD3B3207-AD1D-6C44-8E3B-E458A91ADD47}"/>
          </ac:inkMkLst>
        </pc:inkChg>
        <pc:inkChg chg="add">
          <ac:chgData name="Aggie Menezes" userId="74619c95fa3483c9" providerId="LiveId" clId="{6A46CFC1-D81F-9C46-BB3E-0BAFF4AC7CB5}" dt="2020-10-29T13:07:23.849" v="197"/>
          <ac:inkMkLst>
            <pc:docMk/>
            <pc:sldMk cId="2868892653" sldId="279"/>
            <ac:inkMk id="200" creationId="{22C9DFA7-1EB6-B143-B5BA-43052C6B2501}"/>
          </ac:inkMkLst>
        </pc:inkChg>
        <pc:inkChg chg="add topLvl">
          <ac:chgData name="Aggie Menezes" userId="74619c95fa3483c9" providerId="LiveId" clId="{6A46CFC1-D81F-9C46-BB3E-0BAFF4AC7CB5}" dt="2020-10-29T13:08:09.037" v="248"/>
          <ac:inkMkLst>
            <pc:docMk/>
            <pc:sldMk cId="2868892653" sldId="279"/>
            <ac:inkMk id="203" creationId="{370E1003-97CE-3543-8B9D-4249E203F26D}"/>
          </ac:inkMkLst>
        </pc:inkChg>
        <pc:inkChg chg="add topLvl">
          <ac:chgData name="Aggie Menezes" userId="74619c95fa3483c9" providerId="LiveId" clId="{6A46CFC1-D81F-9C46-BB3E-0BAFF4AC7CB5}" dt="2020-10-29T13:08:09.037" v="248"/>
          <ac:inkMkLst>
            <pc:docMk/>
            <pc:sldMk cId="2868892653" sldId="279"/>
            <ac:inkMk id="204" creationId="{9E3DE35B-DF85-B047-BA62-DF9FD43B4FF3}"/>
          </ac:inkMkLst>
        </pc:inkChg>
        <pc:inkChg chg="add topLvl">
          <ac:chgData name="Aggie Menezes" userId="74619c95fa3483c9" providerId="LiveId" clId="{6A46CFC1-D81F-9C46-BB3E-0BAFF4AC7CB5}" dt="2020-10-29T13:08:09.037" v="248"/>
          <ac:inkMkLst>
            <pc:docMk/>
            <pc:sldMk cId="2868892653" sldId="279"/>
            <ac:inkMk id="205" creationId="{BF08467F-0253-054A-BB2E-6174D88E261E}"/>
          </ac:inkMkLst>
        </pc:inkChg>
        <pc:inkChg chg="add topLvl">
          <ac:chgData name="Aggie Menezes" userId="74619c95fa3483c9" providerId="LiveId" clId="{6A46CFC1-D81F-9C46-BB3E-0BAFF4AC7CB5}" dt="2020-10-29T13:08:09.037" v="248"/>
          <ac:inkMkLst>
            <pc:docMk/>
            <pc:sldMk cId="2868892653" sldId="279"/>
            <ac:inkMk id="206" creationId="{C1E76EEF-50DF-5A42-ADDA-F60A3CA11760}"/>
          </ac:inkMkLst>
        </pc:inkChg>
        <pc:inkChg chg="add topLvl">
          <ac:chgData name="Aggie Menezes" userId="74619c95fa3483c9" providerId="LiveId" clId="{6A46CFC1-D81F-9C46-BB3E-0BAFF4AC7CB5}" dt="2020-10-29T13:08:09.037" v="248"/>
          <ac:inkMkLst>
            <pc:docMk/>
            <pc:sldMk cId="2868892653" sldId="279"/>
            <ac:inkMk id="207" creationId="{6548E016-CE74-9F4B-AB07-49F5CE6F2AE3}"/>
          </ac:inkMkLst>
        </pc:inkChg>
        <pc:inkChg chg="add topLvl">
          <ac:chgData name="Aggie Menezes" userId="74619c95fa3483c9" providerId="LiveId" clId="{6A46CFC1-D81F-9C46-BB3E-0BAFF4AC7CB5}" dt="2020-10-29T13:08:09.037" v="248"/>
          <ac:inkMkLst>
            <pc:docMk/>
            <pc:sldMk cId="2868892653" sldId="279"/>
            <ac:inkMk id="208" creationId="{DC5839F1-15E5-0743-91EB-6660A806CBAC}"/>
          </ac:inkMkLst>
        </pc:inkChg>
        <pc:inkChg chg="add topLvl">
          <ac:chgData name="Aggie Menezes" userId="74619c95fa3483c9" providerId="LiveId" clId="{6A46CFC1-D81F-9C46-BB3E-0BAFF4AC7CB5}" dt="2020-10-29T13:08:09.037" v="248"/>
          <ac:inkMkLst>
            <pc:docMk/>
            <pc:sldMk cId="2868892653" sldId="279"/>
            <ac:inkMk id="209" creationId="{F96B8FD9-677F-8245-BEDC-D887BBC5A92A}"/>
          </ac:inkMkLst>
        </pc:inkChg>
        <pc:inkChg chg="add topLvl">
          <ac:chgData name="Aggie Menezes" userId="74619c95fa3483c9" providerId="LiveId" clId="{6A46CFC1-D81F-9C46-BB3E-0BAFF4AC7CB5}" dt="2020-10-29T13:08:09.037" v="248"/>
          <ac:inkMkLst>
            <pc:docMk/>
            <pc:sldMk cId="2868892653" sldId="279"/>
            <ac:inkMk id="210" creationId="{74D2D870-DFFC-7A48-B401-DEB56379A121}"/>
          </ac:inkMkLst>
        </pc:inkChg>
        <pc:inkChg chg="add topLvl">
          <ac:chgData name="Aggie Menezes" userId="74619c95fa3483c9" providerId="LiveId" clId="{6A46CFC1-D81F-9C46-BB3E-0BAFF4AC7CB5}" dt="2020-10-29T13:08:09.037" v="248"/>
          <ac:inkMkLst>
            <pc:docMk/>
            <pc:sldMk cId="2868892653" sldId="279"/>
            <ac:inkMk id="211" creationId="{8984FF6F-C561-EE42-A15D-5AC8292B2220}"/>
          </ac:inkMkLst>
        </pc:inkChg>
        <pc:inkChg chg="add topLvl">
          <ac:chgData name="Aggie Menezes" userId="74619c95fa3483c9" providerId="LiveId" clId="{6A46CFC1-D81F-9C46-BB3E-0BAFF4AC7CB5}" dt="2020-10-29T13:08:09.037" v="248"/>
          <ac:inkMkLst>
            <pc:docMk/>
            <pc:sldMk cId="2868892653" sldId="279"/>
            <ac:inkMk id="212" creationId="{4FB610B1-93E4-DB4C-A48C-B2A504AB0165}"/>
          </ac:inkMkLst>
        </pc:inkChg>
        <pc:inkChg chg="add">
          <ac:chgData name="Aggie Menezes" userId="74619c95fa3483c9" providerId="LiveId" clId="{6A46CFC1-D81F-9C46-BB3E-0BAFF4AC7CB5}" dt="2020-10-29T13:15:48.074" v="334"/>
          <ac:inkMkLst>
            <pc:docMk/>
            <pc:sldMk cId="2868892653" sldId="279"/>
            <ac:inkMk id="213" creationId="{F5BC8989-B062-9D49-A4AC-73F15CEE8A53}"/>
          </ac:inkMkLst>
        </pc:inkChg>
        <pc:inkChg chg="add">
          <ac:chgData name="Aggie Menezes" userId="74619c95fa3483c9" providerId="LiveId" clId="{6A46CFC1-D81F-9C46-BB3E-0BAFF4AC7CB5}" dt="2020-10-29T13:15:48.450" v="335"/>
          <ac:inkMkLst>
            <pc:docMk/>
            <pc:sldMk cId="2868892653" sldId="279"/>
            <ac:inkMk id="214" creationId="{DBB86E76-44B4-A545-BB9F-C5CE76CCCF3C}"/>
          </ac:inkMkLst>
        </pc:inkChg>
        <pc:inkChg chg="add">
          <ac:chgData name="Aggie Menezes" userId="74619c95fa3483c9" providerId="LiveId" clId="{6A46CFC1-D81F-9C46-BB3E-0BAFF4AC7CB5}" dt="2020-10-29T13:15:49.101" v="336"/>
          <ac:inkMkLst>
            <pc:docMk/>
            <pc:sldMk cId="2868892653" sldId="279"/>
            <ac:inkMk id="215" creationId="{94145671-F7DA-2144-BED5-6C4D15CD1234}"/>
          </ac:inkMkLst>
        </pc:inkChg>
        <pc:inkChg chg="add topLvl">
          <ac:chgData name="Aggie Menezes" userId="74619c95fa3483c9" providerId="LiveId" clId="{6A46CFC1-D81F-9C46-BB3E-0BAFF4AC7CB5}" dt="2020-10-29T13:08:09.037" v="248"/>
          <ac:inkMkLst>
            <pc:docMk/>
            <pc:sldMk cId="2868892653" sldId="279"/>
            <ac:inkMk id="216" creationId="{A35028D3-A87A-424C-A3EB-1139ED2C01BB}"/>
          </ac:inkMkLst>
        </pc:inkChg>
        <pc:inkChg chg="add topLvl">
          <ac:chgData name="Aggie Menezes" userId="74619c95fa3483c9" providerId="LiveId" clId="{6A46CFC1-D81F-9C46-BB3E-0BAFF4AC7CB5}" dt="2020-10-29T13:08:09.037" v="248"/>
          <ac:inkMkLst>
            <pc:docMk/>
            <pc:sldMk cId="2868892653" sldId="279"/>
            <ac:inkMk id="217" creationId="{769E8A8A-D14D-0248-AD1A-FD71EDB0C206}"/>
          </ac:inkMkLst>
        </pc:inkChg>
        <pc:inkChg chg="add topLvl">
          <ac:chgData name="Aggie Menezes" userId="74619c95fa3483c9" providerId="LiveId" clId="{6A46CFC1-D81F-9C46-BB3E-0BAFF4AC7CB5}" dt="2020-10-29T13:08:09.037" v="248"/>
          <ac:inkMkLst>
            <pc:docMk/>
            <pc:sldMk cId="2868892653" sldId="279"/>
            <ac:inkMk id="218" creationId="{260E8ECA-098D-2340-8A75-A8435BB0A4B7}"/>
          </ac:inkMkLst>
        </pc:inkChg>
        <pc:inkChg chg="add topLvl">
          <ac:chgData name="Aggie Menezes" userId="74619c95fa3483c9" providerId="LiveId" clId="{6A46CFC1-D81F-9C46-BB3E-0BAFF4AC7CB5}" dt="2020-10-29T13:08:09.037" v="248"/>
          <ac:inkMkLst>
            <pc:docMk/>
            <pc:sldMk cId="2868892653" sldId="279"/>
            <ac:inkMk id="219" creationId="{E48E9AD5-BE72-BF4C-A5FE-8C41D2B5A3FC}"/>
          </ac:inkMkLst>
        </pc:inkChg>
        <pc:inkChg chg="add topLvl">
          <ac:chgData name="Aggie Menezes" userId="74619c95fa3483c9" providerId="LiveId" clId="{6A46CFC1-D81F-9C46-BB3E-0BAFF4AC7CB5}" dt="2020-10-29T13:08:09.037" v="248"/>
          <ac:inkMkLst>
            <pc:docMk/>
            <pc:sldMk cId="2868892653" sldId="279"/>
            <ac:inkMk id="220" creationId="{A0C55B57-4B7F-B241-9DDC-02969AE814AC}"/>
          </ac:inkMkLst>
        </pc:inkChg>
        <pc:inkChg chg="add topLvl">
          <ac:chgData name="Aggie Menezes" userId="74619c95fa3483c9" providerId="LiveId" clId="{6A46CFC1-D81F-9C46-BB3E-0BAFF4AC7CB5}" dt="2020-10-29T13:08:09.037" v="248"/>
          <ac:inkMkLst>
            <pc:docMk/>
            <pc:sldMk cId="2868892653" sldId="279"/>
            <ac:inkMk id="221" creationId="{39938BE7-D4EE-7147-8A37-AD3B4AC4E787}"/>
          </ac:inkMkLst>
        </pc:inkChg>
        <pc:inkChg chg="add topLvl">
          <ac:chgData name="Aggie Menezes" userId="74619c95fa3483c9" providerId="LiveId" clId="{6A46CFC1-D81F-9C46-BB3E-0BAFF4AC7CB5}" dt="2020-10-29T13:08:09.037" v="248"/>
          <ac:inkMkLst>
            <pc:docMk/>
            <pc:sldMk cId="2868892653" sldId="279"/>
            <ac:inkMk id="222" creationId="{0971872D-53F0-534B-A640-FCB8804FB149}"/>
          </ac:inkMkLst>
        </pc:inkChg>
        <pc:inkChg chg="add">
          <ac:chgData name="Aggie Menezes" userId="74619c95fa3483c9" providerId="LiveId" clId="{6A46CFC1-D81F-9C46-BB3E-0BAFF4AC7CB5}" dt="2020-10-29T13:15:49.568" v="337"/>
          <ac:inkMkLst>
            <pc:docMk/>
            <pc:sldMk cId="2868892653" sldId="279"/>
            <ac:inkMk id="223" creationId="{E3A879E7-B9CA-DA4C-BB42-6F39B3D605E6}"/>
          </ac:inkMkLst>
        </pc:inkChg>
        <pc:inkChg chg="add topLvl">
          <ac:chgData name="Aggie Menezes" userId="74619c95fa3483c9" providerId="LiveId" clId="{6A46CFC1-D81F-9C46-BB3E-0BAFF4AC7CB5}" dt="2020-10-29T13:08:09.037" v="248"/>
          <ac:inkMkLst>
            <pc:docMk/>
            <pc:sldMk cId="2868892653" sldId="279"/>
            <ac:inkMk id="224" creationId="{65A56F95-594E-0148-92C6-DD07F0277747}"/>
          </ac:inkMkLst>
        </pc:inkChg>
        <pc:inkChg chg="add topLvl">
          <ac:chgData name="Aggie Menezes" userId="74619c95fa3483c9" providerId="LiveId" clId="{6A46CFC1-D81F-9C46-BB3E-0BAFF4AC7CB5}" dt="2020-10-29T13:08:09.037" v="248"/>
          <ac:inkMkLst>
            <pc:docMk/>
            <pc:sldMk cId="2868892653" sldId="279"/>
            <ac:inkMk id="225" creationId="{49F706BF-9AC2-B64F-94D7-8BBE83484EB1}"/>
          </ac:inkMkLst>
        </pc:inkChg>
        <pc:inkChg chg="add topLvl">
          <ac:chgData name="Aggie Menezes" userId="74619c95fa3483c9" providerId="LiveId" clId="{6A46CFC1-D81F-9C46-BB3E-0BAFF4AC7CB5}" dt="2020-10-29T13:08:09.037" v="248"/>
          <ac:inkMkLst>
            <pc:docMk/>
            <pc:sldMk cId="2868892653" sldId="279"/>
            <ac:inkMk id="226" creationId="{C8647A1F-CFF7-BE4F-A8FA-FA4C8E142856}"/>
          </ac:inkMkLst>
        </pc:inkChg>
        <pc:inkChg chg="add topLvl">
          <ac:chgData name="Aggie Menezes" userId="74619c95fa3483c9" providerId="LiveId" clId="{6A46CFC1-D81F-9C46-BB3E-0BAFF4AC7CB5}" dt="2020-10-29T13:08:09.037" v="248"/>
          <ac:inkMkLst>
            <pc:docMk/>
            <pc:sldMk cId="2868892653" sldId="279"/>
            <ac:inkMk id="227" creationId="{64D3AD31-774C-B34E-94B4-82DB175C9A2D}"/>
          </ac:inkMkLst>
        </pc:inkChg>
        <pc:inkChg chg="add topLvl">
          <ac:chgData name="Aggie Menezes" userId="74619c95fa3483c9" providerId="LiveId" clId="{6A46CFC1-D81F-9C46-BB3E-0BAFF4AC7CB5}" dt="2020-10-29T13:08:09.037" v="248"/>
          <ac:inkMkLst>
            <pc:docMk/>
            <pc:sldMk cId="2868892653" sldId="279"/>
            <ac:inkMk id="228" creationId="{8D3886E3-5718-D642-8D73-1FE787A10AAF}"/>
          </ac:inkMkLst>
        </pc:inkChg>
        <pc:inkChg chg="add topLvl">
          <ac:chgData name="Aggie Menezes" userId="74619c95fa3483c9" providerId="LiveId" clId="{6A46CFC1-D81F-9C46-BB3E-0BAFF4AC7CB5}" dt="2020-10-29T13:08:09.037" v="248"/>
          <ac:inkMkLst>
            <pc:docMk/>
            <pc:sldMk cId="2868892653" sldId="279"/>
            <ac:inkMk id="230" creationId="{7D2DB1D1-49DB-EC47-9BAD-C6DB1F67F1D3}"/>
          </ac:inkMkLst>
        </pc:inkChg>
        <pc:inkChg chg="add topLvl">
          <ac:chgData name="Aggie Menezes" userId="74619c95fa3483c9" providerId="LiveId" clId="{6A46CFC1-D81F-9C46-BB3E-0BAFF4AC7CB5}" dt="2020-10-29T13:08:09.037" v="248"/>
          <ac:inkMkLst>
            <pc:docMk/>
            <pc:sldMk cId="2868892653" sldId="279"/>
            <ac:inkMk id="231" creationId="{49F84AF5-ED16-1E46-BE47-99AD5FEB4BD5}"/>
          </ac:inkMkLst>
        </pc:inkChg>
        <pc:inkChg chg="add topLvl">
          <ac:chgData name="Aggie Menezes" userId="74619c95fa3483c9" providerId="LiveId" clId="{6A46CFC1-D81F-9C46-BB3E-0BAFF4AC7CB5}" dt="2020-10-29T13:08:09.037" v="248"/>
          <ac:inkMkLst>
            <pc:docMk/>
            <pc:sldMk cId="2868892653" sldId="279"/>
            <ac:inkMk id="232" creationId="{8159FBB9-32AA-F043-821C-D0E57A2924D3}"/>
          </ac:inkMkLst>
        </pc:inkChg>
        <pc:inkChg chg="add topLvl">
          <ac:chgData name="Aggie Menezes" userId="74619c95fa3483c9" providerId="LiveId" clId="{6A46CFC1-D81F-9C46-BB3E-0BAFF4AC7CB5}" dt="2020-10-29T13:16:33.037" v="353"/>
          <ac:inkMkLst>
            <pc:docMk/>
            <pc:sldMk cId="2868892653" sldId="279"/>
            <ac:inkMk id="233" creationId="{92FF5A88-7B26-FE4A-9163-EDFD70C7A9FB}"/>
          </ac:inkMkLst>
        </pc:inkChg>
        <pc:inkChg chg="add topLvl">
          <ac:chgData name="Aggie Menezes" userId="74619c95fa3483c9" providerId="LiveId" clId="{6A46CFC1-D81F-9C46-BB3E-0BAFF4AC7CB5}" dt="2020-10-29T13:08:09.037" v="248"/>
          <ac:inkMkLst>
            <pc:docMk/>
            <pc:sldMk cId="2868892653" sldId="279"/>
            <ac:inkMk id="234" creationId="{CFD63F6C-9ECB-414D-AEAE-3AF500FBB423}"/>
          </ac:inkMkLst>
        </pc:inkChg>
        <pc:inkChg chg="add topLvl">
          <ac:chgData name="Aggie Menezes" userId="74619c95fa3483c9" providerId="LiveId" clId="{6A46CFC1-D81F-9C46-BB3E-0BAFF4AC7CB5}" dt="2020-10-29T13:08:09.037" v="248"/>
          <ac:inkMkLst>
            <pc:docMk/>
            <pc:sldMk cId="2868892653" sldId="279"/>
            <ac:inkMk id="235" creationId="{9CA8D2C3-9FD8-1C4E-83F7-DCA2B35C95A8}"/>
          </ac:inkMkLst>
        </pc:inkChg>
        <pc:inkChg chg="add topLvl">
          <ac:chgData name="Aggie Menezes" userId="74619c95fa3483c9" providerId="LiveId" clId="{6A46CFC1-D81F-9C46-BB3E-0BAFF4AC7CB5}" dt="2020-10-29T13:16:33.037" v="353"/>
          <ac:inkMkLst>
            <pc:docMk/>
            <pc:sldMk cId="2868892653" sldId="279"/>
            <ac:inkMk id="236" creationId="{0FC26A31-8F66-B247-AD57-7853C60EA901}"/>
          </ac:inkMkLst>
        </pc:inkChg>
        <pc:inkChg chg="add">
          <ac:chgData name="Aggie Menezes" userId="74619c95fa3483c9" providerId="LiveId" clId="{6A46CFC1-D81F-9C46-BB3E-0BAFF4AC7CB5}" dt="2020-10-29T13:08:01.706" v="231"/>
          <ac:inkMkLst>
            <pc:docMk/>
            <pc:sldMk cId="2868892653" sldId="279"/>
            <ac:inkMk id="237" creationId="{FBA3BC9B-06A0-8548-87B9-EE7521C7EF3C}"/>
          </ac:inkMkLst>
        </pc:inkChg>
        <pc:inkChg chg="add">
          <ac:chgData name="Aggie Menezes" userId="74619c95fa3483c9" providerId="LiveId" clId="{6A46CFC1-D81F-9C46-BB3E-0BAFF4AC7CB5}" dt="2020-10-29T13:08:02.136" v="232"/>
          <ac:inkMkLst>
            <pc:docMk/>
            <pc:sldMk cId="2868892653" sldId="279"/>
            <ac:inkMk id="238" creationId="{85768C4C-EDE2-9A4C-A4D9-708298A1339B}"/>
          </ac:inkMkLst>
        </pc:inkChg>
        <pc:inkChg chg="add">
          <ac:chgData name="Aggie Menezes" userId="74619c95fa3483c9" providerId="LiveId" clId="{6A46CFC1-D81F-9C46-BB3E-0BAFF4AC7CB5}" dt="2020-10-29T13:08:02.431" v="233"/>
          <ac:inkMkLst>
            <pc:docMk/>
            <pc:sldMk cId="2868892653" sldId="279"/>
            <ac:inkMk id="239" creationId="{28FB4836-8692-224E-B716-EE8822143314}"/>
          </ac:inkMkLst>
        </pc:inkChg>
        <pc:inkChg chg="add">
          <ac:chgData name="Aggie Menezes" userId="74619c95fa3483c9" providerId="LiveId" clId="{6A46CFC1-D81F-9C46-BB3E-0BAFF4AC7CB5}" dt="2020-10-29T13:08:03.545" v="234"/>
          <ac:inkMkLst>
            <pc:docMk/>
            <pc:sldMk cId="2868892653" sldId="279"/>
            <ac:inkMk id="240" creationId="{FDB62CC8-C6BA-E348-BF9D-5B16C26F3EAF}"/>
          </ac:inkMkLst>
        </pc:inkChg>
        <pc:inkChg chg="add">
          <ac:chgData name="Aggie Menezes" userId="74619c95fa3483c9" providerId="LiveId" clId="{6A46CFC1-D81F-9C46-BB3E-0BAFF4AC7CB5}" dt="2020-10-29T13:08:04.002" v="235"/>
          <ac:inkMkLst>
            <pc:docMk/>
            <pc:sldMk cId="2868892653" sldId="279"/>
            <ac:inkMk id="241" creationId="{F96DB369-6B96-CB46-B6F5-7CBD8C0B8A0E}"/>
          </ac:inkMkLst>
        </pc:inkChg>
        <pc:inkChg chg="add">
          <ac:chgData name="Aggie Menezes" userId="74619c95fa3483c9" providerId="LiveId" clId="{6A46CFC1-D81F-9C46-BB3E-0BAFF4AC7CB5}" dt="2020-10-29T13:08:04.510" v="236"/>
          <ac:inkMkLst>
            <pc:docMk/>
            <pc:sldMk cId="2868892653" sldId="279"/>
            <ac:inkMk id="242" creationId="{88231B15-9400-B24E-9052-17959D2BFD90}"/>
          </ac:inkMkLst>
        </pc:inkChg>
        <pc:inkChg chg="add">
          <ac:chgData name="Aggie Menezes" userId="74619c95fa3483c9" providerId="LiveId" clId="{6A46CFC1-D81F-9C46-BB3E-0BAFF4AC7CB5}" dt="2020-10-29T13:08:04.905" v="237"/>
          <ac:inkMkLst>
            <pc:docMk/>
            <pc:sldMk cId="2868892653" sldId="279"/>
            <ac:inkMk id="243" creationId="{9BF989DF-0A06-794F-88B2-E5E997677992}"/>
          </ac:inkMkLst>
        </pc:inkChg>
        <pc:inkChg chg="add">
          <ac:chgData name="Aggie Menezes" userId="74619c95fa3483c9" providerId="LiveId" clId="{6A46CFC1-D81F-9C46-BB3E-0BAFF4AC7CB5}" dt="2020-10-29T13:08:05.165" v="238"/>
          <ac:inkMkLst>
            <pc:docMk/>
            <pc:sldMk cId="2868892653" sldId="279"/>
            <ac:inkMk id="244" creationId="{B1FA4B2C-AD6D-0940-BF02-35FA63C9710D}"/>
          </ac:inkMkLst>
        </pc:inkChg>
        <pc:inkChg chg="add">
          <ac:chgData name="Aggie Menezes" userId="74619c95fa3483c9" providerId="LiveId" clId="{6A46CFC1-D81F-9C46-BB3E-0BAFF4AC7CB5}" dt="2020-10-29T13:08:05.407" v="239"/>
          <ac:inkMkLst>
            <pc:docMk/>
            <pc:sldMk cId="2868892653" sldId="279"/>
            <ac:inkMk id="245" creationId="{C578DB0C-DA43-A04A-9ADC-BA8C48A4DA70}"/>
          </ac:inkMkLst>
        </pc:inkChg>
        <pc:inkChg chg="add">
          <ac:chgData name="Aggie Menezes" userId="74619c95fa3483c9" providerId="LiveId" clId="{6A46CFC1-D81F-9C46-BB3E-0BAFF4AC7CB5}" dt="2020-10-29T13:08:05.603" v="240"/>
          <ac:inkMkLst>
            <pc:docMk/>
            <pc:sldMk cId="2868892653" sldId="279"/>
            <ac:inkMk id="246" creationId="{7CFC3705-6FF2-C94C-A3BA-3C5EB6DD897D}"/>
          </ac:inkMkLst>
        </pc:inkChg>
        <pc:inkChg chg="add">
          <ac:chgData name="Aggie Menezes" userId="74619c95fa3483c9" providerId="LiveId" clId="{6A46CFC1-D81F-9C46-BB3E-0BAFF4AC7CB5}" dt="2020-10-29T13:08:05.959" v="241"/>
          <ac:inkMkLst>
            <pc:docMk/>
            <pc:sldMk cId="2868892653" sldId="279"/>
            <ac:inkMk id="247" creationId="{BB771D79-4B64-9247-AEEB-8653D506F2E1}"/>
          </ac:inkMkLst>
        </pc:inkChg>
        <pc:inkChg chg="add">
          <ac:chgData name="Aggie Menezes" userId="74619c95fa3483c9" providerId="LiveId" clId="{6A46CFC1-D81F-9C46-BB3E-0BAFF4AC7CB5}" dt="2020-10-29T13:08:06.585" v="242"/>
          <ac:inkMkLst>
            <pc:docMk/>
            <pc:sldMk cId="2868892653" sldId="279"/>
            <ac:inkMk id="248" creationId="{9D3599EE-2768-9248-AB15-1AEEA2927C61}"/>
          </ac:inkMkLst>
        </pc:inkChg>
        <pc:inkChg chg="add">
          <ac:chgData name="Aggie Menezes" userId="74619c95fa3483c9" providerId="LiveId" clId="{6A46CFC1-D81F-9C46-BB3E-0BAFF4AC7CB5}" dt="2020-10-29T13:08:07.006" v="243"/>
          <ac:inkMkLst>
            <pc:docMk/>
            <pc:sldMk cId="2868892653" sldId="279"/>
            <ac:inkMk id="249" creationId="{F4EA835B-7D0D-B643-94E2-B45668F16098}"/>
          </ac:inkMkLst>
        </pc:inkChg>
        <pc:inkChg chg="add">
          <ac:chgData name="Aggie Menezes" userId="74619c95fa3483c9" providerId="LiveId" clId="{6A46CFC1-D81F-9C46-BB3E-0BAFF4AC7CB5}" dt="2020-10-29T13:08:07.452" v="244"/>
          <ac:inkMkLst>
            <pc:docMk/>
            <pc:sldMk cId="2868892653" sldId="279"/>
            <ac:inkMk id="250" creationId="{0D8C4102-8A9C-1E4C-B2CE-67E66258BC52}"/>
          </ac:inkMkLst>
        </pc:inkChg>
        <pc:inkChg chg="add">
          <ac:chgData name="Aggie Menezes" userId="74619c95fa3483c9" providerId="LiveId" clId="{6A46CFC1-D81F-9C46-BB3E-0BAFF4AC7CB5}" dt="2020-10-29T13:08:07.637" v="245"/>
          <ac:inkMkLst>
            <pc:docMk/>
            <pc:sldMk cId="2868892653" sldId="279"/>
            <ac:inkMk id="251" creationId="{5FEA1E9E-B395-F244-9A18-E041303E35F2}"/>
          </ac:inkMkLst>
        </pc:inkChg>
        <pc:inkChg chg="add">
          <ac:chgData name="Aggie Menezes" userId="74619c95fa3483c9" providerId="LiveId" clId="{6A46CFC1-D81F-9C46-BB3E-0BAFF4AC7CB5}" dt="2020-10-29T13:08:07.953" v="246"/>
          <ac:inkMkLst>
            <pc:docMk/>
            <pc:sldMk cId="2868892653" sldId="279"/>
            <ac:inkMk id="252" creationId="{D66773AF-7D2C-9342-9643-77A9BE39708C}"/>
          </ac:inkMkLst>
        </pc:inkChg>
        <pc:inkChg chg="add">
          <ac:chgData name="Aggie Menezes" userId="74619c95fa3483c9" providerId="LiveId" clId="{6A46CFC1-D81F-9C46-BB3E-0BAFF4AC7CB5}" dt="2020-10-29T13:08:08.293" v="247"/>
          <ac:inkMkLst>
            <pc:docMk/>
            <pc:sldMk cId="2868892653" sldId="279"/>
            <ac:inkMk id="253" creationId="{030E51FB-DE60-AB45-9B70-C05D1396F408}"/>
          </ac:inkMkLst>
        </pc:inkChg>
        <pc:inkChg chg="add">
          <ac:chgData name="Aggie Menezes" userId="74619c95fa3483c9" providerId="LiveId" clId="{6A46CFC1-D81F-9C46-BB3E-0BAFF4AC7CB5}" dt="2020-10-29T13:08:20.724" v="249"/>
          <ac:inkMkLst>
            <pc:docMk/>
            <pc:sldMk cId="2868892653" sldId="279"/>
            <ac:inkMk id="255" creationId="{3DE91980-9854-4644-840F-9C0EA04CC85D}"/>
          </ac:inkMkLst>
        </pc:inkChg>
        <pc:inkChg chg="add">
          <ac:chgData name="Aggie Menezes" userId="74619c95fa3483c9" providerId="LiveId" clId="{6A46CFC1-D81F-9C46-BB3E-0BAFF4AC7CB5}" dt="2020-10-29T13:08:35.770" v="250"/>
          <ac:inkMkLst>
            <pc:docMk/>
            <pc:sldMk cId="2868892653" sldId="279"/>
            <ac:inkMk id="256" creationId="{1CD8EDEA-28C7-6B41-8859-41764E4D9BAC}"/>
          </ac:inkMkLst>
        </pc:inkChg>
        <pc:inkChg chg="add">
          <ac:chgData name="Aggie Menezes" userId="74619c95fa3483c9" providerId="LiveId" clId="{6A46CFC1-D81F-9C46-BB3E-0BAFF4AC7CB5}" dt="2020-10-29T13:08:36.222" v="251"/>
          <ac:inkMkLst>
            <pc:docMk/>
            <pc:sldMk cId="2868892653" sldId="279"/>
            <ac:inkMk id="257" creationId="{FAAD531E-609D-3E40-A4C4-F4F88048B079}"/>
          </ac:inkMkLst>
        </pc:inkChg>
        <pc:inkChg chg="add">
          <ac:chgData name="Aggie Menezes" userId="74619c95fa3483c9" providerId="LiveId" clId="{6A46CFC1-D81F-9C46-BB3E-0BAFF4AC7CB5}" dt="2020-10-29T13:08:37.055" v="252"/>
          <ac:inkMkLst>
            <pc:docMk/>
            <pc:sldMk cId="2868892653" sldId="279"/>
            <ac:inkMk id="258" creationId="{A2A9ECDB-83C4-704E-93E6-032DEA17388E}"/>
          </ac:inkMkLst>
        </pc:inkChg>
        <pc:inkChg chg="add">
          <ac:chgData name="Aggie Menezes" userId="74619c95fa3483c9" providerId="LiveId" clId="{6A46CFC1-D81F-9C46-BB3E-0BAFF4AC7CB5}" dt="2020-10-29T13:08:37.268" v="253"/>
          <ac:inkMkLst>
            <pc:docMk/>
            <pc:sldMk cId="2868892653" sldId="279"/>
            <ac:inkMk id="259" creationId="{5EECDC14-B315-5342-98B5-62497CFEF77E}"/>
          </ac:inkMkLst>
        </pc:inkChg>
        <pc:inkChg chg="add">
          <ac:chgData name="Aggie Menezes" userId="74619c95fa3483c9" providerId="LiveId" clId="{6A46CFC1-D81F-9C46-BB3E-0BAFF4AC7CB5}" dt="2020-10-29T13:08:38.243" v="254"/>
          <ac:inkMkLst>
            <pc:docMk/>
            <pc:sldMk cId="2868892653" sldId="279"/>
            <ac:inkMk id="260" creationId="{C7ABF050-18BD-114F-A82B-89708089DBE6}"/>
          </ac:inkMkLst>
        </pc:inkChg>
        <pc:inkChg chg="add">
          <ac:chgData name="Aggie Menezes" userId="74619c95fa3483c9" providerId="LiveId" clId="{6A46CFC1-D81F-9C46-BB3E-0BAFF4AC7CB5}" dt="2020-10-29T13:08:38.469" v="255"/>
          <ac:inkMkLst>
            <pc:docMk/>
            <pc:sldMk cId="2868892653" sldId="279"/>
            <ac:inkMk id="261" creationId="{30A7B296-69E5-7741-BCC2-7196BC6941C9}"/>
          </ac:inkMkLst>
        </pc:inkChg>
        <pc:inkChg chg="add">
          <ac:chgData name="Aggie Menezes" userId="74619c95fa3483c9" providerId="LiveId" clId="{6A46CFC1-D81F-9C46-BB3E-0BAFF4AC7CB5}" dt="2020-10-29T13:09:06.702" v="257"/>
          <ac:inkMkLst>
            <pc:docMk/>
            <pc:sldMk cId="2868892653" sldId="279"/>
            <ac:inkMk id="263" creationId="{A5502D32-BA16-6947-9F99-06DAC1626651}"/>
          </ac:inkMkLst>
        </pc:inkChg>
        <pc:inkChg chg="add">
          <ac:chgData name="Aggie Menezes" userId="74619c95fa3483c9" providerId="LiveId" clId="{6A46CFC1-D81F-9C46-BB3E-0BAFF4AC7CB5}" dt="2020-10-29T13:09:09.038" v="258"/>
          <ac:inkMkLst>
            <pc:docMk/>
            <pc:sldMk cId="2868892653" sldId="279"/>
            <ac:inkMk id="264" creationId="{58A112E5-5842-5A42-B8C6-21E8A85D910C}"/>
          </ac:inkMkLst>
        </pc:inkChg>
        <pc:inkChg chg="add">
          <ac:chgData name="Aggie Menezes" userId="74619c95fa3483c9" providerId="LiveId" clId="{6A46CFC1-D81F-9C46-BB3E-0BAFF4AC7CB5}" dt="2020-10-29T13:09:09.551" v="259"/>
          <ac:inkMkLst>
            <pc:docMk/>
            <pc:sldMk cId="2868892653" sldId="279"/>
            <ac:inkMk id="265" creationId="{F4679B43-DCCC-1440-B53D-0CE8BA16444F}"/>
          </ac:inkMkLst>
        </pc:inkChg>
        <pc:inkChg chg="add">
          <ac:chgData name="Aggie Menezes" userId="74619c95fa3483c9" providerId="LiveId" clId="{6A46CFC1-D81F-9C46-BB3E-0BAFF4AC7CB5}" dt="2020-10-29T13:09:10.016" v="260"/>
          <ac:inkMkLst>
            <pc:docMk/>
            <pc:sldMk cId="2868892653" sldId="279"/>
            <ac:inkMk id="266" creationId="{D65AB0AC-27E8-764A-841B-668C980859AB}"/>
          </ac:inkMkLst>
        </pc:inkChg>
        <pc:inkChg chg="add">
          <ac:chgData name="Aggie Menezes" userId="74619c95fa3483c9" providerId="LiveId" clId="{6A46CFC1-D81F-9C46-BB3E-0BAFF4AC7CB5}" dt="2020-10-29T13:10:41.545" v="262"/>
          <ac:inkMkLst>
            <pc:docMk/>
            <pc:sldMk cId="2868892653" sldId="279"/>
            <ac:inkMk id="268" creationId="{7F41F039-5304-9B44-9772-D9F6419B233E}"/>
          </ac:inkMkLst>
        </pc:inkChg>
        <pc:inkChg chg="add">
          <ac:chgData name="Aggie Menezes" userId="74619c95fa3483c9" providerId="LiveId" clId="{6A46CFC1-D81F-9C46-BB3E-0BAFF4AC7CB5}" dt="2020-10-29T13:10:42.045" v="263"/>
          <ac:inkMkLst>
            <pc:docMk/>
            <pc:sldMk cId="2868892653" sldId="279"/>
            <ac:inkMk id="269" creationId="{B12AE2E7-6983-4E42-B307-8D16F3F35E10}"/>
          </ac:inkMkLst>
        </pc:inkChg>
        <pc:inkChg chg="add">
          <ac:chgData name="Aggie Menezes" userId="74619c95fa3483c9" providerId="LiveId" clId="{6A46CFC1-D81F-9C46-BB3E-0BAFF4AC7CB5}" dt="2020-10-29T13:10:42.845" v="264"/>
          <ac:inkMkLst>
            <pc:docMk/>
            <pc:sldMk cId="2868892653" sldId="279"/>
            <ac:inkMk id="270" creationId="{B9946C86-E9ED-1D45-B2F6-A8592F5B9BB8}"/>
          </ac:inkMkLst>
        </pc:inkChg>
        <pc:inkChg chg="add">
          <ac:chgData name="Aggie Menezes" userId="74619c95fa3483c9" providerId="LiveId" clId="{6A46CFC1-D81F-9C46-BB3E-0BAFF4AC7CB5}" dt="2020-10-29T13:10:43.453" v="265"/>
          <ac:inkMkLst>
            <pc:docMk/>
            <pc:sldMk cId="2868892653" sldId="279"/>
            <ac:inkMk id="271" creationId="{6946EE36-9DA8-4444-857C-E212AA59C3F0}"/>
          </ac:inkMkLst>
        </pc:inkChg>
        <pc:inkChg chg="add">
          <ac:chgData name="Aggie Menezes" userId="74619c95fa3483c9" providerId="LiveId" clId="{6A46CFC1-D81F-9C46-BB3E-0BAFF4AC7CB5}" dt="2020-10-29T13:10:43.708" v="266"/>
          <ac:inkMkLst>
            <pc:docMk/>
            <pc:sldMk cId="2868892653" sldId="279"/>
            <ac:inkMk id="272" creationId="{1C4C7BBE-397E-8049-A6F0-47403CBC8F09}"/>
          </ac:inkMkLst>
        </pc:inkChg>
        <pc:inkChg chg="add">
          <ac:chgData name="Aggie Menezes" userId="74619c95fa3483c9" providerId="LiveId" clId="{6A46CFC1-D81F-9C46-BB3E-0BAFF4AC7CB5}" dt="2020-10-29T13:10:43.910" v="267"/>
          <ac:inkMkLst>
            <pc:docMk/>
            <pc:sldMk cId="2868892653" sldId="279"/>
            <ac:inkMk id="273" creationId="{AFBF3B78-0C2A-4D44-B0A4-B4CE11CE28AB}"/>
          </ac:inkMkLst>
        </pc:inkChg>
        <pc:inkChg chg="add topLvl">
          <ac:chgData name="Aggie Menezes" userId="74619c95fa3483c9" providerId="LiveId" clId="{6A46CFC1-D81F-9C46-BB3E-0BAFF4AC7CB5}" dt="2020-10-29T13:11:19.936" v="275"/>
          <ac:inkMkLst>
            <pc:docMk/>
            <pc:sldMk cId="2868892653" sldId="279"/>
            <ac:inkMk id="276" creationId="{56F9C24D-F230-3A46-86C3-E158334CC726}"/>
          </ac:inkMkLst>
        </pc:inkChg>
        <pc:inkChg chg="add topLvl">
          <ac:chgData name="Aggie Menezes" userId="74619c95fa3483c9" providerId="LiveId" clId="{6A46CFC1-D81F-9C46-BB3E-0BAFF4AC7CB5}" dt="2020-10-29T13:11:19.936" v="275"/>
          <ac:inkMkLst>
            <pc:docMk/>
            <pc:sldMk cId="2868892653" sldId="279"/>
            <ac:inkMk id="277" creationId="{62B995F5-1B4C-6240-A416-A47728DAF89C}"/>
          </ac:inkMkLst>
        </pc:inkChg>
        <pc:inkChg chg="add topLvl">
          <ac:chgData name="Aggie Menezes" userId="74619c95fa3483c9" providerId="LiveId" clId="{6A46CFC1-D81F-9C46-BB3E-0BAFF4AC7CB5}" dt="2020-10-29T13:16:33.037" v="353"/>
          <ac:inkMkLst>
            <pc:docMk/>
            <pc:sldMk cId="2868892653" sldId="279"/>
            <ac:inkMk id="278" creationId="{BD4BC93E-3AC5-594D-BCC9-54D911E5DEF2}"/>
          </ac:inkMkLst>
        </pc:inkChg>
        <pc:inkChg chg="add">
          <ac:chgData name="Aggie Menezes" userId="74619c95fa3483c9" providerId="LiveId" clId="{6A46CFC1-D81F-9C46-BB3E-0BAFF4AC7CB5}" dt="2020-10-29T13:11:18.299" v="272"/>
          <ac:inkMkLst>
            <pc:docMk/>
            <pc:sldMk cId="2868892653" sldId="279"/>
            <ac:inkMk id="279" creationId="{460A8E2A-B894-0347-B638-FCDD949E2794}"/>
          </ac:inkMkLst>
        </pc:inkChg>
        <pc:inkChg chg="add">
          <ac:chgData name="Aggie Menezes" userId="74619c95fa3483c9" providerId="LiveId" clId="{6A46CFC1-D81F-9C46-BB3E-0BAFF4AC7CB5}" dt="2020-10-29T13:11:18.864" v="273"/>
          <ac:inkMkLst>
            <pc:docMk/>
            <pc:sldMk cId="2868892653" sldId="279"/>
            <ac:inkMk id="280" creationId="{6C98EB8F-E263-654E-AAB1-1DA00AC1C5FA}"/>
          </ac:inkMkLst>
        </pc:inkChg>
        <pc:inkChg chg="add">
          <ac:chgData name="Aggie Menezes" userId="74619c95fa3483c9" providerId="LiveId" clId="{6A46CFC1-D81F-9C46-BB3E-0BAFF4AC7CB5}" dt="2020-10-29T13:11:19.081" v="274"/>
          <ac:inkMkLst>
            <pc:docMk/>
            <pc:sldMk cId="2868892653" sldId="279"/>
            <ac:inkMk id="281" creationId="{33790B6E-2897-5342-ADD6-DC10FFFBC238}"/>
          </ac:inkMkLst>
        </pc:inkChg>
        <pc:inkChg chg="add">
          <ac:chgData name="Aggie Menezes" userId="74619c95fa3483c9" providerId="LiveId" clId="{6A46CFC1-D81F-9C46-BB3E-0BAFF4AC7CB5}" dt="2020-10-29T13:11:20.275" v="276"/>
          <ac:inkMkLst>
            <pc:docMk/>
            <pc:sldMk cId="2868892653" sldId="279"/>
            <ac:inkMk id="283" creationId="{58621A8B-294A-E044-B2F5-EA261151FD8B}"/>
          </ac:inkMkLst>
        </pc:inkChg>
        <pc:inkChg chg="add">
          <ac:chgData name="Aggie Menezes" userId="74619c95fa3483c9" providerId="LiveId" clId="{6A46CFC1-D81F-9C46-BB3E-0BAFF4AC7CB5}" dt="2020-10-29T13:11:20.601" v="277"/>
          <ac:inkMkLst>
            <pc:docMk/>
            <pc:sldMk cId="2868892653" sldId="279"/>
            <ac:inkMk id="284" creationId="{9A483A4F-1DB6-B847-9BCA-784CAEB426E2}"/>
          </ac:inkMkLst>
        </pc:inkChg>
        <pc:inkChg chg="add">
          <ac:chgData name="Aggie Menezes" userId="74619c95fa3483c9" providerId="LiveId" clId="{6A46CFC1-D81F-9C46-BB3E-0BAFF4AC7CB5}" dt="2020-10-29T13:11:20.945" v="278"/>
          <ac:inkMkLst>
            <pc:docMk/>
            <pc:sldMk cId="2868892653" sldId="279"/>
            <ac:inkMk id="285" creationId="{913676CA-C679-B143-959C-CCBAF7EDDA2F}"/>
          </ac:inkMkLst>
        </pc:inkChg>
        <pc:inkChg chg="add">
          <ac:chgData name="Aggie Menezes" userId="74619c95fa3483c9" providerId="LiveId" clId="{6A46CFC1-D81F-9C46-BB3E-0BAFF4AC7CB5}" dt="2020-10-29T13:11:35.547" v="280"/>
          <ac:inkMkLst>
            <pc:docMk/>
            <pc:sldMk cId="2868892653" sldId="279"/>
            <ac:inkMk id="287" creationId="{BB548870-2A5C-9E4C-9C4C-043A902393C9}"/>
          </ac:inkMkLst>
        </pc:inkChg>
        <pc:inkChg chg="add">
          <ac:chgData name="Aggie Menezes" userId="74619c95fa3483c9" providerId="LiveId" clId="{6A46CFC1-D81F-9C46-BB3E-0BAFF4AC7CB5}" dt="2020-10-29T13:11:37.955" v="281"/>
          <ac:inkMkLst>
            <pc:docMk/>
            <pc:sldMk cId="2868892653" sldId="279"/>
            <ac:inkMk id="288" creationId="{4F9C0DDA-41F9-2C44-BC47-F4E42263132D}"/>
          </ac:inkMkLst>
        </pc:inkChg>
        <pc:inkChg chg="add">
          <ac:chgData name="Aggie Menezes" userId="74619c95fa3483c9" providerId="LiveId" clId="{6A46CFC1-D81F-9C46-BB3E-0BAFF4AC7CB5}" dt="2020-10-29T13:11:38.571" v="282"/>
          <ac:inkMkLst>
            <pc:docMk/>
            <pc:sldMk cId="2868892653" sldId="279"/>
            <ac:inkMk id="289" creationId="{C60546DB-4BCB-9144-B00C-FC7DFC1EF672}"/>
          </ac:inkMkLst>
        </pc:inkChg>
        <pc:inkChg chg="add">
          <ac:chgData name="Aggie Menezes" userId="74619c95fa3483c9" providerId="LiveId" clId="{6A46CFC1-D81F-9C46-BB3E-0BAFF4AC7CB5}" dt="2020-10-29T13:11:38.928" v="283"/>
          <ac:inkMkLst>
            <pc:docMk/>
            <pc:sldMk cId="2868892653" sldId="279"/>
            <ac:inkMk id="290" creationId="{280E7255-2670-E34B-B734-FDCD0CBFF140}"/>
          </ac:inkMkLst>
        </pc:inkChg>
        <pc:inkChg chg="add">
          <ac:chgData name="Aggie Menezes" userId="74619c95fa3483c9" providerId="LiveId" clId="{6A46CFC1-D81F-9C46-BB3E-0BAFF4AC7CB5}" dt="2020-10-29T13:11:39.325" v="284"/>
          <ac:inkMkLst>
            <pc:docMk/>
            <pc:sldMk cId="2868892653" sldId="279"/>
            <ac:inkMk id="291" creationId="{339B2484-18BF-AB47-8465-35D5CADEC435}"/>
          </ac:inkMkLst>
        </pc:inkChg>
        <pc:inkChg chg="add topLvl">
          <ac:chgData name="Aggie Menezes" userId="74619c95fa3483c9" providerId="LiveId" clId="{6A46CFC1-D81F-9C46-BB3E-0BAFF4AC7CB5}" dt="2020-10-29T13:13:48.004" v="311"/>
          <ac:inkMkLst>
            <pc:docMk/>
            <pc:sldMk cId="2868892653" sldId="279"/>
            <ac:inkMk id="293" creationId="{C943D682-71E2-C246-A4A6-E09C0DB1B84C}"/>
          </ac:inkMkLst>
        </pc:inkChg>
        <pc:inkChg chg="add topLvl">
          <ac:chgData name="Aggie Menezes" userId="74619c95fa3483c9" providerId="LiveId" clId="{6A46CFC1-D81F-9C46-BB3E-0BAFF4AC7CB5}" dt="2020-10-29T13:13:48.004" v="311"/>
          <ac:inkMkLst>
            <pc:docMk/>
            <pc:sldMk cId="2868892653" sldId="279"/>
            <ac:inkMk id="294" creationId="{EEC28C84-3AC8-C94C-BD60-7ABCB0A37C5F}"/>
          </ac:inkMkLst>
        </pc:inkChg>
        <pc:inkChg chg="add topLvl">
          <ac:chgData name="Aggie Menezes" userId="74619c95fa3483c9" providerId="LiveId" clId="{6A46CFC1-D81F-9C46-BB3E-0BAFF4AC7CB5}" dt="2020-10-29T13:13:48.004" v="311"/>
          <ac:inkMkLst>
            <pc:docMk/>
            <pc:sldMk cId="2868892653" sldId="279"/>
            <ac:inkMk id="295" creationId="{C0A437D1-9770-E94C-8024-31E01E844135}"/>
          </ac:inkMkLst>
        </pc:inkChg>
        <pc:inkChg chg="add topLvl">
          <ac:chgData name="Aggie Menezes" userId="74619c95fa3483c9" providerId="LiveId" clId="{6A46CFC1-D81F-9C46-BB3E-0BAFF4AC7CB5}" dt="2020-10-29T13:13:48.004" v="311"/>
          <ac:inkMkLst>
            <pc:docMk/>
            <pc:sldMk cId="2868892653" sldId="279"/>
            <ac:inkMk id="296" creationId="{B05BDD98-B1D7-274D-9D06-18BCACC0A704}"/>
          </ac:inkMkLst>
        </pc:inkChg>
        <pc:inkChg chg="add topLvl">
          <ac:chgData name="Aggie Menezes" userId="74619c95fa3483c9" providerId="LiveId" clId="{6A46CFC1-D81F-9C46-BB3E-0BAFF4AC7CB5}" dt="2020-10-29T13:13:48.004" v="311"/>
          <ac:inkMkLst>
            <pc:docMk/>
            <pc:sldMk cId="2868892653" sldId="279"/>
            <ac:inkMk id="297" creationId="{633FC876-459F-7142-B4EB-76D75CB05252}"/>
          </ac:inkMkLst>
        </pc:inkChg>
        <pc:inkChg chg="add topLvl">
          <ac:chgData name="Aggie Menezes" userId="74619c95fa3483c9" providerId="LiveId" clId="{6A46CFC1-D81F-9C46-BB3E-0BAFF4AC7CB5}" dt="2020-10-29T13:13:48.004" v="311"/>
          <ac:inkMkLst>
            <pc:docMk/>
            <pc:sldMk cId="2868892653" sldId="279"/>
            <ac:inkMk id="298" creationId="{A4B96096-81A0-0745-AF7C-C372DD8B13FF}"/>
          </ac:inkMkLst>
        </pc:inkChg>
        <pc:inkChg chg="add topLvl">
          <ac:chgData name="Aggie Menezes" userId="74619c95fa3483c9" providerId="LiveId" clId="{6A46CFC1-D81F-9C46-BB3E-0BAFF4AC7CB5}" dt="2020-10-29T13:13:48.004" v="311"/>
          <ac:inkMkLst>
            <pc:docMk/>
            <pc:sldMk cId="2868892653" sldId="279"/>
            <ac:inkMk id="299" creationId="{C056D57A-9F81-B944-B960-8816CEC9D4BD}"/>
          </ac:inkMkLst>
        </pc:inkChg>
        <pc:inkChg chg="add topLvl">
          <ac:chgData name="Aggie Menezes" userId="74619c95fa3483c9" providerId="LiveId" clId="{6A46CFC1-D81F-9C46-BB3E-0BAFF4AC7CB5}" dt="2020-10-29T13:13:48.004" v="311"/>
          <ac:inkMkLst>
            <pc:docMk/>
            <pc:sldMk cId="2868892653" sldId="279"/>
            <ac:inkMk id="300" creationId="{AB36E908-9707-DC43-AD85-096F38DF0A09}"/>
          </ac:inkMkLst>
        </pc:inkChg>
        <pc:inkChg chg="add topLvl">
          <ac:chgData name="Aggie Menezes" userId="74619c95fa3483c9" providerId="LiveId" clId="{6A46CFC1-D81F-9C46-BB3E-0BAFF4AC7CB5}" dt="2020-10-29T13:13:48.004" v="311"/>
          <ac:inkMkLst>
            <pc:docMk/>
            <pc:sldMk cId="2868892653" sldId="279"/>
            <ac:inkMk id="301" creationId="{B75262F7-34F5-5746-A9CF-134AC9AC7B63}"/>
          </ac:inkMkLst>
        </pc:inkChg>
        <pc:inkChg chg="add topLvl">
          <ac:chgData name="Aggie Menezes" userId="74619c95fa3483c9" providerId="LiveId" clId="{6A46CFC1-D81F-9C46-BB3E-0BAFF4AC7CB5}" dt="2020-10-29T13:13:48.004" v="311"/>
          <ac:inkMkLst>
            <pc:docMk/>
            <pc:sldMk cId="2868892653" sldId="279"/>
            <ac:inkMk id="302" creationId="{6613C620-FF71-FA44-9802-DB37EF159A75}"/>
          </ac:inkMkLst>
        </pc:inkChg>
        <pc:inkChg chg="add topLvl">
          <ac:chgData name="Aggie Menezes" userId="74619c95fa3483c9" providerId="LiveId" clId="{6A46CFC1-D81F-9C46-BB3E-0BAFF4AC7CB5}" dt="2020-10-29T13:13:48.004" v="311"/>
          <ac:inkMkLst>
            <pc:docMk/>
            <pc:sldMk cId="2868892653" sldId="279"/>
            <ac:inkMk id="303" creationId="{10C4EA61-1DF1-AD4C-BA45-012D4B18FDE8}"/>
          </ac:inkMkLst>
        </pc:inkChg>
        <pc:inkChg chg="add topLvl">
          <ac:chgData name="Aggie Menezes" userId="74619c95fa3483c9" providerId="LiveId" clId="{6A46CFC1-D81F-9C46-BB3E-0BAFF4AC7CB5}" dt="2020-10-29T13:13:48.004" v="311"/>
          <ac:inkMkLst>
            <pc:docMk/>
            <pc:sldMk cId="2868892653" sldId="279"/>
            <ac:inkMk id="304" creationId="{2D7F345E-A884-4D4D-9FCD-7C9D2CA86833}"/>
          </ac:inkMkLst>
        </pc:inkChg>
        <pc:inkChg chg="add topLvl">
          <ac:chgData name="Aggie Menezes" userId="74619c95fa3483c9" providerId="LiveId" clId="{6A46CFC1-D81F-9C46-BB3E-0BAFF4AC7CB5}" dt="2020-10-29T13:13:48.004" v="311"/>
          <ac:inkMkLst>
            <pc:docMk/>
            <pc:sldMk cId="2868892653" sldId="279"/>
            <ac:inkMk id="305" creationId="{A661AA8C-8C25-2143-B3D2-AC42960BB933}"/>
          </ac:inkMkLst>
        </pc:inkChg>
        <pc:inkChg chg="add topLvl">
          <ac:chgData name="Aggie Menezes" userId="74619c95fa3483c9" providerId="LiveId" clId="{6A46CFC1-D81F-9C46-BB3E-0BAFF4AC7CB5}" dt="2020-10-29T13:13:48.004" v="311"/>
          <ac:inkMkLst>
            <pc:docMk/>
            <pc:sldMk cId="2868892653" sldId="279"/>
            <ac:inkMk id="306" creationId="{7CAABF7B-5FD7-D845-984A-AE9FF0037A01}"/>
          </ac:inkMkLst>
        </pc:inkChg>
        <pc:inkChg chg="add topLvl">
          <ac:chgData name="Aggie Menezes" userId="74619c95fa3483c9" providerId="LiveId" clId="{6A46CFC1-D81F-9C46-BB3E-0BAFF4AC7CB5}" dt="2020-10-29T13:13:48.004" v="311"/>
          <ac:inkMkLst>
            <pc:docMk/>
            <pc:sldMk cId="2868892653" sldId="279"/>
            <ac:inkMk id="307" creationId="{D392E16B-9EF0-A34C-960A-179C25F3664A}"/>
          </ac:inkMkLst>
        </pc:inkChg>
        <pc:inkChg chg="add topLvl">
          <ac:chgData name="Aggie Menezes" userId="74619c95fa3483c9" providerId="LiveId" clId="{6A46CFC1-D81F-9C46-BB3E-0BAFF4AC7CB5}" dt="2020-10-29T13:13:48.004" v="311"/>
          <ac:inkMkLst>
            <pc:docMk/>
            <pc:sldMk cId="2868892653" sldId="279"/>
            <ac:inkMk id="308" creationId="{B91C74CB-6A20-0642-A3B1-2AE99C3441BC}"/>
          </ac:inkMkLst>
        </pc:inkChg>
        <pc:inkChg chg="add topLvl">
          <ac:chgData name="Aggie Menezes" userId="74619c95fa3483c9" providerId="LiveId" clId="{6A46CFC1-D81F-9C46-BB3E-0BAFF4AC7CB5}" dt="2020-10-29T13:13:48.004" v="311"/>
          <ac:inkMkLst>
            <pc:docMk/>
            <pc:sldMk cId="2868892653" sldId="279"/>
            <ac:inkMk id="309" creationId="{31B3DE4A-F61C-514F-A3BE-392C56D04EF3}"/>
          </ac:inkMkLst>
        </pc:inkChg>
        <pc:inkChg chg="add topLvl">
          <ac:chgData name="Aggie Menezes" userId="74619c95fa3483c9" providerId="LiveId" clId="{6A46CFC1-D81F-9C46-BB3E-0BAFF4AC7CB5}" dt="2020-10-29T13:16:33.037" v="353"/>
          <ac:inkMkLst>
            <pc:docMk/>
            <pc:sldMk cId="2868892653" sldId="279"/>
            <ac:inkMk id="310" creationId="{88BCB2DC-C1BA-C345-B91F-19BE9DE05716}"/>
          </ac:inkMkLst>
        </pc:inkChg>
        <pc:inkChg chg="add">
          <ac:chgData name="Aggie Menezes" userId="74619c95fa3483c9" providerId="LiveId" clId="{6A46CFC1-D81F-9C46-BB3E-0BAFF4AC7CB5}" dt="2020-10-29T13:13:45.477" v="304"/>
          <ac:inkMkLst>
            <pc:docMk/>
            <pc:sldMk cId="2868892653" sldId="279"/>
            <ac:inkMk id="311" creationId="{F05F99A2-B852-6943-B43D-E39976D4D188}"/>
          </ac:inkMkLst>
        </pc:inkChg>
        <pc:inkChg chg="add">
          <ac:chgData name="Aggie Menezes" userId="74619c95fa3483c9" providerId="LiveId" clId="{6A46CFC1-D81F-9C46-BB3E-0BAFF4AC7CB5}" dt="2020-10-29T13:13:45.996" v="305"/>
          <ac:inkMkLst>
            <pc:docMk/>
            <pc:sldMk cId="2868892653" sldId="279"/>
            <ac:inkMk id="312" creationId="{D31C1F8A-2ECB-0240-A56B-BCD2DE7786E9}"/>
          </ac:inkMkLst>
        </pc:inkChg>
        <pc:inkChg chg="add">
          <ac:chgData name="Aggie Menezes" userId="74619c95fa3483c9" providerId="LiveId" clId="{6A46CFC1-D81F-9C46-BB3E-0BAFF4AC7CB5}" dt="2020-10-29T13:13:46.245" v="306"/>
          <ac:inkMkLst>
            <pc:docMk/>
            <pc:sldMk cId="2868892653" sldId="279"/>
            <ac:inkMk id="313" creationId="{00A4BAF5-7CE6-EC4C-8796-11FF2710A36D}"/>
          </ac:inkMkLst>
        </pc:inkChg>
        <pc:inkChg chg="add">
          <ac:chgData name="Aggie Menezes" userId="74619c95fa3483c9" providerId="LiveId" clId="{6A46CFC1-D81F-9C46-BB3E-0BAFF4AC7CB5}" dt="2020-10-29T13:13:46.692" v="307"/>
          <ac:inkMkLst>
            <pc:docMk/>
            <pc:sldMk cId="2868892653" sldId="279"/>
            <ac:inkMk id="314" creationId="{AA46CADE-2B6F-F247-BCDF-DCBA0D6B9C13}"/>
          </ac:inkMkLst>
        </pc:inkChg>
        <pc:inkChg chg="add">
          <ac:chgData name="Aggie Menezes" userId="74619c95fa3483c9" providerId="LiveId" clId="{6A46CFC1-D81F-9C46-BB3E-0BAFF4AC7CB5}" dt="2020-10-29T13:13:46.938" v="308"/>
          <ac:inkMkLst>
            <pc:docMk/>
            <pc:sldMk cId="2868892653" sldId="279"/>
            <ac:inkMk id="315" creationId="{656BF30B-BBD1-0644-B395-24A4CF16391B}"/>
          </ac:inkMkLst>
        </pc:inkChg>
        <pc:inkChg chg="add">
          <ac:chgData name="Aggie Menezes" userId="74619c95fa3483c9" providerId="LiveId" clId="{6A46CFC1-D81F-9C46-BB3E-0BAFF4AC7CB5}" dt="2020-10-29T13:13:47.225" v="309"/>
          <ac:inkMkLst>
            <pc:docMk/>
            <pc:sldMk cId="2868892653" sldId="279"/>
            <ac:inkMk id="316" creationId="{094E0EF5-DF70-4B45-95F0-E3C872ED9F5E}"/>
          </ac:inkMkLst>
        </pc:inkChg>
        <pc:inkChg chg="add">
          <ac:chgData name="Aggie Menezes" userId="74619c95fa3483c9" providerId="LiveId" clId="{6A46CFC1-D81F-9C46-BB3E-0BAFF4AC7CB5}" dt="2020-10-29T13:13:47.465" v="310"/>
          <ac:inkMkLst>
            <pc:docMk/>
            <pc:sldMk cId="2868892653" sldId="279"/>
            <ac:inkMk id="317" creationId="{13DF1D0B-DE37-A442-A026-3EE2783A98D4}"/>
          </ac:inkMkLst>
        </pc:inkChg>
        <pc:inkChg chg="add">
          <ac:chgData name="Aggie Menezes" userId="74619c95fa3483c9" providerId="LiveId" clId="{6A46CFC1-D81F-9C46-BB3E-0BAFF4AC7CB5}" dt="2020-10-29T13:16:28.134" v="344"/>
          <ac:inkMkLst>
            <pc:docMk/>
            <pc:sldMk cId="2868892653" sldId="279"/>
            <ac:inkMk id="320" creationId="{8E86905E-780F-8A45-8152-0CC85E625595}"/>
          </ac:inkMkLst>
        </pc:inkChg>
        <pc:inkChg chg="add">
          <ac:chgData name="Aggie Menezes" userId="74619c95fa3483c9" providerId="LiveId" clId="{6A46CFC1-D81F-9C46-BB3E-0BAFF4AC7CB5}" dt="2020-10-29T13:16:28.379" v="345"/>
          <ac:inkMkLst>
            <pc:docMk/>
            <pc:sldMk cId="2868892653" sldId="279"/>
            <ac:inkMk id="321" creationId="{1E2AC0D5-902E-3644-B4A7-2EC5A283D3C2}"/>
          </ac:inkMkLst>
        </pc:inkChg>
        <pc:inkChg chg="add">
          <ac:chgData name="Aggie Menezes" userId="74619c95fa3483c9" providerId="LiveId" clId="{6A46CFC1-D81F-9C46-BB3E-0BAFF4AC7CB5}" dt="2020-10-29T13:16:29.015" v="346"/>
          <ac:inkMkLst>
            <pc:docMk/>
            <pc:sldMk cId="2868892653" sldId="279"/>
            <ac:inkMk id="322" creationId="{F5CDE377-ABE1-A946-87A1-BCA5AC627F06}"/>
          </ac:inkMkLst>
        </pc:inkChg>
        <pc:inkChg chg="add">
          <ac:chgData name="Aggie Menezes" userId="74619c95fa3483c9" providerId="LiveId" clId="{6A46CFC1-D81F-9C46-BB3E-0BAFF4AC7CB5}" dt="2020-10-29T13:16:29.406" v="347"/>
          <ac:inkMkLst>
            <pc:docMk/>
            <pc:sldMk cId="2868892653" sldId="279"/>
            <ac:inkMk id="323" creationId="{4A2B6978-404B-774B-895A-2C43046A70A9}"/>
          </ac:inkMkLst>
        </pc:inkChg>
        <pc:inkChg chg="add">
          <ac:chgData name="Aggie Menezes" userId="74619c95fa3483c9" providerId="LiveId" clId="{6A46CFC1-D81F-9C46-BB3E-0BAFF4AC7CB5}" dt="2020-10-29T13:16:30.320" v="348"/>
          <ac:inkMkLst>
            <pc:docMk/>
            <pc:sldMk cId="2868892653" sldId="279"/>
            <ac:inkMk id="324" creationId="{1572E7E9-9B7E-3A4F-8E6D-F3693C643ED3}"/>
          </ac:inkMkLst>
        </pc:inkChg>
        <pc:inkChg chg="add">
          <ac:chgData name="Aggie Menezes" userId="74619c95fa3483c9" providerId="LiveId" clId="{6A46CFC1-D81F-9C46-BB3E-0BAFF4AC7CB5}" dt="2020-10-29T13:16:30.506" v="349"/>
          <ac:inkMkLst>
            <pc:docMk/>
            <pc:sldMk cId="2868892653" sldId="279"/>
            <ac:inkMk id="325" creationId="{677F7B04-E949-F34B-8A66-99702C1C44C3}"/>
          </ac:inkMkLst>
        </pc:inkChg>
        <pc:inkChg chg="add topLvl">
          <ac:chgData name="Aggie Menezes" userId="74619c95fa3483c9" providerId="LiveId" clId="{6A46CFC1-D81F-9C46-BB3E-0BAFF4AC7CB5}" dt="2020-10-29T13:16:35.551" v="357"/>
          <ac:inkMkLst>
            <pc:docMk/>
            <pc:sldMk cId="2868892653" sldId="279"/>
            <ac:inkMk id="326" creationId="{B2B91325-2487-F040-A56F-DEEE2979077F}"/>
          </ac:inkMkLst>
        </pc:inkChg>
        <pc:inkChg chg="add topLvl">
          <ac:chgData name="Aggie Menezes" userId="74619c95fa3483c9" providerId="LiveId" clId="{6A46CFC1-D81F-9C46-BB3E-0BAFF4AC7CB5}" dt="2020-10-29T13:16:35.551" v="357"/>
          <ac:inkMkLst>
            <pc:docMk/>
            <pc:sldMk cId="2868892653" sldId="279"/>
            <ac:inkMk id="327" creationId="{2BDA9B16-6025-4C48-8039-29B99288B07B}"/>
          </ac:inkMkLst>
        </pc:inkChg>
        <pc:inkChg chg="add topLvl">
          <ac:chgData name="Aggie Menezes" userId="74619c95fa3483c9" providerId="LiveId" clId="{6A46CFC1-D81F-9C46-BB3E-0BAFF4AC7CB5}" dt="2020-10-29T13:16:35.551" v="357"/>
          <ac:inkMkLst>
            <pc:docMk/>
            <pc:sldMk cId="2868892653" sldId="279"/>
            <ac:inkMk id="328" creationId="{4DD24AB6-C0BD-8949-AD3F-DB40237A5081}"/>
          </ac:inkMkLst>
        </pc:inkChg>
        <pc:inkChg chg="add">
          <ac:chgData name="Aggie Menezes" userId="74619c95fa3483c9" providerId="LiveId" clId="{6A46CFC1-D81F-9C46-BB3E-0BAFF4AC7CB5}" dt="2020-10-29T13:16:33.929" v="354"/>
          <ac:inkMkLst>
            <pc:docMk/>
            <pc:sldMk cId="2868892653" sldId="279"/>
            <ac:inkMk id="331" creationId="{85689534-2180-164A-A8EA-39F50A5F8B0B}"/>
          </ac:inkMkLst>
        </pc:inkChg>
        <pc:inkChg chg="add">
          <ac:chgData name="Aggie Menezes" userId="74619c95fa3483c9" providerId="LiveId" clId="{6A46CFC1-D81F-9C46-BB3E-0BAFF4AC7CB5}" dt="2020-10-29T13:16:33.981" v="355"/>
          <ac:inkMkLst>
            <pc:docMk/>
            <pc:sldMk cId="2868892653" sldId="279"/>
            <ac:inkMk id="332" creationId="{1FA041A0-7D27-5F4C-95FF-10CFBA0E0F85}"/>
          </ac:inkMkLst>
        </pc:inkChg>
        <pc:inkChg chg="add">
          <ac:chgData name="Aggie Menezes" userId="74619c95fa3483c9" providerId="LiveId" clId="{6A46CFC1-D81F-9C46-BB3E-0BAFF4AC7CB5}" dt="2020-10-29T13:16:34.912" v="356"/>
          <ac:inkMkLst>
            <pc:docMk/>
            <pc:sldMk cId="2868892653" sldId="279"/>
            <ac:inkMk id="333" creationId="{3F7B65CA-59C4-6C40-9C47-C59794406DC6}"/>
          </ac:inkMkLst>
        </pc:inkChg>
        <pc:inkChg chg="add topLvl">
          <ac:chgData name="Aggie Menezes" userId="74619c95fa3483c9" providerId="LiveId" clId="{6A46CFC1-D81F-9C46-BB3E-0BAFF4AC7CB5}" dt="2020-10-29T13:16:47.819" v="364"/>
          <ac:inkMkLst>
            <pc:docMk/>
            <pc:sldMk cId="2868892653" sldId="279"/>
            <ac:inkMk id="335" creationId="{BAF04879-566B-EC48-8EED-DD9E17B4878C}"/>
          </ac:inkMkLst>
        </pc:inkChg>
        <pc:inkChg chg="add topLvl">
          <ac:chgData name="Aggie Menezes" userId="74619c95fa3483c9" providerId="LiveId" clId="{6A46CFC1-D81F-9C46-BB3E-0BAFF4AC7CB5}" dt="2020-10-29T13:16:47.819" v="364"/>
          <ac:inkMkLst>
            <pc:docMk/>
            <pc:sldMk cId="2868892653" sldId="279"/>
            <ac:inkMk id="336" creationId="{CCF45004-B05F-C345-A5D5-C296B830580B}"/>
          </ac:inkMkLst>
        </pc:inkChg>
        <pc:inkChg chg="add topLvl">
          <ac:chgData name="Aggie Menezes" userId="74619c95fa3483c9" providerId="LiveId" clId="{6A46CFC1-D81F-9C46-BB3E-0BAFF4AC7CB5}" dt="2020-10-29T13:16:47.819" v="364"/>
          <ac:inkMkLst>
            <pc:docMk/>
            <pc:sldMk cId="2868892653" sldId="279"/>
            <ac:inkMk id="337" creationId="{127A314F-3536-634E-B3FC-017F5BF50BF1}"/>
          </ac:inkMkLst>
        </pc:inkChg>
        <pc:inkChg chg="add">
          <ac:chgData name="Aggie Menezes" userId="74619c95fa3483c9" providerId="LiveId" clId="{6A46CFC1-D81F-9C46-BB3E-0BAFF4AC7CB5}" dt="2020-10-29T13:16:46.190" v="362"/>
          <ac:inkMkLst>
            <pc:docMk/>
            <pc:sldMk cId="2868892653" sldId="279"/>
            <ac:inkMk id="339" creationId="{26077878-8174-AE47-8CDB-5960DCE1A780}"/>
          </ac:inkMkLst>
        </pc:inkChg>
        <pc:inkChg chg="add">
          <ac:chgData name="Aggie Menezes" userId="74619c95fa3483c9" providerId="LiveId" clId="{6A46CFC1-D81F-9C46-BB3E-0BAFF4AC7CB5}" dt="2020-10-29T13:16:47.053" v="363"/>
          <ac:inkMkLst>
            <pc:docMk/>
            <pc:sldMk cId="2868892653" sldId="279"/>
            <ac:inkMk id="340" creationId="{BD85EDDF-0D50-BC47-8C65-26B46D294C31}"/>
          </ac:inkMkLst>
        </pc:inkChg>
        <pc:inkChg chg="add">
          <ac:chgData name="Aggie Menezes" userId="74619c95fa3483c9" providerId="LiveId" clId="{6A46CFC1-D81F-9C46-BB3E-0BAFF4AC7CB5}" dt="2020-10-29T13:17:18.394" v="365"/>
          <ac:inkMkLst>
            <pc:docMk/>
            <pc:sldMk cId="2868892653" sldId="279"/>
            <ac:inkMk id="342" creationId="{E7BD9370-E5CB-4549-8806-399A1E511048}"/>
          </ac:inkMkLst>
        </pc:inkChg>
        <pc:inkChg chg="add">
          <ac:chgData name="Aggie Menezes" userId="74619c95fa3483c9" providerId="LiveId" clId="{6A46CFC1-D81F-9C46-BB3E-0BAFF4AC7CB5}" dt="2020-10-29T13:17:18.815" v="366"/>
          <ac:inkMkLst>
            <pc:docMk/>
            <pc:sldMk cId="2868892653" sldId="279"/>
            <ac:inkMk id="343" creationId="{F0169CAA-3EC8-5742-95E3-127E9F051CD5}"/>
          </ac:inkMkLst>
        </pc:inkChg>
        <pc:inkChg chg="add">
          <ac:chgData name="Aggie Menezes" userId="74619c95fa3483c9" providerId="LiveId" clId="{6A46CFC1-D81F-9C46-BB3E-0BAFF4AC7CB5}" dt="2020-10-29T13:17:19.245" v="367"/>
          <ac:inkMkLst>
            <pc:docMk/>
            <pc:sldMk cId="2868892653" sldId="279"/>
            <ac:inkMk id="344" creationId="{9022A96E-1056-7945-A44C-40C8D4A7594B}"/>
          </ac:inkMkLst>
        </pc:inkChg>
        <pc:inkChg chg="add">
          <ac:chgData name="Aggie Menezes" userId="74619c95fa3483c9" providerId="LiveId" clId="{6A46CFC1-D81F-9C46-BB3E-0BAFF4AC7CB5}" dt="2020-10-29T13:17:19.886" v="368"/>
          <ac:inkMkLst>
            <pc:docMk/>
            <pc:sldMk cId="2868892653" sldId="279"/>
            <ac:inkMk id="345" creationId="{EB431608-0564-8345-8903-1E342CD686A5}"/>
          </ac:inkMkLst>
        </pc:inkChg>
        <pc:inkChg chg="add">
          <ac:chgData name="Aggie Menezes" userId="74619c95fa3483c9" providerId="LiveId" clId="{6A46CFC1-D81F-9C46-BB3E-0BAFF4AC7CB5}" dt="2020-10-29T13:17:20.316" v="369"/>
          <ac:inkMkLst>
            <pc:docMk/>
            <pc:sldMk cId="2868892653" sldId="279"/>
            <ac:inkMk id="346" creationId="{EBBC06D6-DC95-2B47-9F1D-198AB3071D3B}"/>
          </ac:inkMkLst>
        </pc:inkChg>
        <pc:inkChg chg="add">
          <ac:chgData name="Aggie Menezes" userId="74619c95fa3483c9" providerId="LiveId" clId="{6A46CFC1-D81F-9C46-BB3E-0BAFF4AC7CB5}" dt="2020-10-29T13:17:20.526" v="370"/>
          <ac:inkMkLst>
            <pc:docMk/>
            <pc:sldMk cId="2868892653" sldId="279"/>
            <ac:inkMk id="347" creationId="{46A5B6A5-EB26-C549-A973-8AD0A9D8E198}"/>
          </ac:inkMkLst>
        </pc:inkChg>
        <pc:inkChg chg="add">
          <ac:chgData name="Aggie Menezes" userId="74619c95fa3483c9" providerId="LiveId" clId="{6A46CFC1-D81F-9C46-BB3E-0BAFF4AC7CB5}" dt="2020-10-29T13:17:20.749" v="371"/>
          <ac:inkMkLst>
            <pc:docMk/>
            <pc:sldMk cId="2868892653" sldId="279"/>
            <ac:inkMk id="348" creationId="{A32F82FD-297A-F243-B411-ED39E4D68617}"/>
          </ac:inkMkLst>
        </pc:inkChg>
        <pc:inkChg chg="add">
          <ac:chgData name="Aggie Menezes" userId="74619c95fa3483c9" providerId="LiveId" clId="{6A46CFC1-D81F-9C46-BB3E-0BAFF4AC7CB5}" dt="2020-10-29T13:17:55.998" v="373"/>
          <ac:inkMkLst>
            <pc:docMk/>
            <pc:sldMk cId="2868892653" sldId="279"/>
            <ac:inkMk id="351" creationId="{F8AD15B5-5E0C-D642-AE27-05964DAE4D60}"/>
          </ac:inkMkLst>
        </pc:inkChg>
        <pc:inkChg chg="add">
          <ac:chgData name="Aggie Menezes" userId="74619c95fa3483c9" providerId="LiveId" clId="{6A46CFC1-D81F-9C46-BB3E-0BAFF4AC7CB5}" dt="2020-10-29T13:17:57.041" v="374"/>
          <ac:inkMkLst>
            <pc:docMk/>
            <pc:sldMk cId="2868892653" sldId="279"/>
            <ac:inkMk id="352" creationId="{6810315C-D2BC-4247-9807-2A135FAA5B06}"/>
          </ac:inkMkLst>
        </pc:inkChg>
        <pc:inkChg chg="add">
          <ac:chgData name="Aggie Menezes" userId="74619c95fa3483c9" providerId="LiveId" clId="{6A46CFC1-D81F-9C46-BB3E-0BAFF4AC7CB5}" dt="2020-10-29T13:17:57.335" v="375"/>
          <ac:inkMkLst>
            <pc:docMk/>
            <pc:sldMk cId="2868892653" sldId="279"/>
            <ac:inkMk id="353" creationId="{D25E3303-7E22-F440-8969-1F8DCAC92A2F}"/>
          </ac:inkMkLst>
        </pc:inkChg>
        <pc:inkChg chg="add">
          <ac:chgData name="Aggie Menezes" userId="74619c95fa3483c9" providerId="LiveId" clId="{6A46CFC1-D81F-9C46-BB3E-0BAFF4AC7CB5}" dt="2020-10-29T13:17:57.746" v="376"/>
          <ac:inkMkLst>
            <pc:docMk/>
            <pc:sldMk cId="2868892653" sldId="279"/>
            <ac:inkMk id="354" creationId="{205E8E08-6965-174C-8B17-335E8F27AA5C}"/>
          </ac:inkMkLst>
        </pc:inkChg>
        <pc:inkChg chg="add">
          <ac:chgData name="Aggie Menezes" userId="74619c95fa3483c9" providerId="LiveId" clId="{6A46CFC1-D81F-9C46-BB3E-0BAFF4AC7CB5}" dt="2020-10-29T13:17:57.919" v="377"/>
          <ac:inkMkLst>
            <pc:docMk/>
            <pc:sldMk cId="2868892653" sldId="279"/>
            <ac:inkMk id="355" creationId="{014800D1-7ED6-A34F-9806-F8B9CA1E3C16}"/>
          </ac:inkMkLst>
        </pc:inkChg>
        <pc:inkChg chg="add">
          <ac:chgData name="Aggie Menezes" userId="74619c95fa3483c9" providerId="LiveId" clId="{6A46CFC1-D81F-9C46-BB3E-0BAFF4AC7CB5}" dt="2020-10-29T13:17:58.114" v="378"/>
          <ac:inkMkLst>
            <pc:docMk/>
            <pc:sldMk cId="2868892653" sldId="279"/>
            <ac:inkMk id="356" creationId="{FEA44483-A7F2-724A-8F9D-84CE61CFA693}"/>
          </ac:inkMkLst>
        </pc:inkChg>
        <pc:inkChg chg="add">
          <ac:chgData name="Aggie Menezes" userId="74619c95fa3483c9" providerId="LiveId" clId="{6A46CFC1-D81F-9C46-BB3E-0BAFF4AC7CB5}" dt="2020-10-29T13:17:58.361" v="379"/>
          <ac:inkMkLst>
            <pc:docMk/>
            <pc:sldMk cId="2868892653" sldId="279"/>
            <ac:inkMk id="357" creationId="{0463F52E-9C33-2642-8787-016886D664B4}"/>
          </ac:inkMkLst>
        </pc:inkChg>
        <pc:inkChg chg="add">
          <ac:chgData name="Aggie Menezes" userId="74619c95fa3483c9" providerId="LiveId" clId="{6A46CFC1-D81F-9C46-BB3E-0BAFF4AC7CB5}" dt="2020-10-29T13:17:59.567" v="380"/>
          <ac:inkMkLst>
            <pc:docMk/>
            <pc:sldMk cId="2868892653" sldId="279"/>
            <ac:inkMk id="358" creationId="{A900AC71-EF34-E34E-8E06-C3CAA0D2808C}"/>
          </ac:inkMkLst>
        </pc:inkChg>
        <pc:inkChg chg="add">
          <ac:chgData name="Aggie Menezes" userId="74619c95fa3483c9" providerId="LiveId" clId="{6A46CFC1-D81F-9C46-BB3E-0BAFF4AC7CB5}" dt="2020-10-29T13:17:59.812" v="381"/>
          <ac:inkMkLst>
            <pc:docMk/>
            <pc:sldMk cId="2868892653" sldId="279"/>
            <ac:inkMk id="359" creationId="{B6D91990-DB38-DD44-B90F-EFA1E1ECA5C8}"/>
          </ac:inkMkLst>
        </pc:inkChg>
        <pc:inkChg chg="add">
          <ac:chgData name="Aggie Menezes" userId="74619c95fa3483c9" providerId="LiveId" clId="{6A46CFC1-D81F-9C46-BB3E-0BAFF4AC7CB5}" dt="2020-10-29T13:17:59.993" v="382"/>
          <ac:inkMkLst>
            <pc:docMk/>
            <pc:sldMk cId="2868892653" sldId="279"/>
            <ac:inkMk id="360" creationId="{184A37E6-A29A-D343-A7D8-1AF3629C589A}"/>
          </ac:inkMkLst>
        </pc:inkChg>
        <pc:inkChg chg="add">
          <ac:chgData name="Aggie Menezes" userId="74619c95fa3483c9" providerId="LiveId" clId="{6A46CFC1-D81F-9C46-BB3E-0BAFF4AC7CB5}" dt="2020-10-29T13:18:00.338" v="383"/>
          <ac:inkMkLst>
            <pc:docMk/>
            <pc:sldMk cId="2868892653" sldId="279"/>
            <ac:inkMk id="361" creationId="{431C2661-327D-D44A-8AB2-61567ECBD3C6}"/>
          </ac:inkMkLst>
        </pc:inkChg>
        <pc:inkChg chg="add">
          <ac:chgData name="Aggie Menezes" userId="74619c95fa3483c9" providerId="LiveId" clId="{6A46CFC1-D81F-9C46-BB3E-0BAFF4AC7CB5}" dt="2020-10-29T13:18:00.659" v="384"/>
          <ac:inkMkLst>
            <pc:docMk/>
            <pc:sldMk cId="2868892653" sldId="279"/>
            <ac:inkMk id="362" creationId="{B4D8E99A-C896-CA4D-97D1-B356A512FACD}"/>
          </ac:inkMkLst>
        </pc:inkChg>
        <pc:inkChg chg="add">
          <ac:chgData name="Aggie Menezes" userId="74619c95fa3483c9" providerId="LiveId" clId="{6A46CFC1-D81F-9C46-BB3E-0BAFF4AC7CB5}" dt="2020-10-29T13:18:00.829" v="385"/>
          <ac:inkMkLst>
            <pc:docMk/>
            <pc:sldMk cId="2868892653" sldId="279"/>
            <ac:inkMk id="363" creationId="{4F9005C7-2D08-884C-814B-1E21AADCE6A9}"/>
          </ac:inkMkLst>
        </pc:inkChg>
        <pc:inkChg chg="add">
          <ac:chgData name="Aggie Menezes" userId="74619c95fa3483c9" providerId="LiveId" clId="{6A46CFC1-D81F-9C46-BB3E-0BAFF4AC7CB5}" dt="2020-10-29T13:18:02.899" v="387"/>
          <ac:inkMkLst>
            <pc:docMk/>
            <pc:sldMk cId="2868892653" sldId="279"/>
            <ac:inkMk id="365" creationId="{6211BDA0-C244-1C43-A8DA-F4D8AE026DDC}"/>
          </ac:inkMkLst>
        </pc:inkChg>
        <pc:inkChg chg="add">
          <ac:chgData name="Aggie Menezes" userId="74619c95fa3483c9" providerId="LiveId" clId="{6A46CFC1-D81F-9C46-BB3E-0BAFF4AC7CB5}" dt="2020-10-29T13:18:03.347" v="388"/>
          <ac:inkMkLst>
            <pc:docMk/>
            <pc:sldMk cId="2868892653" sldId="279"/>
            <ac:inkMk id="366" creationId="{5D663BD8-1EFC-FE4A-AB22-783D0568133D}"/>
          </ac:inkMkLst>
        </pc:inkChg>
        <pc:inkChg chg="add">
          <ac:chgData name="Aggie Menezes" userId="74619c95fa3483c9" providerId="LiveId" clId="{6A46CFC1-D81F-9C46-BB3E-0BAFF4AC7CB5}" dt="2020-10-29T13:18:03.800" v="389"/>
          <ac:inkMkLst>
            <pc:docMk/>
            <pc:sldMk cId="2868892653" sldId="279"/>
            <ac:inkMk id="367" creationId="{35BBE4D4-4C9E-384A-A766-1BCADC0E27BF}"/>
          </ac:inkMkLst>
        </pc:inkChg>
        <pc:inkChg chg="add">
          <ac:chgData name="Aggie Menezes" userId="74619c95fa3483c9" providerId="LiveId" clId="{6A46CFC1-D81F-9C46-BB3E-0BAFF4AC7CB5}" dt="2020-10-29T13:18:04.018" v="390"/>
          <ac:inkMkLst>
            <pc:docMk/>
            <pc:sldMk cId="2868892653" sldId="279"/>
            <ac:inkMk id="368" creationId="{8EFC6246-C307-A24B-80FE-D375AD0A8DB3}"/>
          </ac:inkMkLst>
        </pc:inkChg>
        <pc:inkChg chg="add">
          <ac:chgData name="Aggie Menezes" userId="74619c95fa3483c9" providerId="LiveId" clId="{6A46CFC1-D81F-9C46-BB3E-0BAFF4AC7CB5}" dt="2020-10-29T13:18:04.181" v="391"/>
          <ac:inkMkLst>
            <pc:docMk/>
            <pc:sldMk cId="2868892653" sldId="279"/>
            <ac:inkMk id="369" creationId="{C52A2A98-5CAD-EA4F-BFEE-9124B98D2533}"/>
          </ac:inkMkLst>
        </pc:inkChg>
        <pc:inkChg chg="add">
          <ac:chgData name="Aggie Menezes" userId="74619c95fa3483c9" providerId="LiveId" clId="{6A46CFC1-D81F-9C46-BB3E-0BAFF4AC7CB5}" dt="2020-10-29T13:18:04.363" v="392"/>
          <ac:inkMkLst>
            <pc:docMk/>
            <pc:sldMk cId="2868892653" sldId="279"/>
            <ac:inkMk id="370" creationId="{B16BFBBB-AC5B-D24C-A2C7-326E01B5D128}"/>
          </ac:inkMkLst>
        </pc:inkChg>
        <pc:inkChg chg="add">
          <ac:chgData name="Aggie Menezes" userId="74619c95fa3483c9" providerId="LiveId" clId="{6A46CFC1-D81F-9C46-BB3E-0BAFF4AC7CB5}" dt="2020-10-29T13:18:26.218" v="394"/>
          <ac:inkMkLst>
            <pc:docMk/>
            <pc:sldMk cId="2868892653" sldId="279"/>
            <ac:inkMk id="372" creationId="{B20742C6-BEFF-6E4E-A13F-F9D1F4EDE37C}"/>
          </ac:inkMkLst>
        </pc:inkChg>
        <pc:inkChg chg="add">
          <ac:chgData name="Aggie Menezes" userId="74619c95fa3483c9" providerId="LiveId" clId="{6A46CFC1-D81F-9C46-BB3E-0BAFF4AC7CB5}" dt="2020-10-29T13:18:27.323" v="395"/>
          <ac:inkMkLst>
            <pc:docMk/>
            <pc:sldMk cId="2868892653" sldId="279"/>
            <ac:inkMk id="373" creationId="{3A5A4F59-5246-D64B-8E94-CCBED9FEB82A}"/>
          </ac:inkMkLst>
        </pc:inkChg>
        <pc:inkChg chg="add">
          <ac:chgData name="Aggie Menezes" userId="74619c95fa3483c9" providerId="LiveId" clId="{6A46CFC1-D81F-9C46-BB3E-0BAFF4AC7CB5}" dt="2020-10-29T13:18:27.802" v="396"/>
          <ac:inkMkLst>
            <pc:docMk/>
            <pc:sldMk cId="2868892653" sldId="279"/>
            <ac:inkMk id="374" creationId="{398C35FF-1B05-0549-AD6B-BE9072B0D0BC}"/>
          </ac:inkMkLst>
        </pc:inkChg>
        <pc:inkChg chg="add">
          <ac:chgData name="Aggie Menezes" userId="74619c95fa3483c9" providerId="LiveId" clId="{6A46CFC1-D81F-9C46-BB3E-0BAFF4AC7CB5}" dt="2020-10-29T13:18:33.283" v="398"/>
          <ac:inkMkLst>
            <pc:docMk/>
            <pc:sldMk cId="2868892653" sldId="279"/>
            <ac:inkMk id="376" creationId="{CF76A2E9-E0CB-C946-9163-0F2E71EEB3FE}"/>
          </ac:inkMkLst>
        </pc:inkChg>
        <pc:inkChg chg="add">
          <ac:chgData name="Aggie Menezes" userId="74619c95fa3483c9" providerId="LiveId" clId="{6A46CFC1-D81F-9C46-BB3E-0BAFF4AC7CB5}" dt="2020-10-29T13:18:59.189" v="399"/>
          <ac:inkMkLst>
            <pc:docMk/>
            <pc:sldMk cId="2868892653" sldId="279"/>
            <ac:inkMk id="377" creationId="{D8791394-0A89-324A-8624-C8FE30FB3F22}"/>
          </ac:inkMkLst>
        </pc:inkChg>
        <pc:inkChg chg="add">
          <ac:chgData name="Aggie Menezes" userId="74619c95fa3483c9" providerId="LiveId" clId="{6A46CFC1-D81F-9C46-BB3E-0BAFF4AC7CB5}" dt="2020-10-29T13:18:59.441" v="400"/>
          <ac:inkMkLst>
            <pc:docMk/>
            <pc:sldMk cId="2868892653" sldId="279"/>
            <ac:inkMk id="378" creationId="{72902AA2-1E75-F54A-85E5-1B23C42DA7F0}"/>
          </ac:inkMkLst>
        </pc:inkChg>
        <pc:inkChg chg="add">
          <ac:chgData name="Aggie Menezes" userId="74619c95fa3483c9" providerId="LiveId" clId="{6A46CFC1-D81F-9C46-BB3E-0BAFF4AC7CB5}" dt="2020-10-29T13:19:00.282" v="401"/>
          <ac:inkMkLst>
            <pc:docMk/>
            <pc:sldMk cId="2868892653" sldId="279"/>
            <ac:inkMk id="379" creationId="{FE64F59D-C4A0-3247-AD60-58F33E0956FD}"/>
          </ac:inkMkLst>
        </pc:inkChg>
        <pc:inkChg chg="add">
          <ac:chgData name="Aggie Menezes" userId="74619c95fa3483c9" providerId="LiveId" clId="{6A46CFC1-D81F-9C46-BB3E-0BAFF4AC7CB5}" dt="2020-10-29T13:19:01.188" v="402"/>
          <ac:inkMkLst>
            <pc:docMk/>
            <pc:sldMk cId="2868892653" sldId="279"/>
            <ac:inkMk id="380" creationId="{5754C5FF-42C4-BF4E-BEDB-939394BA7641}"/>
          </ac:inkMkLst>
        </pc:inkChg>
        <pc:inkChg chg="add">
          <ac:chgData name="Aggie Menezes" userId="74619c95fa3483c9" providerId="LiveId" clId="{6A46CFC1-D81F-9C46-BB3E-0BAFF4AC7CB5}" dt="2020-10-29T13:19:01.473" v="403"/>
          <ac:inkMkLst>
            <pc:docMk/>
            <pc:sldMk cId="2868892653" sldId="279"/>
            <ac:inkMk id="381" creationId="{BF0A75D6-756D-0046-8C47-B1F031838FC0}"/>
          </ac:inkMkLst>
        </pc:inkChg>
        <pc:inkChg chg="add">
          <ac:chgData name="Aggie Menezes" userId="74619c95fa3483c9" providerId="LiveId" clId="{6A46CFC1-D81F-9C46-BB3E-0BAFF4AC7CB5}" dt="2020-10-29T13:19:13.305" v="405"/>
          <ac:inkMkLst>
            <pc:docMk/>
            <pc:sldMk cId="2868892653" sldId="279"/>
            <ac:inkMk id="383" creationId="{B086B317-3239-184D-8308-F2687B5EE69B}"/>
          </ac:inkMkLst>
        </pc:inkChg>
        <pc:inkChg chg="add">
          <ac:chgData name="Aggie Menezes" userId="74619c95fa3483c9" providerId="LiveId" clId="{6A46CFC1-D81F-9C46-BB3E-0BAFF4AC7CB5}" dt="2020-10-29T13:19:13.694" v="406"/>
          <ac:inkMkLst>
            <pc:docMk/>
            <pc:sldMk cId="2868892653" sldId="279"/>
            <ac:inkMk id="384" creationId="{BA59E264-C199-B241-83F2-71BC512E3E56}"/>
          </ac:inkMkLst>
        </pc:inkChg>
        <pc:inkChg chg="add">
          <ac:chgData name="Aggie Menezes" userId="74619c95fa3483c9" providerId="LiveId" clId="{6A46CFC1-D81F-9C46-BB3E-0BAFF4AC7CB5}" dt="2020-10-29T13:19:14.431" v="407"/>
          <ac:inkMkLst>
            <pc:docMk/>
            <pc:sldMk cId="2868892653" sldId="279"/>
            <ac:inkMk id="385" creationId="{94564024-CE1C-474B-A2BD-B710F8BD13BA}"/>
          </ac:inkMkLst>
        </pc:inkChg>
        <pc:inkChg chg="add">
          <ac:chgData name="Aggie Menezes" userId="74619c95fa3483c9" providerId="LiveId" clId="{6A46CFC1-D81F-9C46-BB3E-0BAFF4AC7CB5}" dt="2020-10-29T13:19:14.702" v="408"/>
          <ac:inkMkLst>
            <pc:docMk/>
            <pc:sldMk cId="2868892653" sldId="279"/>
            <ac:inkMk id="386" creationId="{E9C35F9A-49C5-4D4F-BAE6-EB61022CA30C}"/>
          </ac:inkMkLst>
        </pc:inkChg>
        <pc:inkChg chg="add">
          <ac:chgData name="Aggie Menezes" userId="74619c95fa3483c9" providerId="LiveId" clId="{6A46CFC1-D81F-9C46-BB3E-0BAFF4AC7CB5}" dt="2020-10-29T13:19:16.360" v="409"/>
          <ac:inkMkLst>
            <pc:docMk/>
            <pc:sldMk cId="2868892653" sldId="279"/>
            <ac:inkMk id="387" creationId="{094CE817-9E6B-8040-A4A5-00CAC182B5FE}"/>
          </ac:inkMkLst>
        </pc:inkChg>
        <pc:inkChg chg="add">
          <ac:chgData name="Aggie Menezes" userId="74619c95fa3483c9" providerId="LiveId" clId="{6A46CFC1-D81F-9C46-BB3E-0BAFF4AC7CB5}" dt="2020-10-29T13:19:29.544" v="411"/>
          <ac:inkMkLst>
            <pc:docMk/>
            <pc:sldMk cId="2868892653" sldId="279"/>
            <ac:inkMk id="389" creationId="{227EDA56-A2F9-8C46-8EDC-F8744ED4D25A}"/>
          </ac:inkMkLst>
        </pc:inkChg>
        <pc:inkChg chg="add">
          <ac:chgData name="Aggie Menezes" userId="74619c95fa3483c9" providerId="LiveId" clId="{6A46CFC1-D81F-9C46-BB3E-0BAFF4AC7CB5}" dt="2020-10-29T13:19:30.568" v="412"/>
          <ac:inkMkLst>
            <pc:docMk/>
            <pc:sldMk cId="2868892653" sldId="279"/>
            <ac:inkMk id="390" creationId="{9B8A775E-004A-AC4B-8C89-5C923CEAD467}"/>
          </ac:inkMkLst>
        </pc:inkChg>
        <pc:inkChg chg="add">
          <ac:chgData name="Aggie Menezes" userId="74619c95fa3483c9" providerId="LiveId" clId="{6A46CFC1-D81F-9C46-BB3E-0BAFF4AC7CB5}" dt="2020-10-29T13:19:30.801" v="413"/>
          <ac:inkMkLst>
            <pc:docMk/>
            <pc:sldMk cId="2868892653" sldId="279"/>
            <ac:inkMk id="391" creationId="{7C117023-33A2-394E-B0F8-C3B1303E16AA}"/>
          </ac:inkMkLst>
        </pc:inkChg>
        <pc:inkChg chg="add">
          <ac:chgData name="Aggie Menezes" userId="74619c95fa3483c9" providerId="LiveId" clId="{6A46CFC1-D81F-9C46-BB3E-0BAFF4AC7CB5}" dt="2020-10-29T13:19:31.168" v="414"/>
          <ac:inkMkLst>
            <pc:docMk/>
            <pc:sldMk cId="2868892653" sldId="279"/>
            <ac:inkMk id="392" creationId="{BFADEC81-FB3F-EE43-AE3D-B2DC9D9AA91A}"/>
          </ac:inkMkLst>
        </pc:inkChg>
      </pc:sldChg>
      <pc:sldChg chg="addSp delSp new">
        <pc:chgData name="Aggie Menezes" userId="74619c95fa3483c9" providerId="LiveId" clId="{6A46CFC1-D81F-9C46-BB3E-0BAFF4AC7CB5}" dt="2020-10-29T14:42:14.248" v="1519"/>
        <pc:sldMkLst>
          <pc:docMk/>
          <pc:sldMk cId="1606261703" sldId="280"/>
        </pc:sldMkLst>
        <pc:spChg chg="del">
          <ac:chgData name="Aggie Menezes" userId="74619c95fa3483c9" providerId="LiveId" clId="{6A46CFC1-D81F-9C46-BB3E-0BAFF4AC7CB5}" dt="2020-10-29T14:36:32.661" v="1265" actId="478"/>
          <ac:spMkLst>
            <pc:docMk/>
            <pc:sldMk cId="1606261703" sldId="280"/>
            <ac:spMk id="2" creationId="{BAF5AFD9-4CD8-6645-AE20-27D45418DE59}"/>
          </ac:spMkLst>
        </pc:spChg>
        <pc:spChg chg="del">
          <ac:chgData name="Aggie Menezes" userId="74619c95fa3483c9" providerId="LiveId" clId="{6A46CFC1-D81F-9C46-BB3E-0BAFF4AC7CB5}" dt="2020-10-29T14:36:34.795" v="1266" actId="478"/>
          <ac:spMkLst>
            <pc:docMk/>
            <pc:sldMk cId="1606261703" sldId="280"/>
            <ac:spMk id="3" creationId="{084DB990-8FDC-144D-8651-C2351988BA2B}"/>
          </ac:spMkLst>
        </pc:spChg>
        <pc:spChg chg="del">
          <ac:chgData name="Aggie Menezes" userId="74619c95fa3483c9" providerId="LiveId" clId="{6A46CFC1-D81F-9C46-BB3E-0BAFF4AC7CB5}" dt="2020-10-29T14:36:37.012" v="1267" actId="478"/>
          <ac:spMkLst>
            <pc:docMk/>
            <pc:sldMk cId="1606261703" sldId="280"/>
            <ac:spMk id="4" creationId="{4BC175A7-E183-634B-AF6B-A0B488EE19F9}"/>
          </ac:spMkLst>
        </pc:spChg>
        <pc:grpChg chg="add del">
          <ac:chgData name="Aggie Menezes" userId="74619c95fa3483c9" providerId="LiveId" clId="{6A46CFC1-D81F-9C46-BB3E-0BAFF4AC7CB5}" dt="2020-10-29T14:37:15.839" v="1275"/>
          <ac:grpSpMkLst>
            <pc:docMk/>
            <pc:sldMk cId="1606261703" sldId="280"/>
            <ac:grpSpMk id="11" creationId="{188B76E9-552A-D947-832E-241499955549}"/>
          </ac:grpSpMkLst>
        </pc:grpChg>
        <pc:grpChg chg="add del">
          <ac:chgData name="Aggie Menezes" userId="74619c95fa3483c9" providerId="LiveId" clId="{6A46CFC1-D81F-9C46-BB3E-0BAFF4AC7CB5}" dt="2020-10-29T14:38:43.855" v="1335"/>
          <ac:grpSpMkLst>
            <pc:docMk/>
            <pc:sldMk cId="1606261703" sldId="280"/>
            <ac:grpSpMk id="13" creationId="{43411D0E-FD15-D748-B6A3-9C772945CA6B}"/>
          </ac:grpSpMkLst>
        </pc:grpChg>
        <pc:grpChg chg="add del">
          <ac:chgData name="Aggie Menezes" userId="74619c95fa3483c9" providerId="LiveId" clId="{6A46CFC1-D81F-9C46-BB3E-0BAFF4AC7CB5}" dt="2020-10-29T14:39:05.244" v="1355"/>
          <ac:grpSpMkLst>
            <pc:docMk/>
            <pc:sldMk cId="1606261703" sldId="280"/>
            <ac:grpSpMk id="17" creationId="{F241976B-6AEC-B04F-86DF-BCAF77400880}"/>
          </ac:grpSpMkLst>
        </pc:grpChg>
        <pc:grpChg chg="add del">
          <ac:chgData name="Aggie Menezes" userId="74619c95fa3483c9" providerId="LiveId" clId="{6A46CFC1-D81F-9C46-BB3E-0BAFF4AC7CB5}" dt="2020-10-29T14:37:37.442" v="1287"/>
          <ac:grpSpMkLst>
            <pc:docMk/>
            <pc:sldMk cId="1606261703" sldId="280"/>
            <ac:grpSpMk id="23" creationId="{92420D19-1006-684A-BAB3-639CAC2C6D66}"/>
          </ac:grpSpMkLst>
        </pc:grpChg>
        <pc:grpChg chg="add del">
          <ac:chgData name="Aggie Menezes" userId="74619c95fa3483c9" providerId="LiveId" clId="{6A46CFC1-D81F-9C46-BB3E-0BAFF4AC7CB5}" dt="2020-10-29T14:37:39.675" v="1291"/>
          <ac:grpSpMkLst>
            <pc:docMk/>
            <pc:sldMk cId="1606261703" sldId="280"/>
            <ac:grpSpMk id="25" creationId="{4E570A48-9C0C-FF44-9B79-B46D4260925E}"/>
          </ac:grpSpMkLst>
        </pc:grpChg>
        <pc:grpChg chg="add del">
          <ac:chgData name="Aggie Menezes" userId="74619c95fa3483c9" providerId="LiveId" clId="{6A46CFC1-D81F-9C46-BB3E-0BAFF4AC7CB5}" dt="2020-10-29T14:39:24.946" v="1376"/>
          <ac:grpSpMkLst>
            <pc:docMk/>
            <pc:sldMk cId="1606261703" sldId="280"/>
            <ac:grpSpMk id="29" creationId="{A827D66F-EEC5-2448-911C-D4D378B3C923}"/>
          </ac:grpSpMkLst>
        </pc:grpChg>
        <pc:grpChg chg="add del">
          <ac:chgData name="Aggie Menezes" userId="74619c95fa3483c9" providerId="LiveId" clId="{6A46CFC1-D81F-9C46-BB3E-0BAFF4AC7CB5}" dt="2020-10-29T14:37:53.044" v="1298"/>
          <ac:grpSpMkLst>
            <pc:docMk/>
            <pc:sldMk cId="1606261703" sldId="280"/>
            <ac:grpSpMk id="32" creationId="{DD239AE7-ABC0-5D4B-B9AD-361F7DD9F6F8}"/>
          </ac:grpSpMkLst>
        </pc:grpChg>
        <pc:grpChg chg="add del">
          <ac:chgData name="Aggie Menezes" userId="74619c95fa3483c9" providerId="LiveId" clId="{6A46CFC1-D81F-9C46-BB3E-0BAFF4AC7CB5}" dt="2020-10-29T14:37:57.643" v="1300"/>
          <ac:grpSpMkLst>
            <pc:docMk/>
            <pc:sldMk cId="1606261703" sldId="280"/>
            <ac:grpSpMk id="36" creationId="{56688682-0197-A94E-A673-2BD800AA702C}"/>
          </ac:grpSpMkLst>
        </pc:grpChg>
        <pc:grpChg chg="add del">
          <ac:chgData name="Aggie Menezes" userId="74619c95fa3483c9" providerId="LiveId" clId="{6A46CFC1-D81F-9C46-BB3E-0BAFF4AC7CB5}" dt="2020-10-29T14:38:19.637" v="1314"/>
          <ac:grpSpMkLst>
            <pc:docMk/>
            <pc:sldMk cId="1606261703" sldId="280"/>
            <ac:grpSpMk id="38" creationId="{7BF17851-BA21-F14B-B677-D53D910B130E}"/>
          </ac:grpSpMkLst>
        </pc:grpChg>
        <pc:grpChg chg="add del">
          <ac:chgData name="Aggie Menezes" userId="74619c95fa3483c9" providerId="LiveId" clId="{6A46CFC1-D81F-9C46-BB3E-0BAFF4AC7CB5}" dt="2020-10-29T14:40:36.268" v="1449"/>
          <ac:grpSpMkLst>
            <pc:docMk/>
            <pc:sldMk cId="1606261703" sldId="280"/>
            <ac:grpSpMk id="52" creationId="{DDA6E8B8-6AB7-6C42-A82F-47DF32080CAB}"/>
          </ac:grpSpMkLst>
        </pc:grpChg>
        <pc:grpChg chg="add del">
          <ac:chgData name="Aggie Menezes" userId="74619c95fa3483c9" providerId="LiveId" clId="{6A46CFC1-D81F-9C46-BB3E-0BAFF4AC7CB5}" dt="2020-10-29T14:39:03.652" v="1352"/>
          <ac:grpSpMkLst>
            <pc:docMk/>
            <pc:sldMk cId="1606261703" sldId="280"/>
            <ac:grpSpMk id="70" creationId="{A9B78A4D-533C-AC45-BAA9-B8E435FE5DD1}"/>
          </ac:grpSpMkLst>
        </pc:grpChg>
        <pc:grpChg chg="add del">
          <ac:chgData name="Aggie Menezes" userId="74619c95fa3483c9" providerId="LiveId" clId="{6A46CFC1-D81F-9C46-BB3E-0BAFF4AC7CB5}" dt="2020-10-29T14:39:03.627" v="1348"/>
          <ac:grpSpMkLst>
            <pc:docMk/>
            <pc:sldMk cId="1606261703" sldId="280"/>
            <ac:grpSpMk id="71" creationId="{CD7B19E0-1581-064C-B751-D9B4134EC367}"/>
          </ac:grpSpMkLst>
        </pc:grpChg>
        <pc:grpChg chg="add del">
          <ac:chgData name="Aggie Menezes" userId="74619c95fa3483c9" providerId="LiveId" clId="{6A46CFC1-D81F-9C46-BB3E-0BAFF4AC7CB5}" dt="2020-10-29T14:39:21.427" v="1371"/>
          <ac:grpSpMkLst>
            <pc:docMk/>
            <pc:sldMk cId="1606261703" sldId="280"/>
            <ac:grpSpMk id="79" creationId="{83EC7064-8914-E94F-B70F-6C9E4B7A6523}"/>
          </ac:grpSpMkLst>
        </pc:grpChg>
        <pc:grpChg chg="add del">
          <ac:chgData name="Aggie Menezes" userId="74619c95fa3483c9" providerId="LiveId" clId="{6A46CFC1-D81F-9C46-BB3E-0BAFF4AC7CB5}" dt="2020-10-29T14:39:23.523" v="1374"/>
          <ac:grpSpMkLst>
            <pc:docMk/>
            <pc:sldMk cId="1606261703" sldId="280"/>
            <ac:grpSpMk id="83" creationId="{19B252EB-1E43-0C44-8A91-0C7D594BA554}"/>
          </ac:grpSpMkLst>
        </pc:grpChg>
        <pc:grpChg chg="add del">
          <ac:chgData name="Aggie Menezes" userId="74619c95fa3483c9" providerId="LiveId" clId="{6A46CFC1-D81F-9C46-BB3E-0BAFF4AC7CB5}" dt="2020-10-29T14:39:24.946" v="1376"/>
          <ac:grpSpMkLst>
            <pc:docMk/>
            <pc:sldMk cId="1606261703" sldId="280"/>
            <ac:grpSpMk id="86" creationId="{B50BC8CA-4110-5A49-B5AE-E4467BA05723}"/>
          </ac:grpSpMkLst>
        </pc:grpChg>
        <pc:grpChg chg="add del">
          <ac:chgData name="Aggie Menezes" userId="74619c95fa3483c9" providerId="LiveId" clId="{6A46CFC1-D81F-9C46-BB3E-0BAFF4AC7CB5}" dt="2020-10-29T14:39:26.984" v="1378"/>
          <ac:grpSpMkLst>
            <pc:docMk/>
            <pc:sldMk cId="1606261703" sldId="280"/>
            <ac:grpSpMk id="88" creationId="{C86B7593-47D5-1843-A5B5-031608E7F464}"/>
          </ac:grpSpMkLst>
        </pc:grpChg>
        <pc:grpChg chg="add del">
          <ac:chgData name="Aggie Menezes" userId="74619c95fa3483c9" providerId="LiveId" clId="{6A46CFC1-D81F-9C46-BB3E-0BAFF4AC7CB5}" dt="2020-10-29T14:39:38.972" v="1388"/>
          <ac:grpSpMkLst>
            <pc:docMk/>
            <pc:sldMk cId="1606261703" sldId="280"/>
            <ac:grpSpMk id="90" creationId="{1180016D-01BC-814A-A1C5-5B0783F49C4E}"/>
          </ac:grpSpMkLst>
        </pc:grpChg>
        <pc:grpChg chg="add del">
          <ac:chgData name="Aggie Menezes" userId="74619c95fa3483c9" providerId="LiveId" clId="{6A46CFC1-D81F-9C46-BB3E-0BAFF4AC7CB5}" dt="2020-10-29T14:39:42.826" v="1392"/>
          <ac:grpSpMkLst>
            <pc:docMk/>
            <pc:sldMk cId="1606261703" sldId="280"/>
            <ac:grpSpMk id="100" creationId="{850E4232-FFCB-F049-8322-5DE5CD253628}"/>
          </ac:grpSpMkLst>
        </pc:grpChg>
        <pc:grpChg chg="add del">
          <ac:chgData name="Aggie Menezes" userId="74619c95fa3483c9" providerId="LiveId" clId="{6A46CFC1-D81F-9C46-BB3E-0BAFF4AC7CB5}" dt="2020-10-29T14:39:47.571" v="1405"/>
          <ac:grpSpMkLst>
            <pc:docMk/>
            <pc:sldMk cId="1606261703" sldId="280"/>
            <ac:grpSpMk id="104" creationId="{696B99E8-62F2-7947-BE85-3462EAD76487}"/>
          </ac:grpSpMkLst>
        </pc:grpChg>
        <pc:grpChg chg="add del">
          <ac:chgData name="Aggie Menezes" userId="74619c95fa3483c9" providerId="LiveId" clId="{6A46CFC1-D81F-9C46-BB3E-0BAFF4AC7CB5}" dt="2020-10-29T14:39:54.402" v="1407" actId="478"/>
          <ac:grpSpMkLst>
            <pc:docMk/>
            <pc:sldMk cId="1606261703" sldId="280"/>
            <ac:grpSpMk id="117" creationId="{AD9B105B-DBF4-784B-AA84-72E5771A05B1}"/>
          </ac:grpSpMkLst>
        </pc:grpChg>
        <pc:grpChg chg="add del">
          <ac:chgData name="Aggie Menezes" userId="74619c95fa3483c9" providerId="LiveId" clId="{6A46CFC1-D81F-9C46-BB3E-0BAFF4AC7CB5}" dt="2020-10-29T14:40:36.268" v="1449"/>
          <ac:grpSpMkLst>
            <pc:docMk/>
            <pc:sldMk cId="1606261703" sldId="280"/>
            <ac:grpSpMk id="126" creationId="{7C235660-34D3-7F41-A1C1-39F0FECAE8B0}"/>
          </ac:grpSpMkLst>
        </pc:grpChg>
        <pc:grpChg chg="add del">
          <ac:chgData name="Aggie Menezes" userId="74619c95fa3483c9" providerId="LiveId" clId="{6A46CFC1-D81F-9C46-BB3E-0BAFF4AC7CB5}" dt="2020-10-29T14:40:36.268" v="1449"/>
          <ac:grpSpMkLst>
            <pc:docMk/>
            <pc:sldMk cId="1606261703" sldId="280"/>
            <ac:grpSpMk id="141" creationId="{1E77B7BC-BB54-274C-A93A-B06B69C30D3E}"/>
          </ac:grpSpMkLst>
        </pc:grpChg>
        <pc:grpChg chg="add del">
          <ac:chgData name="Aggie Menezes" userId="74619c95fa3483c9" providerId="LiveId" clId="{6A46CFC1-D81F-9C46-BB3E-0BAFF4AC7CB5}" dt="2020-10-29T14:40:23.242" v="1447"/>
          <ac:grpSpMkLst>
            <pc:docMk/>
            <pc:sldMk cId="1606261703" sldId="280"/>
            <ac:grpSpMk id="145" creationId="{1F6A0936-CBC2-AB4F-B411-735858EEADD4}"/>
          </ac:grpSpMkLst>
        </pc:grpChg>
        <pc:grpChg chg="add">
          <ac:chgData name="Aggie Menezes" userId="74619c95fa3483c9" providerId="LiveId" clId="{6A46CFC1-D81F-9C46-BB3E-0BAFF4AC7CB5}" dt="2020-10-29T14:40:23.242" v="1447"/>
          <ac:grpSpMkLst>
            <pc:docMk/>
            <pc:sldMk cId="1606261703" sldId="280"/>
            <ac:grpSpMk id="157" creationId="{406DABEF-43D2-3544-BFFE-F7365D2B1039}"/>
          </ac:grpSpMkLst>
        </pc:grpChg>
        <pc:grpChg chg="add">
          <ac:chgData name="Aggie Menezes" userId="74619c95fa3483c9" providerId="LiveId" clId="{6A46CFC1-D81F-9C46-BB3E-0BAFF4AC7CB5}" dt="2020-10-29T14:40:23.242" v="1447"/>
          <ac:grpSpMkLst>
            <pc:docMk/>
            <pc:sldMk cId="1606261703" sldId="280"/>
            <ac:grpSpMk id="158" creationId="{87D7E6EA-EF6D-244F-8AA6-820474F12F27}"/>
          </ac:grpSpMkLst>
        </pc:grpChg>
        <pc:grpChg chg="add del">
          <ac:chgData name="Aggie Menezes" userId="74619c95fa3483c9" providerId="LiveId" clId="{6A46CFC1-D81F-9C46-BB3E-0BAFF4AC7CB5}" dt="2020-10-29T14:40:39.043" v="1452"/>
          <ac:grpSpMkLst>
            <pc:docMk/>
            <pc:sldMk cId="1606261703" sldId="280"/>
            <ac:grpSpMk id="160" creationId="{E72FC3AD-7DB5-9541-BF76-D3C85EE0ADB2}"/>
          </ac:grpSpMkLst>
        </pc:grpChg>
        <pc:grpChg chg="add del">
          <ac:chgData name="Aggie Menezes" userId="74619c95fa3483c9" providerId="LiveId" clId="{6A46CFC1-D81F-9C46-BB3E-0BAFF4AC7CB5}" dt="2020-10-29T14:40:42.449" v="1455"/>
          <ac:grpSpMkLst>
            <pc:docMk/>
            <pc:sldMk cId="1606261703" sldId="280"/>
            <ac:grpSpMk id="163" creationId="{41C802F8-EF8D-9245-A0B4-34057CD4D469}"/>
          </ac:grpSpMkLst>
        </pc:grpChg>
        <pc:grpChg chg="add del">
          <ac:chgData name="Aggie Menezes" userId="74619c95fa3483c9" providerId="LiveId" clId="{6A46CFC1-D81F-9C46-BB3E-0BAFF4AC7CB5}" dt="2020-10-29T14:40:44.386" v="1458"/>
          <ac:grpSpMkLst>
            <pc:docMk/>
            <pc:sldMk cId="1606261703" sldId="280"/>
            <ac:grpSpMk id="166" creationId="{AE23FA4E-9E0B-B84E-9305-4A2D0E09B620}"/>
          </ac:grpSpMkLst>
        </pc:grpChg>
        <pc:grpChg chg="add del">
          <ac:chgData name="Aggie Menezes" userId="74619c95fa3483c9" providerId="LiveId" clId="{6A46CFC1-D81F-9C46-BB3E-0BAFF4AC7CB5}" dt="2020-10-29T14:40:48.583" v="1468"/>
          <ac:grpSpMkLst>
            <pc:docMk/>
            <pc:sldMk cId="1606261703" sldId="280"/>
            <ac:grpSpMk id="169" creationId="{0365D36A-5FC7-2F48-B075-3412697282A2}"/>
          </ac:grpSpMkLst>
        </pc:grpChg>
        <pc:grpChg chg="add">
          <ac:chgData name="Aggie Menezes" userId="74619c95fa3483c9" providerId="LiveId" clId="{6A46CFC1-D81F-9C46-BB3E-0BAFF4AC7CB5}" dt="2020-10-29T14:40:48.583" v="1468"/>
          <ac:grpSpMkLst>
            <pc:docMk/>
            <pc:sldMk cId="1606261703" sldId="280"/>
            <ac:grpSpMk id="179" creationId="{5BB3A35B-890E-F442-8BBE-99F837E56FD7}"/>
          </ac:grpSpMkLst>
        </pc:grpChg>
        <pc:grpChg chg="add">
          <ac:chgData name="Aggie Menezes" userId="74619c95fa3483c9" providerId="LiveId" clId="{6A46CFC1-D81F-9C46-BB3E-0BAFF4AC7CB5}" dt="2020-10-29T14:40:48.583" v="1468"/>
          <ac:grpSpMkLst>
            <pc:docMk/>
            <pc:sldMk cId="1606261703" sldId="280"/>
            <ac:grpSpMk id="180" creationId="{9029F363-F3D1-4341-A26F-6C92FECBBC07}"/>
          </ac:grpSpMkLst>
        </pc:grpChg>
        <pc:grpChg chg="add">
          <ac:chgData name="Aggie Menezes" userId="74619c95fa3483c9" providerId="LiveId" clId="{6A46CFC1-D81F-9C46-BB3E-0BAFF4AC7CB5}" dt="2020-10-29T14:40:53.489" v="1470"/>
          <ac:grpSpMkLst>
            <pc:docMk/>
            <pc:sldMk cId="1606261703" sldId="280"/>
            <ac:grpSpMk id="182" creationId="{56723019-422B-7242-BA1B-A1E04937313D}"/>
          </ac:grpSpMkLst>
        </pc:grpChg>
        <pc:grpChg chg="add">
          <ac:chgData name="Aggie Menezes" userId="74619c95fa3483c9" providerId="LiveId" clId="{6A46CFC1-D81F-9C46-BB3E-0BAFF4AC7CB5}" dt="2020-10-29T14:41:02.428" v="1474"/>
          <ac:grpSpMkLst>
            <pc:docMk/>
            <pc:sldMk cId="1606261703" sldId="280"/>
            <ac:grpSpMk id="186" creationId="{BF65C8DF-97A8-F645-9000-137E4983055E}"/>
          </ac:grpSpMkLst>
        </pc:grpChg>
        <pc:grpChg chg="add">
          <ac:chgData name="Aggie Menezes" userId="74619c95fa3483c9" providerId="LiveId" clId="{6A46CFC1-D81F-9C46-BB3E-0BAFF4AC7CB5}" dt="2020-10-29T14:41:08.597" v="1478"/>
          <ac:grpSpMkLst>
            <pc:docMk/>
            <pc:sldMk cId="1606261703" sldId="280"/>
            <ac:grpSpMk id="190" creationId="{90B5368F-DE94-5241-9997-861ABC5AD855}"/>
          </ac:grpSpMkLst>
        </pc:grpChg>
        <pc:inkChg chg="add del">
          <ac:chgData name="Aggie Menezes" userId="74619c95fa3483c9" providerId="LiveId" clId="{6A46CFC1-D81F-9C46-BB3E-0BAFF4AC7CB5}" dt="2020-10-29T14:38:43.844" v="1333"/>
          <ac:inkMkLst>
            <pc:docMk/>
            <pc:sldMk cId="1606261703" sldId="280"/>
            <ac:inkMk id="6" creationId="{EEB96654-AD7B-444D-8AEC-D7D49984E3E8}"/>
          </ac:inkMkLst>
        </pc:inkChg>
        <pc:inkChg chg="add del">
          <ac:chgData name="Aggie Menezes" userId="74619c95fa3483c9" providerId="LiveId" clId="{6A46CFC1-D81F-9C46-BB3E-0BAFF4AC7CB5}" dt="2020-10-29T14:38:51.960" v="1340"/>
          <ac:inkMkLst>
            <pc:docMk/>
            <pc:sldMk cId="1606261703" sldId="280"/>
            <ac:inkMk id="7" creationId="{2955643D-DDBF-D94E-8047-1A6A99775534}"/>
          </ac:inkMkLst>
        </pc:inkChg>
        <pc:inkChg chg="add del">
          <ac:chgData name="Aggie Menezes" userId="74619c95fa3483c9" providerId="LiveId" clId="{6A46CFC1-D81F-9C46-BB3E-0BAFF4AC7CB5}" dt="2020-10-29T14:39:05.788" v="1357"/>
          <ac:inkMkLst>
            <pc:docMk/>
            <pc:sldMk cId="1606261703" sldId="280"/>
            <ac:inkMk id="8" creationId="{85A1DB5C-3C54-EF43-9030-74869CB9BB6C}"/>
          </ac:inkMkLst>
        </pc:inkChg>
        <pc:inkChg chg="add del topLvl">
          <ac:chgData name="Aggie Menezes" userId="74619c95fa3483c9" providerId="LiveId" clId="{6A46CFC1-D81F-9C46-BB3E-0BAFF4AC7CB5}" dt="2020-10-29T14:39:06.894" v="1359"/>
          <ac:inkMkLst>
            <pc:docMk/>
            <pc:sldMk cId="1606261703" sldId="280"/>
            <ac:inkMk id="9" creationId="{201CD4DA-FE04-F04B-8601-52CCE175747A}"/>
          </ac:inkMkLst>
        </pc:inkChg>
        <pc:inkChg chg="add del topLvl">
          <ac:chgData name="Aggie Menezes" userId="74619c95fa3483c9" providerId="LiveId" clId="{6A46CFC1-D81F-9C46-BB3E-0BAFF4AC7CB5}" dt="2020-10-29T14:38:43.855" v="1335"/>
          <ac:inkMkLst>
            <pc:docMk/>
            <pc:sldMk cId="1606261703" sldId="280"/>
            <ac:inkMk id="10" creationId="{D4E4C545-7C53-6F41-BFBC-15E1D17D00AD}"/>
          </ac:inkMkLst>
        </pc:inkChg>
        <pc:inkChg chg="add del">
          <ac:chgData name="Aggie Menezes" userId="74619c95fa3483c9" providerId="LiveId" clId="{6A46CFC1-D81F-9C46-BB3E-0BAFF4AC7CB5}" dt="2020-10-29T14:38:43.849" v="1334"/>
          <ac:inkMkLst>
            <pc:docMk/>
            <pc:sldMk cId="1606261703" sldId="280"/>
            <ac:inkMk id="12" creationId="{99C628D6-73D1-774F-9853-5C64C9B30892}"/>
          </ac:inkMkLst>
        </pc:inkChg>
        <pc:inkChg chg="add del topLvl">
          <ac:chgData name="Aggie Menezes" userId="74619c95fa3483c9" providerId="LiveId" clId="{6A46CFC1-D81F-9C46-BB3E-0BAFF4AC7CB5}" dt="2020-10-29T14:39:05.248" v="1356"/>
          <ac:inkMkLst>
            <pc:docMk/>
            <pc:sldMk cId="1606261703" sldId="280"/>
            <ac:inkMk id="14" creationId="{12FC3D85-39A1-5048-8056-A5C4346F8F8B}"/>
          </ac:inkMkLst>
        </pc:inkChg>
        <pc:inkChg chg="add del">
          <ac:chgData name="Aggie Menezes" userId="74619c95fa3483c9" providerId="LiveId" clId="{6A46CFC1-D81F-9C46-BB3E-0BAFF4AC7CB5}" dt="2020-10-29T14:39:05.239" v="1354"/>
          <ac:inkMkLst>
            <pc:docMk/>
            <pc:sldMk cId="1606261703" sldId="280"/>
            <ac:inkMk id="15" creationId="{3B12DD0B-5E44-4045-BCA2-3AC4B8C7C7B6}"/>
          </ac:inkMkLst>
        </pc:inkChg>
        <pc:inkChg chg="add del topLvl">
          <ac:chgData name="Aggie Menezes" userId="74619c95fa3483c9" providerId="LiveId" clId="{6A46CFC1-D81F-9C46-BB3E-0BAFF4AC7CB5}" dt="2020-10-29T14:39:05.244" v="1355"/>
          <ac:inkMkLst>
            <pc:docMk/>
            <pc:sldMk cId="1606261703" sldId="280"/>
            <ac:inkMk id="16" creationId="{C7ACB625-DD66-EB41-B4DB-30C852D1B051}"/>
          </ac:inkMkLst>
        </pc:inkChg>
        <pc:inkChg chg="add del">
          <ac:chgData name="Aggie Menezes" userId="74619c95fa3483c9" providerId="LiveId" clId="{6A46CFC1-D81F-9C46-BB3E-0BAFF4AC7CB5}" dt="2020-10-29T14:42:03.021" v="1502" actId="478"/>
          <ac:inkMkLst>
            <pc:docMk/>
            <pc:sldMk cId="1606261703" sldId="280"/>
            <ac:inkMk id="18" creationId="{643B63C1-068F-3A4D-B4B7-94BCBD92427D}"/>
          </ac:inkMkLst>
        </pc:inkChg>
        <pc:inkChg chg="add topLvl">
          <ac:chgData name="Aggie Menezes" userId="74619c95fa3483c9" providerId="LiveId" clId="{6A46CFC1-D81F-9C46-BB3E-0BAFF4AC7CB5}" dt="2020-10-29T14:39:47.571" v="1405"/>
          <ac:inkMkLst>
            <pc:docMk/>
            <pc:sldMk cId="1606261703" sldId="280"/>
            <ac:inkMk id="19" creationId="{11941C2A-9588-2945-A588-8AEEC292C993}"/>
          </ac:inkMkLst>
        </pc:inkChg>
        <pc:inkChg chg="add topLvl">
          <ac:chgData name="Aggie Menezes" userId="74619c95fa3483c9" providerId="LiveId" clId="{6A46CFC1-D81F-9C46-BB3E-0BAFF4AC7CB5}" dt="2020-10-29T14:39:47.571" v="1405"/>
          <ac:inkMkLst>
            <pc:docMk/>
            <pc:sldMk cId="1606261703" sldId="280"/>
            <ac:inkMk id="20" creationId="{1C703444-C662-644A-809A-3F4D124CBB23}"/>
          </ac:inkMkLst>
        </pc:inkChg>
        <pc:inkChg chg="add topLvl">
          <ac:chgData name="Aggie Menezes" userId="74619c95fa3483c9" providerId="LiveId" clId="{6A46CFC1-D81F-9C46-BB3E-0BAFF4AC7CB5}" dt="2020-10-29T14:39:47.571" v="1405"/>
          <ac:inkMkLst>
            <pc:docMk/>
            <pc:sldMk cId="1606261703" sldId="280"/>
            <ac:inkMk id="21" creationId="{1B9B2E1E-4764-3B4F-8692-C36D08C9B287}"/>
          </ac:inkMkLst>
        </pc:inkChg>
        <pc:inkChg chg="add topLvl">
          <ac:chgData name="Aggie Menezes" userId="74619c95fa3483c9" providerId="LiveId" clId="{6A46CFC1-D81F-9C46-BB3E-0BAFF4AC7CB5}" dt="2020-10-29T14:39:47.571" v="1405"/>
          <ac:inkMkLst>
            <pc:docMk/>
            <pc:sldMk cId="1606261703" sldId="280"/>
            <ac:inkMk id="22" creationId="{89214C10-4CDE-AB46-ABEA-569475BDA5CB}"/>
          </ac:inkMkLst>
        </pc:inkChg>
        <pc:inkChg chg="add topLvl">
          <ac:chgData name="Aggie Menezes" userId="74619c95fa3483c9" providerId="LiveId" clId="{6A46CFC1-D81F-9C46-BB3E-0BAFF4AC7CB5}" dt="2020-10-29T14:39:47.571" v="1405"/>
          <ac:inkMkLst>
            <pc:docMk/>
            <pc:sldMk cId="1606261703" sldId="280"/>
            <ac:inkMk id="24" creationId="{86200F05-7EDA-4344-A8B6-42236ABD5B5E}"/>
          </ac:inkMkLst>
        </pc:inkChg>
        <pc:inkChg chg="add topLvl">
          <ac:chgData name="Aggie Menezes" userId="74619c95fa3483c9" providerId="LiveId" clId="{6A46CFC1-D81F-9C46-BB3E-0BAFF4AC7CB5}" dt="2020-10-29T14:39:47.571" v="1405"/>
          <ac:inkMkLst>
            <pc:docMk/>
            <pc:sldMk cId="1606261703" sldId="280"/>
            <ac:inkMk id="26" creationId="{A26E0972-8B2B-8F4F-85CF-622A85D14C1D}"/>
          </ac:inkMkLst>
        </pc:inkChg>
        <pc:inkChg chg="add topLvl">
          <ac:chgData name="Aggie Menezes" userId="74619c95fa3483c9" providerId="LiveId" clId="{6A46CFC1-D81F-9C46-BB3E-0BAFF4AC7CB5}" dt="2020-10-29T14:39:47.571" v="1405"/>
          <ac:inkMkLst>
            <pc:docMk/>
            <pc:sldMk cId="1606261703" sldId="280"/>
            <ac:inkMk id="27" creationId="{4CA63A7B-5EC2-4A41-98D4-A15A5DD8816C}"/>
          </ac:inkMkLst>
        </pc:inkChg>
        <pc:inkChg chg="add topLvl">
          <ac:chgData name="Aggie Menezes" userId="74619c95fa3483c9" providerId="LiveId" clId="{6A46CFC1-D81F-9C46-BB3E-0BAFF4AC7CB5}" dt="2020-10-29T14:39:47.571" v="1405"/>
          <ac:inkMkLst>
            <pc:docMk/>
            <pc:sldMk cId="1606261703" sldId="280"/>
            <ac:inkMk id="28" creationId="{7BC6B4F1-6E41-EF4F-A813-5BF179BAA981}"/>
          </ac:inkMkLst>
        </pc:inkChg>
        <pc:inkChg chg="add del topLvl">
          <ac:chgData name="Aggie Menezes" userId="74619c95fa3483c9" providerId="LiveId" clId="{6A46CFC1-D81F-9C46-BB3E-0BAFF4AC7CB5}" dt="2020-10-29T14:42:00.797" v="1501" actId="478"/>
          <ac:inkMkLst>
            <pc:docMk/>
            <pc:sldMk cId="1606261703" sldId="280"/>
            <ac:inkMk id="30" creationId="{F65047B3-00E6-EC49-8409-43EAC95D45DD}"/>
          </ac:inkMkLst>
        </pc:inkChg>
        <pc:inkChg chg="add del topLvl">
          <ac:chgData name="Aggie Menezes" userId="74619c95fa3483c9" providerId="LiveId" clId="{6A46CFC1-D81F-9C46-BB3E-0BAFF4AC7CB5}" dt="2020-10-29T14:42:14.246" v="1518"/>
          <ac:inkMkLst>
            <pc:docMk/>
            <pc:sldMk cId="1606261703" sldId="280"/>
            <ac:inkMk id="31" creationId="{31847802-6263-AF44-BF1F-4A0FA29D7093}"/>
          </ac:inkMkLst>
        </pc:inkChg>
        <pc:inkChg chg="add del topLvl">
          <ac:chgData name="Aggie Menezes" userId="74619c95fa3483c9" providerId="LiveId" clId="{6A46CFC1-D81F-9C46-BB3E-0BAFF4AC7CB5}" dt="2020-10-29T14:42:14.216" v="1507"/>
          <ac:inkMkLst>
            <pc:docMk/>
            <pc:sldMk cId="1606261703" sldId="280"/>
            <ac:inkMk id="33" creationId="{1885DDD8-E034-FB48-AA14-D71CF0873F89}"/>
          </ac:inkMkLst>
        </pc:inkChg>
        <pc:inkChg chg="add del topLvl">
          <ac:chgData name="Aggie Menezes" userId="74619c95fa3483c9" providerId="LiveId" clId="{6A46CFC1-D81F-9C46-BB3E-0BAFF4AC7CB5}" dt="2020-10-29T14:42:14.218" v="1508"/>
          <ac:inkMkLst>
            <pc:docMk/>
            <pc:sldMk cId="1606261703" sldId="280"/>
            <ac:inkMk id="34" creationId="{FEF0682F-90EB-924D-85B8-5A070AFD9F30}"/>
          </ac:inkMkLst>
        </pc:inkChg>
        <pc:inkChg chg="add del topLvl">
          <ac:chgData name="Aggie Menezes" userId="74619c95fa3483c9" providerId="LiveId" clId="{6A46CFC1-D81F-9C46-BB3E-0BAFF4AC7CB5}" dt="2020-10-29T14:42:14.207" v="1504"/>
          <ac:inkMkLst>
            <pc:docMk/>
            <pc:sldMk cId="1606261703" sldId="280"/>
            <ac:inkMk id="35" creationId="{63B31579-1AEA-DD4F-94F2-AFC7B3CD4FC3}"/>
          </ac:inkMkLst>
        </pc:inkChg>
        <pc:inkChg chg="add del topLvl">
          <ac:chgData name="Aggie Menezes" userId="74619c95fa3483c9" providerId="LiveId" clId="{6A46CFC1-D81F-9C46-BB3E-0BAFF4AC7CB5}" dt="2020-10-29T14:42:14.204" v="1503"/>
          <ac:inkMkLst>
            <pc:docMk/>
            <pc:sldMk cId="1606261703" sldId="280"/>
            <ac:inkMk id="37" creationId="{0E71947E-40CF-7341-A21E-2E59EA716106}"/>
          </ac:inkMkLst>
        </pc:inkChg>
        <pc:inkChg chg="add del">
          <ac:chgData name="Aggie Menezes" userId="74619c95fa3483c9" providerId="LiveId" clId="{6A46CFC1-D81F-9C46-BB3E-0BAFF4AC7CB5}" dt="2020-10-29T14:38:43.858" v="1336"/>
          <ac:inkMkLst>
            <pc:docMk/>
            <pc:sldMk cId="1606261703" sldId="280"/>
            <ac:inkMk id="39" creationId="{4FDB159E-E184-9D4B-8E61-4831FD894B9B}"/>
          </ac:inkMkLst>
        </pc:inkChg>
        <pc:inkChg chg="add del topLvl">
          <ac:chgData name="Aggie Menezes" userId="74619c95fa3483c9" providerId="LiveId" clId="{6A46CFC1-D81F-9C46-BB3E-0BAFF4AC7CB5}" dt="2020-10-29T14:42:14.220" v="1509"/>
          <ac:inkMkLst>
            <pc:docMk/>
            <pc:sldMk cId="1606261703" sldId="280"/>
            <ac:inkMk id="40" creationId="{B1F1AA3F-3EC3-C348-8D4F-95B5D83F6AF8}"/>
          </ac:inkMkLst>
        </pc:inkChg>
        <pc:inkChg chg="add del topLvl">
          <ac:chgData name="Aggie Menezes" userId="74619c95fa3483c9" providerId="LiveId" clId="{6A46CFC1-D81F-9C46-BB3E-0BAFF4AC7CB5}" dt="2020-10-29T14:42:14.226" v="1511"/>
          <ac:inkMkLst>
            <pc:docMk/>
            <pc:sldMk cId="1606261703" sldId="280"/>
            <ac:inkMk id="41" creationId="{9BDA5830-D31D-F04D-9693-F93FDB32F574}"/>
          </ac:inkMkLst>
        </pc:inkChg>
        <pc:inkChg chg="add del topLvl">
          <ac:chgData name="Aggie Menezes" userId="74619c95fa3483c9" providerId="LiveId" clId="{6A46CFC1-D81F-9C46-BB3E-0BAFF4AC7CB5}" dt="2020-10-29T14:42:14.243" v="1517"/>
          <ac:inkMkLst>
            <pc:docMk/>
            <pc:sldMk cId="1606261703" sldId="280"/>
            <ac:inkMk id="42" creationId="{F375625F-C787-8D4F-BB67-FD8B25075180}"/>
          </ac:inkMkLst>
        </pc:inkChg>
        <pc:inkChg chg="add del topLvl">
          <ac:chgData name="Aggie Menezes" userId="74619c95fa3483c9" providerId="LiveId" clId="{6A46CFC1-D81F-9C46-BB3E-0BAFF4AC7CB5}" dt="2020-10-29T14:42:14.234" v="1514"/>
          <ac:inkMkLst>
            <pc:docMk/>
            <pc:sldMk cId="1606261703" sldId="280"/>
            <ac:inkMk id="43" creationId="{C9FB36D2-F5CF-2E4D-A466-A848C2729DDF}"/>
          </ac:inkMkLst>
        </pc:inkChg>
        <pc:inkChg chg="add del topLvl">
          <ac:chgData name="Aggie Menezes" userId="74619c95fa3483c9" providerId="LiveId" clId="{6A46CFC1-D81F-9C46-BB3E-0BAFF4AC7CB5}" dt="2020-10-29T14:42:14.231" v="1513"/>
          <ac:inkMkLst>
            <pc:docMk/>
            <pc:sldMk cId="1606261703" sldId="280"/>
            <ac:inkMk id="44" creationId="{A63118E9-1A6C-8E49-B342-E8EF41CE02DB}"/>
          </ac:inkMkLst>
        </pc:inkChg>
        <pc:inkChg chg="add del topLvl">
          <ac:chgData name="Aggie Menezes" userId="74619c95fa3483c9" providerId="LiveId" clId="{6A46CFC1-D81F-9C46-BB3E-0BAFF4AC7CB5}" dt="2020-10-29T14:42:14.209" v="1505"/>
          <ac:inkMkLst>
            <pc:docMk/>
            <pc:sldMk cId="1606261703" sldId="280"/>
            <ac:inkMk id="45" creationId="{FDA4A54A-B954-9B49-90B5-12BCEB128B91}"/>
          </ac:inkMkLst>
        </pc:inkChg>
        <pc:inkChg chg="add del topLvl">
          <ac:chgData name="Aggie Menezes" userId="74619c95fa3483c9" providerId="LiveId" clId="{6A46CFC1-D81F-9C46-BB3E-0BAFF4AC7CB5}" dt="2020-10-29T14:42:14.228" v="1512"/>
          <ac:inkMkLst>
            <pc:docMk/>
            <pc:sldMk cId="1606261703" sldId="280"/>
            <ac:inkMk id="46" creationId="{343F3490-A165-F147-B01E-2462E3D67C52}"/>
          </ac:inkMkLst>
        </pc:inkChg>
        <pc:inkChg chg="add del topLvl">
          <ac:chgData name="Aggie Menezes" userId="74619c95fa3483c9" providerId="LiveId" clId="{6A46CFC1-D81F-9C46-BB3E-0BAFF4AC7CB5}" dt="2020-10-29T14:42:14.248" v="1519"/>
          <ac:inkMkLst>
            <pc:docMk/>
            <pc:sldMk cId="1606261703" sldId="280"/>
            <ac:inkMk id="47" creationId="{9EC2C834-A5B9-304F-A7A8-F3374CA70905}"/>
          </ac:inkMkLst>
        </pc:inkChg>
        <pc:inkChg chg="add del topLvl">
          <ac:chgData name="Aggie Menezes" userId="74619c95fa3483c9" providerId="LiveId" clId="{6A46CFC1-D81F-9C46-BB3E-0BAFF4AC7CB5}" dt="2020-10-29T14:42:14.223" v="1510"/>
          <ac:inkMkLst>
            <pc:docMk/>
            <pc:sldMk cId="1606261703" sldId="280"/>
            <ac:inkMk id="48" creationId="{4FB3811F-AA2C-054B-A1DA-5929039955F6}"/>
          </ac:inkMkLst>
        </pc:inkChg>
        <pc:inkChg chg="add del topLvl">
          <ac:chgData name="Aggie Menezes" userId="74619c95fa3483c9" providerId="LiveId" clId="{6A46CFC1-D81F-9C46-BB3E-0BAFF4AC7CB5}" dt="2020-10-29T14:42:14.240" v="1516"/>
          <ac:inkMkLst>
            <pc:docMk/>
            <pc:sldMk cId="1606261703" sldId="280"/>
            <ac:inkMk id="49" creationId="{BA3910ED-9BA9-CF4C-A9D7-54B89F07ABF9}"/>
          </ac:inkMkLst>
        </pc:inkChg>
        <pc:inkChg chg="add del topLvl">
          <ac:chgData name="Aggie Menezes" userId="74619c95fa3483c9" providerId="LiveId" clId="{6A46CFC1-D81F-9C46-BB3E-0BAFF4AC7CB5}" dt="2020-10-29T14:42:14.237" v="1515"/>
          <ac:inkMkLst>
            <pc:docMk/>
            <pc:sldMk cId="1606261703" sldId="280"/>
            <ac:inkMk id="50" creationId="{14AA835E-4275-964D-BAB3-FE559C692ACF}"/>
          </ac:inkMkLst>
        </pc:inkChg>
        <pc:inkChg chg="add del topLvl">
          <ac:chgData name="Aggie Menezes" userId="74619c95fa3483c9" providerId="LiveId" clId="{6A46CFC1-D81F-9C46-BB3E-0BAFF4AC7CB5}" dt="2020-10-29T14:42:14.213" v="1506"/>
          <ac:inkMkLst>
            <pc:docMk/>
            <pc:sldMk cId="1606261703" sldId="280"/>
            <ac:inkMk id="51" creationId="{0F87651E-99AE-404E-9441-39A58AEF153F}"/>
          </ac:inkMkLst>
        </pc:inkChg>
        <pc:inkChg chg="add del">
          <ac:chgData name="Aggie Menezes" userId="74619c95fa3483c9" providerId="LiveId" clId="{6A46CFC1-D81F-9C46-BB3E-0BAFF4AC7CB5}" dt="2020-10-29T14:38:44.975" v="1338"/>
          <ac:inkMkLst>
            <pc:docMk/>
            <pc:sldMk cId="1606261703" sldId="280"/>
            <ac:inkMk id="53" creationId="{BF98DD7C-5735-994B-B23C-26A8C3D0EDF8}"/>
          </ac:inkMkLst>
        </pc:inkChg>
        <pc:inkChg chg="add del topLvl">
          <ac:chgData name="Aggie Menezes" userId="74619c95fa3483c9" providerId="LiveId" clId="{6A46CFC1-D81F-9C46-BB3E-0BAFF4AC7CB5}" dt="2020-10-29T14:39:03.647" v="1351"/>
          <ac:inkMkLst>
            <pc:docMk/>
            <pc:sldMk cId="1606261703" sldId="280"/>
            <ac:inkMk id="54" creationId="{CD962450-3475-F94A-BDF6-137BF538E214}"/>
          </ac:inkMkLst>
        </pc:inkChg>
        <pc:inkChg chg="add del topLvl">
          <ac:chgData name="Aggie Menezes" userId="74619c95fa3483c9" providerId="LiveId" clId="{6A46CFC1-D81F-9C46-BB3E-0BAFF4AC7CB5}" dt="2020-10-29T14:39:03.627" v="1348"/>
          <ac:inkMkLst>
            <pc:docMk/>
            <pc:sldMk cId="1606261703" sldId="280"/>
            <ac:inkMk id="55" creationId="{F7ECED9D-B244-9C4A-840C-39AF9F129CD2}"/>
          </ac:inkMkLst>
        </pc:inkChg>
        <pc:inkChg chg="add del">
          <ac:chgData name="Aggie Menezes" userId="74619c95fa3483c9" providerId="LiveId" clId="{6A46CFC1-D81F-9C46-BB3E-0BAFF4AC7CB5}" dt="2020-10-29T14:39:04.248" v="1353"/>
          <ac:inkMkLst>
            <pc:docMk/>
            <pc:sldMk cId="1606261703" sldId="280"/>
            <ac:inkMk id="56" creationId="{3041E6DF-BC17-1347-B648-4CEFAC37F805}"/>
          </ac:inkMkLst>
        </pc:inkChg>
        <pc:inkChg chg="add del">
          <ac:chgData name="Aggie Menezes" userId="74619c95fa3483c9" providerId="LiveId" clId="{6A46CFC1-D81F-9C46-BB3E-0BAFF4AC7CB5}" dt="2020-10-29T14:38:44.979" v="1339"/>
          <ac:inkMkLst>
            <pc:docMk/>
            <pc:sldMk cId="1606261703" sldId="280"/>
            <ac:inkMk id="57" creationId="{73AB1112-1943-AE4A-8D70-7E26DEF8EA26}"/>
          </ac:inkMkLst>
        </pc:inkChg>
        <pc:inkChg chg="add del">
          <ac:chgData name="Aggie Menezes" userId="74619c95fa3483c9" providerId="LiveId" clId="{6A46CFC1-D81F-9C46-BB3E-0BAFF4AC7CB5}" dt="2020-10-29T14:38:44.973" v="1337"/>
          <ac:inkMkLst>
            <pc:docMk/>
            <pc:sldMk cId="1606261703" sldId="280"/>
            <ac:inkMk id="58" creationId="{7D5B2E11-E2B4-3C45-B9D5-79146A7D0B70}"/>
          </ac:inkMkLst>
        </pc:inkChg>
        <pc:inkChg chg="add del topLvl">
          <ac:chgData name="Aggie Menezes" userId="74619c95fa3483c9" providerId="LiveId" clId="{6A46CFC1-D81F-9C46-BB3E-0BAFF4AC7CB5}" dt="2020-10-29T14:39:03.652" v="1352"/>
          <ac:inkMkLst>
            <pc:docMk/>
            <pc:sldMk cId="1606261703" sldId="280"/>
            <ac:inkMk id="59" creationId="{CFC62F9D-36D1-C041-9DA4-FFE2A43B8318}"/>
          </ac:inkMkLst>
        </pc:inkChg>
        <pc:inkChg chg="add del">
          <ac:chgData name="Aggie Menezes" userId="74619c95fa3483c9" providerId="LiveId" clId="{6A46CFC1-D81F-9C46-BB3E-0BAFF4AC7CB5}" dt="2020-10-29T14:39:03.600" v="1344"/>
          <ac:inkMkLst>
            <pc:docMk/>
            <pc:sldMk cId="1606261703" sldId="280"/>
            <ac:inkMk id="60" creationId="{091895E7-818C-D74E-ABA9-02DD2289ACB0}"/>
          </ac:inkMkLst>
        </pc:inkChg>
        <pc:inkChg chg="add del">
          <ac:chgData name="Aggie Menezes" userId="74619c95fa3483c9" providerId="LiveId" clId="{6A46CFC1-D81F-9C46-BB3E-0BAFF4AC7CB5}" dt="2020-10-29T14:39:03.642" v="1350"/>
          <ac:inkMkLst>
            <pc:docMk/>
            <pc:sldMk cId="1606261703" sldId="280"/>
            <ac:inkMk id="61" creationId="{7AED8930-2C44-8D4E-8A8E-EF7D3F2A9BA6}"/>
          </ac:inkMkLst>
        </pc:inkChg>
        <pc:inkChg chg="add del topLvl">
          <ac:chgData name="Aggie Menezes" userId="74619c95fa3483c9" providerId="LiveId" clId="{6A46CFC1-D81F-9C46-BB3E-0BAFF4AC7CB5}" dt="2020-10-29T14:39:06.891" v="1358"/>
          <ac:inkMkLst>
            <pc:docMk/>
            <pc:sldMk cId="1606261703" sldId="280"/>
            <ac:inkMk id="62" creationId="{C56CF2A0-81AC-B446-8E7B-97FEB302DFC8}"/>
          </ac:inkMkLst>
        </pc:inkChg>
        <pc:inkChg chg="add del">
          <ac:chgData name="Aggie Menezes" userId="74619c95fa3483c9" providerId="LiveId" clId="{6A46CFC1-D81F-9C46-BB3E-0BAFF4AC7CB5}" dt="2020-10-29T14:39:03.605" v="1345"/>
          <ac:inkMkLst>
            <pc:docMk/>
            <pc:sldMk cId="1606261703" sldId="280"/>
            <ac:inkMk id="63" creationId="{527E8B80-4FD3-0F49-9218-CB1F4CAEC751}"/>
          </ac:inkMkLst>
        </pc:inkChg>
        <pc:inkChg chg="add del">
          <ac:chgData name="Aggie Menezes" userId="74619c95fa3483c9" providerId="LiveId" clId="{6A46CFC1-D81F-9C46-BB3E-0BAFF4AC7CB5}" dt="2020-10-29T14:39:03.636" v="1349"/>
          <ac:inkMkLst>
            <pc:docMk/>
            <pc:sldMk cId="1606261703" sldId="280"/>
            <ac:inkMk id="64" creationId="{ED39C404-EB29-4B4F-8994-87CCE94C9215}"/>
          </ac:inkMkLst>
        </pc:inkChg>
        <pc:inkChg chg="add del">
          <ac:chgData name="Aggie Menezes" userId="74619c95fa3483c9" providerId="LiveId" clId="{6A46CFC1-D81F-9C46-BB3E-0BAFF4AC7CB5}" dt="2020-10-29T14:39:03.617" v="1347"/>
          <ac:inkMkLst>
            <pc:docMk/>
            <pc:sldMk cId="1606261703" sldId="280"/>
            <ac:inkMk id="65" creationId="{429CACEB-B5D7-7748-964E-0C58E3B63ABA}"/>
          </ac:inkMkLst>
        </pc:inkChg>
        <pc:inkChg chg="add del">
          <ac:chgData name="Aggie Menezes" userId="74619c95fa3483c9" providerId="LiveId" clId="{6A46CFC1-D81F-9C46-BB3E-0BAFF4AC7CB5}" dt="2020-10-29T14:39:03.590" v="1342"/>
          <ac:inkMkLst>
            <pc:docMk/>
            <pc:sldMk cId="1606261703" sldId="280"/>
            <ac:inkMk id="66" creationId="{2B1EAF08-7C19-2940-807C-5FA0ECB89AB1}"/>
          </ac:inkMkLst>
        </pc:inkChg>
        <pc:inkChg chg="add del">
          <ac:chgData name="Aggie Menezes" userId="74619c95fa3483c9" providerId="LiveId" clId="{6A46CFC1-D81F-9C46-BB3E-0BAFF4AC7CB5}" dt="2020-10-29T14:39:03.610" v="1346"/>
          <ac:inkMkLst>
            <pc:docMk/>
            <pc:sldMk cId="1606261703" sldId="280"/>
            <ac:inkMk id="67" creationId="{F0747693-A68A-9A4C-BB39-B5BB183ABE54}"/>
          </ac:inkMkLst>
        </pc:inkChg>
        <pc:inkChg chg="add del">
          <ac:chgData name="Aggie Menezes" userId="74619c95fa3483c9" providerId="LiveId" clId="{6A46CFC1-D81F-9C46-BB3E-0BAFF4AC7CB5}" dt="2020-10-29T14:39:03.595" v="1343"/>
          <ac:inkMkLst>
            <pc:docMk/>
            <pc:sldMk cId="1606261703" sldId="280"/>
            <ac:inkMk id="68" creationId="{926E467C-B28C-904A-9073-5E93267098CC}"/>
          </ac:inkMkLst>
        </pc:inkChg>
        <pc:inkChg chg="add del">
          <ac:chgData name="Aggie Menezes" userId="74619c95fa3483c9" providerId="LiveId" clId="{6A46CFC1-D81F-9C46-BB3E-0BAFF4AC7CB5}" dt="2020-10-29T14:39:03.584" v="1341"/>
          <ac:inkMkLst>
            <pc:docMk/>
            <pc:sldMk cId="1606261703" sldId="280"/>
            <ac:inkMk id="69" creationId="{25C10305-6E1E-3E45-8782-8F6B598D2307}"/>
          </ac:inkMkLst>
        </pc:inkChg>
        <pc:inkChg chg="add del">
          <ac:chgData name="Aggie Menezes" userId="74619c95fa3483c9" providerId="LiveId" clId="{6A46CFC1-D81F-9C46-BB3E-0BAFF4AC7CB5}" dt="2020-10-29T14:39:52.146" v="1406" actId="478"/>
          <ac:inkMkLst>
            <pc:docMk/>
            <pc:sldMk cId="1606261703" sldId="280"/>
            <ac:inkMk id="72" creationId="{65EF8DB7-70FC-9240-A41C-DA1130356438}"/>
          </ac:inkMkLst>
        </pc:inkChg>
        <pc:inkChg chg="add topLvl">
          <ac:chgData name="Aggie Menezes" userId="74619c95fa3483c9" providerId="LiveId" clId="{6A46CFC1-D81F-9C46-BB3E-0BAFF4AC7CB5}" dt="2020-10-29T14:39:47.571" v="1405"/>
          <ac:inkMkLst>
            <pc:docMk/>
            <pc:sldMk cId="1606261703" sldId="280"/>
            <ac:inkMk id="73" creationId="{CF51DFAE-02E0-604D-8F4D-4F0991F16EC6}"/>
          </ac:inkMkLst>
        </pc:inkChg>
        <pc:inkChg chg="add topLvl">
          <ac:chgData name="Aggie Menezes" userId="74619c95fa3483c9" providerId="LiveId" clId="{6A46CFC1-D81F-9C46-BB3E-0BAFF4AC7CB5}" dt="2020-10-29T14:39:47.571" v="1405"/>
          <ac:inkMkLst>
            <pc:docMk/>
            <pc:sldMk cId="1606261703" sldId="280"/>
            <ac:inkMk id="74" creationId="{0F4ACD81-9226-A847-8ADA-2CF6FC1CBC84}"/>
          </ac:inkMkLst>
        </pc:inkChg>
        <pc:inkChg chg="add topLvl">
          <ac:chgData name="Aggie Menezes" userId="74619c95fa3483c9" providerId="LiveId" clId="{6A46CFC1-D81F-9C46-BB3E-0BAFF4AC7CB5}" dt="2020-10-29T14:39:47.571" v="1405"/>
          <ac:inkMkLst>
            <pc:docMk/>
            <pc:sldMk cId="1606261703" sldId="280"/>
            <ac:inkMk id="75" creationId="{14D68160-8E0B-F343-9149-585D6369B540}"/>
          </ac:inkMkLst>
        </pc:inkChg>
        <pc:inkChg chg="add topLvl">
          <ac:chgData name="Aggie Menezes" userId="74619c95fa3483c9" providerId="LiveId" clId="{6A46CFC1-D81F-9C46-BB3E-0BAFF4AC7CB5}" dt="2020-10-29T14:39:47.571" v="1405"/>
          <ac:inkMkLst>
            <pc:docMk/>
            <pc:sldMk cId="1606261703" sldId="280"/>
            <ac:inkMk id="76" creationId="{15458396-59AC-D341-A91A-0D891E3FEF84}"/>
          </ac:inkMkLst>
        </pc:inkChg>
        <pc:inkChg chg="add topLvl">
          <ac:chgData name="Aggie Menezes" userId="74619c95fa3483c9" providerId="LiveId" clId="{6A46CFC1-D81F-9C46-BB3E-0BAFF4AC7CB5}" dt="2020-10-29T14:39:47.571" v="1405"/>
          <ac:inkMkLst>
            <pc:docMk/>
            <pc:sldMk cId="1606261703" sldId="280"/>
            <ac:inkMk id="77" creationId="{64624154-902F-264A-94F2-605762D403E4}"/>
          </ac:inkMkLst>
        </pc:inkChg>
        <pc:inkChg chg="add topLvl">
          <ac:chgData name="Aggie Menezes" userId="74619c95fa3483c9" providerId="LiveId" clId="{6A46CFC1-D81F-9C46-BB3E-0BAFF4AC7CB5}" dt="2020-10-29T14:39:47.571" v="1405"/>
          <ac:inkMkLst>
            <pc:docMk/>
            <pc:sldMk cId="1606261703" sldId="280"/>
            <ac:inkMk id="78" creationId="{E0496EE5-0D3C-4D45-9A87-5A1BA7CD6F12}"/>
          </ac:inkMkLst>
        </pc:inkChg>
        <pc:inkChg chg="add topLvl">
          <ac:chgData name="Aggie Menezes" userId="74619c95fa3483c9" providerId="LiveId" clId="{6A46CFC1-D81F-9C46-BB3E-0BAFF4AC7CB5}" dt="2020-10-29T14:39:47.571" v="1405"/>
          <ac:inkMkLst>
            <pc:docMk/>
            <pc:sldMk cId="1606261703" sldId="280"/>
            <ac:inkMk id="80" creationId="{FC707C27-9B8E-B84C-9CC9-483B51FF74F5}"/>
          </ac:inkMkLst>
        </pc:inkChg>
        <pc:inkChg chg="add topLvl">
          <ac:chgData name="Aggie Menezes" userId="74619c95fa3483c9" providerId="LiveId" clId="{6A46CFC1-D81F-9C46-BB3E-0BAFF4AC7CB5}" dt="2020-10-29T14:39:47.571" v="1405"/>
          <ac:inkMkLst>
            <pc:docMk/>
            <pc:sldMk cId="1606261703" sldId="280"/>
            <ac:inkMk id="81" creationId="{82AC4921-2904-8049-A6C8-986CB3FCE9D1}"/>
          </ac:inkMkLst>
        </pc:inkChg>
        <pc:inkChg chg="add topLvl">
          <ac:chgData name="Aggie Menezes" userId="74619c95fa3483c9" providerId="LiveId" clId="{6A46CFC1-D81F-9C46-BB3E-0BAFF4AC7CB5}" dt="2020-10-29T14:39:47.571" v="1405"/>
          <ac:inkMkLst>
            <pc:docMk/>
            <pc:sldMk cId="1606261703" sldId="280"/>
            <ac:inkMk id="82" creationId="{77D8505E-32BE-784A-98A9-5ED9C4730CC5}"/>
          </ac:inkMkLst>
        </pc:inkChg>
        <pc:inkChg chg="add topLvl">
          <ac:chgData name="Aggie Menezes" userId="74619c95fa3483c9" providerId="LiveId" clId="{6A46CFC1-D81F-9C46-BB3E-0BAFF4AC7CB5}" dt="2020-10-29T14:39:47.571" v="1405"/>
          <ac:inkMkLst>
            <pc:docMk/>
            <pc:sldMk cId="1606261703" sldId="280"/>
            <ac:inkMk id="84" creationId="{A9CA7D32-20E5-3242-9809-ABFDC3A1B456}"/>
          </ac:inkMkLst>
        </pc:inkChg>
        <pc:inkChg chg="add topLvl">
          <ac:chgData name="Aggie Menezes" userId="74619c95fa3483c9" providerId="LiveId" clId="{6A46CFC1-D81F-9C46-BB3E-0BAFF4AC7CB5}" dt="2020-10-29T14:39:47.571" v="1405"/>
          <ac:inkMkLst>
            <pc:docMk/>
            <pc:sldMk cId="1606261703" sldId="280"/>
            <ac:inkMk id="85" creationId="{61C24C29-8CCC-0647-B331-361B5D7FD661}"/>
          </ac:inkMkLst>
        </pc:inkChg>
        <pc:inkChg chg="add topLvl">
          <ac:chgData name="Aggie Menezes" userId="74619c95fa3483c9" providerId="LiveId" clId="{6A46CFC1-D81F-9C46-BB3E-0BAFF4AC7CB5}" dt="2020-10-29T14:39:47.571" v="1405"/>
          <ac:inkMkLst>
            <pc:docMk/>
            <pc:sldMk cId="1606261703" sldId="280"/>
            <ac:inkMk id="87" creationId="{4692CDC5-AB96-0745-9A28-9D2EEC5CDBEC}"/>
          </ac:inkMkLst>
        </pc:inkChg>
        <pc:inkChg chg="add topLvl">
          <ac:chgData name="Aggie Menezes" userId="74619c95fa3483c9" providerId="LiveId" clId="{6A46CFC1-D81F-9C46-BB3E-0BAFF4AC7CB5}" dt="2020-10-29T14:39:47.571" v="1405"/>
          <ac:inkMkLst>
            <pc:docMk/>
            <pc:sldMk cId="1606261703" sldId="280"/>
            <ac:inkMk id="89" creationId="{E28FD449-15AB-3048-9C07-6B389FE3A263}"/>
          </ac:inkMkLst>
        </pc:inkChg>
        <pc:inkChg chg="add topLvl">
          <ac:chgData name="Aggie Menezes" userId="74619c95fa3483c9" providerId="LiveId" clId="{6A46CFC1-D81F-9C46-BB3E-0BAFF4AC7CB5}" dt="2020-10-29T14:39:47.571" v="1405"/>
          <ac:inkMkLst>
            <pc:docMk/>
            <pc:sldMk cId="1606261703" sldId="280"/>
            <ac:inkMk id="91" creationId="{0860BE84-A965-FC41-A94C-C4B8E019B47E}"/>
          </ac:inkMkLst>
        </pc:inkChg>
        <pc:inkChg chg="add topLvl">
          <ac:chgData name="Aggie Menezes" userId="74619c95fa3483c9" providerId="LiveId" clId="{6A46CFC1-D81F-9C46-BB3E-0BAFF4AC7CB5}" dt="2020-10-29T14:39:47.571" v="1405"/>
          <ac:inkMkLst>
            <pc:docMk/>
            <pc:sldMk cId="1606261703" sldId="280"/>
            <ac:inkMk id="92" creationId="{4AF0AF02-2EC1-7646-A4B9-D65728BF5711}"/>
          </ac:inkMkLst>
        </pc:inkChg>
        <pc:inkChg chg="add topLvl">
          <ac:chgData name="Aggie Menezes" userId="74619c95fa3483c9" providerId="LiveId" clId="{6A46CFC1-D81F-9C46-BB3E-0BAFF4AC7CB5}" dt="2020-10-29T14:39:47.571" v="1405"/>
          <ac:inkMkLst>
            <pc:docMk/>
            <pc:sldMk cId="1606261703" sldId="280"/>
            <ac:inkMk id="93" creationId="{6112B81A-AE81-9448-AC0A-3283EC1D72A0}"/>
          </ac:inkMkLst>
        </pc:inkChg>
        <pc:inkChg chg="add topLvl">
          <ac:chgData name="Aggie Menezes" userId="74619c95fa3483c9" providerId="LiveId" clId="{6A46CFC1-D81F-9C46-BB3E-0BAFF4AC7CB5}" dt="2020-10-29T14:39:47.571" v="1405"/>
          <ac:inkMkLst>
            <pc:docMk/>
            <pc:sldMk cId="1606261703" sldId="280"/>
            <ac:inkMk id="94" creationId="{F89FE909-0508-6D48-8BDB-FF1747D6A232}"/>
          </ac:inkMkLst>
        </pc:inkChg>
        <pc:inkChg chg="add topLvl">
          <ac:chgData name="Aggie Menezes" userId="74619c95fa3483c9" providerId="LiveId" clId="{6A46CFC1-D81F-9C46-BB3E-0BAFF4AC7CB5}" dt="2020-10-29T14:39:47.571" v="1405"/>
          <ac:inkMkLst>
            <pc:docMk/>
            <pc:sldMk cId="1606261703" sldId="280"/>
            <ac:inkMk id="95" creationId="{72659E70-DA31-DF49-B08F-E7649AC2EEBF}"/>
          </ac:inkMkLst>
        </pc:inkChg>
        <pc:inkChg chg="add topLvl">
          <ac:chgData name="Aggie Menezes" userId="74619c95fa3483c9" providerId="LiveId" clId="{6A46CFC1-D81F-9C46-BB3E-0BAFF4AC7CB5}" dt="2020-10-29T14:39:47.571" v="1405"/>
          <ac:inkMkLst>
            <pc:docMk/>
            <pc:sldMk cId="1606261703" sldId="280"/>
            <ac:inkMk id="96" creationId="{565F40B3-F0AB-FE43-BBC2-6B36550407CB}"/>
          </ac:inkMkLst>
        </pc:inkChg>
        <pc:inkChg chg="add topLvl">
          <ac:chgData name="Aggie Menezes" userId="74619c95fa3483c9" providerId="LiveId" clId="{6A46CFC1-D81F-9C46-BB3E-0BAFF4AC7CB5}" dt="2020-10-29T14:39:47.571" v="1405"/>
          <ac:inkMkLst>
            <pc:docMk/>
            <pc:sldMk cId="1606261703" sldId="280"/>
            <ac:inkMk id="97" creationId="{9D04C832-8E0F-AB42-A94E-F725469E03C8}"/>
          </ac:inkMkLst>
        </pc:inkChg>
        <pc:inkChg chg="add topLvl">
          <ac:chgData name="Aggie Menezes" userId="74619c95fa3483c9" providerId="LiveId" clId="{6A46CFC1-D81F-9C46-BB3E-0BAFF4AC7CB5}" dt="2020-10-29T14:39:47.571" v="1405"/>
          <ac:inkMkLst>
            <pc:docMk/>
            <pc:sldMk cId="1606261703" sldId="280"/>
            <ac:inkMk id="98" creationId="{1593DF5B-2485-E842-8199-B29B3BFDBB69}"/>
          </ac:inkMkLst>
        </pc:inkChg>
        <pc:inkChg chg="add topLvl">
          <ac:chgData name="Aggie Menezes" userId="74619c95fa3483c9" providerId="LiveId" clId="{6A46CFC1-D81F-9C46-BB3E-0BAFF4AC7CB5}" dt="2020-10-29T14:39:47.571" v="1405"/>
          <ac:inkMkLst>
            <pc:docMk/>
            <pc:sldMk cId="1606261703" sldId="280"/>
            <ac:inkMk id="99" creationId="{4FAA5CC9-6DAF-B841-9756-BA7F5D91F016}"/>
          </ac:inkMkLst>
        </pc:inkChg>
        <pc:inkChg chg="add topLvl">
          <ac:chgData name="Aggie Menezes" userId="74619c95fa3483c9" providerId="LiveId" clId="{6A46CFC1-D81F-9C46-BB3E-0BAFF4AC7CB5}" dt="2020-10-29T14:39:47.571" v="1405"/>
          <ac:inkMkLst>
            <pc:docMk/>
            <pc:sldMk cId="1606261703" sldId="280"/>
            <ac:inkMk id="101" creationId="{1717E6E1-08C9-2C49-BB06-874AB8D80243}"/>
          </ac:inkMkLst>
        </pc:inkChg>
        <pc:inkChg chg="add topLvl">
          <ac:chgData name="Aggie Menezes" userId="74619c95fa3483c9" providerId="LiveId" clId="{6A46CFC1-D81F-9C46-BB3E-0BAFF4AC7CB5}" dt="2020-10-29T14:39:47.571" v="1405"/>
          <ac:inkMkLst>
            <pc:docMk/>
            <pc:sldMk cId="1606261703" sldId="280"/>
            <ac:inkMk id="102" creationId="{B8646EDE-6093-9040-B76A-971C7E840B51}"/>
          </ac:inkMkLst>
        </pc:inkChg>
        <pc:inkChg chg="add topLvl">
          <ac:chgData name="Aggie Menezes" userId="74619c95fa3483c9" providerId="LiveId" clId="{6A46CFC1-D81F-9C46-BB3E-0BAFF4AC7CB5}" dt="2020-10-29T14:39:47.571" v="1405"/>
          <ac:inkMkLst>
            <pc:docMk/>
            <pc:sldMk cId="1606261703" sldId="280"/>
            <ac:inkMk id="103" creationId="{E29E4997-D937-8F4E-A669-5333BE80D8DE}"/>
          </ac:inkMkLst>
        </pc:inkChg>
        <pc:inkChg chg="add">
          <ac:chgData name="Aggie Menezes" userId="74619c95fa3483c9" providerId="LiveId" clId="{6A46CFC1-D81F-9C46-BB3E-0BAFF4AC7CB5}" dt="2020-10-29T14:39:43.219" v="1393"/>
          <ac:inkMkLst>
            <pc:docMk/>
            <pc:sldMk cId="1606261703" sldId="280"/>
            <ac:inkMk id="105" creationId="{9D71EA96-6DEF-1749-BFFD-6B067AD7B27E}"/>
          </ac:inkMkLst>
        </pc:inkChg>
        <pc:inkChg chg="add">
          <ac:chgData name="Aggie Menezes" userId="74619c95fa3483c9" providerId="LiveId" clId="{6A46CFC1-D81F-9C46-BB3E-0BAFF4AC7CB5}" dt="2020-10-29T14:39:43.464" v="1394"/>
          <ac:inkMkLst>
            <pc:docMk/>
            <pc:sldMk cId="1606261703" sldId="280"/>
            <ac:inkMk id="106" creationId="{76360FEE-CC39-1641-B280-671CF435ABB7}"/>
          </ac:inkMkLst>
        </pc:inkChg>
        <pc:inkChg chg="add">
          <ac:chgData name="Aggie Menezes" userId="74619c95fa3483c9" providerId="LiveId" clId="{6A46CFC1-D81F-9C46-BB3E-0BAFF4AC7CB5}" dt="2020-10-29T14:39:43.647" v="1395"/>
          <ac:inkMkLst>
            <pc:docMk/>
            <pc:sldMk cId="1606261703" sldId="280"/>
            <ac:inkMk id="107" creationId="{4D017042-0F57-D14E-A253-69C6CDA80630}"/>
          </ac:inkMkLst>
        </pc:inkChg>
        <pc:inkChg chg="add">
          <ac:chgData name="Aggie Menezes" userId="74619c95fa3483c9" providerId="LiveId" clId="{6A46CFC1-D81F-9C46-BB3E-0BAFF4AC7CB5}" dt="2020-10-29T14:39:43.973" v="1396"/>
          <ac:inkMkLst>
            <pc:docMk/>
            <pc:sldMk cId="1606261703" sldId="280"/>
            <ac:inkMk id="108" creationId="{F1C9FEF2-0F0E-DC46-AA29-7C1C2D1DFBFB}"/>
          </ac:inkMkLst>
        </pc:inkChg>
        <pc:inkChg chg="add">
          <ac:chgData name="Aggie Menezes" userId="74619c95fa3483c9" providerId="LiveId" clId="{6A46CFC1-D81F-9C46-BB3E-0BAFF4AC7CB5}" dt="2020-10-29T14:39:44.126" v="1397"/>
          <ac:inkMkLst>
            <pc:docMk/>
            <pc:sldMk cId="1606261703" sldId="280"/>
            <ac:inkMk id="109" creationId="{31EBF1BC-597A-6F48-9C1B-CA22205B04FB}"/>
          </ac:inkMkLst>
        </pc:inkChg>
        <pc:inkChg chg="add">
          <ac:chgData name="Aggie Menezes" userId="74619c95fa3483c9" providerId="LiveId" clId="{6A46CFC1-D81F-9C46-BB3E-0BAFF4AC7CB5}" dt="2020-10-29T14:39:44.272" v="1398"/>
          <ac:inkMkLst>
            <pc:docMk/>
            <pc:sldMk cId="1606261703" sldId="280"/>
            <ac:inkMk id="110" creationId="{7D457B11-B95D-9A4A-9D9E-C4069078DEE8}"/>
          </ac:inkMkLst>
        </pc:inkChg>
        <pc:inkChg chg="add">
          <ac:chgData name="Aggie Menezes" userId="74619c95fa3483c9" providerId="LiveId" clId="{6A46CFC1-D81F-9C46-BB3E-0BAFF4AC7CB5}" dt="2020-10-29T14:39:44.569" v="1399"/>
          <ac:inkMkLst>
            <pc:docMk/>
            <pc:sldMk cId="1606261703" sldId="280"/>
            <ac:inkMk id="111" creationId="{7B59D531-00BB-3A44-8A18-42FFF169FED5}"/>
          </ac:inkMkLst>
        </pc:inkChg>
        <pc:inkChg chg="add">
          <ac:chgData name="Aggie Menezes" userId="74619c95fa3483c9" providerId="LiveId" clId="{6A46CFC1-D81F-9C46-BB3E-0BAFF4AC7CB5}" dt="2020-10-29T14:39:44.710" v="1400"/>
          <ac:inkMkLst>
            <pc:docMk/>
            <pc:sldMk cId="1606261703" sldId="280"/>
            <ac:inkMk id="112" creationId="{246774CF-85A6-6641-A01E-A42448B6E4FB}"/>
          </ac:inkMkLst>
        </pc:inkChg>
        <pc:inkChg chg="add">
          <ac:chgData name="Aggie Menezes" userId="74619c95fa3483c9" providerId="LiveId" clId="{6A46CFC1-D81F-9C46-BB3E-0BAFF4AC7CB5}" dt="2020-10-29T14:39:45.228" v="1401"/>
          <ac:inkMkLst>
            <pc:docMk/>
            <pc:sldMk cId="1606261703" sldId="280"/>
            <ac:inkMk id="113" creationId="{54C80F74-126F-8245-B202-EB20E721EF07}"/>
          </ac:inkMkLst>
        </pc:inkChg>
        <pc:inkChg chg="add">
          <ac:chgData name="Aggie Menezes" userId="74619c95fa3483c9" providerId="LiveId" clId="{6A46CFC1-D81F-9C46-BB3E-0BAFF4AC7CB5}" dt="2020-10-29T14:39:45.431" v="1402"/>
          <ac:inkMkLst>
            <pc:docMk/>
            <pc:sldMk cId="1606261703" sldId="280"/>
            <ac:inkMk id="114" creationId="{FBB5AC19-D9FD-B448-B6CE-12D5CECE599E}"/>
          </ac:inkMkLst>
        </pc:inkChg>
        <pc:inkChg chg="add">
          <ac:chgData name="Aggie Menezes" userId="74619c95fa3483c9" providerId="LiveId" clId="{6A46CFC1-D81F-9C46-BB3E-0BAFF4AC7CB5}" dt="2020-10-29T14:39:45.949" v="1403"/>
          <ac:inkMkLst>
            <pc:docMk/>
            <pc:sldMk cId="1606261703" sldId="280"/>
            <ac:inkMk id="115" creationId="{6D615AE5-24CD-A440-944D-AC7FF2DC38B8}"/>
          </ac:inkMkLst>
        </pc:inkChg>
        <pc:inkChg chg="add">
          <ac:chgData name="Aggie Menezes" userId="74619c95fa3483c9" providerId="LiveId" clId="{6A46CFC1-D81F-9C46-BB3E-0BAFF4AC7CB5}" dt="2020-10-29T14:39:46.539" v="1404"/>
          <ac:inkMkLst>
            <pc:docMk/>
            <pc:sldMk cId="1606261703" sldId="280"/>
            <ac:inkMk id="116" creationId="{57ED3B1F-DC96-CB47-9A3D-223502D96CFC}"/>
          </ac:inkMkLst>
        </pc:inkChg>
        <pc:inkChg chg="add topLvl">
          <ac:chgData name="Aggie Menezes" userId="74619c95fa3483c9" providerId="LiveId" clId="{6A46CFC1-D81F-9C46-BB3E-0BAFF4AC7CB5}" dt="2020-10-29T14:40:39.043" v="1452"/>
          <ac:inkMkLst>
            <pc:docMk/>
            <pc:sldMk cId="1606261703" sldId="280"/>
            <ac:inkMk id="118" creationId="{7906CE0B-1702-0647-B21B-6012BE032077}"/>
          </ac:inkMkLst>
        </pc:inkChg>
        <pc:inkChg chg="add topLvl">
          <ac:chgData name="Aggie Menezes" userId="74619c95fa3483c9" providerId="LiveId" clId="{6A46CFC1-D81F-9C46-BB3E-0BAFF4AC7CB5}" dt="2020-10-29T14:40:39.043" v="1452"/>
          <ac:inkMkLst>
            <pc:docMk/>
            <pc:sldMk cId="1606261703" sldId="280"/>
            <ac:inkMk id="119" creationId="{44346A00-020B-E84E-B953-5E1AF229E249}"/>
          </ac:inkMkLst>
        </pc:inkChg>
        <pc:inkChg chg="add topLvl">
          <ac:chgData name="Aggie Menezes" userId="74619c95fa3483c9" providerId="LiveId" clId="{6A46CFC1-D81F-9C46-BB3E-0BAFF4AC7CB5}" dt="2020-10-29T14:40:39.043" v="1452"/>
          <ac:inkMkLst>
            <pc:docMk/>
            <pc:sldMk cId="1606261703" sldId="280"/>
            <ac:inkMk id="120" creationId="{816650D7-8EE4-0D45-B76B-7ABEB92CB4C5}"/>
          </ac:inkMkLst>
        </pc:inkChg>
        <pc:inkChg chg="add topLvl">
          <ac:chgData name="Aggie Menezes" userId="74619c95fa3483c9" providerId="LiveId" clId="{6A46CFC1-D81F-9C46-BB3E-0BAFF4AC7CB5}" dt="2020-10-29T14:40:39.043" v="1452"/>
          <ac:inkMkLst>
            <pc:docMk/>
            <pc:sldMk cId="1606261703" sldId="280"/>
            <ac:inkMk id="121" creationId="{8711728E-6C13-7A4D-8C16-7C628AE2CA4C}"/>
          </ac:inkMkLst>
        </pc:inkChg>
        <pc:inkChg chg="add topLvl">
          <ac:chgData name="Aggie Menezes" userId="74619c95fa3483c9" providerId="LiveId" clId="{6A46CFC1-D81F-9C46-BB3E-0BAFF4AC7CB5}" dt="2020-10-29T14:40:39.043" v="1452"/>
          <ac:inkMkLst>
            <pc:docMk/>
            <pc:sldMk cId="1606261703" sldId="280"/>
            <ac:inkMk id="122" creationId="{29260B61-F5E3-9443-B9C8-0FA027D09278}"/>
          </ac:inkMkLst>
        </pc:inkChg>
        <pc:inkChg chg="add topLvl">
          <ac:chgData name="Aggie Menezes" userId="74619c95fa3483c9" providerId="LiveId" clId="{6A46CFC1-D81F-9C46-BB3E-0BAFF4AC7CB5}" dt="2020-10-29T14:40:39.043" v="1452"/>
          <ac:inkMkLst>
            <pc:docMk/>
            <pc:sldMk cId="1606261703" sldId="280"/>
            <ac:inkMk id="123" creationId="{1CB3C653-FB6F-8649-A05F-875341C4199D}"/>
          </ac:inkMkLst>
        </pc:inkChg>
        <pc:inkChg chg="add topLvl">
          <ac:chgData name="Aggie Menezes" userId="74619c95fa3483c9" providerId="LiveId" clId="{6A46CFC1-D81F-9C46-BB3E-0BAFF4AC7CB5}" dt="2020-10-29T14:40:39.043" v="1452"/>
          <ac:inkMkLst>
            <pc:docMk/>
            <pc:sldMk cId="1606261703" sldId="280"/>
            <ac:inkMk id="124" creationId="{E02F892B-ED4A-1B43-A5D9-8F39C63F3E2A}"/>
          </ac:inkMkLst>
        </pc:inkChg>
        <pc:inkChg chg="add topLvl">
          <ac:chgData name="Aggie Menezes" userId="74619c95fa3483c9" providerId="LiveId" clId="{6A46CFC1-D81F-9C46-BB3E-0BAFF4AC7CB5}" dt="2020-10-29T14:40:39.043" v="1452"/>
          <ac:inkMkLst>
            <pc:docMk/>
            <pc:sldMk cId="1606261703" sldId="280"/>
            <ac:inkMk id="125" creationId="{9ABCCAD6-6046-1445-883A-AA62D09CC2DB}"/>
          </ac:inkMkLst>
        </pc:inkChg>
        <pc:inkChg chg="add topLvl">
          <ac:chgData name="Aggie Menezes" userId="74619c95fa3483c9" providerId="LiveId" clId="{6A46CFC1-D81F-9C46-BB3E-0BAFF4AC7CB5}" dt="2020-10-29T14:40:39.043" v="1452"/>
          <ac:inkMkLst>
            <pc:docMk/>
            <pc:sldMk cId="1606261703" sldId="280"/>
            <ac:inkMk id="127" creationId="{344412A6-648A-8345-8ECD-5DC67730CBE0}"/>
          </ac:inkMkLst>
        </pc:inkChg>
        <pc:inkChg chg="add topLvl">
          <ac:chgData name="Aggie Menezes" userId="74619c95fa3483c9" providerId="LiveId" clId="{6A46CFC1-D81F-9C46-BB3E-0BAFF4AC7CB5}" dt="2020-10-29T14:40:39.043" v="1452"/>
          <ac:inkMkLst>
            <pc:docMk/>
            <pc:sldMk cId="1606261703" sldId="280"/>
            <ac:inkMk id="128" creationId="{63C6BB1B-922D-384A-8B34-431A35C1156E}"/>
          </ac:inkMkLst>
        </pc:inkChg>
        <pc:inkChg chg="add topLvl">
          <ac:chgData name="Aggie Menezes" userId="74619c95fa3483c9" providerId="LiveId" clId="{6A46CFC1-D81F-9C46-BB3E-0BAFF4AC7CB5}" dt="2020-10-29T14:40:39.043" v="1452"/>
          <ac:inkMkLst>
            <pc:docMk/>
            <pc:sldMk cId="1606261703" sldId="280"/>
            <ac:inkMk id="129" creationId="{CC4D16AC-1E59-B942-B4F2-E4FDF76F2D90}"/>
          </ac:inkMkLst>
        </pc:inkChg>
        <pc:inkChg chg="add topLvl">
          <ac:chgData name="Aggie Menezes" userId="74619c95fa3483c9" providerId="LiveId" clId="{6A46CFC1-D81F-9C46-BB3E-0BAFF4AC7CB5}" dt="2020-10-29T14:40:39.043" v="1452"/>
          <ac:inkMkLst>
            <pc:docMk/>
            <pc:sldMk cId="1606261703" sldId="280"/>
            <ac:inkMk id="130" creationId="{442B0947-8065-2042-8347-CFF3DB886EA3}"/>
          </ac:inkMkLst>
        </pc:inkChg>
        <pc:inkChg chg="add topLvl">
          <ac:chgData name="Aggie Menezes" userId="74619c95fa3483c9" providerId="LiveId" clId="{6A46CFC1-D81F-9C46-BB3E-0BAFF4AC7CB5}" dt="2020-10-29T14:40:39.043" v="1452"/>
          <ac:inkMkLst>
            <pc:docMk/>
            <pc:sldMk cId="1606261703" sldId="280"/>
            <ac:inkMk id="131" creationId="{C6009349-F8F8-A54D-85CF-1D7F5D282A36}"/>
          </ac:inkMkLst>
        </pc:inkChg>
        <pc:inkChg chg="add topLvl">
          <ac:chgData name="Aggie Menezes" userId="74619c95fa3483c9" providerId="LiveId" clId="{6A46CFC1-D81F-9C46-BB3E-0BAFF4AC7CB5}" dt="2020-10-29T14:40:39.043" v="1452"/>
          <ac:inkMkLst>
            <pc:docMk/>
            <pc:sldMk cId="1606261703" sldId="280"/>
            <ac:inkMk id="132" creationId="{07570E4A-B33C-1B49-B46E-7B0E26AD8297}"/>
          </ac:inkMkLst>
        </pc:inkChg>
        <pc:inkChg chg="add topLvl">
          <ac:chgData name="Aggie Menezes" userId="74619c95fa3483c9" providerId="LiveId" clId="{6A46CFC1-D81F-9C46-BB3E-0BAFF4AC7CB5}" dt="2020-10-29T14:40:39.043" v="1452"/>
          <ac:inkMkLst>
            <pc:docMk/>
            <pc:sldMk cId="1606261703" sldId="280"/>
            <ac:inkMk id="133" creationId="{C059B159-54F5-7C4D-99C9-34F0EE905AE5}"/>
          </ac:inkMkLst>
        </pc:inkChg>
        <pc:inkChg chg="add topLvl">
          <ac:chgData name="Aggie Menezes" userId="74619c95fa3483c9" providerId="LiveId" clId="{6A46CFC1-D81F-9C46-BB3E-0BAFF4AC7CB5}" dt="2020-10-29T14:40:39.043" v="1452"/>
          <ac:inkMkLst>
            <pc:docMk/>
            <pc:sldMk cId="1606261703" sldId="280"/>
            <ac:inkMk id="134" creationId="{9375F847-C8F4-0744-B169-F79359B55BD5}"/>
          </ac:inkMkLst>
        </pc:inkChg>
        <pc:inkChg chg="add topLvl">
          <ac:chgData name="Aggie Menezes" userId="74619c95fa3483c9" providerId="LiveId" clId="{6A46CFC1-D81F-9C46-BB3E-0BAFF4AC7CB5}" dt="2020-10-29T14:40:39.043" v="1452"/>
          <ac:inkMkLst>
            <pc:docMk/>
            <pc:sldMk cId="1606261703" sldId="280"/>
            <ac:inkMk id="135" creationId="{E345B670-34BD-FD4A-A34B-27E319A1631C}"/>
          </ac:inkMkLst>
        </pc:inkChg>
        <pc:inkChg chg="add topLvl">
          <ac:chgData name="Aggie Menezes" userId="74619c95fa3483c9" providerId="LiveId" clId="{6A46CFC1-D81F-9C46-BB3E-0BAFF4AC7CB5}" dt="2020-10-29T14:40:39.043" v="1452"/>
          <ac:inkMkLst>
            <pc:docMk/>
            <pc:sldMk cId="1606261703" sldId="280"/>
            <ac:inkMk id="136" creationId="{B3CEC07C-D596-794B-B20B-821BFFE03907}"/>
          </ac:inkMkLst>
        </pc:inkChg>
        <pc:inkChg chg="add topLvl">
          <ac:chgData name="Aggie Menezes" userId="74619c95fa3483c9" providerId="LiveId" clId="{6A46CFC1-D81F-9C46-BB3E-0BAFF4AC7CB5}" dt="2020-10-29T14:40:39.043" v="1452"/>
          <ac:inkMkLst>
            <pc:docMk/>
            <pc:sldMk cId="1606261703" sldId="280"/>
            <ac:inkMk id="137" creationId="{782DE30C-FDAB-2440-9FE6-71769C8A899D}"/>
          </ac:inkMkLst>
        </pc:inkChg>
        <pc:inkChg chg="add topLvl">
          <ac:chgData name="Aggie Menezes" userId="74619c95fa3483c9" providerId="LiveId" clId="{6A46CFC1-D81F-9C46-BB3E-0BAFF4AC7CB5}" dt="2020-10-29T14:40:39.043" v="1452"/>
          <ac:inkMkLst>
            <pc:docMk/>
            <pc:sldMk cId="1606261703" sldId="280"/>
            <ac:inkMk id="138" creationId="{AA0972BC-4F92-0E40-A333-48987F875254}"/>
          </ac:inkMkLst>
        </pc:inkChg>
        <pc:inkChg chg="add topLvl">
          <ac:chgData name="Aggie Menezes" userId="74619c95fa3483c9" providerId="LiveId" clId="{6A46CFC1-D81F-9C46-BB3E-0BAFF4AC7CB5}" dt="2020-10-29T14:40:39.043" v="1452"/>
          <ac:inkMkLst>
            <pc:docMk/>
            <pc:sldMk cId="1606261703" sldId="280"/>
            <ac:inkMk id="139" creationId="{BAFB7A26-0F78-8C4E-93E5-5A5A893CCD8D}"/>
          </ac:inkMkLst>
        </pc:inkChg>
        <pc:inkChg chg="add topLvl">
          <ac:chgData name="Aggie Menezes" userId="74619c95fa3483c9" providerId="LiveId" clId="{6A46CFC1-D81F-9C46-BB3E-0BAFF4AC7CB5}" dt="2020-10-29T14:40:39.043" v="1452"/>
          <ac:inkMkLst>
            <pc:docMk/>
            <pc:sldMk cId="1606261703" sldId="280"/>
            <ac:inkMk id="140" creationId="{B04D3ED6-152C-E545-8519-076B7B9575D5}"/>
          </ac:inkMkLst>
        </pc:inkChg>
        <pc:inkChg chg="add topLvl">
          <ac:chgData name="Aggie Menezes" userId="74619c95fa3483c9" providerId="LiveId" clId="{6A46CFC1-D81F-9C46-BB3E-0BAFF4AC7CB5}" dt="2020-10-29T14:40:39.043" v="1452"/>
          <ac:inkMkLst>
            <pc:docMk/>
            <pc:sldMk cId="1606261703" sldId="280"/>
            <ac:inkMk id="142" creationId="{3625E74C-81F8-A143-87FC-31C20F3503B0}"/>
          </ac:inkMkLst>
        </pc:inkChg>
        <pc:inkChg chg="add topLvl">
          <ac:chgData name="Aggie Menezes" userId="74619c95fa3483c9" providerId="LiveId" clId="{6A46CFC1-D81F-9C46-BB3E-0BAFF4AC7CB5}" dt="2020-10-29T14:40:39.043" v="1452"/>
          <ac:inkMkLst>
            <pc:docMk/>
            <pc:sldMk cId="1606261703" sldId="280"/>
            <ac:inkMk id="143" creationId="{F9505635-BFED-1A46-B6DB-74F03D285419}"/>
          </ac:inkMkLst>
        </pc:inkChg>
        <pc:inkChg chg="add topLvl">
          <ac:chgData name="Aggie Menezes" userId="74619c95fa3483c9" providerId="LiveId" clId="{6A46CFC1-D81F-9C46-BB3E-0BAFF4AC7CB5}" dt="2020-10-29T14:40:39.043" v="1452"/>
          <ac:inkMkLst>
            <pc:docMk/>
            <pc:sldMk cId="1606261703" sldId="280"/>
            <ac:inkMk id="144" creationId="{A402AD34-3F96-DE45-8D67-24F4B2911073}"/>
          </ac:inkMkLst>
        </pc:inkChg>
        <pc:inkChg chg="add topLvl">
          <ac:chgData name="Aggie Menezes" userId="74619c95fa3483c9" providerId="LiveId" clId="{6A46CFC1-D81F-9C46-BB3E-0BAFF4AC7CB5}" dt="2020-10-29T14:40:39.043" v="1452"/>
          <ac:inkMkLst>
            <pc:docMk/>
            <pc:sldMk cId="1606261703" sldId="280"/>
            <ac:inkMk id="146" creationId="{27A25476-78D6-1D41-9228-B17F891C5F54}"/>
          </ac:inkMkLst>
        </pc:inkChg>
        <pc:inkChg chg="add topLvl">
          <ac:chgData name="Aggie Menezes" userId="74619c95fa3483c9" providerId="LiveId" clId="{6A46CFC1-D81F-9C46-BB3E-0BAFF4AC7CB5}" dt="2020-10-29T14:40:39.043" v="1452"/>
          <ac:inkMkLst>
            <pc:docMk/>
            <pc:sldMk cId="1606261703" sldId="280"/>
            <ac:inkMk id="147" creationId="{475BE4BF-175C-1643-87ED-90FC2BF50363}"/>
          </ac:inkMkLst>
        </pc:inkChg>
        <pc:inkChg chg="add topLvl">
          <ac:chgData name="Aggie Menezes" userId="74619c95fa3483c9" providerId="LiveId" clId="{6A46CFC1-D81F-9C46-BB3E-0BAFF4AC7CB5}" dt="2020-10-29T14:40:39.043" v="1452"/>
          <ac:inkMkLst>
            <pc:docMk/>
            <pc:sldMk cId="1606261703" sldId="280"/>
            <ac:inkMk id="148" creationId="{84E78DA6-0894-9943-BC2C-B3C488039D68}"/>
          </ac:inkMkLst>
        </pc:inkChg>
        <pc:inkChg chg="add topLvl">
          <ac:chgData name="Aggie Menezes" userId="74619c95fa3483c9" providerId="LiveId" clId="{6A46CFC1-D81F-9C46-BB3E-0BAFF4AC7CB5}" dt="2020-10-29T14:40:39.043" v="1452"/>
          <ac:inkMkLst>
            <pc:docMk/>
            <pc:sldMk cId="1606261703" sldId="280"/>
            <ac:inkMk id="149" creationId="{9E30AD01-B862-8B46-B619-90DB9170368B}"/>
          </ac:inkMkLst>
        </pc:inkChg>
        <pc:inkChg chg="add topLvl">
          <ac:chgData name="Aggie Menezes" userId="74619c95fa3483c9" providerId="LiveId" clId="{6A46CFC1-D81F-9C46-BB3E-0BAFF4AC7CB5}" dt="2020-10-29T14:40:39.043" v="1452"/>
          <ac:inkMkLst>
            <pc:docMk/>
            <pc:sldMk cId="1606261703" sldId="280"/>
            <ac:inkMk id="150" creationId="{708F8032-AC3F-7E46-84BF-58D184CF76D7}"/>
          </ac:inkMkLst>
        </pc:inkChg>
        <pc:inkChg chg="add topLvl">
          <ac:chgData name="Aggie Menezes" userId="74619c95fa3483c9" providerId="LiveId" clId="{6A46CFC1-D81F-9C46-BB3E-0BAFF4AC7CB5}" dt="2020-10-29T14:40:39.043" v="1452"/>
          <ac:inkMkLst>
            <pc:docMk/>
            <pc:sldMk cId="1606261703" sldId="280"/>
            <ac:inkMk id="151" creationId="{F12A980C-B357-144D-BC64-75525DF50FFB}"/>
          </ac:inkMkLst>
        </pc:inkChg>
        <pc:inkChg chg="add topLvl">
          <ac:chgData name="Aggie Menezes" userId="74619c95fa3483c9" providerId="LiveId" clId="{6A46CFC1-D81F-9C46-BB3E-0BAFF4AC7CB5}" dt="2020-10-29T14:40:39.043" v="1452"/>
          <ac:inkMkLst>
            <pc:docMk/>
            <pc:sldMk cId="1606261703" sldId="280"/>
            <ac:inkMk id="152" creationId="{7BF74BC5-2194-2340-AC51-C4800AE9C193}"/>
          </ac:inkMkLst>
        </pc:inkChg>
        <pc:inkChg chg="add">
          <ac:chgData name="Aggie Menezes" userId="74619c95fa3483c9" providerId="LiveId" clId="{6A46CFC1-D81F-9C46-BB3E-0BAFF4AC7CB5}" dt="2020-10-29T14:40:21.355" v="1443"/>
          <ac:inkMkLst>
            <pc:docMk/>
            <pc:sldMk cId="1606261703" sldId="280"/>
            <ac:inkMk id="153" creationId="{D7A5E26C-EEBA-3C4A-A06E-5BCF2B5D7658}"/>
          </ac:inkMkLst>
        </pc:inkChg>
        <pc:inkChg chg="add">
          <ac:chgData name="Aggie Menezes" userId="74619c95fa3483c9" providerId="LiveId" clId="{6A46CFC1-D81F-9C46-BB3E-0BAFF4AC7CB5}" dt="2020-10-29T14:40:21.906" v="1444"/>
          <ac:inkMkLst>
            <pc:docMk/>
            <pc:sldMk cId="1606261703" sldId="280"/>
            <ac:inkMk id="154" creationId="{DB708FD1-BED2-D04D-8A03-0028FF232CE8}"/>
          </ac:inkMkLst>
        </pc:inkChg>
        <pc:inkChg chg="add">
          <ac:chgData name="Aggie Menezes" userId="74619c95fa3483c9" providerId="LiveId" clId="{6A46CFC1-D81F-9C46-BB3E-0BAFF4AC7CB5}" dt="2020-10-29T14:40:22.087" v="1445"/>
          <ac:inkMkLst>
            <pc:docMk/>
            <pc:sldMk cId="1606261703" sldId="280"/>
            <ac:inkMk id="155" creationId="{1D86D264-FF46-B444-ADB3-1ECAB8E96AF3}"/>
          </ac:inkMkLst>
        </pc:inkChg>
        <pc:inkChg chg="add">
          <ac:chgData name="Aggie Menezes" userId="74619c95fa3483c9" providerId="LiveId" clId="{6A46CFC1-D81F-9C46-BB3E-0BAFF4AC7CB5}" dt="2020-10-29T14:40:22.252" v="1446"/>
          <ac:inkMkLst>
            <pc:docMk/>
            <pc:sldMk cId="1606261703" sldId="280"/>
            <ac:inkMk id="156" creationId="{072D997C-36CC-6A46-9436-9BD14CE4BD2A}"/>
          </ac:inkMkLst>
        </pc:inkChg>
        <pc:inkChg chg="add topLvl">
          <ac:chgData name="Aggie Menezes" userId="74619c95fa3483c9" providerId="LiveId" clId="{6A46CFC1-D81F-9C46-BB3E-0BAFF4AC7CB5}" dt="2020-10-29T14:40:48.583" v="1468"/>
          <ac:inkMkLst>
            <pc:docMk/>
            <pc:sldMk cId="1606261703" sldId="280"/>
            <ac:inkMk id="159" creationId="{55E3BB62-6549-8F4B-8968-787B5F8FE46C}"/>
          </ac:inkMkLst>
        </pc:inkChg>
        <pc:inkChg chg="add topLvl">
          <ac:chgData name="Aggie Menezes" userId="74619c95fa3483c9" providerId="LiveId" clId="{6A46CFC1-D81F-9C46-BB3E-0BAFF4AC7CB5}" dt="2020-10-29T14:40:48.583" v="1468"/>
          <ac:inkMkLst>
            <pc:docMk/>
            <pc:sldMk cId="1606261703" sldId="280"/>
            <ac:inkMk id="161" creationId="{47C54297-CF19-1E4E-AB12-ED73446F5E3F}"/>
          </ac:inkMkLst>
        </pc:inkChg>
        <pc:inkChg chg="add topLvl">
          <ac:chgData name="Aggie Menezes" userId="74619c95fa3483c9" providerId="LiveId" clId="{6A46CFC1-D81F-9C46-BB3E-0BAFF4AC7CB5}" dt="2020-10-29T14:40:48.583" v="1468"/>
          <ac:inkMkLst>
            <pc:docMk/>
            <pc:sldMk cId="1606261703" sldId="280"/>
            <ac:inkMk id="162" creationId="{A1133619-9479-DC41-8300-263C72F6BE08}"/>
          </ac:inkMkLst>
        </pc:inkChg>
        <pc:inkChg chg="add topLvl">
          <ac:chgData name="Aggie Menezes" userId="74619c95fa3483c9" providerId="LiveId" clId="{6A46CFC1-D81F-9C46-BB3E-0BAFF4AC7CB5}" dt="2020-10-29T14:40:48.583" v="1468"/>
          <ac:inkMkLst>
            <pc:docMk/>
            <pc:sldMk cId="1606261703" sldId="280"/>
            <ac:inkMk id="164" creationId="{80EB712A-ACCA-5D4E-8F45-795CECC00895}"/>
          </ac:inkMkLst>
        </pc:inkChg>
        <pc:inkChg chg="add topLvl">
          <ac:chgData name="Aggie Menezes" userId="74619c95fa3483c9" providerId="LiveId" clId="{6A46CFC1-D81F-9C46-BB3E-0BAFF4AC7CB5}" dt="2020-10-29T14:40:48.583" v="1468"/>
          <ac:inkMkLst>
            <pc:docMk/>
            <pc:sldMk cId="1606261703" sldId="280"/>
            <ac:inkMk id="165" creationId="{27A4FC77-C7D8-4847-B07A-D51760E2DAEB}"/>
          </ac:inkMkLst>
        </pc:inkChg>
        <pc:inkChg chg="add topLvl">
          <ac:chgData name="Aggie Menezes" userId="74619c95fa3483c9" providerId="LiveId" clId="{6A46CFC1-D81F-9C46-BB3E-0BAFF4AC7CB5}" dt="2020-10-29T14:40:48.583" v="1468"/>
          <ac:inkMkLst>
            <pc:docMk/>
            <pc:sldMk cId="1606261703" sldId="280"/>
            <ac:inkMk id="167" creationId="{33CB8F68-DBBE-0043-BDC8-81ADF3443976}"/>
          </ac:inkMkLst>
        </pc:inkChg>
        <pc:inkChg chg="add topLvl">
          <ac:chgData name="Aggie Menezes" userId="74619c95fa3483c9" providerId="LiveId" clId="{6A46CFC1-D81F-9C46-BB3E-0BAFF4AC7CB5}" dt="2020-10-29T14:40:48.583" v="1468"/>
          <ac:inkMkLst>
            <pc:docMk/>
            <pc:sldMk cId="1606261703" sldId="280"/>
            <ac:inkMk id="168" creationId="{57F2CDB4-A71D-2845-AF8C-03DA6EEABA07}"/>
          </ac:inkMkLst>
        </pc:inkChg>
        <pc:inkChg chg="add">
          <ac:chgData name="Aggie Menezes" userId="74619c95fa3483c9" providerId="LiveId" clId="{6A46CFC1-D81F-9C46-BB3E-0BAFF4AC7CB5}" dt="2020-10-29T14:40:46.436" v="1459"/>
          <ac:inkMkLst>
            <pc:docMk/>
            <pc:sldMk cId="1606261703" sldId="280"/>
            <ac:inkMk id="170" creationId="{41CF5C51-8738-4E47-8D90-D5DCF9039CDD}"/>
          </ac:inkMkLst>
        </pc:inkChg>
        <pc:inkChg chg="add">
          <ac:chgData name="Aggie Menezes" userId="74619c95fa3483c9" providerId="LiveId" clId="{6A46CFC1-D81F-9C46-BB3E-0BAFF4AC7CB5}" dt="2020-10-29T14:40:46.665" v="1460"/>
          <ac:inkMkLst>
            <pc:docMk/>
            <pc:sldMk cId="1606261703" sldId="280"/>
            <ac:inkMk id="171" creationId="{ADEED10F-4AC2-1840-9663-82A729FA6C10}"/>
          </ac:inkMkLst>
        </pc:inkChg>
        <pc:inkChg chg="add">
          <ac:chgData name="Aggie Menezes" userId="74619c95fa3483c9" providerId="LiveId" clId="{6A46CFC1-D81F-9C46-BB3E-0BAFF4AC7CB5}" dt="2020-10-29T14:40:46.806" v="1461"/>
          <ac:inkMkLst>
            <pc:docMk/>
            <pc:sldMk cId="1606261703" sldId="280"/>
            <ac:inkMk id="172" creationId="{1E7894E0-A1AF-1241-AC6A-626B1CFDA019}"/>
          </ac:inkMkLst>
        </pc:inkChg>
        <pc:inkChg chg="add">
          <ac:chgData name="Aggie Menezes" userId="74619c95fa3483c9" providerId="LiveId" clId="{6A46CFC1-D81F-9C46-BB3E-0BAFF4AC7CB5}" dt="2020-10-29T14:40:46.984" v="1462"/>
          <ac:inkMkLst>
            <pc:docMk/>
            <pc:sldMk cId="1606261703" sldId="280"/>
            <ac:inkMk id="173" creationId="{75E7B210-DAA5-1148-BD08-E861892F652C}"/>
          </ac:inkMkLst>
        </pc:inkChg>
        <pc:inkChg chg="add">
          <ac:chgData name="Aggie Menezes" userId="74619c95fa3483c9" providerId="LiveId" clId="{6A46CFC1-D81F-9C46-BB3E-0BAFF4AC7CB5}" dt="2020-10-29T14:40:47.140" v="1463"/>
          <ac:inkMkLst>
            <pc:docMk/>
            <pc:sldMk cId="1606261703" sldId="280"/>
            <ac:inkMk id="174" creationId="{FC0562A1-E5D6-5B4B-99D1-B40F6A1E9916}"/>
          </ac:inkMkLst>
        </pc:inkChg>
        <pc:inkChg chg="add">
          <ac:chgData name="Aggie Menezes" userId="74619c95fa3483c9" providerId="LiveId" clId="{6A46CFC1-D81F-9C46-BB3E-0BAFF4AC7CB5}" dt="2020-10-29T14:40:47.292" v="1464"/>
          <ac:inkMkLst>
            <pc:docMk/>
            <pc:sldMk cId="1606261703" sldId="280"/>
            <ac:inkMk id="175" creationId="{BD87FF3D-6065-0047-B4D5-538590FA0F26}"/>
          </ac:inkMkLst>
        </pc:inkChg>
        <pc:inkChg chg="add">
          <ac:chgData name="Aggie Menezes" userId="74619c95fa3483c9" providerId="LiveId" clId="{6A46CFC1-D81F-9C46-BB3E-0BAFF4AC7CB5}" dt="2020-10-29T14:40:47.469" v="1465"/>
          <ac:inkMkLst>
            <pc:docMk/>
            <pc:sldMk cId="1606261703" sldId="280"/>
            <ac:inkMk id="176" creationId="{13193CEB-5127-C54A-8227-7E080D26D1DE}"/>
          </ac:inkMkLst>
        </pc:inkChg>
        <pc:inkChg chg="add">
          <ac:chgData name="Aggie Menezes" userId="74619c95fa3483c9" providerId="LiveId" clId="{6A46CFC1-D81F-9C46-BB3E-0BAFF4AC7CB5}" dt="2020-10-29T14:40:47.627" v="1466"/>
          <ac:inkMkLst>
            <pc:docMk/>
            <pc:sldMk cId="1606261703" sldId="280"/>
            <ac:inkMk id="177" creationId="{EAA70D87-0487-4B46-97DE-1491773430AC}"/>
          </ac:inkMkLst>
        </pc:inkChg>
        <pc:inkChg chg="add">
          <ac:chgData name="Aggie Menezes" userId="74619c95fa3483c9" providerId="LiveId" clId="{6A46CFC1-D81F-9C46-BB3E-0BAFF4AC7CB5}" dt="2020-10-29T14:40:47.930" v="1467"/>
          <ac:inkMkLst>
            <pc:docMk/>
            <pc:sldMk cId="1606261703" sldId="280"/>
            <ac:inkMk id="178" creationId="{D4A990A8-6E83-EE4A-BA86-B07B77638B97}"/>
          </ac:inkMkLst>
        </pc:inkChg>
        <pc:inkChg chg="add">
          <ac:chgData name="Aggie Menezes" userId="74619c95fa3483c9" providerId="LiveId" clId="{6A46CFC1-D81F-9C46-BB3E-0BAFF4AC7CB5}" dt="2020-10-29T14:40:52.945" v="1469"/>
          <ac:inkMkLst>
            <pc:docMk/>
            <pc:sldMk cId="1606261703" sldId="280"/>
            <ac:inkMk id="181" creationId="{E46C0D15-1194-9747-9C2A-024EC0C3203F}"/>
          </ac:inkMkLst>
        </pc:inkChg>
        <pc:inkChg chg="add">
          <ac:chgData name="Aggie Menezes" userId="74619c95fa3483c9" providerId="LiveId" clId="{6A46CFC1-D81F-9C46-BB3E-0BAFF4AC7CB5}" dt="2020-10-29T14:40:59.721" v="1471"/>
          <ac:inkMkLst>
            <pc:docMk/>
            <pc:sldMk cId="1606261703" sldId="280"/>
            <ac:inkMk id="183" creationId="{26C03149-D4E2-384B-9021-9C452F1120CB}"/>
          </ac:inkMkLst>
        </pc:inkChg>
        <pc:inkChg chg="add">
          <ac:chgData name="Aggie Menezes" userId="74619c95fa3483c9" providerId="LiveId" clId="{6A46CFC1-D81F-9C46-BB3E-0BAFF4AC7CB5}" dt="2020-10-29T14:41:00.807" v="1472"/>
          <ac:inkMkLst>
            <pc:docMk/>
            <pc:sldMk cId="1606261703" sldId="280"/>
            <ac:inkMk id="184" creationId="{21671A30-79DB-274F-9136-04A031BC0E40}"/>
          </ac:inkMkLst>
        </pc:inkChg>
        <pc:inkChg chg="add">
          <ac:chgData name="Aggie Menezes" userId="74619c95fa3483c9" providerId="LiveId" clId="{6A46CFC1-D81F-9C46-BB3E-0BAFF4AC7CB5}" dt="2020-10-29T14:41:01.561" v="1473"/>
          <ac:inkMkLst>
            <pc:docMk/>
            <pc:sldMk cId="1606261703" sldId="280"/>
            <ac:inkMk id="185" creationId="{3B5CF849-4B39-6A47-8C47-1BA4443F4EBD}"/>
          </ac:inkMkLst>
        </pc:inkChg>
        <pc:inkChg chg="add">
          <ac:chgData name="Aggie Menezes" userId="74619c95fa3483c9" providerId="LiveId" clId="{6A46CFC1-D81F-9C46-BB3E-0BAFF4AC7CB5}" dt="2020-10-29T14:41:06.848" v="1475"/>
          <ac:inkMkLst>
            <pc:docMk/>
            <pc:sldMk cId="1606261703" sldId="280"/>
            <ac:inkMk id="187" creationId="{532EA4C3-B516-8A46-874E-49122FD23264}"/>
          </ac:inkMkLst>
        </pc:inkChg>
        <pc:inkChg chg="add">
          <ac:chgData name="Aggie Menezes" userId="74619c95fa3483c9" providerId="LiveId" clId="{6A46CFC1-D81F-9C46-BB3E-0BAFF4AC7CB5}" dt="2020-10-29T14:41:07.340" v="1476"/>
          <ac:inkMkLst>
            <pc:docMk/>
            <pc:sldMk cId="1606261703" sldId="280"/>
            <ac:inkMk id="188" creationId="{EA1D1427-6AC7-BC43-825A-A9EC1D5DA991}"/>
          </ac:inkMkLst>
        </pc:inkChg>
        <pc:inkChg chg="add">
          <ac:chgData name="Aggie Menezes" userId="74619c95fa3483c9" providerId="LiveId" clId="{6A46CFC1-D81F-9C46-BB3E-0BAFF4AC7CB5}" dt="2020-10-29T14:41:07.965" v="1477"/>
          <ac:inkMkLst>
            <pc:docMk/>
            <pc:sldMk cId="1606261703" sldId="280"/>
            <ac:inkMk id="189" creationId="{031C2E52-4188-0C42-BD4F-62F9A1FFB027}"/>
          </ac:inkMkLst>
        </pc:inkChg>
      </pc:sldChg>
      <pc:sldChg chg="addSp delSp new del">
        <pc:chgData name="Aggie Menezes" userId="74619c95fa3483c9" providerId="LiveId" clId="{6A46CFC1-D81F-9C46-BB3E-0BAFF4AC7CB5}" dt="2020-10-29T13:38:33.741" v="706" actId="2696"/>
        <pc:sldMkLst>
          <pc:docMk/>
          <pc:sldMk cId="2402115540" sldId="280"/>
        </pc:sldMkLst>
        <pc:spChg chg="del">
          <ac:chgData name="Aggie Menezes" userId="74619c95fa3483c9" providerId="LiveId" clId="{6A46CFC1-D81F-9C46-BB3E-0BAFF4AC7CB5}" dt="2020-10-29T13:22:12.130" v="418" actId="478"/>
          <ac:spMkLst>
            <pc:docMk/>
            <pc:sldMk cId="2402115540" sldId="280"/>
            <ac:spMk id="2" creationId="{E90432A4-C3D1-A94E-83D0-A64B84B1F92B}"/>
          </ac:spMkLst>
        </pc:spChg>
        <pc:spChg chg="del">
          <ac:chgData name="Aggie Menezes" userId="74619c95fa3483c9" providerId="LiveId" clId="{6A46CFC1-D81F-9C46-BB3E-0BAFF4AC7CB5}" dt="2020-10-29T13:22:14.211" v="419" actId="478"/>
          <ac:spMkLst>
            <pc:docMk/>
            <pc:sldMk cId="2402115540" sldId="280"/>
            <ac:spMk id="3" creationId="{37F688B6-C641-0B45-9DB4-78837D45E952}"/>
          </ac:spMkLst>
        </pc:spChg>
        <pc:spChg chg="del">
          <ac:chgData name="Aggie Menezes" userId="74619c95fa3483c9" providerId="LiveId" clId="{6A46CFC1-D81F-9C46-BB3E-0BAFF4AC7CB5}" dt="2020-10-29T13:22:16.205" v="420" actId="478"/>
          <ac:spMkLst>
            <pc:docMk/>
            <pc:sldMk cId="2402115540" sldId="280"/>
            <ac:spMk id="4" creationId="{4E909C35-E962-F745-92BF-F95EEDE507E4}"/>
          </ac:spMkLst>
        </pc:spChg>
        <pc:grpChg chg="add del">
          <ac:chgData name="Aggie Menezes" userId="74619c95fa3483c9" providerId="LiveId" clId="{6A46CFC1-D81F-9C46-BB3E-0BAFF4AC7CB5}" dt="2020-10-29T13:22:43.145" v="447"/>
          <ac:grpSpMkLst>
            <pc:docMk/>
            <pc:sldMk cId="2402115540" sldId="280"/>
            <ac:grpSpMk id="12" creationId="{954A222B-D057-184F-8CA9-2C53DA3C69D1}"/>
          </ac:grpSpMkLst>
        </pc:grpChg>
        <pc:grpChg chg="add del">
          <ac:chgData name="Aggie Menezes" userId="74619c95fa3483c9" providerId="LiveId" clId="{6A46CFC1-D81F-9C46-BB3E-0BAFF4AC7CB5}" dt="2020-10-29T13:22:43.145" v="447"/>
          <ac:grpSpMkLst>
            <pc:docMk/>
            <pc:sldMk cId="2402115540" sldId="280"/>
            <ac:grpSpMk id="13" creationId="{340C22B5-02DE-2047-ADB6-8DAC7D51CCD3}"/>
          </ac:grpSpMkLst>
        </pc:grpChg>
        <pc:grpChg chg="add del">
          <ac:chgData name="Aggie Menezes" userId="74619c95fa3483c9" providerId="LiveId" clId="{6A46CFC1-D81F-9C46-BB3E-0BAFF4AC7CB5}" dt="2020-10-29T13:22:34.413" v="437"/>
          <ac:grpSpMkLst>
            <pc:docMk/>
            <pc:sldMk cId="2402115540" sldId="280"/>
            <ac:grpSpMk id="17" creationId="{2D0B51BB-7E43-0541-B184-02CD1C5DFE18}"/>
          </ac:grpSpMkLst>
        </pc:grpChg>
        <pc:grpChg chg="add del">
          <ac:chgData name="Aggie Menezes" userId="74619c95fa3483c9" providerId="LiveId" clId="{6A46CFC1-D81F-9C46-BB3E-0BAFF4AC7CB5}" dt="2020-10-29T13:22:36.783" v="439"/>
          <ac:grpSpMkLst>
            <pc:docMk/>
            <pc:sldMk cId="2402115540" sldId="280"/>
            <ac:grpSpMk id="24" creationId="{B250E9AC-41BC-8041-9C30-C4593AC4E7D6}"/>
          </ac:grpSpMkLst>
        </pc:grpChg>
        <pc:grpChg chg="add del">
          <ac:chgData name="Aggie Menezes" userId="74619c95fa3483c9" providerId="LiveId" clId="{6A46CFC1-D81F-9C46-BB3E-0BAFF4AC7CB5}" dt="2020-10-29T13:22:38.669" v="441"/>
          <ac:grpSpMkLst>
            <pc:docMk/>
            <pc:sldMk cId="2402115540" sldId="280"/>
            <ac:grpSpMk id="26" creationId="{63DD2507-8118-0849-A85B-C49590A02B65}"/>
          </ac:grpSpMkLst>
        </pc:grpChg>
        <pc:grpChg chg="add del">
          <ac:chgData name="Aggie Menezes" userId="74619c95fa3483c9" providerId="LiveId" clId="{6A46CFC1-D81F-9C46-BB3E-0BAFF4AC7CB5}" dt="2020-10-29T13:22:43.145" v="447"/>
          <ac:grpSpMkLst>
            <pc:docMk/>
            <pc:sldMk cId="2402115540" sldId="280"/>
            <ac:grpSpMk id="28" creationId="{43E586F1-34F5-CE47-BA14-1B594184D3E8}"/>
          </ac:grpSpMkLst>
        </pc:grpChg>
        <pc:grpChg chg="add del">
          <ac:chgData name="Aggie Menezes" userId="74619c95fa3483c9" providerId="LiveId" clId="{6A46CFC1-D81F-9C46-BB3E-0BAFF4AC7CB5}" dt="2020-10-29T13:22:43.145" v="447"/>
          <ac:grpSpMkLst>
            <pc:docMk/>
            <pc:sldMk cId="2402115540" sldId="280"/>
            <ac:grpSpMk id="32" creationId="{9A94C6E3-0C20-6D49-BC10-6CBF3D536A9F}"/>
          </ac:grpSpMkLst>
        </pc:grpChg>
        <pc:grpChg chg="add del">
          <ac:chgData name="Aggie Menezes" userId="74619c95fa3483c9" providerId="LiveId" clId="{6A46CFC1-D81F-9C46-BB3E-0BAFF4AC7CB5}" dt="2020-10-29T13:23:23.025" v="450"/>
          <ac:grpSpMkLst>
            <pc:docMk/>
            <pc:sldMk cId="2402115540" sldId="280"/>
            <ac:grpSpMk id="34" creationId="{8BAE6A9A-B594-7D4C-90C5-3EEAA6E018EF}"/>
          </ac:grpSpMkLst>
        </pc:grpChg>
        <pc:grpChg chg="add">
          <ac:chgData name="Aggie Menezes" userId="74619c95fa3483c9" providerId="LiveId" clId="{6A46CFC1-D81F-9C46-BB3E-0BAFF4AC7CB5}" dt="2020-10-29T13:23:23.025" v="450"/>
          <ac:grpSpMkLst>
            <pc:docMk/>
            <pc:sldMk cId="2402115540" sldId="280"/>
            <ac:grpSpMk id="37" creationId="{62D344E9-2A55-E147-BEA3-9A147DB6E332}"/>
          </ac:grpSpMkLst>
        </pc:grpChg>
        <pc:grpChg chg="add">
          <ac:chgData name="Aggie Menezes" userId="74619c95fa3483c9" providerId="LiveId" clId="{6A46CFC1-D81F-9C46-BB3E-0BAFF4AC7CB5}" dt="2020-10-29T13:23:34.926" v="456"/>
          <ac:grpSpMkLst>
            <pc:docMk/>
            <pc:sldMk cId="2402115540" sldId="280"/>
            <ac:grpSpMk id="43" creationId="{19EA6AE4-3738-E641-8DD1-90F167DACDF4}"/>
          </ac:grpSpMkLst>
        </pc:grpChg>
        <pc:grpChg chg="add">
          <ac:chgData name="Aggie Menezes" userId="74619c95fa3483c9" providerId="LiveId" clId="{6A46CFC1-D81F-9C46-BB3E-0BAFF4AC7CB5}" dt="2020-10-29T13:23:48.610" v="460"/>
          <ac:grpSpMkLst>
            <pc:docMk/>
            <pc:sldMk cId="2402115540" sldId="280"/>
            <ac:grpSpMk id="47" creationId="{330A99E4-6DFD-DE45-A039-8C773F57C82A}"/>
          </ac:grpSpMkLst>
        </pc:grpChg>
        <pc:grpChg chg="add">
          <ac:chgData name="Aggie Menezes" userId="74619c95fa3483c9" providerId="LiveId" clId="{6A46CFC1-D81F-9C46-BB3E-0BAFF4AC7CB5}" dt="2020-10-29T13:23:53.293" v="463"/>
          <ac:grpSpMkLst>
            <pc:docMk/>
            <pc:sldMk cId="2402115540" sldId="280"/>
            <ac:grpSpMk id="50" creationId="{1C1EEC12-CEBF-BA40-A569-10C7531C9FDD}"/>
          </ac:grpSpMkLst>
        </pc:grpChg>
        <pc:grpChg chg="add del">
          <ac:chgData name="Aggie Menezes" userId="74619c95fa3483c9" providerId="LiveId" clId="{6A46CFC1-D81F-9C46-BB3E-0BAFF4AC7CB5}" dt="2020-10-29T13:24:39.639" v="484"/>
          <ac:grpSpMkLst>
            <pc:docMk/>
            <pc:sldMk cId="2402115540" sldId="280"/>
            <ac:grpSpMk id="60" creationId="{9F9A4139-F830-4641-A9B6-4EBCE8B2F616}"/>
          </ac:grpSpMkLst>
        </pc:grpChg>
        <pc:grpChg chg="add del">
          <ac:chgData name="Aggie Menezes" userId="74619c95fa3483c9" providerId="LiveId" clId="{6A46CFC1-D81F-9C46-BB3E-0BAFF4AC7CB5}" dt="2020-10-29T13:24:39.639" v="484"/>
          <ac:grpSpMkLst>
            <pc:docMk/>
            <pc:sldMk cId="2402115540" sldId="280"/>
            <ac:grpSpMk id="61" creationId="{E671F83D-4993-F847-9D68-8BC18CBE02DE}"/>
          </ac:grpSpMkLst>
        </pc:grpChg>
        <pc:grpChg chg="add del">
          <ac:chgData name="Aggie Menezes" userId="74619c95fa3483c9" providerId="LiveId" clId="{6A46CFC1-D81F-9C46-BB3E-0BAFF4AC7CB5}" dt="2020-10-29T13:24:39.639" v="484"/>
          <ac:grpSpMkLst>
            <pc:docMk/>
            <pc:sldMk cId="2402115540" sldId="280"/>
            <ac:grpSpMk id="62" creationId="{285D06C0-E5BD-3249-89C1-376947BB7169}"/>
          </ac:grpSpMkLst>
        </pc:grpChg>
        <pc:grpChg chg="add del">
          <ac:chgData name="Aggie Menezes" userId="74619c95fa3483c9" providerId="LiveId" clId="{6A46CFC1-D81F-9C46-BB3E-0BAFF4AC7CB5}" dt="2020-10-29T13:24:39.639" v="484"/>
          <ac:grpSpMkLst>
            <pc:docMk/>
            <pc:sldMk cId="2402115540" sldId="280"/>
            <ac:grpSpMk id="70" creationId="{C863CF09-164D-B646-B074-7B906F35973A}"/>
          </ac:grpSpMkLst>
        </pc:grpChg>
        <pc:grpChg chg="add del">
          <ac:chgData name="Aggie Menezes" userId="74619c95fa3483c9" providerId="LiveId" clId="{6A46CFC1-D81F-9C46-BB3E-0BAFF4AC7CB5}" dt="2020-10-29T13:24:39.639" v="484"/>
          <ac:grpSpMkLst>
            <pc:docMk/>
            <pc:sldMk cId="2402115540" sldId="280"/>
            <ac:grpSpMk id="71" creationId="{AF9D2B9E-0423-E044-9E5F-752433255594}"/>
          </ac:grpSpMkLst>
        </pc:grpChg>
        <pc:grpChg chg="add del">
          <ac:chgData name="Aggie Menezes" userId="74619c95fa3483c9" providerId="LiveId" clId="{6A46CFC1-D81F-9C46-BB3E-0BAFF4AC7CB5}" dt="2020-10-29T13:24:44.959" v="487"/>
          <ac:grpSpMkLst>
            <pc:docMk/>
            <pc:sldMk cId="2402115540" sldId="280"/>
            <ac:grpSpMk id="74" creationId="{01983916-8A33-034E-BB80-E060E4B30F90}"/>
          </ac:grpSpMkLst>
        </pc:grpChg>
        <pc:grpChg chg="add">
          <ac:chgData name="Aggie Menezes" userId="74619c95fa3483c9" providerId="LiveId" clId="{6A46CFC1-D81F-9C46-BB3E-0BAFF4AC7CB5}" dt="2020-10-29T13:24:44.959" v="487"/>
          <ac:grpSpMkLst>
            <pc:docMk/>
            <pc:sldMk cId="2402115540" sldId="280"/>
            <ac:grpSpMk id="77" creationId="{78D09913-23F0-C247-B701-7526D8C6BA65}"/>
          </ac:grpSpMkLst>
        </pc:grpChg>
        <pc:grpChg chg="add del">
          <ac:chgData name="Aggie Menezes" userId="74619c95fa3483c9" providerId="LiveId" clId="{6A46CFC1-D81F-9C46-BB3E-0BAFF4AC7CB5}" dt="2020-10-29T13:25:31.295" v="498"/>
          <ac:grpSpMkLst>
            <pc:docMk/>
            <pc:sldMk cId="2402115540" sldId="280"/>
            <ac:grpSpMk id="82" creationId="{9925BF4B-4212-B443-9FA1-91A3D811DD8E}"/>
          </ac:grpSpMkLst>
        </pc:grpChg>
        <pc:grpChg chg="add del">
          <ac:chgData name="Aggie Menezes" userId="74619c95fa3483c9" providerId="LiveId" clId="{6A46CFC1-D81F-9C46-BB3E-0BAFF4AC7CB5}" dt="2020-10-29T13:25:33.054" v="500"/>
          <ac:grpSpMkLst>
            <pc:docMk/>
            <pc:sldMk cId="2402115540" sldId="280"/>
            <ac:grpSpMk id="88" creationId="{9D770257-709A-7D41-B15F-EE6008D8C39F}"/>
          </ac:grpSpMkLst>
        </pc:grpChg>
        <pc:grpChg chg="add del">
          <ac:chgData name="Aggie Menezes" userId="74619c95fa3483c9" providerId="LiveId" clId="{6A46CFC1-D81F-9C46-BB3E-0BAFF4AC7CB5}" dt="2020-10-29T13:25:35.726" v="506"/>
          <ac:grpSpMkLst>
            <pc:docMk/>
            <pc:sldMk cId="2402115540" sldId="280"/>
            <ac:grpSpMk id="90" creationId="{079CEAA6-E2AC-DF4B-9CB7-486967CDB944}"/>
          </ac:grpSpMkLst>
        </pc:grpChg>
        <pc:grpChg chg="add del">
          <ac:chgData name="Aggie Menezes" userId="74619c95fa3483c9" providerId="LiveId" clId="{6A46CFC1-D81F-9C46-BB3E-0BAFF4AC7CB5}" dt="2020-10-29T13:28:18.770" v="579"/>
          <ac:grpSpMkLst>
            <pc:docMk/>
            <pc:sldMk cId="2402115540" sldId="280"/>
            <ac:grpSpMk id="96" creationId="{8D2B2869-0420-144E-B9F4-E05FB186C85C}"/>
          </ac:grpSpMkLst>
        </pc:grpChg>
        <pc:grpChg chg="add">
          <ac:chgData name="Aggie Menezes" userId="74619c95fa3483c9" providerId="LiveId" clId="{6A46CFC1-D81F-9C46-BB3E-0BAFF4AC7CB5}" dt="2020-10-29T13:26:18.296" v="510"/>
          <ac:grpSpMkLst>
            <pc:docMk/>
            <pc:sldMk cId="2402115540" sldId="280"/>
            <ac:grpSpMk id="100" creationId="{26CAB44F-2FF6-6C40-817F-EFC7AA24BB9E}"/>
          </ac:grpSpMkLst>
        </pc:grpChg>
        <pc:grpChg chg="add del">
          <ac:chgData name="Aggie Menezes" userId="74619c95fa3483c9" providerId="LiveId" clId="{6A46CFC1-D81F-9C46-BB3E-0BAFF4AC7CB5}" dt="2020-10-29T13:27:54.640" v="569"/>
          <ac:grpSpMkLst>
            <pc:docMk/>
            <pc:sldMk cId="2402115540" sldId="280"/>
            <ac:grpSpMk id="110" creationId="{36614718-EC93-6041-BDA0-524CD5B5DF20}"/>
          </ac:grpSpMkLst>
        </pc:grpChg>
        <pc:grpChg chg="add del">
          <ac:chgData name="Aggie Menezes" userId="74619c95fa3483c9" providerId="LiveId" clId="{6A46CFC1-D81F-9C46-BB3E-0BAFF4AC7CB5}" dt="2020-10-29T13:27:25.742" v="527"/>
          <ac:grpSpMkLst>
            <pc:docMk/>
            <pc:sldMk cId="2402115540" sldId="280"/>
            <ac:grpSpMk id="113" creationId="{5EC74589-CE3E-414C-B803-2DC06E656DD0}"/>
          </ac:grpSpMkLst>
        </pc:grpChg>
        <pc:grpChg chg="add del">
          <ac:chgData name="Aggie Menezes" userId="74619c95fa3483c9" providerId="LiveId" clId="{6A46CFC1-D81F-9C46-BB3E-0BAFF4AC7CB5}" dt="2020-10-29T13:27:27.724" v="530"/>
          <ac:grpSpMkLst>
            <pc:docMk/>
            <pc:sldMk cId="2402115540" sldId="280"/>
            <ac:grpSpMk id="117" creationId="{33569ABE-7252-934A-B81A-F6EDFB0470AE}"/>
          </ac:grpSpMkLst>
        </pc:grpChg>
        <pc:grpChg chg="add del">
          <ac:chgData name="Aggie Menezes" userId="74619c95fa3483c9" providerId="LiveId" clId="{6A46CFC1-D81F-9C46-BB3E-0BAFF4AC7CB5}" dt="2020-10-29T13:27:54.640" v="569"/>
          <ac:grpSpMkLst>
            <pc:docMk/>
            <pc:sldMk cId="2402115540" sldId="280"/>
            <ac:grpSpMk id="120" creationId="{688EA875-1F97-8B41-B2B9-8BF540FE2480}"/>
          </ac:grpSpMkLst>
        </pc:grpChg>
        <pc:grpChg chg="add del">
          <ac:chgData name="Aggie Menezes" userId="74619c95fa3483c9" providerId="LiveId" clId="{6A46CFC1-D81F-9C46-BB3E-0BAFF4AC7CB5}" dt="2020-10-29T13:27:36.865" v="545"/>
          <ac:grpSpMkLst>
            <pc:docMk/>
            <pc:sldMk cId="2402115540" sldId="280"/>
            <ac:grpSpMk id="130" creationId="{4EE6DBB2-2505-794C-9FE4-6F8CB3D74CCB}"/>
          </ac:grpSpMkLst>
        </pc:grpChg>
        <pc:grpChg chg="add del">
          <ac:chgData name="Aggie Menezes" userId="74619c95fa3483c9" providerId="LiveId" clId="{6A46CFC1-D81F-9C46-BB3E-0BAFF4AC7CB5}" dt="2020-10-29T13:27:54.640" v="569"/>
          <ac:grpSpMkLst>
            <pc:docMk/>
            <pc:sldMk cId="2402115540" sldId="280"/>
            <ac:grpSpMk id="135" creationId="{CCC8BDE7-F3B9-1F4C-B5BF-06260BC0B2C6}"/>
          </ac:grpSpMkLst>
        </pc:grpChg>
        <pc:grpChg chg="add del">
          <ac:chgData name="Aggie Menezes" userId="74619c95fa3483c9" providerId="LiveId" clId="{6A46CFC1-D81F-9C46-BB3E-0BAFF4AC7CB5}" dt="2020-10-29T13:27:46.022" v="559"/>
          <ac:grpSpMkLst>
            <pc:docMk/>
            <pc:sldMk cId="2402115540" sldId="280"/>
            <ac:grpSpMk id="142" creationId="{04EB722E-FA6A-744A-8A3C-C44546A21689}"/>
          </ac:grpSpMkLst>
        </pc:grpChg>
        <pc:grpChg chg="add del">
          <ac:chgData name="Aggie Menezes" userId="74619c95fa3483c9" providerId="LiveId" clId="{6A46CFC1-D81F-9C46-BB3E-0BAFF4AC7CB5}" dt="2020-10-29T13:27:54.640" v="569"/>
          <ac:grpSpMkLst>
            <pc:docMk/>
            <pc:sldMk cId="2402115540" sldId="280"/>
            <ac:grpSpMk id="149" creationId="{2FCD158E-09B7-2243-8456-867C92EF8515}"/>
          </ac:grpSpMkLst>
        </pc:grpChg>
        <pc:grpChg chg="add del">
          <ac:chgData name="Aggie Menezes" userId="74619c95fa3483c9" providerId="LiveId" clId="{6A46CFC1-D81F-9C46-BB3E-0BAFF4AC7CB5}" dt="2020-10-29T13:27:55.284" v="571"/>
          <ac:grpSpMkLst>
            <pc:docMk/>
            <pc:sldMk cId="2402115540" sldId="280"/>
            <ac:grpSpMk id="159" creationId="{DB82BDF8-8FAB-3749-B669-F08E4D794F4B}"/>
          </ac:grpSpMkLst>
        </pc:grpChg>
        <pc:grpChg chg="add del">
          <ac:chgData name="Aggie Menezes" userId="74619c95fa3483c9" providerId="LiveId" clId="{6A46CFC1-D81F-9C46-BB3E-0BAFF4AC7CB5}" dt="2020-10-29T13:27:57.545" v="575"/>
          <ac:grpSpMkLst>
            <pc:docMk/>
            <pc:sldMk cId="2402115540" sldId="280"/>
            <ac:grpSpMk id="160" creationId="{718427A7-82F8-BF4A-8D91-76AF682B9415}"/>
          </ac:grpSpMkLst>
        </pc:grpChg>
        <pc:grpChg chg="add del">
          <ac:chgData name="Aggie Menezes" userId="74619c95fa3483c9" providerId="LiveId" clId="{6A46CFC1-D81F-9C46-BB3E-0BAFF4AC7CB5}" dt="2020-10-29T13:27:57.545" v="575"/>
          <ac:grpSpMkLst>
            <pc:docMk/>
            <pc:sldMk cId="2402115540" sldId="280"/>
            <ac:grpSpMk id="162" creationId="{E8A000A2-8C5C-F449-AA18-BFB8E97FF493}"/>
          </ac:grpSpMkLst>
        </pc:grpChg>
        <pc:grpChg chg="add">
          <ac:chgData name="Aggie Menezes" userId="74619c95fa3483c9" providerId="LiveId" clId="{6A46CFC1-D81F-9C46-BB3E-0BAFF4AC7CB5}" dt="2020-10-29T13:27:57.545" v="575"/>
          <ac:grpSpMkLst>
            <pc:docMk/>
            <pc:sldMk cId="2402115540" sldId="280"/>
            <ac:grpSpMk id="166" creationId="{A7102F64-600E-6A40-9F6B-9C7D9A585C63}"/>
          </ac:grpSpMkLst>
        </pc:grpChg>
        <pc:grpChg chg="add">
          <ac:chgData name="Aggie Menezes" userId="74619c95fa3483c9" providerId="LiveId" clId="{6A46CFC1-D81F-9C46-BB3E-0BAFF4AC7CB5}" dt="2020-10-29T13:28:18.770" v="579"/>
          <ac:grpSpMkLst>
            <pc:docMk/>
            <pc:sldMk cId="2402115540" sldId="280"/>
            <ac:grpSpMk id="170" creationId="{79C74907-D40E-AE4E-B3BF-551878505953}"/>
          </ac:grpSpMkLst>
        </pc:grpChg>
        <pc:grpChg chg="add">
          <ac:chgData name="Aggie Menezes" userId="74619c95fa3483c9" providerId="LiveId" clId="{6A46CFC1-D81F-9C46-BB3E-0BAFF4AC7CB5}" dt="2020-10-29T13:28:21.532" v="582"/>
          <ac:grpSpMkLst>
            <pc:docMk/>
            <pc:sldMk cId="2402115540" sldId="280"/>
            <ac:grpSpMk id="173" creationId="{F45E2766-5D95-3343-A1AA-B8D2F9C2D887}"/>
          </ac:grpSpMkLst>
        </pc:grpChg>
        <pc:grpChg chg="add del">
          <ac:chgData name="Aggie Menezes" userId="74619c95fa3483c9" providerId="LiveId" clId="{6A46CFC1-D81F-9C46-BB3E-0BAFF4AC7CB5}" dt="2020-10-29T13:28:47.782" v="602"/>
          <ac:grpSpMkLst>
            <pc:docMk/>
            <pc:sldMk cId="2402115540" sldId="280"/>
            <ac:grpSpMk id="182" creationId="{D746D98B-C78C-844A-B150-B0A9E407EF38}"/>
          </ac:grpSpMkLst>
        </pc:grpChg>
        <pc:grpChg chg="add">
          <ac:chgData name="Aggie Menezes" userId="74619c95fa3483c9" providerId="LiveId" clId="{6A46CFC1-D81F-9C46-BB3E-0BAFF4AC7CB5}" dt="2020-10-29T13:28:47.782" v="602"/>
          <ac:grpSpMkLst>
            <pc:docMk/>
            <pc:sldMk cId="2402115540" sldId="280"/>
            <ac:grpSpMk id="193" creationId="{D611EBE3-B49B-9445-A7CE-A44944B1D04F}"/>
          </ac:grpSpMkLst>
        </pc:grpChg>
        <pc:grpChg chg="add">
          <ac:chgData name="Aggie Menezes" userId="74619c95fa3483c9" providerId="LiveId" clId="{6A46CFC1-D81F-9C46-BB3E-0BAFF4AC7CB5}" dt="2020-10-29T13:28:47.782" v="602"/>
          <ac:grpSpMkLst>
            <pc:docMk/>
            <pc:sldMk cId="2402115540" sldId="280"/>
            <ac:grpSpMk id="194" creationId="{D3BAB11C-6E98-284E-A7B2-3648828EBA1D}"/>
          </ac:grpSpMkLst>
        </pc:grpChg>
        <pc:grpChg chg="add del">
          <ac:chgData name="Aggie Menezes" userId="74619c95fa3483c9" providerId="LiveId" clId="{6A46CFC1-D81F-9C46-BB3E-0BAFF4AC7CB5}" dt="2020-10-29T13:29:04.239" v="611"/>
          <ac:grpSpMkLst>
            <pc:docMk/>
            <pc:sldMk cId="2402115540" sldId="280"/>
            <ac:grpSpMk id="201" creationId="{85492F3E-987D-6F49-B423-08C83A2412C8}"/>
          </ac:grpSpMkLst>
        </pc:grpChg>
        <pc:grpChg chg="add del">
          <ac:chgData name="Aggie Menezes" userId="74619c95fa3483c9" providerId="LiveId" clId="{6A46CFC1-D81F-9C46-BB3E-0BAFF4AC7CB5}" dt="2020-10-29T13:29:05.137" v="613"/>
          <ac:grpSpMkLst>
            <pc:docMk/>
            <pc:sldMk cId="2402115540" sldId="280"/>
            <ac:grpSpMk id="203" creationId="{495D217D-A083-CF4E-BBB7-7EA8B23EA8A4}"/>
          </ac:grpSpMkLst>
        </pc:grpChg>
        <pc:grpChg chg="add del">
          <ac:chgData name="Aggie Menezes" userId="74619c95fa3483c9" providerId="LiveId" clId="{6A46CFC1-D81F-9C46-BB3E-0BAFF4AC7CB5}" dt="2020-10-29T13:29:09.004" v="620"/>
          <ac:grpSpMkLst>
            <pc:docMk/>
            <pc:sldMk cId="2402115540" sldId="280"/>
            <ac:grpSpMk id="205" creationId="{E224BDB6-E4E9-F54A-A8AF-2EF7DD837B44}"/>
          </ac:grpSpMkLst>
        </pc:grpChg>
        <pc:grpChg chg="add">
          <ac:chgData name="Aggie Menezes" userId="74619c95fa3483c9" providerId="LiveId" clId="{6A46CFC1-D81F-9C46-BB3E-0BAFF4AC7CB5}" dt="2020-10-29T13:29:09.004" v="620"/>
          <ac:grpSpMkLst>
            <pc:docMk/>
            <pc:sldMk cId="2402115540" sldId="280"/>
            <ac:grpSpMk id="212" creationId="{DB5DA0EC-F0F1-0B49-BAB4-F939765DCF1C}"/>
          </ac:grpSpMkLst>
        </pc:grpChg>
        <pc:grpChg chg="add del">
          <ac:chgData name="Aggie Menezes" userId="74619c95fa3483c9" providerId="LiveId" clId="{6A46CFC1-D81F-9C46-BB3E-0BAFF4AC7CB5}" dt="2020-10-29T13:29:29.132" v="647"/>
          <ac:grpSpMkLst>
            <pc:docMk/>
            <pc:sldMk cId="2402115540" sldId="280"/>
            <ac:grpSpMk id="218" creationId="{766F0952-2391-A74D-A1FC-A602929C33EB}"/>
          </ac:grpSpMkLst>
        </pc:grpChg>
        <pc:grpChg chg="add del">
          <ac:chgData name="Aggie Menezes" userId="74619c95fa3483c9" providerId="LiveId" clId="{6A46CFC1-D81F-9C46-BB3E-0BAFF4AC7CB5}" dt="2020-10-29T13:29:29.132" v="647"/>
          <ac:grpSpMkLst>
            <pc:docMk/>
            <pc:sldMk cId="2402115540" sldId="280"/>
            <ac:grpSpMk id="222" creationId="{27388B8A-E304-ED4A-9F54-8A6B6DF2C91B}"/>
          </ac:grpSpMkLst>
        </pc:grpChg>
        <pc:grpChg chg="add del">
          <ac:chgData name="Aggie Menezes" userId="74619c95fa3483c9" providerId="LiveId" clId="{6A46CFC1-D81F-9C46-BB3E-0BAFF4AC7CB5}" dt="2020-10-29T13:29:29.132" v="647"/>
          <ac:grpSpMkLst>
            <pc:docMk/>
            <pc:sldMk cId="2402115540" sldId="280"/>
            <ac:grpSpMk id="229" creationId="{2F981F58-D4CB-3947-A635-361BB229FC24}"/>
          </ac:grpSpMkLst>
        </pc:grpChg>
        <pc:grpChg chg="add">
          <ac:chgData name="Aggie Menezes" userId="74619c95fa3483c9" providerId="LiveId" clId="{6A46CFC1-D81F-9C46-BB3E-0BAFF4AC7CB5}" dt="2020-10-29T13:29:29.132" v="647"/>
          <ac:grpSpMkLst>
            <pc:docMk/>
            <pc:sldMk cId="2402115540" sldId="280"/>
            <ac:grpSpMk id="239" creationId="{49159314-51CE-0245-9A36-A606E7E17608}"/>
          </ac:grpSpMkLst>
        </pc:grpChg>
        <pc:grpChg chg="add del">
          <ac:chgData name="Aggie Menezes" userId="74619c95fa3483c9" providerId="LiveId" clId="{6A46CFC1-D81F-9C46-BB3E-0BAFF4AC7CB5}" dt="2020-10-29T13:29:52.642" v="659"/>
          <ac:grpSpMkLst>
            <pc:docMk/>
            <pc:sldMk cId="2402115540" sldId="280"/>
            <ac:grpSpMk id="246" creationId="{C94CEDB0-C244-9240-80BE-D105F612DC5A}"/>
          </ac:grpSpMkLst>
        </pc:grpChg>
        <pc:grpChg chg="add del">
          <ac:chgData name="Aggie Menezes" userId="74619c95fa3483c9" providerId="LiveId" clId="{6A46CFC1-D81F-9C46-BB3E-0BAFF4AC7CB5}" dt="2020-10-29T13:30:11.265" v="667"/>
          <ac:grpSpMkLst>
            <pc:docMk/>
            <pc:sldMk cId="2402115540" sldId="280"/>
            <ac:grpSpMk id="251" creationId="{704EEF6F-A4B5-B942-B030-6B79B439D342}"/>
          </ac:grpSpMkLst>
        </pc:grpChg>
        <pc:grpChg chg="add">
          <ac:chgData name="Aggie Menezes" userId="74619c95fa3483c9" providerId="LiveId" clId="{6A46CFC1-D81F-9C46-BB3E-0BAFF4AC7CB5}" dt="2020-10-29T13:30:11.265" v="667"/>
          <ac:grpSpMkLst>
            <pc:docMk/>
            <pc:sldMk cId="2402115540" sldId="280"/>
            <ac:grpSpMk id="259" creationId="{B81EA013-55C7-0D45-AC34-1F94D4B3BEE8}"/>
          </ac:grpSpMkLst>
        </pc:grpChg>
        <pc:grpChg chg="add">
          <ac:chgData name="Aggie Menezes" userId="74619c95fa3483c9" providerId="LiveId" clId="{6A46CFC1-D81F-9C46-BB3E-0BAFF4AC7CB5}" dt="2020-10-29T13:30:12.953" v="671"/>
          <ac:grpSpMkLst>
            <pc:docMk/>
            <pc:sldMk cId="2402115540" sldId="280"/>
            <ac:grpSpMk id="263" creationId="{6EC4A6ED-AEC3-7942-B806-CDD9DCA13AE6}"/>
          </ac:grpSpMkLst>
        </pc:grpChg>
        <pc:grpChg chg="add">
          <ac:chgData name="Aggie Menezes" userId="74619c95fa3483c9" providerId="LiveId" clId="{6A46CFC1-D81F-9C46-BB3E-0BAFF4AC7CB5}" dt="2020-10-29T13:30:21.457" v="690"/>
          <ac:grpSpMkLst>
            <pc:docMk/>
            <pc:sldMk cId="2402115540" sldId="280"/>
            <ac:grpSpMk id="282" creationId="{C91DF116-56D8-2F4D-B86A-0A83CB7DF629}"/>
          </ac:grpSpMkLst>
        </pc:grpChg>
        <pc:grpChg chg="add del">
          <ac:chgData name="Aggie Menezes" userId="74619c95fa3483c9" providerId="LiveId" clId="{6A46CFC1-D81F-9C46-BB3E-0BAFF4AC7CB5}" dt="2020-10-29T13:34:13.293" v="704"/>
          <ac:grpSpMkLst>
            <pc:docMk/>
            <pc:sldMk cId="2402115540" sldId="280"/>
            <ac:grpSpMk id="289" creationId="{BE824D69-47D6-974F-A7BF-0B09DD4165DE}"/>
          </ac:grpSpMkLst>
        </pc:grpChg>
        <pc:grpChg chg="add">
          <ac:chgData name="Aggie Menezes" userId="74619c95fa3483c9" providerId="LiveId" clId="{6A46CFC1-D81F-9C46-BB3E-0BAFF4AC7CB5}" dt="2020-10-29T13:31:40.308" v="701"/>
          <ac:grpSpMkLst>
            <pc:docMk/>
            <pc:sldMk cId="2402115540" sldId="280"/>
            <ac:grpSpMk id="293" creationId="{47A9D6C6-D703-FE47-8081-36A18D22E835}"/>
          </ac:grpSpMkLst>
        </pc:grpChg>
        <pc:grpChg chg="add">
          <ac:chgData name="Aggie Menezes" userId="74619c95fa3483c9" providerId="LiveId" clId="{6A46CFC1-D81F-9C46-BB3E-0BAFF4AC7CB5}" dt="2020-10-29T13:34:13.293" v="704"/>
          <ac:grpSpMkLst>
            <pc:docMk/>
            <pc:sldMk cId="2402115540" sldId="280"/>
            <ac:grpSpMk id="296" creationId="{D1CA3BE3-9516-E24A-858B-C9FFA1008091}"/>
          </ac:grpSpMkLst>
        </pc:grpChg>
        <pc:inkChg chg="add">
          <ac:chgData name="Aggie Menezes" userId="74619c95fa3483c9" providerId="LiveId" clId="{6A46CFC1-D81F-9C46-BB3E-0BAFF4AC7CB5}" dt="2020-10-29T13:22:09.083" v="417"/>
          <ac:inkMkLst>
            <pc:docMk/>
            <pc:sldMk cId="2402115540" sldId="280"/>
            <ac:inkMk id="6" creationId="{F4EA5061-C406-F146-8160-50DB9AFCC35C}"/>
          </ac:inkMkLst>
        </pc:inkChg>
        <pc:inkChg chg="add topLvl">
          <ac:chgData name="Aggie Menezes" userId="74619c95fa3483c9" providerId="LiveId" clId="{6A46CFC1-D81F-9C46-BB3E-0BAFF4AC7CB5}" dt="2020-10-29T13:23:23.025" v="450"/>
          <ac:inkMkLst>
            <pc:docMk/>
            <pc:sldMk cId="2402115540" sldId="280"/>
            <ac:inkMk id="7" creationId="{EDEB7E00-A932-034B-836B-4B165B9A12D7}"/>
          </ac:inkMkLst>
        </pc:inkChg>
        <pc:inkChg chg="add topLvl">
          <ac:chgData name="Aggie Menezes" userId="74619c95fa3483c9" providerId="LiveId" clId="{6A46CFC1-D81F-9C46-BB3E-0BAFF4AC7CB5}" dt="2020-10-29T13:23:23.025" v="450"/>
          <ac:inkMkLst>
            <pc:docMk/>
            <pc:sldMk cId="2402115540" sldId="280"/>
            <ac:inkMk id="8" creationId="{8B2CF7C2-4113-D146-B7BB-CA18466470B3}"/>
          </ac:inkMkLst>
        </pc:inkChg>
        <pc:inkChg chg="add topLvl">
          <ac:chgData name="Aggie Menezes" userId="74619c95fa3483c9" providerId="LiveId" clId="{6A46CFC1-D81F-9C46-BB3E-0BAFF4AC7CB5}" dt="2020-10-29T13:23:23.025" v="450"/>
          <ac:inkMkLst>
            <pc:docMk/>
            <pc:sldMk cId="2402115540" sldId="280"/>
            <ac:inkMk id="9" creationId="{1DE5B250-2DB5-7247-AE8C-E3D8F9D55B3A}"/>
          </ac:inkMkLst>
        </pc:inkChg>
        <pc:inkChg chg="add topLvl">
          <ac:chgData name="Aggie Menezes" userId="74619c95fa3483c9" providerId="LiveId" clId="{6A46CFC1-D81F-9C46-BB3E-0BAFF4AC7CB5}" dt="2020-10-29T13:23:23.025" v="450"/>
          <ac:inkMkLst>
            <pc:docMk/>
            <pc:sldMk cId="2402115540" sldId="280"/>
            <ac:inkMk id="10" creationId="{0723B281-E578-504D-AD18-77EE45B82DA1}"/>
          </ac:inkMkLst>
        </pc:inkChg>
        <pc:inkChg chg="add topLvl">
          <ac:chgData name="Aggie Menezes" userId="74619c95fa3483c9" providerId="LiveId" clId="{6A46CFC1-D81F-9C46-BB3E-0BAFF4AC7CB5}" dt="2020-10-29T13:23:23.025" v="450"/>
          <ac:inkMkLst>
            <pc:docMk/>
            <pc:sldMk cId="2402115540" sldId="280"/>
            <ac:inkMk id="11" creationId="{5E666165-0AD6-3943-A9CA-2A142990414A}"/>
          </ac:inkMkLst>
        </pc:inkChg>
        <pc:inkChg chg="add topLvl">
          <ac:chgData name="Aggie Menezes" userId="74619c95fa3483c9" providerId="LiveId" clId="{6A46CFC1-D81F-9C46-BB3E-0BAFF4AC7CB5}" dt="2020-10-29T13:23:23.025" v="450"/>
          <ac:inkMkLst>
            <pc:docMk/>
            <pc:sldMk cId="2402115540" sldId="280"/>
            <ac:inkMk id="14" creationId="{D75B24D2-A16B-3B4D-ABA5-FBF79B57B432}"/>
          </ac:inkMkLst>
        </pc:inkChg>
        <pc:inkChg chg="add topLvl">
          <ac:chgData name="Aggie Menezes" userId="74619c95fa3483c9" providerId="LiveId" clId="{6A46CFC1-D81F-9C46-BB3E-0BAFF4AC7CB5}" dt="2020-10-29T13:23:23.025" v="450"/>
          <ac:inkMkLst>
            <pc:docMk/>
            <pc:sldMk cId="2402115540" sldId="280"/>
            <ac:inkMk id="15" creationId="{29B006B2-5158-B34C-83D4-7031BF3EE8EA}"/>
          </ac:inkMkLst>
        </pc:inkChg>
        <pc:inkChg chg="add topLvl">
          <ac:chgData name="Aggie Menezes" userId="74619c95fa3483c9" providerId="LiveId" clId="{6A46CFC1-D81F-9C46-BB3E-0BAFF4AC7CB5}" dt="2020-10-29T13:23:23.025" v="450"/>
          <ac:inkMkLst>
            <pc:docMk/>
            <pc:sldMk cId="2402115540" sldId="280"/>
            <ac:inkMk id="16" creationId="{5EDEE5DA-0BF5-C644-AD84-300FAC0DD968}"/>
          </ac:inkMkLst>
        </pc:inkChg>
        <pc:inkChg chg="add topLvl">
          <ac:chgData name="Aggie Menezes" userId="74619c95fa3483c9" providerId="LiveId" clId="{6A46CFC1-D81F-9C46-BB3E-0BAFF4AC7CB5}" dt="2020-10-29T13:23:23.025" v="450"/>
          <ac:inkMkLst>
            <pc:docMk/>
            <pc:sldMk cId="2402115540" sldId="280"/>
            <ac:inkMk id="18" creationId="{04B86BB3-448F-5945-A586-E305B63DAD27}"/>
          </ac:inkMkLst>
        </pc:inkChg>
        <pc:inkChg chg="add topLvl">
          <ac:chgData name="Aggie Menezes" userId="74619c95fa3483c9" providerId="LiveId" clId="{6A46CFC1-D81F-9C46-BB3E-0BAFF4AC7CB5}" dt="2020-10-29T13:23:23.025" v="450"/>
          <ac:inkMkLst>
            <pc:docMk/>
            <pc:sldMk cId="2402115540" sldId="280"/>
            <ac:inkMk id="19" creationId="{4C2CEED0-1049-0E47-9566-3D8BB4997AF8}"/>
          </ac:inkMkLst>
        </pc:inkChg>
        <pc:inkChg chg="add topLvl">
          <ac:chgData name="Aggie Menezes" userId="74619c95fa3483c9" providerId="LiveId" clId="{6A46CFC1-D81F-9C46-BB3E-0BAFF4AC7CB5}" dt="2020-10-29T13:23:23.025" v="450"/>
          <ac:inkMkLst>
            <pc:docMk/>
            <pc:sldMk cId="2402115540" sldId="280"/>
            <ac:inkMk id="20" creationId="{75C72CCD-A30C-0445-8F85-3FB139D4395F}"/>
          </ac:inkMkLst>
        </pc:inkChg>
        <pc:inkChg chg="add topLvl">
          <ac:chgData name="Aggie Menezes" userId="74619c95fa3483c9" providerId="LiveId" clId="{6A46CFC1-D81F-9C46-BB3E-0BAFF4AC7CB5}" dt="2020-10-29T13:23:23.025" v="450"/>
          <ac:inkMkLst>
            <pc:docMk/>
            <pc:sldMk cId="2402115540" sldId="280"/>
            <ac:inkMk id="21" creationId="{2F7E030C-D9EC-C34A-AE3F-D3C6142A4724}"/>
          </ac:inkMkLst>
        </pc:inkChg>
        <pc:inkChg chg="add topLvl">
          <ac:chgData name="Aggie Menezes" userId="74619c95fa3483c9" providerId="LiveId" clId="{6A46CFC1-D81F-9C46-BB3E-0BAFF4AC7CB5}" dt="2020-10-29T13:23:23.025" v="450"/>
          <ac:inkMkLst>
            <pc:docMk/>
            <pc:sldMk cId="2402115540" sldId="280"/>
            <ac:inkMk id="22" creationId="{6DF5B05A-D5EC-474F-8BDE-E90B16CD7D62}"/>
          </ac:inkMkLst>
        </pc:inkChg>
        <pc:inkChg chg="add topLvl">
          <ac:chgData name="Aggie Menezes" userId="74619c95fa3483c9" providerId="LiveId" clId="{6A46CFC1-D81F-9C46-BB3E-0BAFF4AC7CB5}" dt="2020-10-29T13:23:23.025" v="450"/>
          <ac:inkMkLst>
            <pc:docMk/>
            <pc:sldMk cId="2402115540" sldId="280"/>
            <ac:inkMk id="23" creationId="{B1DDB6C5-E343-6E4D-9530-28126DD82BE4}"/>
          </ac:inkMkLst>
        </pc:inkChg>
        <pc:inkChg chg="add topLvl">
          <ac:chgData name="Aggie Menezes" userId="74619c95fa3483c9" providerId="LiveId" clId="{6A46CFC1-D81F-9C46-BB3E-0BAFF4AC7CB5}" dt="2020-10-29T13:23:23.025" v="450"/>
          <ac:inkMkLst>
            <pc:docMk/>
            <pc:sldMk cId="2402115540" sldId="280"/>
            <ac:inkMk id="25" creationId="{D3FC3BAA-2414-B949-8BD7-FDC1D6EAE40A}"/>
          </ac:inkMkLst>
        </pc:inkChg>
        <pc:inkChg chg="add topLvl">
          <ac:chgData name="Aggie Menezes" userId="74619c95fa3483c9" providerId="LiveId" clId="{6A46CFC1-D81F-9C46-BB3E-0BAFF4AC7CB5}" dt="2020-10-29T13:23:23.025" v="450"/>
          <ac:inkMkLst>
            <pc:docMk/>
            <pc:sldMk cId="2402115540" sldId="280"/>
            <ac:inkMk id="27" creationId="{58EE33B7-8D69-3040-9889-96C1A885E5A5}"/>
          </ac:inkMkLst>
        </pc:inkChg>
        <pc:inkChg chg="add topLvl">
          <ac:chgData name="Aggie Menezes" userId="74619c95fa3483c9" providerId="LiveId" clId="{6A46CFC1-D81F-9C46-BB3E-0BAFF4AC7CB5}" dt="2020-10-29T13:23:23.025" v="450"/>
          <ac:inkMkLst>
            <pc:docMk/>
            <pc:sldMk cId="2402115540" sldId="280"/>
            <ac:inkMk id="29" creationId="{378F3DC8-7C34-034D-AF0B-0BED236F4DE2}"/>
          </ac:inkMkLst>
        </pc:inkChg>
        <pc:inkChg chg="add topLvl">
          <ac:chgData name="Aggie Menezes" userId="74619c95fa3483c9" providerId="LiveId" clId="{6A46CFC1-D81F-9C46-BB3E-0BAFF4AC7CB5}" dt="2020-10-29T13:23:23.025" v="450"/>
          <ac:inkMkLst>
            <pc:docMk/>
            <pc:sldMk cId="2402115540" sldId="280"/>
            <ac:inkMk id="30" creationId="{296973BA-8277-DB44-9F73-98F61007D02C}"/>
          </ac:inkMkLst>
        </pc:inkChg>
        <pc:inkChg chg="add topLvl">
          <ac:chgData name="Aggie Menezes" userId="74619c95fa3483c9" providerId="LiveId" clId="{6A46CFC1-D81F-9C46-BB3E-0BAFF4AC7CB5}" dt="2020-10-29T13:23:23.025" v="450"/>
          <ac:inkMkLst>
            <pc:docMk/>
            <pc:sldMk cId="2402115540" sldId="280"/>
            <ac:inkMk id="31" creationId="{02C5AF1A-5F27-CC4C-866C-F5A775D5898B}"/>
          </ac:inkMkLst>
        </pc:inkChg>
        <pc:inkChg chg="add topLvl">
          <ac:chgData name="Aggie Menezes" userId="74619c95fa3483c9" providerId="LiveId" clId="{6A46CFC1-D81F-9C46-BB3E-0BAFF4AC7CB5}" dt="2020-10-29T13:23:23.025" v="450"/>
          <ac:inkMkLst>
            <pc:docMk/>
            <pc:sldMk cId="2402115540" sldId="280"/>
            <ac:inkMk id="33" creationId="{60172E85-6DB1-7846-86BC-63DC5D5EEF7C}"/>
          </ac:inkMkLst>
        </pc:inkChg>
        <pc:inkChg chg="add">
          <ac:chgData name="Aggie Menezes" userId="74619c95fa3483c9" providerId="LiveId" clId="{6A46CFC1-D81F-9C46-BB3E-0BAFF4AC7CB5}" dt="2020-10-29T13:22:51.207" v="448"/>
          <ac:inkMkLst>
            <pc:docMk/>
            <pc:sldMk cId="2402115540" sldId="280"/>
            <ac:inkMk id="35" creationId="{C8E6225C-F24B-CD44-BD96-359233C6B4D6}"/>
          </ac:inkMkLst>
        </pc:inkChg>
        <pc:inkChg chg="add">
          <ac:chgData name="Aggie Menezes" userId="74619c95fa3483c9" providerId="LiveId" clId="{6A46CFC1-D81F-9C46-BB3E-0BAFF4AC7CB5}" dt="2020-10-29T13:23:22.486" v="449"/>
          <ac:inkMkLst>
            <pc:docMk/>
            <pc:sldMk cId="2402115540" sldId="280"/>
            <ac:inkMk id="36" creationId="{919E75CC-8F29-6143-80FA-3E62804665EB}"/>
          </ac:inkMkLst>
        </pc:inkChg>
        <pc:inkChg chg="add">
          <ac:chgData name="Aggie Menezes" userId="74619c95fa3483c9" providerId="LiveId" clId="{6A46CFC1-D81F-9C46-BB3E-0BAFF4AC7CB5}" dt="2020-10-29T13:23:31.742" v="451"/>
          <ac:inkMkLst>
            <pc:docMk/>
            <pc:sldMk cId="2402115540" sldId="280"/>
            <ac:inkMk id="38" creationId="{15BD6293-3C88-234A-8CFA-327E13D6F6B2}"/>
          </ac:inkMkLst>
        </pc:inkChg>
        <pc:inkChg chg="add">
          <ac:chgData name="Aggie Menezes" userId="74619c95fa3483c9" providerId="LiveId" clId="{6A46CFC1-D81F-9C46-BB3E-0BAFF4AC7CB5}" dt="2020-10-29T13:23:32.230" v="452"/>
          <ac:inkMkLst>
            <pc:docMk/>
            <pc:sldMk cId="2402115540" sldId="280"/>
            <ac:inkMk id="39" creationId="{A2423D85-104D-584E-8C8D-7B49B70F764C}"/>
          </ac:inkMkLst>
        </pc:inkChg>
        <pc:inkChg chg="add">
          <ac:chgData name="Aggie Menezes" userId="74619c95fa3483c9" providerId="LiveId" clId="{6A46CFC1-D81F-9C46-BB3E-0BAFF4AC7CB5}" dt="2020-10-29T13:23:32.420" v="453"/>
          <ac:inkMkLst>
            <pc:docMk/>
            <pc:sldMk cId="2402115540" sldId="280"/>
            <ac:inkMk id="40" creationId="{C4B194B2-812A-3D40-AAD0-30D27C50016A}"/>
          </ac:inkMkLst>
        </pc:inkChg>
        <pc:inkChg chg="add">
          <ac:chgData name="Aggie Menezes" userId="74619c95fa3483c9" providerId="LiveId" clId="{6A46CFC1-D81F-9C46-BB3E-0BAFF4AC7CB5}" dt="2020-10-29T13:23:32.654" v="454"/>
          <ac:inkMkLst>
            <pc:docMk/>
            <pc:sldMk cId="2402115540" sldId="280"/>
            <ac:inkMk id="41" creationId="{D812C6C0-8890-3943-9EE1-261959C2DD01}"/>
          </ac:inkMkLst>
        </pc:inkChg>
        <pc:inkChg chg="add">
          <ac:chgData name="Aggie Menezes" userId="74619c95fa3483c9" providerId="LiveId" clId="{6A46CFC1-D81F-9C46-BB3E-0BAFF4AC7CB5}" dt="2020-10-29T13:23:34.393" v="455"/>
          <ac:inkMkLst>
            <pc:docMk/>
            <pc:sldMk cId="2402115540" sldId="280"/>
            <ac:inkMk id="42" creationId="{5B64C9AB-A724-5043-B7AE-C5856DC44B1F}"/>
          </ac:inkMkLst>
        </pc:inkChg>
        <pc:inkChg chg="add">
          <ac:chgData name="Aggie Menezes" userId="74619c95fa3483c9" providerId="LiveId" clId="{6A46CFC1-D81F-9C46-BB3E-0BAFF4AC7CB5}" dt="2020-10-29T13:23:46.493" v="457"/>
          <ac:inkMkLst>
            <pc:docMk/>
            <pc:sldMk cId="2402115540" sldId="280"/>
            <ac:inkMk id="44" creationId="{167CBAF0-A2A8-D54A-8485-0962A0125FB1}"/>
          </ac:inkMkLst>
        </pc:inkChg>
        <pc:inkChg chg="add">
          <ac:chgData name="Aggie Menezes" userId="74619c95fa3483c9" providerId="LiveId" clId="{6A46CFC1-D81F-9C46-BB3E-0BAFF4AC7CB5}" dt="2020-10-29T13:23:47.393" v="458"/>
          <ac:inkMkLst>
            <pc:docMk/>
            <pc:sldMk cId="2402115540" sldId="280"/>
            <ac:inkMk id="45" creationId="{2DA70C41-10EA-B04B-834D-D3B636FC09C8}"/>
          </ac:inkMkLst>
        </pc:inkChg>
        <pc:inkChg chg="add">
          <ac:chgData name="Aggie Menezes" userId="74619c95fa3483c9" providerId="LiveId" clId="{6A46CFC1-D81F-9C46-BB3E-0BAFF4AC7CB5}" dt="2020-10-29T13:23:47.725" v="459"/>
          <ac:inkMkLst>
            <pc:docMk/>
            <pc:sldMk cId="2402115540" sldId="280"/>
            <ac:inkMk id="46" creationId="{E93A1590-0F84-AE46-8324-1C4DAD4F6926}"/>
          </ac:inkMkLst>
        </pc:inkChg>
        <pc:inkChg chg="add">
          <ac:chgData name="Aggie Menezes" userId="74619c95fa3483c9" providerId="LiveId" clId="{6A46CFC1-D81F-9C46-BB3E-0BAFF4AC7CB5}" dt="2020-10-29T13:23:51.664" v="461"/>
          <ac:inkMkLst>
            <pc:docMk/>
            <pc:sldMk cId="2402115540" sldId="280"/>
            <ac:inkMk id="48" creationId="{806628FF-C69D-624A-8367-D0CDEB7208F6}"/>
          </ac:inkMkLst>
        </pc:inkChg>
        <pc:inkChg chg="add">
          <ac:chgData name="Aggie Menezes" userId="74619c95fa3483c9" providerId="LiveId" clId="{6A46CFC1-D81F-9C46-BB3E-0BAFF4AC7CB5}" dt="2020-10-29T13:23:52.614" v="462"/>
          <ac:inkMkLst>
            <pc:docMk/>
            <pc:sldMk cId="2402115540" sldId="280"/>
            <ac:inkMk id="49" creationId="{3BD1BB2E-CE5D-3E48-9D92-269062622D25}"/>
          </ac:inkMkLst>
        </pc:inkChg>
        <pc:inkChg chg="add topLvl">
          <ac:chgData name="Aggie Menezes" userId="74619c95fa3483c9" providerId="LiveId" clId="{6A46CFC1-D81F-9C46-BB3E-0BAFF4AC7CB5}" dt="2020-10-29T13:24:44.959" v="487"/>
          <ac:inkMkLst>
            <pc:docMk/>
            <pc:sldMk cId="2402115540" sldId="280"/>
            <ac:inkMk id="51" creationId="{4412737F-33F0-1249-B350-385A9AF2BE0D}"/>
          </ac:inkMkLst>
        </pc:inkChg>
        <pc:inkChg chg="add topLvl">
          <ac:chgData name="Aggie Menezes" userId="74619c95fa3483c9" providerId="LiveId" clId="{6A46CFC1-D81F-9C46-BB3E-0BAFF4AC7CB5}" dt="2020-10-29T13:24:44.959" v="487"/>
          <ac:inkMkLst>
            <pc:docMk/>
            <pc:sldMk cId="2402115540" sldId="280"/>
            <ac:inkMk id="52" creationId="{15EDC3BC-7451-C345-A0F1-77CC5E8554C4}"/>
          </ac:inkMkLst>
        </pc:inkChg>
        <pc:inkChg chg="add topLvl">
          <ac:chgData name="Aggie Menezes" userId="74619c95fa3483c9" providerId="LiveId" clId="{6A46CFC1-D81F-9C46-BB3E-0BAFF4AC7CB5}" dt="2020-10-29T13:24:44.959" v="487"/>
          <ac:inkMkLst>
            <pc:docMk/>
            <pc:sldMk cId="2402115540" sldId="280"/>
            <ac:inkMk id="53" creationId="{14A0BF77-8D32-AC4A-AD91-FF6248BE1F3D}"/>
          </ac:inkMkLst>
        </pc:inkChg>
        <pc:inkChg chg="add topLvl">
          <ac:chgData name="Aggie Menezes" userId="74619c95fa3483c9" providerId="LiveId" clId="{6A46CFC1-D81F-9C46-BB3E-0BAFF4AC7CB5}" dt="2020-10-29T13:24:44.959" v="487"/>
          <ac:inkMkLst>
            <pc:docMk/>
            <pc:sldMk cId="2402115540" sldId="280"/>
            <ac:inkMk id="54" creationId="{BFB39D72-49C0-4948-8E2B-410EF9EAF4AC}"/>
          </ac:inkMkLst>
        </pc:inkChg>
        <pc:inkChg chg="add topLvl">
          <ac:chgData name="Aggie Menezes" userId="74619c95fa3483c9" providerId="LiveId" clId="{6A46CFC1-D81F-9C46-BB3E-0BAFF4AC7CB5}" dt="2020-10-29T13:24:44.959" v="487"/>
          <ac:inkMkLst>
            <pc:docMk/>
            <pc:sldMk cId="2402115540" sldId="280"/>
            <ac:inkMk id="55" creationId="{898F31FA-EC05-E840-AE48-05EC657448D8}"/>
          </ac:inkMkLst>
        </pc:inkChg>
        <pc:inkChg chg="add topLvl">
          <ac:chgData name="Aggie Menezes" userId="74619c95fa3483c9" providerId="LiveId" clId="{6A46CFC1-D81F-9C46-BB3E-0BAFF4AC7CB5}" dt="2020-10-29T13:24:44.959" v="487"/>
          <ac:inkMkLst>
            <pc:docMk/>
            <pc:sldMk cId="2402115540" sldId="280"/>
            <ac:inkMk id="56" creationId="{0950205A-6BDB-FD4F-B9FE-C16931480E1F}"/>
          </ac:inkMkLst>
        </pc:inkChg>
        <pc:inkChg chg="add topLvl">
          <ac:chgData name="Aggie Menezes" userId="74619c95fa3483c9" providerId="LiveId" clId="{6A46CFC1-D81F-9C46-BB3E-0BAFF4AC7CB5}" dt="2020-10-29T13:24:44.959" v="487"/>
          <ac:inkMkLst>
            <pc:docMk/>
            <pc:sldMk cId="2402115540" sldId="280"/>
            <ac:inkMk id="57" creationId="{1D112F07-0E9D-AA4F-A6C0-26BA8FB8E309}"/>
          </ac:inkMkLst>
        </pc:inkChg>
        <pc:inkChg chg="add topLvl">
          <ac:chgData name="Aggie Menezes" userId="74619c95fa3483c9" providerId="LiveId" clId="{6A46CFC1-D81F-9C46-BB3E-0BAFF4AC7CB5}" dt="2020-10-29T13:24:44.959" v="487"/>
          <ac:inkMkLst>
            <pc:docMk/>
            <pc:sldMk cId="2402115540" sldId="280"/>
            <ac:inkMk id="58" creationId="{8B4539E6-25B6-D242-B7F1-ADAF96703847}"/>
          </ac:inkMkLst>
        </pc:inkChg>
        <pc:inkChg chg="add topLvl">
          <ac:chgData name="Aggie Menezes" userId="74619c95fa3483c9" providerId="LiveId" clId="{6A46CFC1-D81F-9C46-BB3E-0BAFF4AC7CB5}" dt="2020-10-29T13:24:44.959" v="487"/>
          <ac:inkMkLst>
            <pc:docMk/>
            <pc:sldMk cId="2402115540" sldId="280"/>
            <ac:inkMk id="59" creationId="{2E67FDBB-1543-B941-96E1-313AB852680C}"/>
          </ac:inkMkLst>
        </pc:inkChg>
        <pc:inkChg chg="add">
          <ac:chgData name="Aggie Menezes" userId="74619c95fa3483c9" providerId="LiveId" clId="{6A46CFC1-D81F-9C46-BB3E-0BAFF4AC7CB5}" dt="2020-10-29T13:24:20.257" v="474"/>
          <ac:inkMkLst>
            <pc:docMk/>
            <pc:sldMk cId="2402115540" sldId="280"/>
            <ac:inkMk id="63" creationId="{0B39EF21-3E4F-9A47-A591-B235E63391CE}"/>
          </ac:inkMkLst>
        </pc:inkChg>
        <pc:inkChg chg="add topLvl">
          <ac:chgData name="Aggie Menezes" userId="74619c95fa3483c9" providerId="LiveId" clId="{6A46CFC1-D81F-9C46-BB3E-0BAFF4AC7CB5}" dt="2020-10-29T13:24:44.959" v="487"/>
          <ac:inkMkLst>
            <pc:docMk/>
            <pc:sldMk cId="2402115540" sldId="280"/>
            <ac:inkMk id="64" creationId="{E3DED631-C985-7648-ADF0-BE39DEE681CD}"/>
          </ac:inkMkLst>
        </pc:inkChg>
        <pc:inkChg chg="add topLvl">
          <ac:chgData name="Aggie Menezes" userId="74619c95fa3483c9" providerId="LiveId" clId="{6A46CFC1-D81F-9C46-BB3E-0BAFF4AC7CB5}" dt="2020-10-29T13:24:44.959" v="487"/>
          <ac:inkMkLst>
            <pc:docMk/>
            <pc:sldMk cId="2402115540" sldId="280"/>
            <ac:inkMk id="65" creationId="{3D01EB73-B504-2846-B266-0BC74CB18522}"/>
          </ac:inkMkLst>
        </pc:inkChg>
        <pc:inkChg chg="add topLvl">
          <ac:chgData name="Aggie Menezes" userId="74619c95fa3483c9" providerId="LiveId" clId="{6A46CFC1-D81F-9C46-BB3E-0BAFF4AC7CB5}" dt="2020-10-29T13:24:44.959" v="487"/>
          <ac:inkMkLst>
            <pc:docMk/>
            <pc:sldMk cId="2402115540" sldId="280"/>
            <ac:inkMk id="66" creationId="{205FD64F-48BE-7D4B-B0A0-E4D05EA3CC40}"/>
          </ac:inkMkLst>
        </pc:inkChg>
        <pc:inkChg chg="add topLvl">
          <ac:chgData name="Aggie Menezes" userId="74619c95fa3483c9" providerId="LiveId" clId="{6A46CFC1-D81F-9C46-BB3E-0BAFF4AC7CB5}" dt="2020-10-29T13:24:44.959" v="487"/>
          <ac:inkMkLst>
            <pc:docMk/>
            <pc:sldMk cId="2402115540" sldId="280"/>
            <ac:inkMk id="67" creationId="{45D4315D-E734-4942-95FA-2D146A8A05EA}"/>
          </ac:inkMkLst>
        </pc:inkChg>
        <pc:inkChg chg="add topLvl">
          <ac:chgData name="Aggie Menezes" userId="74619c95fa3483c9" providerId="LiveId" clId="{6A46CFC1-D81F-9C46-BB3E-0BAFF4AC7CB5}" dt="2020-10-29T13:24:44.959" v="487"/>
          <ac:inkMkLst>
            <pc:docMk/>
            <pc:sldMk cId="2402115540" sldId="280"/>
            <ac:inkMk id="68" creationId="{E89C4097-9C06-5F41-B40B-A75E9653A31B}"/>
          </ac:inkMkLst>
        </pc:inkChg>
        <pc:inkChg chg="add topLvl">
          <ac:chgData name="Aggie Menezes" userId="74619c95fa3483c9" providerId="LiveId" clId="{6A46CFC1-D81F-9C46-BB3E-0BAFF4AC7CB5}" dt="2020-10-29T13:24:44.959" v="487"/>
          <ac:inkMkLst>
            <pc:docMk/>
            <pc:sldMk cId="2402115540" sldId="280"/>
            <ac:inkMk id="69" creationId="{4327A7F1-67CE-5345-8C9D-3815400E5BB2}"/>
          </ac:inkMkLst>
        </pc:inkChg>
        <pc:inkChg chg="add topLvl">
          <ac:chgData name="Aggie Menezes" userId="74619c95fa3483c9" providerId="LiveId" clId="{6A46CFC1-D81F-9C46-BB3E-0BAFF4AC7CB5}" dt="2020-10-29T13:24:44.959" v="487"/>
          <ac:inkMkLst>
            <pc:docMk/>
            <pc:sldMk cId="2402115540" sldId="280"/>
            <ac:inkMk id="72" creationId="{E560D622-8A2B-0D48-BD32-90EB67908371}"/>
          </ac:inkMkLst>
        </pc:inkChg>
        <pc:inkChg chg="add topLvl">
          <ac:chgData name="Aggie Menezes" userId="74619c95fa3483c9" providerId="LiveId" clId="{6A46CFC1-D81F-9C46-BB3E-0BAFF4AC7CB5}" dt="2020-10-29T13:24:44.959" v="487"/>
          <ac:inkMkLst>
            <pc:docMk/>
            <pc:sldMk cId="2402115540" sldId="280"/>
            <ac:inkMk id="73" creationId="{E96028C3-CC05-7143-861B-F9FBB2DAB68B}"/>
          </ac:inkMkLst>
        </pc:inkChg>
        <pc:inkChg chg="add">
          <ac:chgData name="Aggie Menezes" userId="74619c95fa3483c9" providerId="LiveId" clId="{6A46CFC1-D81F-9C46-BB3E-0BAFF4AC7CB5}" dt="2020-10-29T13:24:43.882" v="485"/>
          <ac:inkMkLst>
            <pc:docMk/>
            <pc:sldMk cId="2402115540" sldId="280"/>
            <ac:inkMk id="75" creationId="{D73686C6-76FE-EC4D-8AFF-BCBFFD0116C8}"/>
          </ac:inkMkLst>
        </pc:inkChg>
        <pc:inkChg chg="add">
          <ac:chgData name="Aggie Menezes" userId="74619c95fa3483c9" providerId="LiveId" clId="{6A46CFC1-D81F-9C46-BB3E-0BAFF4AC7CB5}" dt="2020-10-29T13:24:44.391" v="486"/>
          <ac:inkMkLst>
            <pc:docMk/>
            <pc:sldMk cId="2402115540" sldId="280"/>
            <ac:inkMk id="76" creationId="{B3A99756-D47C-8A4D-9AA8-4858CC8D3009}"/>
          </ac:inkMkLst>
        </pc:inkChg>
        <pc:inkChg chg="add">
          <ac:chgData name="Aggie Menezes" userId="74619c95fa3483c9" providerId="LiveId" clId="{6A46CFC1-D81F-9C46-BB3E-0BAFF4AC7CB5}" dt="2020-10-29T13:25:23.062" v="488"/>
          <ac:inkMkLst>
            <pc:docMk/>
            <pc:sldMk cId="2402115540" sldId="280"/>
            <ac:inkMk id="78" creationId="{99429C60-9D84-B440-B6B6-35E66CF030AF}"/>
          </ac:inkMkLst>
        </pc:inkChg>
        <pc:inkChg chg="add topLvl">
          <ac:chgData name="Aggie Menezes" userId="74619c95fa3483c9" providerId="LiveId" clId="{6A46CFC1-D81F-9C46-BB3E-0BAFF4AC7CB5}" dt="2020-10-29T13:28:18.770" v="579"/>
          <ac:inkMkLst>
            <pc:docMk/>
            <pc:sldMk cId="2402115540" sldId="280"/>
            <ac:inkMk id="79" creationId="{FDEEE1EE-4672-FE48-A34E-4D536072E304}"/>
          </ac:inkMkLst>
        </pc:inkChg>
        <pc:inkChg chg="add topLvl">
          <ac:chgData name="Aggie Menezes" userId="74619c95fa3483c9" providerId="LiveId" clId="{6A46CFC1-D81F-9C46-BB3E-0BAFF4AC7CB5}" dt="2020-10-29T13:28:18.770" v="579"/>
          <ac:inkMkLst>
            <pc:docMk/>
            <pc:sldMk cId="2402115540" sldId="280"/>
            <ac:inkMk id="80" creationId="{C2B9BE53-8D2C-A241-ADBA-0A8B574400E8}"/>
          </ac:inkMkLst>
        </pc:inkChg>
        <pc:inkChg chg="add topLvl">
          <ac:chgData name="Aggie Menezes" userId="74619c95fa3483c9" providerId="LiveId" clId="{6A46CFC1-D81F-9C46-BB3E-0BAFF4AC7CB5}" dt="2020-10-29T13:28:18.770" v="579"/>
          <ac:inkMkLst>
            <pc:docMk/>
            <pc:sldMk cId="2402115540" sldId="280"/>
            <ac:inkMk id="81" creationId="{31DE65C1-E2A9-BC4A-822A-D305FAA0DED5}"/>
          </ac:inkMkLst>
        </pc:inkChg>
        <pc:inkChg chg="add topLvl">
          <ac:chgData name="Aggie Menezes" userId="74619c95fa3483c9" providerId="LiveId" clId="{6A46CFC1-D81F-9C46-BB3E-0BAFF4AC7CB5}" dt="2020-10-29T13:28:18.770" v="579"/>
          <ac:inkMkLst>
            <pc:docMk/>
            <pc:sldMk cId="2402115540" sldId="280"/>
            <ac:inkMk id="83" creationId="{0B8F226F-6665-5347-9C3F-660EB0014165}"/>
          </ac:inkMkLst>
        </pc:inkChg>
        <pc:inkChg chg="add topLvl">
          <ac:chgData name="Aggie Menezes" userId="74619c95fa3483c9" providerId="LiveId" clId="{6A46CFC1-D81F-9C46-BB3E-0BAFF4AC7CB5}" dt="2020-10-29T13:28:18.770" v="579"/>
          <ac:inkMkLst>
            <pc:docMk/>
            <pc:sldMk cId="2402115540" sldId="280"/>
            <ac:inkMk id="84" creationId="{5676ABAB-C18F-214D-BBC1-15CE5D194ACA}"/>
          </ac:inkMkLst>
        </pc:inkChg>
        <pc:inkChg chg="add topLvl">
          <ac:chgData name="Aggie Menezes" userId="74619c95fa3483c9" providerId="LiveId" clId="{6A46CFC1-D81F-9C46-BB3E-0BAFF4AC7CB5}" dt="2020-10-29T13:28:18.770" v="579"/>
          <ac:inkMkLst>
            <pc:docMk/>
            <pc:sldMk cId="2402115540" sldId="280"/>
            <ac:inkMk id="85" creationId="{E976ACA2-517F-1A4E-A2E9-8CA9D439CF00}"/>
          </ac:inkMkLst>
        </pc:inkChg>
        <pc:inkChg chg="add topLvl">
          <ac:chgData name="Aggie Menezes" userId="74619c95fa3483c9" providerId="LiveId" clId="{6A46CFC1-D81F-9C46-BB3E-0BAFF4AC7CB5}" dt="2020-10-29T13:28:18.770" v="579"/>
          <ac:inkMkLst>
            <pc:docMk/>
            <pc:sldMk cId="2402115540" sldId="280"/>
            <ac:inkMk id="86" creationId="{94230F5A-39F6-9343-9D8E-C514A4F2A477}"/>
          </ac:inkMkLst>
        </pc:inkChg>
        <pc:inkChg chg="add topLvl">
          <ac:chgData name="Aggie Menezes" userId="74619c95fa3483c9" providerId="LiveId" clId="{6A46CFC1-D81F-9C46-BB3E-0BAFF4AC7CB5}" dt="2020-10-29T13:28:18.770" v="579"/>
          <ac:inkMkLst>
            <pc:docMk/>
            <pc:sldMk cId="2402115540" sldId="280"/>
            <ac:inkMk id="87" creationId="{F58093D8-F04C-3B4D-84DB-DEB3063204E4}"/>
          </ac:inkMkLst>
        </pc:inkChg>
        <pc:inkChg chg="add topLvl">
          <ac:chgData name="Aggie Menezes" userId="74619c95fa3483c9" providerId="LiveId" clId="{6A46CFC1-D81F-9C46-BB3E-0BAFF4AC7CB5}" dt="2020-10-29T13:28:18.770" v="579"/>
          <ac:inkMkLst>
            <pc:docMk/>
            <pc:sldMk cId="2402115540" sldId="280"/>
            <ac:inkMk id="89" creationId="{E77248B8-51CD-994A-AC67-65DA0F884CE2}"/>
          </ac:inkMkLst>
        </pc:inkChg>
        <pc:inkChg chg="add topLvl">
          <ac:chgData name="Aggie Menezes" userId="74619c95fa3483c9" providerId="LiveId" clId="{6A46CFC1-D81F-9C46-BB3E-0BAFF4AC7CB5}" dt="2020-10-29T13:28:18.770" v="579"/>
          <ac:inkMkLst>
            <pc:docMk/>
            <pc:sldMk cId="2402115540" sldId="280"/>
            <ac:inkMk id="91" creationId="{4174ABE4-2C9B-4B43-93F1-6CF8BB9264BC}"/>
          </ac:inkMkLst>
        </pc:inkChg>
        <pc:inkChg chg="add topLvl">
          <ac:chgData name="Aggie Menezes" userId="74619c95fa3483c9" providerId="LiveId" clId="{6A46CFC1-D81F-9C46-BB3E-0BAFF4AC7CB5}" dt="2020-10-29T13:28:18.770" v="579"/>
          <ac:inkMkLst>
            <pc:docMk/>
            <pc:sldMk cId="2402115540" sldId="280"/>
            <ac:inkMk id="92" creationId="{6F435812-992D-5945-9D85-28DEFE595F92}"/>
          </ac:inkMkLst>
        </pc:inkChg>
        <pc:inkChg chg="add topLvl">
          <ac:chgData name="Aggie Menezes" userId="74619c95fa3483c9" providerId="LiveId" clId="{6A46CFC1-D81F-9C46-BB3E-0BAFF4AC7CB5}" dt="2020-10-29T13:28:18.770" v="579"/>
          <ac:inkMkLst>
            <pc:docMk/>
            <pc:sldMk cId="2402115540" sldId="280"/>
            <ac:inkMk id="93" creationId="{29833EF6-0E2E-F346-BD31-8A5791D337EC}"/>
          </ac:inkMkLst>
        </pc:inkChg>
        <pc:inkChg chg="add topLvl">
          <ac:chgData name="Aggie Menezes" userId="74619c95fa3483c9" providerId="LiveId" clId="{6A46CFC1-D81F-9C46-BB3E-0BAFF4AC7CB5}" dt="2020-10-29T13:28:18.770" v="579"/>
          <ac:inkMkLst>
            <pc:docMk/>
            <pc:sldMk cId="2402115540" sldId="280"/>
            <ac:inkMk id="94" creationId="{9CA5BABC-BAC8-9849-9459-A407F160F1B3}"/>
          </ac:inkMkLst>
        </pc:inkChg>
        <pc:inkChg chg="add topLvl">
          <ac:chgData name="Aggie Menezes" userId="74619c95fa3483c9" providerId="LiveId" clId="{6A46CFC1-D81F-9C46-BB3E-0BAFF4AC7CB5}" dt="2020-10-29T13:28:18.770" v="579"/>
          <ac:inkMkLst>
            <pc:docMk/>
            <pc:sldMk cId="2402115540" sldId="280"/>
            <ac:inkMk id="95" creationId="{A09E280E-81C7-284B-804A-8A8EBBBF622C}"/>
          </ac:inkMkLst>
        </pc:inkChg>
        <pc:inkChg chg="add">
          <ac:chgData name="Aggie Menezes" userId="74619c95fa3483c9" providerId="LiveId" clId="{6A46CFC1-D81F-9C46-BB3E-0BAFF4AC7CB5}" dt="2020-10-29T13:26:14.067" v="507"/>
          <ac:inkMkLst>
            <pc:docMk/>
            <pc:sldMk cId="2402115540" sldId="280"/>
            <ac:inkMk id="97" creationId="{BBE497A5-EF6C-5D42-9E3D-97F35ACAFC16}"/>
          </ac:inkMkLst>
        </pc:inkChg>
        <pc:inkChg chg="add">
          <ac:chgData name="Aggie Menezes" userId="74619c95fa3483c9" providerId="LiveId" clId="{6A46CFC1-D81F-9C46-BB3E-0BAFF4AC7CB5}" dt="2020-10-29T13:26:14.824" v="508"/>
          <ac:inkMkLst>
            <pc:docMk/>
            <pc:sldMk cId="2402115540" sldId="280"/>
            <ac:inkMk id="98" creationId="{D97F06D2-A645-CF47-B08E-1BF7E5C2A8A2}"/>
          </ac:inkMkLst>
        </pc:inkChg>
        <pc:inkChg chg="add">
          <ac:chgData name="Aggie Menezes" userId="74619c95fa3483c9" providerId="LiveId" clId="{6A46CFC1-D81F-9C46-BB3E-0BAFF4AC7CB5}" dt="2020-10-29T13:26:17.320" v="509"/>
          <ac:inkMkLst>
            <pc:docMk/>
            <pc:sldMk cId="2402115540" sldId="280"/>
            <ac:inkMk id="99" creationId="{17614C6E-0DE5-E142-BA19-513C18A0A57F}"/>
          </ac:inkMkLst>
        </pc:inkChg>
        <pc:inkChg chg="add topLvl">
          <ac:chgData name="Aggie Menezes" userId="74619c95fa3483c9" providerId="LiveId" clId="{6A46CFC1-D81F-9C46-BB3E-0BAFF4AC7CB5}" dt="2020-10-29T13:27:57.545" v="575"/>
          <ac:inkMkLst>
            <pc:docMk/>
            <pc:sldMk cId="2402115540" sldId="280"/>
            <ac:inkMk id="101" creationId="{AB64A100-6418-A341-BAD0-3830FA639E42}"/>
          </ac:inkMkLst>
        </pc:inkChg>
        <pc:inkChg chg="add topLvl">
          <ac:chgData name="Aggie Menezes" userId="74619c95fa3483c9" providerId="LiveId" clId="{6A46CFC1-D81F-9C46-BB3E-0BAFF4AC7CB5}" dt="2020-10-29T13:27:57.545" v="575"/>
          <ac:inkMkLst>
            <pc:docMk/>
            <pc:sldMk cId="2402115540" sldId="280"/>
            <ac:inkMk id="102" creationId="{AD15538D-D44F-B440-828F-724D807DA0DB}"/>
          </ac:inkMkLst>
        </pc:inkChg>
        <pc:inkChg chg="add topLvl">
          <ac:chgData name="Aggie Menezes" userId="74619c95fa3483c9" providerId="LiveId" clId="{6A46CFC1-D81F-9C46-BB3E-0BAFF4AC7CB5}" dt="2020-10-29T13:27:57.545" v="575"/>
          <ac:inkMkLst>
            <pc:docMk/>
            <pc:sldMk cId="2402115540" sldId="280"/>
            <ac:inkMk id="103" creationId="{F04F49C6-1BFA-8E42-88A8-8E8ED2B73E26}"/>
          </ac:inkMkLst>
        </pc:inkChg>
        <pc:inkChg chg="add topLvl">
          <ac:chgData name="Aggie Menezes" userId="74619c95fa3483c9" providerId="LiveId" clId="{6A46CFC1-D81F-9C46-BB3E-0BAFF4AC7CB5}" dt="2020-10-29T13:27:57.545" v="575"/>
          <ac:inkMkLst>
            <pc:docMk/>
            <pc:sldMk cId="2402115540" sldId="280"/>
            <ac:inkMk id="104" creationId="{5FC46945-FFCC-8248-8930-647F64DB8957}"/>
          </ac:inkMkLst>
        </pc:inkChg>
        <pc:inkChg chg="add topLvl">
          <ac:chgData name="Aggie Menezes" userId="74619c95fa3483c9" providerId="LiveId" clId="{6A46CFC1-D81F-9C46-BB3E-0BAFF4AC7CB5}" dt="2020-10-29T13:27:57.545" v="575"/>
          <ac:inkMkLst>
            <pc:docMk/>
            <pc:sldMk cId="2402115540" sldId="280"/>
            <ac:inkMk id="105" creationId="{A224519A-48B4-0D4F-8582-20F6ED508F10}"/>
          </ac:inkMkLst>
        </pc:inkChg>
        <pc:inkChg chg="add topLvl">
          <ac:chgData name="Aggie Menezes" userId="74619c95fa3483c9" providerId="LiveId" clId="{6A46CFC1-D81F-9C46-BB3E-0BAFF4AC7CB5}" dt="2020-10-29T13:27:57.545" v="575"/>
          <ac:inkMkLst>
            <pc:docMk/>
            <pc:sldMk cId="2402115540" sldId="280"/>
            <ac:inkMk id="106" creationId="{044B1CC7-8EF4-D14D-8522-877BD9203E2D}"/>
          </ac:inkMkLst>
        </pc:inkChg>
        <pc:inkChg chg="add topLvl">
          <ac:chgData name="Aggie Menezes" userId="74619c95fa3483c9" providerId="LiveId" clId="{6A46CFC1-D81F-9C46-BB3E-0BAFF4AC7CB5}" dt="2020-10-29T13:27:57.545" v="575"/>
          <ac:inkMkLst>
            <pc:docMk/>
            <pc:sldMk cId="2402115540" sldId="280"/>
            <ac:inkMk id="107" creationId="{0CB69ADA-EEC3-A243-BF92-DB84E0C1BE7E}"/>
          </ac:inkMkLst>
        </pc:inkChg>
        <pc:inkChg chg="add topLvl">
          <ac:chgData name="Aggie Menezes" userId="74619c95fa3483c9" providerId="LiveId" clId="{6A46CFC1-D81F-9C46-BB3E-0BAFF4AC7CB5}" dt="2020-10-29T13:27:57.545" v="575"/>
          <ac:inkMkLst>
            <pc:docMk/>
            <pc:sldMk cId="2402115540" sldId="280"/>
            <ac:inkMk id="108" creationId="{EC01C61B-3723-5146-BEB1-6BC29AF4F496}"/>
          </ac:inkMkLst>
        </pc:inkChg>
        <pc:inkChg chg="add topLvl">
          <ac:chgData name="Aggie Menezes" userId="74619c95fa3483c9" providerId="LiveId" clId="{6A46CFC1-D81F-9C46-BB3E-0BAFF4AC7CB5}" dt="2020-10-29T13:27:57.545" v="575"/>
          <ac:inkMkLst>
            <pc:docMk/>
            <pc:sldMk cId="2402115540" sldId="280"/>
            <ac:inkMk id="109" creationId="{F1D15E65-3A9C-174F-86DE-B866248686A9}"/>
          </ac:inkMkLst>
        </pc:inkChg>
        <pc:inkChg chg="add topLvl">
          <ac:chgData name="Aggie Menezes" userId="74619c95fa3483c9" providerId="LiveId" clId="{6A46CFC1-D81F-9C46-BB3E-0BAFF4AC7CB5}" dt="2020-10-29T13:27:57.545" v="575"/>
          <ac:inkMkLst>
            <pc:docMk/>
            <pc:sldMk cId="2402115540" sldId="280"/>
            <ac:inkMk id="111" creationId="{1C0B6388-122A-334F-A42A-CDF5DB1F5C50}"/>
          </ac:inkMkLst>
        </pc:inkChg>
        <pc:inkChg chg="add topLvl">
          <ac:chgData name="Aggie Menezes" userId="74619c95fa3483c9" providerId="LiveId" clId="{6A46CFC1-D81F-9C46-BB3E-0BAFF4AC7CB5}" dt="2020-10-29T13:27:57.545" v="575"/>
          <ac:inkMkLst>
            <pc:docMk/>
            <pc:sldMk cId="2402115540" sldId="280"/>
            <ac:inkMk id="112" creationId="{5BE25F5B-D03C-FC48-9E38-25BC4A426286}"/>
          </ac:inkMkLst>
        </pc:inkChg>
        <pc:inkChg chg="add">
          <ac:chgData name="Aggie Menezes" userId="74619c95fa3483c9" providerId="LiveId" clId="{6A46CFC1-D81F-9C46-BB3E-0BAFF4AC7CB5}" dt="2020-10-29T13:27:06.539" v="524"/>
          <ac:inkMkLst>
            <pc:docMk/>
            <pc:sldMk cId="2402115540" sldId="280"/>
            <ac:inkMk id="114" creationId="{4986045D-6346-354D-821C-187CFF6EA8D3}"/>
          </ac:inkMkLst>
        </pc:inkChg>
        <pc:inkChg chg="add topLvl">
          <ac:chgData name="Aggie Menezes" userId="74619c95fa3483c9" providerId="LiveId" clId="{6A46CFC1-D81F-9C46-BB3E-0BAFF4AC7CB5}" dt="2020-10-29T13:27:57.545" v="575"/>
          <ac:inkMkLst>
            <pc:docMk/>
            <pc:sldMk cId="2402115540" sldId="280"/>
            <ac:inkMk id="115" creationId="{E32B457B-2E81-4543-91F7-870227805CFB}"/>
          </ac:inkMkLst>
        </pc:inkChg>
        <pc:inkChg chg="add topLvl">
          <ac:chgData name="Aggie Menezes" userId="74619c95fa3483c9" providerId="LiveId" clId="{6A46CFC1-D81F-9C46-BB3E-0BAFF4AC7CB5}" dt="2020-10-29T13:27:57.545" v="575"/>
          <ac:inkMkLst>
            <pc:docMk/>
            <pc:sldMk cId="2402115540" sldId="280"/>
            <ac:inkMk id="116" creationId="{6AF7C16E-735C-BD40-90FD-499AE9774D9D}"/>
          </ac:inkMkLst>
        </pc:inkChg>
        <pc:inkChg chg="add topLvl">
          <ac:chgData name="Aggie Menezes" userId="74619c95fa3483c9" providerId="LiveId" clId="{6A46CFC1-D81F-9C46-BB3E-0BAFF4AC7CB5}" dt="2020-10-29T13:27:57.545" v="575"/>
          <ac:inkMkLst>
            <pc:docMk/>
            <pc:sldMk cId="2402115540" sldId="280"/>
            <ac:inkMk id="118" creationId="{7722B659-A926-2045-9968-F8AB1FC2FD1B}"/>
          </ac:inkMkLst>
        </pc:inkChg>
        <pc:inkChg chg="add topLvl">
          <ac:chgData name="Aggie Menezes" userId="74619c95fa3483c9" providerId="LiveId" clId="{6A46CFC1-D81F-9C46-BB3E-0BAFF4AC7CB5}" dt="2020-10-29T13:27:57.545" v="575"/>
          <ac:inkMkLst>
            <pc:docMk/>
            <pc:sldMk cId="2402115540" sldId="280"/>
            <ac:inkMk id="119" creationId="{39235A94-4B3F-E746-8BEB-4FEFEE45CC10}"/>
          </ac:inkMkLst>
        </pc:inkChg>
        <pc:inkChg chg="add topLvl">
          <ac:chgData name="Aggie Menezes" userId="74619c95fa3483c9" providerId="LiveId" clId="{6A46CFC1-D81F-9C46-BB3E-0BAFF4AC7CB5}" dt="2020-10-29T13:27:57.545" v="575"/>
          <ac:inkMkLst>
            <pc:docMk/>
            <pc:sldMk cId="2402115540" sldId="280"/>
            <ac:inkMk id="121" creationId="{964C8B16-2356-7F49-A073-C230DE0C6323}"/>
          </ac:inkMkLst>
        </pc:inkChg>
        <pc:inkChg chg="add topLvl">
          <ac:chgData name="Aggie Menezes" userId="74619c95fa3483c9" providerId="LiveId" clId="{6A46CFC1-D81F-9C46-BB3E-0BAFF4AC7CB5}" dt="2020-10-29T13:27:57.545" v="575"/>
          <ac:inkMkLst>
            <pc:docMk/>
            <pc:sldMk cId="2402115540" sldId="280"/>
            <ac:inkMk id="122" creationId="{828CF9E5-8C75-B44E-A1E9-0C03BD12C4FF}"/>
          </ac:inkMkLst>
        </pc:inkChg>
        <pc:inkChg chg="add topLvl">
          <ac:chgData name="Aggie Menezes" userId="74619c95fa3483c9" providerId="LiveId" clId="{6A46CFC1-D81F-9C46-BB3E-0BAFF4AC7CB5}" dt="2020-10-29T13:27:57.545" v="575"/>
          <ac:inkMkLst>
            <pc:docMk/>
            <pc:sldMk cId="2402115540" sldId="280"/>
            <ac:inkMk id="123" creationId="{2E4D95F1-1D33-3943-BCEE-522D05D4D298}"/>
          </ac:inkMkLst>
        </pc:inkChg>
        <pc:inkChg chg="add topLvl">
          <ac:chgData name="Aggie Menezes" userId="74619c95fa3483c9" providerId="LiveId" clId="{6A46CFC1-D81F-9C46-BB3E-0BAFF4AC7CB5}" dt="2020-10-29T13:27:57.545" v="575"/>
          <ac:inkMkLst>
            <pc:docMk/>
            <pc:sldMk cId="2402115540" sldId="280"/>
            <ac:inkMk id="124" creationId="{70DF2121-3931-2F4F-9043-A393FFC132C6}"/>
          </ac:inkMkLst>
        </pc:inkChg>
        <pc:inkChg chg="add topLvl">
          <ac:chgData name="Aggie Menezes" userId="74619c95fa3483c9" providerId="LiveId" clId="{6A46CFC1-D81F-9C46-BB3E-0BAFF4AC7CB5}" dt="2020-10-29T13:27:57.545" v="575"/>
          <ac:inkMkLst>
            <pc:docMk/>
            <pc:sldMk cId="2402115540" sldId="280"/>
            <ac:inkMk id="125" creationId="{1D68350F-6F36-C741-BD7B-B85B1F7026E9}"/>
          </ac:inkMkLst>
        </pc:inkChg>
        <pc:inkChg chg="add topLvl">
          <ac:chgData name="Aggie Menezes" userId="74619c95fa3483c9" providerId="LiveId" clId="{6A46CFC1-D81F-9C46-BB3E-0BAFF4AC7CB5}" dt="2020-10-29T13:27:57.545" v="575"/>
          <ac:inkMkLst>
            <pc:docMk/>
            <pc:sldMk cId="2402115540" sldId="280"/>
            <ac:inkMk id="126" creationId="{4FFA6663-E150-A240-B0FB-56C400487153}"/>
          </ac:inkMkLst>
        </pc:inkChg>
        <pc:inkChg chg="add topLvl">
          <ac:chgData name="Aggie Menezes" userId="74619c95fa3483c9" providerId="LiveId" clId="{6A46CFC1-D81F-9C46-BB3E-0BAFF4AC7CB5}" dt="2020-10-29T13:27:57.545" v="575"/>
          <ac:inkMkLst>
            <pc:docMk/>
            <pc:sldMk cId="2402115540" sldId="280"/>
            <ac:inkMk id="127" creationId="{A8187E0D-9CB6-7B4E-86C3-7EBE9D138527}"/>
          </ac:inkMkLst>
        </pc:inkChg>
        <pc:inkChg chg="add topLvl">
          <ac:chgData name="Aggie Menezes" userId="74619c95fa3483c9" providerId="LiveId" clId="{6A46CFC1-D81F-9C46-BB3E-0BAFF4AC7CB5}" dt="2020-10-29T13:27:57.545" v="575"/>
          <ac:inkMkLst>
            <pc:docMk/>
            <pc:sldMk cId="2402115540" sldId="280"/>
            <ac:inkMk id="128" creationId="{CC32BB77-39F3-0D49-B8BF-4EE498ACFEBF}"/>
          </ac:inkMkLst>
        </pc:inkChg>
        <pc:inkChg chg="add topLvl">
          <ac:chgData name="Aggie Menezes" userId="74619c95fa3483c9" providerId="LiveId" clId="{6A46CFC1-D81F-9C46-BB3E-0BAFF4AC7CB5}" dt="2020-10-29T13:27:57.545" v="575"/>
          <ac:inkMkLst>
            <pc:docMk/>
            <pc:sldMk cId="2402115540" sldId="280"/>
            <ac:inkMk id="129" creationId="{E5B68B3C-D270-DD4D-8631-5E5ACB2647B7}"/>
          </ac:inkMkLst>
        </pc:inkChg>
        <pc:inkChg chg="add topLvl">
          <ac:chgData name="Aggie Menezes" userId="74619c95fa3483c9" providerId="LiveId" clId="{6A46CFC1-D81F-9C46-BB3E-0BAFF4AC7CB5}" dt="2020-10-29T13:27:57.545" v="575"/>
          <ac:inkMkLst>
            <pc:docMk/>
            <pc:sldMk cId="2402115540" sldId="280"/>
            <ac:inkMk id="131" creationId="{6802C36B-2C50-0B47-A52D-26861614F1F7}"/>
          </ac:inkMkLst>
        </pc:inkChg>
        <pc:inkChg chg="add topLvl">
          <ac:chgData name="Aggie Menezes" userId="74619c95fa3483c9" providerId="LiveId" clId="{6A46CFC1-D81F-9C46-BB3E-0BAFF4AC7CB5}" dt="2020-10-29T13:27:57.545" v="575"/>
          <ac:inkMkLst>
            <pc:docMk/>
            <pc:sldMk cId="2402115540" sldId="280"/>
            <ac:inkMk id="132" creationId="{7CB5E32E-5C44-8B44-A607-C9ECFBF2BE95}"/>
          </ac:inkMkLst>
        </pc:inkChg>
        <pc:inkChg chg="add topLvl">
          <ac:chgData name="Aggie Menezes" userId="74619c95fa3483c9" providerId="LiveId" clId="{6A46CFC1-D81F-9C46-BB3E-0BAFF4AC7CB5}" dt="2020-10-29T13:27:57.545" v="575"/>
          <ac:inkMkLst>
            <pc:docMk/>
            <pc:sldMk cId="2402115540" sldId="280"/>
            <ac:inkMk id="133" creationId="{5C1ED2D6-5E5D-2842-9952-973C83DDA58B}"/>
          </ac:inkMkLst>
        </pc:inkChg>
        <pc:inkChg chg="add topLvl">
          <ac:chgData name="Aggie Menezes" userId="74619c95fa3483c9" providerId="LiveId" clId="{6A46CFC1-D81F-9C46-BB3E-0BAFF4AC7CB5}" dt="2020-10-29T13:27:57.545" v="575"/>
          <ac:inkMkLst>
            <pc:docMk/>
            <pc:sldMk cId="2402115540" sldId="280"/>
            <ac:inkMk id="134" creationId="{D4E2305B-9E18-7D41-ADE0-8D10CCC32C88}"/>
          </ac:inkMkLst>
        </pc:inkChg>
        <pc:inkChg chg="add topLvl">
          <ac:chgData name="Aggie Menezes" userId="74619c95fa3483c9" providerId="LiveId" clId="{6A46CFC1-D81F-9C46-BB3E-0BAFF4AC7CB5}" dt="2020-10-29T13:27:57.545" v="575"/>
          <ac:inkMkLst>
            <pc:docMk/>
            <pc:sldMk cId="2402115540" sldId="280"/>
            <ac:inkMk id="136" creationId="{DF58D298-95D3-6E42-BD0B-347B25A68798}"/>
          </ac:inkMkLst>
        </pc:inkChg>
        <pc:inkChg chg="add topLvl">
          <ac:chgData name="Aggie Menezes" userId="74619c95fa3483c9" providerId="LiveId" clId="{6A46CFC1-D81F-9C46-BB3E-0BAFF4AC7CB5}" dt="2020-10-29T13:27:57.545" v="575"/>
          <ac:inkMkLst>
            <pc:docMk/>
            <pc:sldMk cId="2402115540" sldId="280"/>
            <ac:inkMk id="137" creationId="{DCAD87D8-A208-C24B-B366-A5411D589AE8}"/>
          </ac:inkMkLst>
        </pc:inkChg>
        <pc:inkChg chg="add topLvl">
          <ac:chgData name="Aggie Menezes" userId="74619c95fa3483c9" providerId="LiveId" clId="{6A46CFC1-D81F-9C46-BB3E-0BAFF4AC7CB5}" dt="2020-10-29T13:27:57.545" v="575"/>
          <ac:inkMkLst>
            <pc:docMk/>
            <pc:sldMk cId="2402115540" sldId="280"/>
            <ac:inkMk id="138" creationId="{4571B42E-B978-AE4E-93E0-610EAD4D1BCC}"/>
          </ac:inkMkLst>
        </pc:inkChg>
        <pc:inkChg chg="add topLvl">
          <ac:chgData name="Aggie Menezes" userId="74619c95fa3483c9" providerId="LiveId" clId="{6A46CFC1-D81F-9C46-BB3E-0BAFF4AC7CB5}" dt="2020-10-29T13:27:57.545" v="575"/>
          <ac:inkMkLst>
            <pc:docMk/>
            <pc:sldMk cId="2402115540" sldId="280"/>
            <ac:inkMk id="139" creationId="{F066886A-8AC2-3447-AE0C-8A88BF9D5490}"/>
          </ac:inkMkLst>
        </pc:inkChg>
        <pc:inkChg chg="add topLvl">
          <ac:chgData name="Aggie Menezes" userId="74619c95fa3483c9" providerId="LiveId" clId="{6A46CFC1-D81F-9C46-BB3E-0BAFF4AC7CB5}" dt="2020-10-29T13:27:57.545" v="575"/>
          <ac:inkMkLst>
            <pc:docMk/>
            <pc:sldMk cId="2402115540" sldId="280"/>
            <ac:inkMk id="140" creationId="{D05AEAB5-409B-284D-BDC4-0D37C710CC37}"/>
          </ac:inkMkLst>
        </pc:inkChg>
        <pc:inkChg chg="add topLvl">
          <ac:chgData name="Aggie Menezes" userId="74619c95fa3483c9" providerId="LiveId" clId="{6A46CFC1-D81F-9C46-BB3E-0BAFF4AC7CB5}" dt="2020-10-29T13:27:57.545" v="575"/>
          <ac:inkMkLst>
            <pc:docMk/>
            <pc:sldMk cId="2402115540" sldId="280"/>
            <ac:inkMk id="141" creationId="{34F4EB55-1058-144C-86F6-8CFBB450471E}"/>
          </ac:inkMkLst>
        </pc:inkChg>
        <pc:inkChg chg="add topLvl">
          <ac:chgData name="Aggie Menezes" userId="74619c95fa3483c9" providerId="LiveId" clId="{6A46CFC1-D81F-9C46-BB3E-0BAFF4AC7CB5}" dt="2020-10-29T13:27:57.545" v="575"/>
          <ac:inkMkLst>
            <pc:docMk/>
            <pc:sldMk cId="2402115540" sldId="280"/>
            <ac:inkMk id="143" creationId="{6A59C1BE-1AFC-D943-8E62-205C898F7B19}"/>
          </ac:inkMkLst>
        </pc:inkChg>
        <pc:inkChg chg="add topLvl">
          <ac:chgData name="Aggie Menezes" userId="74619c95fa3483c9" providerId="LiveId" clId="{6A46CFC1-D81F-9C46-BB3E-0BAFF4AC7CB5}" dt="2020-10-29T13:27:57.545" v="575"/>
          <ac:inkMkLst>
            <pc:docMk/>
            <pc:sldMk cId="2402115540" sldId="280"/>
            <ac:inkMk id="144" creationId="{9B2CFE8B-2234-6A40-B051-FD81A17B8201}"/>
          </ac:inkMkLst>
        </pc:inkChg>
        <pc:inkChg chg="add topLvl">
          <ac:chgData name="Aggie Menezes" userId="74619c95fa3483c9" providerId="LiveId" clId="{6A46CFC1-D81F-9C46-BB3E-0BAFF4AC7CB5}" dt="2020-10-29T13:27:57.545" v="575"/>
          <ac:inkMkLst>
            <pc:docMk/>
            <pc:sldMk cId="2402115540" sldId="280"/>
            <ac:inkMk id="145" creationId="{57ADFB65-C81C-5D48-A611-1334C84AD1D5}"/>
          </ac:inkMkLst>
        </pc:inkChg>
        <pc:inkChg chg="add topLvl">
          <ac:chgData name="Aggie Menezes" userId="74619c95fa3483c9" providerId="LiveId" clId="{6A46CFC1-D81F-9C46-BB3E-0BAFF4AC7CB5}" dt="2020-10-29T13:27:57.545" v="575"/>
          <ac:inkMkLst>
            <pc:docMk/>
            <pc:sldMk cId="2402115540" sldId="280"/>
            <ac:inkMk id="146" creationId="{72525B7D-AB09-794A-B6AE-198AE24719DC}"/>
          </ac:inkMkLst>
        </pc:inkChg>
        <pc:inkChg chg="add topLvl">
          <ac:chgData name="Aggie Menezes" userId="74619c95fa3483c9" providerId="LiveId" clId="{6A46CFC1-D81F-9C46-BB3E-0BAFF4AC7CB5}" dt="2020-10-29T13:27:57.545" v="575"/>
          <ac:inkMkLst>
            <pc:docMk/>
            <pc:sldMk cId="2402115540" sldId="280"/>
            <ac:inkMk id="147" creationId="{6192E941-E8FC-CF4E-859E-FE87B0BDD564}"/>
          </ac:inkMkLst>
        </pc:inkChg>
        <pc:inkChg chg="add topLvl">
          <ac:chgData name="Aggie Menezes" userId="74619c95fa3483c9" providerId="LiveId" clId="{6A46CFC1-D81F-9C46-BB3E-0BAFF4AC7CB5}" dt="2020-10-29T13:27:57.545" v="575"/>
          <ac:inkMkLst>
            <pc:docMk/>
            <pc:sldMk cId="2402115540" sldId="280"/>
            <ac:inkMk id="148" creationId="{F84E204E-9977-C840-BB5F-20407D725E7B}"/>
          </ac:inkMkLst>
        </pc:inkChg>
        <pc:inkChg chg="add topLvl">
          <ac:chgData name="Aggie Menezes" userId="74619c95fa3483c9" providerId="LiveId" clId="{6A46CFC1-D81F-9C46-BB3E-0BAFF4AC7CB5}" dt="2020-10-29T13:27:57.545" v="575"/>
          <ac:inkMkLst>
            <pc:docMk/>
            <pc:sldMk cId="2402115540" sldId="280"/>
            <ac:inkMk id="150" creationId="{FE6D8DAF-F6FD-F840-A294-2ED3C98A12A8}"/>
          </ac:inkMkLst>
        </pc:inkChg>
        <pc:inkChg chg="add topLvl">
          <ac:chgData name="Aggie Menezes" userId="74619c95fa3483c9" providerId="LiveId" clId="{6A46CFC1-D81F-9C46-BB3E-0BAFF4AC7CB5}" dt="2020-10-29T13:27:57.545" v="575"/>
          <ac:inkMkLst>
            <pc:docMk/>
            <pc:sldMk cId="2402115540" sldId="280"/>
            <ac:inkMk id="151" creationId="{82412AB9-93D1-4248-876D-D30E2A7884F7}"/>
          </ac:inkMkLst>
        </pc:inkChg>
        <pc:inkChg chg="add topLvl">
          <ac:chgData name="Aggie Menezes" userId="74619c95fa3483c9" providerId="LiveId" clId="{6A46CFC1-D81F-9C46-BB3E-0BAFF4AC7CB5}" dt="2020-10-29T13:27:57.545" v="575"/>
          <ac:inkMkLst>
            <pc:docMk/>
            <pc:sldMk cId="2402115540" sldId="280"/>
            <ac:inkMk id="152" creationId="{97EAD501-52FE-F648-AC80-F1A2C8746937}"/>
          </ac:inkMkLst>
        </pc:inkChg>
        <pc:inkChg chg="add topLvl">
          <ac:chgData name="Aggie Menezes" userId="74619c95fa3483c9" providerId="LiveId" clId="{6A46CFC1-D81F-9C46-BB3E-0BAFF4AC7CB5}" dt="2020-10-29T13:27:57.545" v="575"/>
          <ac:inkMkLst>
            <pc:docMk/>
            <pc:sldMk cId="2402115540" sldId="280"/>
            <ac:inkMk id="153" creationId="{3FCAACCC-4E4A-304C-9758-F64A37D5B4A4}"/>
          </ac:inkMkLst>
        </pc:inkChg>
        <pc:inkChg chg="add topLvl">
          <ac:chgData name="Aggie Menezes" userId="74619c95fa3483c9" providerId="LiveId" clId="{6A46CFC1-D81F-9C46-BB3E-0BAFF4AC7CB5}" dt="2020-10-29T13:27:57.545" v="575"/>
          <ac:inkMkLst>
            <pc:docMk/>
            <pc:sldMk cId="2402115540" sldId="280"/>
            <ac:inkMk id="154" creationId="{7A274E63-8F57-8E4A-8986-A6421E135569}"/>
          </ac:inkMkLst>
        </pc:inkChg>
        <pc:inkChg chg="add topLvl">
          <ac:chgData name="Aggie Menezes" userId="74619c95fa3483c9" providerId="LiveId" clId="{6A46CFC1-D81F-9C46-BB3E-0BAFF4AC7CB5}" dt="2020-10-29T13:27:57.545" v="575"/>
          <ac:inkMkLst>
            <pc:docMk/>
            <pc:sldMk cId="2402115540" sldId="280"/>
            <ac:inkMk id="155" creationId="{6D5FD337-A498-1F42-B0FE-29C551B7898A}"/>
          </ac:inkMkLst>
        </pc:inkChg>
        <pc:inkChg chg="add topLvl">
          <ac:chgData name="Aggie Menezes" userId="74619c95fa3483c9" providerId="LiveId" clId="{6A46CFC1-D81F-9C46-BB3E-0BAFF4AC7CB5}" dt="2020-10-29T13:27:57.545" v="575"/>
          <ac:inkMkLst>
            <pc:docMk/>
            <pc:sldMk cId="2402115540" sldId="280"/>
            <ac:inkMk id="156" creationId="{4AE2B6AC-6C88-5942-B97B-E42606F7C96A}"/>
          </ac:inkMkLst>
        </pc:inkChg>
        <pc:inkChg chg="add topLvl">
          <ac:chgData name="Aggie Menezes" userId="74619c95fa3483c9" providerId="LiveId" clId="{6A46CFC1-D81F-9C46-BB3E-0BAFF4AC7CB5}" dt="2020-10-29T13:27:57.545" v="575"/>
          <ac:inkMkLst>
            <pc:docMk/>
            <pc:sldMk cId="2402115540" sldId="280"/>
            <ac:inkMk id="157" creationId="{97E1F296-65B9-8448-8C87-507518B7BE11}"/>
          </ac:inkMkLst>
        </pc:inkChg>
        <pc:inkChg chg="add topLvl">
          <ac:chgData name="Aggie Menezes" userId="74619c95fa3483c9" providerId="LiveId" clId="{6A46CFC1-D81F-9C46-BB3E-0BAFF4AC7CB5}" dt="2020-10-29T13:27:57.545" v="575"/>
          <ac:inkMkLst>
            <pc:docMk/>
            <pc:sldMk cId="2402115540" sldId="280"/>
            <ac:inkMk id="158" creationId="{6A859CD4-1B59-A749-B4B4-228B3330DD70}"/>
          </ac:inkMkLst>
        </pc:inkChg>
        <pc:inkChg chg="add topLvl">
          <ac:chgData name="Aggie Menezes" userId="74619c95fa3483c9" providerId="LiveId" clId="{6A46CFC1-D81F-9C46-BB3E-0BAFF4AC7CB5}" dt="2020-10-29T13:27:57.545" v="575"/>
          <ac:inkMkLst>
            <pc:docMk/>
            <pc:sldMk cId="2402115540" sldId="280"/>
            <ac:inkMk id="161" creationId="{09B8AEDC-E9F4-F74F-9F9C-54CA225E7EA3}"/>
          </ac:inkMkLst>
        </pc:inkChg>
        <pc:inkChg chg="add">
          <ac:chgData name="Aggie Menezes" userId="74619c95fa3483c9" providerId="LiveId" clId="{6A46CFC1-D81F-9C46-BB3E-0BAFF4AC7CB5}" dt="2020-10-29T13:27:55.813" v="572"/>
          <ac:inkMkLst>
            <pc:docMk/>
            <pc:sldMk cId="2402115540" sldId="280"/>
            <ac:inkMk id="163" creationId="{06E15A95-BD8A-5A46-A0E5-F7B86AFC3B92}"/>
          </ac:inkMkLst>
        </pc:inkChg>
        <pc:inkChg chg="add">
          <ac:chgData name="Aggie Menezes" userId="74619c95fa3483c9" providerId="LiveId" clId="{6A46CFC1-D81F-9C46-BB3E-0BAFF4AC7CB5}" dt="2020-10-29T13:27:56.496" v="573"/>
          <ac:inkMkLst>
            <pc:docMk/>
            <pc:sldMk cId="2402115540" sldId="280"/>
            <ac:inkMk id="164" creationId="{458A1E74-1E3B-EB41-B51D-7CC3DC6151BE}"/>
          </ac:inkMkLst>
        </pc:inkChg>
        <pc:inkChg chg="add">
          <ac:chgData name="Aggie Menezes" userId="74619c95fa3483c9" providerId="LiveId" clId="{6A46CFC1-D81F-9C46-BB3E-0BAFF4AC7CB5}" dt="2020-10-29T13:27:56.876" v="574"/>
          <ac:inkMkLst>
            <pc:docMk/>
            <pc:sldMk cId="2402115540" sldId="280"/>
            <ac:inkMk id="165" creationId="{F0D3A7AA-3154-9440-BC7A-B0D584925C6A}"/>
          </ac:inkMkLst>
        </pc:inkChg>
        <pc:inkChg chg="add">
          <ac:chgData name="Aggie Menezes" userId="74619c95fa3483c9" providerId="LiveId" clId="{6A46CFC1-D81F-9C46-BB3E-0BAFF4AC7CB5}" dt="2020-10-29T13:28:01.612" v="576"/>
          <ac:inkMkLst>
            <pc:docMk/>
            <pc:sldMk cId="2402115540" sldId="280"/>
            <ac:inkMk id="167" creationId="{FAD40E50-0F75-F64C-A2E6-36E9016A1565}"/>
          </ac:inkMkLst>
        </pc:inkChg>
        <pc:inkChg chg="add">
          <ac:chgData name="Aggie Menezes" userId="74619c95fa3483c9" providerId="LiveId" clId="{6A46CFC1-D81F-9C46-BB3E-0BAFF4AC7CB5}" dt="2020-10-29T13:28:02.498" v="577"/>
          <ac:inkMkLst>
            <pc:docMk/>
            <pc:sldMk cId="2402115540" sldId="280"/>
            <ac:inkMk id="168" creationId="{B18BD318-B89A-B843-BF7D-5BB48F924529}"/>
          </ac:inkMkLst>
        </pc:inkChg>
        <pc:inkChg chg="add">
          <ac:chgData name="Aggie Menezes" userId="74619c95fa3483c9" providerId="LiveId" clId="{6A46CFC1-D81F-9C46-BB3E-0BAFF4AC7CB5}" dt="2020-10-29T13:28:18.232" v="578"/>
          <ac:inkMkLst>
            <pc:docMk/>
            <pc:sldMk cId="2402115540" sldId="280"/>
            <ac:inkMk id="169" creationId="{CBC0FAD6-7AD3-9E49-A44C-7E9ED582FD96}"/>
          </ac:inkMkLst>
        </pc:inkChg>
        <pc:inkChg chg="add">
          <ac:chgData name="Aggie Menezes" userId="74619c95fa3483c9" providerId="LiveId" clId="{6A46CFC1-D81F-9C46-BB3E-0BAFF4AC7CB5}" dt="2020-10-29T13:28:20.522" v="580"/>
          <ac:inkMkLst>
            <pc:docMk/>
            <pc:sldMk cId="2402115540" sldId="280"/>
            <ac:inkMk id="171" creationId="{CA331D0C-E6F2-B648-B06A-54B6447B6951}"/>
          </ac:inkMkLst>
        </pc:inkChg>
        <pc:inkChg chg="add">
          <ac:chgData name="Aggie Menezes" userId="74619c95fa3483c9" providerId="LiveId" clId="{6A46CFC1-D81F-9C46-BB3E-0BAFF4AC7CB5}" dt="2020-10-29T13:28:20.830" v="581"/>
          <ac:inkMkLst>
            <pc:docMk/>
            <pc:sldMk cId="2402115540" sldId="280"/>
            <ac:inkMk id="172" creationId="{8D262DCA-FF67-DE41-9C27-F94C05D4757B}"/>
          </ac:inkMkLst>
        </pc:inkChg>
        <pc:inkChg chg="add topLvl">
          <ac:chgData name="Aggie Menezes" userId="74619c95fa3483c9" providerId="LiveId" clId="{6A46CFC1-D81F-9C46-BB3E-0BAFF4AC7CB5}" dt="2020-10-29T13:28:47.782" v="602"/>
          <ac:inkMkLst>
            <pc:docMk/>
            <pc:sldMk cId="2402115540" sldId="280"/>
            <ac:inkMk id="174" creationId="{2D0718F9-A199-CA43-A100-6AC1C7FFAFBE}"/>
          </ac:inkMkLst>
        </pc:inkChg>
        <pc:inkChg chg="add topLvl">
          <ac:chgData name="Aggie Menezes" userId="74619c95fa3483c9" providerId="LiveId" clId="{6A46CFC1-D81F-9C46-BB3E-0BAFF4AC7CB5}" dt="2020-10-29T13:28:47.782" v="602"/>
          <ac:inkMkLst>
            <pc:docMk/>
            <pc:sldMk cId="2402115540" sldId="280"/>
            <ac:inkMk id="175" creationId="{D1B590A9-58B3-D04B-8535-D488A56F3402}"/>
          </ac:inkMkLst>
        </pc:inkChg>
        <pc:inkChg chg="add topLvl">
          <ac:chgData name="Aggie Menezes" userId="74619c95fa3483c9" providerId="LiveId" clId="{6A46CFC1-D81F-9C46-BB3E-0BAFF4AC7CB5}" dt="2020-10-29T13:28:47.782" v="602"/>
          <ac:inkMkLst>
            <pc:docMk/>
            <pc:sldMk cId="2402115540" sldId="280"/>
            <ac:inkMk id="176" creationId="{7F3750BD-B75A-8D4C-A0D3-AF94C34BF7E4}"/>
          </ac:inkMkLst>
        </pc:inkChg>
        <pc:inkChg chg="add topLvl">
          <ac:chgData name="Aggie Menezes" userId="74619c95fa3483c9" providerId="LiveId" clId="{6A46CFC1-D81F-9C46-BB3E-0BAFF4AC7CB5}" dt="2020-10-29T13:28:47.782" v="602"/>
          <ac:inkMkLst>
            <pc:docMk/>
            <pc:sldMk cId="2402115540" sldId="280"/>
            <ac:inkMk id="177" creationId="{14646983-9957-0649-844C-DCA8B7565C03}"/>
          </ac:inkMkLst>
        </pc:inkChg>
        <pc:inkChg chg="add topLvl">
          <ac:chgData name="Aggie Menezes" userId="74619c95fa3483c9" providerId="LiveId" clId="{6A46CFC1-D81F-9C46-BB3E-0BAFF4AC7CB5}" dt="2020-10-29T13:28:47.782" v="602"/>
          <ac:inkMkLst>
            <pc:docMk/>
            <pc:sldMk cId="2402115540" sldId="280"/>
            <ac:inkMk id="178" creationId="{5A295FAD-73A6-E04B-B407-692C50B1BF6A}"/>
          </ac:inkMkLst>
        </pc:inkChg>
        <pc:inkChg chg="add topLvl">
          <ac:chgData name="Aggie Menezes" userId="74619c95fa3483c9" providerId="LiveId" clId="{6A46CFC1-D81F-9C46-BB3E-0BAFF4AC7CB5}" dt="2020-10-29T13:28:47.782" v="602"/>
          <ac:inkMkLst>
            <pc:docMk/>
            <pc:sldMk cId="2402115540" sldId="280"/>
            <ac:inkMk id="179" creationId="{D09CF001-7B59-B24F-8BFC-875FC3B0D072}"/>
          </ac:inkMkLst>
        </pc:inkChg>
        <pc:inkChg chg="add topLvl">
          <ac:chgData name="Aggie Menezes" userId="74619c95fa3483c9" providerId="LiveId" clId="{6A46CFC1-D81F-9C46-BB3E-0BAFF4AC7CB5}" dt="2020-10-29T13:28:47.782" v="602"/>
          <ac:inkMkLst>
            <pc:docMk/>
            <pc:sldMk cId="2402115540" sldId="280"/>
            <ac:inkMk id="180" creationId="{40929125-2F68-BD4A-A505-7B64E4B1F840}"/>
          </ac:inkMkLst>
        </pc:inkChg>
        <pc:inkChg chg="add topLvl">
          <ac:chgData name="Aggie Menezes" userId="74619c95fa3483c9" providerId="LiveId" clId="{6A46CFC1-D81F-9C46-BB3E-0BAFF4AC7CB5}" dt="2020-10-29T13:28:47.782" v="602"/>
          <ac:inkMkLst>
            <pc:docMk/>
            <pc:sldMk cId="2402115540" sldId="280"/>
            <ac:inkMk id="181" creationId="{71CBA8EB-D43E-2F4C-BD65-1C1736AEA505}"/>
          </ac:inkMkLst>
        </pc:inkChg>
        <pc:inkChg chg="add">
          <ac:chgData name="Aggie Menezes" userId="74619c95fa3483c9" providerId="LiveId" clId="{6A46CFC1-D81F-9C46-BB3E-0BAFF4AC7CB5}" dt="2020-10-29T13:28:42.325" v="592"/>
          <ac:inkMkLst>
            <pc:docMk/>
            <pc:sldMk cId="2402115540" sldId="280"/>
            <ac:inkMk id="183" creationId="{2A90C94A-3EDB-724B-AF3E-1AF601BA6733}"/>
          </ac:inkMkLst>
        </pc:inkChg>
        <pc:inkChg chg="add">
          <ac:chgData name="Aggie Menezes" userId="74619c95fa3483c9" providerId="LiveId" clId="{6A46CFC1-D81F-9C46-BB3E-0BAFF4AC7CB5}" dt="2020-10-29T13:28:43.331" v="593"/>
          <ac:inkMkLst>
            <pc:docMk/>
            <pc:sldMk cId="2402115540" sldId="280"/>
            <ac:inkMk id="184" creationId="{E56BA716-5911-0341-92C9-57EC66977D0D}"/>
          </ac:inkMkLst>
        </pc:inkChg>
        <pc:inkChg chg="add">
          <ac:chgData name="Aggie Menezes" userId="74619c95fa3483c9" providerId="LiveId" clId="{6A46CFC1-D81F-9C46-BB3E-0BAFF4AC7CB5}" dt="2020-10-29T13:28:43.695" v="594"/>
          <ac:inkMkLst>
            <pc:docMk/>
            <pc:sldMk cId="2402115540" sldId="280"/>
            <ac:inkMk id="185" creationId="{B30391C0-6AC3-0C4A-A275-17B227B4A435}"/>
          </ac:inkMkLst>
        </pc:inkChg>
        <pc:inkChg chg="add">
          <ac:chgData name="Aggie Menezes" userId="74619c95fa3483c9" providerId="LiveId" clId="{6A46CFC1-D81F-9C46-BB3E-0BAFF4AC7CB5}" dt="2020-10-29T13:28:44.476" v="595"/>
          <ac:inkMkLst>
            <pc:docMk/>
            <pc:sldMk cId="2402115540" sldId="280"/>
            <ac:inkMk id="186" creationId="{8B199B2C-F2F1-BD47-B203-B5C03906F70D}"/>
          </ac:inkMkLst>
        </pc:inkChg>
        <pc:inkChg chg="add">
          <ac:chgData name="Aggie Menezes" userId="74619c95fa3483c9" providerId="LiveId" clId="{6A46CFC1-D81F-9C46-BB3E-0BAFF4AC7CB5}" dt="2020-10-29T13:28:44.671" v="596"/>
          <ac:inkMkLst>
            <pc:docMk/>
            <pc:sldMk cId="2402115540" sldId="280"/>
            <ac:inkMk id="187" creationId="{31123C3C-8603-B04C-AA00-E203A5042592}"/>
          </ac:inkMkLst>
        </pc:inkChg>
        <pc:inkChg chg="add">
          <ac:chgData name="Aggie Menezes" userId="74619c95fa3483c9" providerId="LiveId" clId="{6A46CFC1-D81F-9C46-BB3E-0BAFF4AC7CB5}" dt="2020-10-29T13:28:44.899" v="597"/>
          <ac:inkMkLst>
            <pc:docMk/>
            <pc:sldMk cId="2402115540" sldId="280"/>
            <ac:inkMk id="188" creationId="{915E5866-E552-964C-8123-BD20A0A2A182}"/>
          </ac:inkMkLst>
        </pc:inkChg>
        <pc:inkChg chg="add">
          <ac:chgData name="Aggie Menezes" userId="74619c95fa3483c9" providerId="LiveId" clId="{6A46CFC1-D81F-9C46-BB3E-0BAFF4AC7CB5}" dt="2020-10-29T13:28:45.493" v="598"/>
          <ac:inkMkLst>
            <pc:docMk/>
            <pc:sldMk cId="2402115540" sldId="280"/>
            <ac:inkMk id="189" creationId="{8774B2E5-9ACF-C648-A625-24D2626FC926}"/>
          </ac:inkMkLst>
        </pc:inkChg>
        <pc:inkChg chg="add">
          <ac:chgData name="Aggie Menezes" userId="74619c95fa3483c9" providerId="LiveId" clId="{6A46CFC1-D81F-9C46-BB3E-0BAFF4AC7CB5}" dt="2020-10-29T13:28:45.643" v="599"/>
          <ac:inkMkLst>
            <pc:docMk/>
            <pc:sldMk cId="2402115540" sldId="280"/>
            <ac:inkMk id="190" creationId="{E07DCA55-B821-394A-865F-E2FBE8E78102}"/>
          </ac:inkMkLst>
        </pc:inkChg>
        <pc:inkChg chg="add">
          <ac:chgData name="Aggie Menezes" userId="74619c95fa3483c9" providerId="LiveId" clId="{6A46CFC1-D81F-9C46-BB3E-0BAFF4AC7CB5}" dt="2020-10-29T13:28:46.381" v="600"/>
          <ac:inkMkLst>
            <pc:docMk/>
            <pc:sldMk cId="2402115540" sldId="280"/>
            <ac:inkMk id="191" creationId="{81D00032-1262-C547-88DD-9E555C83BF76}"/>
          </ac:inkMkLst>
        </pc:inkChg>
        <pc:inkChg chg="add">
          <ac:chgData name="Aggie Menezes" userId="74619c95fa3483c9" providerId="LiveId" clId="{6A46CFC1-D81F-9C46-BB3E-0BAFF4AC7CB5}" dt="2020-10-29T13:28:46.755" v="601"/>
          <ac:inkMkLst>
            <pc:docMk/>
            <pc:sldMk cId="2402115540" sldId="280"/>
            <ac:inkMk id="192" creationId="{BC319F1D-A67D-FD44-9ED5-2F2C407F30EC}"/>
          </ac:inkMkLst>
        </pc:inkChg>
        <pc:inkChg chg="add">
          <ac:chgData name="Aggie Menezes" userId="74619c95fa3483c9" providerId="LiveId" clId="{6A46CFC1-D81F-9C46-BB3E-0BAFF4AC7CB5}" dt="2020-10-29T13:28:50.994" v="603"/>
          <ac:inkMkLst>
            <pc:docMk/>
            <pc:sldMk cId="2402115540" sldId="280"/>
            <ac:inkMk id="195" creationId="{FD7666FC-BBC4-E447-AF0C-D0F4B14E3C13}"/>
          </ac:inkMkLst>
        </pc:inkChg>
        <pc:inkChg chg="add topLvl">
          <ac:chgData name="Aggie Menezes" userId="74619c95fa3483c9" providerId="LiveId" clId="{6A46CFC1-D81F-9C46-BB3E-0BAFF4AC7CB5}" dt="2020-10-29T13:29:09.004" v="620"/>
          <ac:inkMkLst>
            <pc:docMk/>
            <pc:sldMk cId="2402115540" sldId="280"/>
            <ac:inkMk id="196" creationId="{1552A99A-770B-2E43-A567-CA9523A91F33}"/>
          </ac:inkMkLst>
        </pc:inkChg>
        <pc:inkChg chg="add topLvl">
          <ac:chgData name="Aggie Menezes" userId="74619c95fa3483c9" providerId="LiveId" clId="{6A46CFC1-D81F-9C46-BB3E-0BAFF4AC7CB5}" dt="2020-10-29T13:29:09.004" v="620"/>
          <ac:inkMkLst>
            <pc:docMk/>
            <pc:sldMk cId="2402115540" sldId="280"/>
            <ac:inkMk id="197" creationId="{76624F45-493F-8742-9F19-2BB3F065387E}"/>
          </ac:inkMkLst>
        </pc:inkChg>
        <pc:inkChg chg="add topLvl">
          <ac:chgData name="Aggie Menezes" userId="74619c95fa3483c9" providerId="LiveId" clId="{6A46CFC1-D81F-9C46-BB3E-0BAFF4AC7CB5}" dt="2020-10-29T13:29:09.004" v="620"/>
          <ac:inkMkLst>
            <pc:docMk/>
            <pc:sldMk cId="2402115540" sldId="280"/>
            <ac:inkMk id="198" creationId="{F75123FD-A3E3-FB44-A8B8-B5A1F6C282C0}"/>
          </ac:inkMkLst>
        </pc:inkChg>
        <pc:inkChg chg="add topLvl">
          <ac:chgData name="Aggie Menezes" userId="74619c95fa3483c9" providerId="LiveId" clId="{6A46CFC1-D81F-9C46-BB3E-0BAFF4AC7CB5}" dt="2020-10-29T13:29:09.004" v="620"/>
          <ac:inkMkLst>
            <pc:docMk/>
            <pc:sldMk cId="2402115540" sldId="280"/>
            <ac:inkMk id="199" creationId="{26E3E8F0-6184-744E-8539-CFCDADB2265B}"/>
          </ac:inkMkLst>
        </pc:inkChg>
        <pc:inkChg chg="add topLvl">
          <ac:chgData name="Aggie Menezes" userId="74619c95fa3483c9" providerId="LiveId" clId="{6A46CFC1-D81F-9C46-BB3E-0BAFF4AC7CB5}" dt="2020-10-29T13:29:09.004" v="620"/>
          <ac:inkMkLst>
            <pc:docMk/>
            <pc:sldMk cId="2402115540" sldId="280"/>
            <ac:inkMk id="200" creationId="{279C800E-EAB1-9F43-A77B-C1E5E3BE15C0}"/>
          </ac:inkMkLst>
        </pc:inkChg>
        <pc:inkChg chg="add topLvl">
          <ac:chgData name="Aggie Menezes" userId="74619c95fa3483c9" providerId="LiveId" clId="{6A46CFC1-D81F-9C46-BB3E-0BAFF4AC7CB5}" dt="2020-10-29T13:29:09.004" v="620"/>
          <ac:inkMkLst>
            <pc:docMk/>
            <pc:sldMk cId="2402115540" sldId="280"/>
            <ac:inkMk id="202" creationId="{02E04B10-B22D-5D45-B2F2-D841C4E38B3D}"/>
          </ac:inkMkLst>
        </pc:inkChg>
        <pc:inkChg chg="add topLvl">
          <ac:chgData name="Aggie Menezes" userId="74619c95fa3483c9" providerId="LiveId" clId="{6A46CFC1-D81F-9C46-BB3E-0BAFF4AC7CB5}" dt="2020-10-29T13:29:09.004" v="620"/>
          <ac:inkMkLst>
            <pc:docMk/>
            <pc:sldMk cId="2402115540" sldId="280"/>
            <ac:inkMk id="204" creationId="{E1692DA2-785D-DF4B-BBA8-877C1ABEA4F5}"/>
          </ac:inkMkLst>
        </pc:inkChg>
        <pc:inkChg chg="add">
          <ac:chgData name="Aggie Menezes" userId="74619c95fa3483c9" providerId="LiveId" clId="{6A46CFC1-D81F-9C46-BB3E-0BAFF4AC7CB5}" dt="2020-10-29T13:29:06.210" v="614"/>
          <ac:inkMkLst>
            <pc:docMk/>
            <pc:sldMk cId="2402115540" sldId="280"/>
            <ac:inkMk id="206" creationId="{1E8EB84F-9BE3-414C-86C1-4ABA7C1C2433}"/>
          </ac:inkMkLst>
        </pc:inkChg>
        <pc:inkChg chg="add">
          <ac:chgData name="Aggie Menezes" userId="74619c95fa3483c9" providerId="LiveId" clId="{6A46CFC1-D81F-9C46-BB3E-0BAFF4AC7CB5}" dt="2020-10-29T13:29:06.668" v="615"/>
          <ac:inkMkLst>
            <pc:docMk/>
            <pc:sldMk cId="2402115540" sldId="280"/>
            <ac:inkMk id="207" creationId="{9E723275-4B41-C941-9CEA-42E13B11BAF7}"/>
          </ac:inkMkLst>
        </pc:inkChg>
        <pc:inkChg chg="add">
          <ac:chgData name="Aggie Menezes" userId="74619c95fa3483c9" providerId="LiveId" clId="{6A46CFC1-D81F-9C46-BB3E-0BAFF4AC7CB5}" dt="2020-10-29T13:29:07.265" v="616"/>
          <ac:inkMkLst>
            <pc:docMk/>
            <pc:sldMk cId="2402115540" sldId="280"/>
            <ac:inkMk id="208" creationId="{031F10E6-A9DF-9140-8EFD-F3DBCE4386BE}"/>
          </ac:inkMkLst>
        </pc:inkChg>
        <pc:inkChg chg="add">
          <ac:chgData name="Aggie Menezes" userId="74619c95fa3483c9" providerId="LiveId" clId="{6A46CFC1-D81F-9C46-BB3E-0BAFF4AC7CB5}" dt="2020-10-29T13:29:07.536" v="617"/>
          <ac:inkMkLst>
            <pc:docMk/>
            <pc:sldMk cId="2402115540" sldId="280"/>
            <ac:inkMk id="209" creationId="{044403E9-38B7-4D46-B35E-01D0DC1614E1}"/>
          </ac:inkMkLst>
        </pc:inkChg>
        <pc:inkChg chg="add">
          <ac:chgData name="Aggie Menezes" userId="74619c95fa3483c9" providerId="LiveId" clId="{6A46CFC1-D81F-9C46-BB3E-0BAFF4AC7CB5}" dt="2020-10-29T13:29:07.711" v="618"/>
          <ac:inkMkLst>
            <pc:docMk/>
            <pc:sldMk cId="2402115540" sldId="280"/>
            <ac:inkMk id="210" creationId="{15FE920C-F455-AE42-BAA5-C5332E5C1207}"/>
          </ac:inkMkLst>
        </pc:inkChg>
        <pc:inkChg chg="add">
          <ac:chgData name="Aggie Menezes" userId="74619c95fa3483c9" providerId="LiveId" clId="{6A46CFC1-D81F-9C46-BB3E-0BAFF4AC7CB5}" dt="2020-10-29T13:29:08.018" v="619"/>
          <ac:inkMkLst>
            <pc:docMk/>
            <pc:sldMk cId="2402115540" sldId="280"/>
            <ac:inkMk id="211" creationId="{3CDE7A0C-EC55-0543-9B9A-FAA84E571340}"/>
          </ac:inkMkLst>
        </pc:inkChg>
        <pc:inkChg chg="add topLvl">
          <ac:chgData name="Aggie Menezes" userId="74619c95fa3483c9" providerId="LiveId" clId="{6A46CFC1-D81F-9C46-BB3E-0BAFF4AC7CB5}" dt="2020-10-29T13:29:29.132" v="647"/>
          <ac:inkMkLst>
            <pc:docMk/>
            <pc:sldMk cId="2402115540" sldId="280"/>
            <ac:inkMk id="213" creationId="{05325416-7A00-5945-9800-7EBC3DA8B8F6}"/>
          </ac:inkMkLst>
        </pc:inkChg>
        <pc:inkChg chg="add topLvl">
          <ac:chgData name="Aggie Menezes" userId="74619c95fa3483c9" providerId="LiveId" clId="{6A46CFC1-D81F-9C46-BB3E-0BAFF4AC7CB5}" dt="2020-10-29T13:29:29.132" v="647"/>
          <ac:inkMkLst>
            <pc:docMk/>
            <pc:sldMk cId="2402115540" sldId="280"/>
            <ac:inkMk id="214" creationId="{285D2E24-B8EC-5342-94B3-EEFAFC658BAD}"/>
          </ac:inkMkLst>
        </pc:inkChg>
        <pc:inkChg chg="add topLvl">
          <ac:chgData name="Aggie Menezes" userId="74619c95fa3483c9" providerId="LiveId" clId="{6A46CFC1-D81F-9C46-BB3E-0BAFF4AC7CB5}" dt="2020-10-29T13:29:29.132" v="647"/>
          <ac:inkMkLst>
            <pc:docMk/>
            <pc:sldMk cId="2402115540" sldId="280"/>
            <ac:inkMk id="215" creationId="{447E5A08-0B98-D445-A9A6-9186708ABC03}"/>
          </ac:inkMkLst>
        </pc:inkChg>
        <pc:inkChg chg="add topLvl">
          <ac:chgData name="Aggie Menezes" userId="74619c95fa3483c9" providerId="LiveId" clId="{6A46CFC1-D81F-9C46-BB3E-0BAFF4AC7CB5}" dt="2020-10-29T13:29:29.132" v="647"/>
          <ac:inkMkLst>
            <pc:docMk/>
            <pc:sldMk cId="2402115540" sldId="280"/>
            <ac:inkMk id="216" creationId="{460182B0-EB12-5C43-8A13-6E12E0F68150}"/>
          </ac:inkMkLst>
        </pc:inkChg>
        <pc:inkChg chg="add">
          <ac:chgData name="Aggie Menezes" userId="74619c95fa3483c9" providerId="LiveId" clId="{6A46CFC1-D81F-9C46-BB3E-0BAFF4AC7CB5}" dt="2020-10-29T13:29:14.447" v="625"/>
          <ac:inkMkLst>
            <pc:docMk/>
            <pc:sldMk cId="2402115540" sldId="280"/>
            <ac:inkMk id="217" creationId="{5E548F37-9C28-8D43-B3BD-AEB6864E8743}"/>
          </ac:inkMkLst>
        </pc:inkChg>
        <pc:inkChg chg="add topLvl">
          <ac:chgData name="Aggie Menezes" userId="74619c95fa3483c9" providerId="LiveId" clId="{6A46CFC1-D81F-9C46-BB3E-0BAFF4AC7CB5}" dt="2020-10-29T13:29:29.132" v="647"/>
          <ac:inkMkLst>
            <pc:docMk/>
            <pc:sldMk cId="2402115540" sldId="280"/>
            <ac:inkMk id="219" creationId="{0933C3AF-EA8D-EE41-817E-901C1A1D04FC}"/>
          </ac:inkMkLst>
        </pc:inkChg>
        <pc:inkChg chg="add topLvl">
          <ac:chgData name="Aggie Menezes" userId="74619c95fa3483c9" providerId="LiveId" clId="{6A46CFC1-D81F-9C46-BB3E-0BAFF4AC7CB5}" dt="2020-10-29T13:29:29.132" v="647"/>
          <ac:inkMkLst>
            <pc:docMk/>
            <pc:sldMk cId="2402115540" sldId="280"/>
            <ac:inkMk id="220" creationId="{EEF766E4-F0EF-FA43-9E66-C9218408F81C}"/>
          </ac:inkMkLst>
        </pc:inkChg>
        <pc:inkChg chg="add">
          <ac:chgData name="Aggie Menezes" userId="74619c95fa3483c9" providerId="LiveId" clId="{6A46CFC1-D81F-9C46-BB3E-0BAFF4AC7CB5}" dt="2020-10-29T13:29:16.853" v="629"/>
          <ac:inkMkLst>
            <pc:docMk/>
            <pc:sldMk cId="2402115540" sldId="280"/>
            <ac:inkMk id="221" creationId="{9AF3C90D-6BFA-874F-BDA8-08F593F73792}"/>
          </ac:inkMkLst>
        </pc:inkChg>
        <pc:inkChg chg="add topLvl">
          <ac:chgData name="Aggie Menezes" userId="74619c95fa3483c9" providerId="LiveId" clId="{6A46CFC1-D81F-9C46-BB3E-0BAFF4AC7CB5}" dt="2020-10-29T13:29:29.132" v="647"/>
          <ac:inkMkLst>
            <pc:docMk/>
            <pc:sldMk cId="2402115540" sldId="280"/>
            <ac:inkMk id="223" creationId="{707B3586-0A91-1A45-9B72-0E3BBD616301}"/>
          </ac:inkMkLst>
        </pc:inkChg>
        <pc:inkChg chg="add topLvl">
          <ac:chgData name="Aggie Menezes" userId="74619c95fa3483c9" providerId="LiveId" clId="{6A46CFC1-D81F-9C46-BB3E-0BAFF4AC7CB5}" dt="2020-10-29T13:29:29.132" v="647"/>
          <ac:inkMkLst>
            <pc:docMk/>
            <pc:sldMk cId="2402115540" sldId="280"/>
            <ac:inkMk id="224" creationId="{8821E7EC-EA7A-394C-9420-C92B86949CB0}"/>
          </ac:inkMkLst>
        </pc:inkChg>
        <pc:inkChg chg="add topLvl">
          <ac:chgData name="Aggie Menezes" userId="74619c95fa3483c9" providerId="LiveId" clId="{6A46CFC1-D81F-9C46-BB3E-0BAFF4AC7CB5}" dt="2020-10-29T13:29:29.132" v="647"/>
          <ac:inkMkLst>
            <pc:docMk/>
            <pc:sldMk cId="2402115540" sldId="280"/>
            <ac:inkMk id="225" creationId="{10FF5B46-6707-1A43-AA1A-6E786430396E}"/>
          </ac:inkMkLst>
        </pc:inkChg>
        <pc:inkChg chg="add topLvl">
          <ac:chgData name="Aggie Menezes" userId="74619c95fa3483c9" providerId="LiveId" clId="{6A46CFC1-D81F-9C46-BB3E-0BAFF4AC7CB5}" dt="2020-10-29T13:29:29.132" v="647"/>
          <ac:inkMkLst>
            <pc:docMk/>
            <pc:sldMk cId="2402115540" sldId="280"/>
            <ac:inkMk id="226" creationId="{345C841C-7269-5341-A930-64EEABAEBAF9}"/>
          </ac:inkMkLst>
        </pc:inkChg>
        <pc:inkChg chg="add topLvl">
          <ac:chgData name="Aggie Menezes" userId="74619c95fa3483c9" providerId="LiveId" clId="{6A46CFC1-D81F-9C46-BB3E-0BAFF4AC7CB5}" dt="2020-10-29T13:29:29.132" v="647"/>
          <ac:inkMkLst>
            <pc:docMk/>
            <pc:sldMk cId="2402115540" sldId="280"/>
            <ac:inkMk id="227" creationId="{481B64AA-37D6-D342-A2AE-716D3DE4C44B}"/>
          </ac:inkMkLst>
        </pc:inkChg>
        <pc:inkChg chg="add topLvl">
          <ac:chgData name="Aggie Menezes" userId="74619c95fa3483c9" providerId="LiveId" clId="{6A46CFC1-D81F-9C46-BB3E-0BAFF4AC7CB5}" dt="2020-10-29T13:29:29.132" v="647"/>
          <ac:inkMkLst>
            <pc:docMk/>
            <pc:sldMk cId="2402115540" sldId="280"/>
            <ac:inkMk id="228" creationId="{5C8AE55B-C572-8442-B8A0-9F0790C12EF6}"/>
          </ac:inkMkLst>
        </pc:inkChg>
        <pc:inkChg chg="add">
          <ac:chgData name="Aggie Menezes" userId="74619c95fa3483c9" providerId="LiveId" clId="{6A46CFC1-D81F-9C46-BB3E-0BAFF4AC7CB5}" dt="2020-10-29T13:29:25.411" v="638"/>
          <ac:inkMkLst>
            <pc:docMk/>
            <pc:sldMk cId="2402115540" sldId="280"/>
            <ac:inkMk id="230" creationId="{BF817F3B-2979-9947-9703-ECEA3E2A935E}"/>
          </ac:inkMkLst>
        </pc:inkChg>
        <pc:inkChg chg="add">
          <ac:chgData name="Aggie Menezes" userId="74619c95fa3483c9" providerId="LiveId" clId="{6A46CFC1-D81F-9C46-BB3E-0BAFF4AC7CB5}" dt="2020-10-29T13:29:25.639" v="639"/>
          <ac:inkMkLst>
            <pc:docMk/>
            <pc:sldMk cId="2402115540" sldId="280"/>
            <ac:inkMk id="231" creationId="{EA3B4010-5507-3743-9599-C27CF3DD1EFB}"/>
          </ac:inkMkLst>
        </pc:inkChg>
        <pc:inkChg chg="add">
          <ac:chgData name="Aggie Menezes" userId="74619c95fa3483c9" providerId="LiveId" clId="{6A46CFC1-D81F-9C46-BB3E-0BAFF4AC7CB5}" dt="2020-10-29T13:29:25.799" v="640"/>
          <ac:inkMkLst>
            <pc:docMk/>
            <pc:sldMk cId="2402115540" sldId="280"/>
            <ac:inkMk id="232" creationId="{62D57A52-2E0A-D546-844E-6580328DD947}"/>
          </ac:inkMkLst>
        </pc:inkChg>
        <pc:inkChg chg="add">
          <ac:chgData name="Aggie Menezes" userId="74619c95fa3483c9" providerId="LiveId" clId="{6A46CFC1-D81F-9C46-BB3E-0BAFF4AC7CB5}" dt="2020-10-29T13:29:25.999" v="641"/>
          <ac:inkMkLst>
            <pc:docMk/>
            <pc:sldMk cId="2402115540" sldId="280"/>
            <ac:inkMk id="233" creationId="{7873C057-54F3-B943-9302-31E515C2FC29}"/>
          </ac:inkMkLst>
        </pc:inkChg>
        <pc:inkChg chg="add">
          <ac:chgData name="Aggie Menezes" userId="74619c95fa3483c9" providerId="LiveId" clId="{6A46CFC1-D81F-9C46-BB3E-0BAFF4AC7CB5}" dt="2020-10-29T13:29:26.225" v="642"/>
          <ac:inkMkLst>
            <pc:docMk/>
            <pc:sldMk cId="2402115540" sldId="280"/>
            <ac:inkMk id="234" creationId="{60567A04-389F-4C46-8101-28731AAAA049}"/>
          </ac:inkMkLst>
        </pc:inkChg>
        <pc:inkChg chg="add">
          <ac:chgData name="Aggie Menezes" userId="74619c95fa3483c9" providerId="LiveId" clId="{6A46CFC1-D81F-9C46-BB3E-0BAFF4AC7CB5}" dt="2020-10-29T13:29:26.846" v="643"/>
          <ac:inkMkLst>
            <pc:docMk/>
            <pc:sldMk cId="2402115540" sldId="280"/>
            <ac:inkMk id="235" creationId="{D0D0C434-29C1-2047-BEB2-34BB28D0B8DD}"/>
          </ac:inkMkLst>
        </pc:inkChg>
        <pc:inkChg chg="add">
          <ac:chgData name="Aggie Menezes" userId="74619c95fa3483c9" providerId="LiveId" clId="{6A46CFC1-D81F-9C46-BB3E-0BAFF4AC7CB5}" dt="2020-10-29T13:29:27.212" v="644"/>
          <ac:inkMkLst>
            <pc:docMk/>
            <pc:sldMk cId="2402115540" sldId="280"/>
            <ac:inkMk id="236" creationId="{58133D91-AD50-2D47-9D35-3CB37E4A67D6}"/>
          </ac:inkMkLst>
        </pc:inkChg>
        <pc:inkChg chg="add">
          <ac:chgData name="Aggie Menezes" userId="74619c95fa3483c9" providerId="LiveId" clId="{6A46CFC1-D81F-9C46-BB3E-0BAFF4AC7CB5}" dt="2020-10-29T13:29:28.225" v="645"/>
          <ac:inkMkLst>
            <pc:docMk/>
            <pc:sldMk cId="2402115540" sldId="280"/>
            <ac:inkMk id="237" creationId="{75B345E0-7A03-A84B-B841-78E94C30F4D7}"/>
          </ac:inkMkLst>
        </pc:inkChg>
        <pc:inkChg chg="add">
          <ac:chgData name="Aggie Menezes" userId="74619c95fa3483c9" providerId="LiveId" clId="{6A46CFC1-D81F-9C46-BB3E-0BAFF4AC7CB5}" dt="2020-10-29T13:29:28.358" v="646"/>
          <ac:inkMkLst>
            <pc:docMk/>
            <pc:sldMk cId="2402115540" sldId="280"/>
            <ac:inkMk id="238" creationId="{4305265D-3472-5041-BE67-33D83810FDC4}"/>
          </ac:inkMkLst>
        </pc:inkChg>
        <pc:inkChg chg="add">
          <ac:chgData name="Aggie Menezes" userId="74619c95fa3483c9" providerId="LiveId" clId="{6A46CFC1-D81F-9C46-BB3E-0BAFF4AC7CB5}" dt="2020-10-29T13:29:43.508" v="648"/>
          <ac:inkMkLst>
            <pc:docMk/>
            <pc:sldMk cId="2402115540" sldId="280"/>
            <ac:inkMk id="240" creationId="{23E8FCC9-248C-9441-AE47-329AD96A1120}"/>
          </ac:inkMkLst>
        </pc:inkChg>
        <pc:inkChg chg="add topLvl">
          <ac:chgData name="Aggie Menezes" userId="74619c95fa3483c9" providerId="LiveId" clId="{6A46CFC1-D81F-9C46-BB3E-0BAFF4AC7CB5}" dt="2020-10-29T13:30:11.265" v="667"/>
          <ac:inkMkLst>
            <pc:docMk/>
            <pc:sldMk cId="2402115540" sldId="280"/>
            <ac:inkMk id="241" creationId="{87294922-8D66-594B-8B0F-6068DABD41A0}"/>
          </ac:inkMkLst>
        </pc:inkChg>
        <pc:inkChg chg="add topLvl">
          <ac:chgData name="Aggie Menezes" userId="74619c95fa3483c9" providerId="LiveId" clId="{6A46CFC1-D81F-9C46-BB3E-0BAFF4AC7CB5}" dt="2020-10-29T13:30:11.265" v="667"/>
          <ac:inkMkLst>
            <pc:docMk/>
            <pc:sldMk cId="2402115540" sldId="280"/>
            <ac:inkMk id="242" creationId="{5628D9EB-C616-D142-BB7E-3DEC4FE41477}"/>
          </ac:inkMkLst>
        </pc:inkChg>
        <pc:inkChg chg="add topLvl">
          <ac:chgData name="Aggie Menezes" userId="74619c95fa3483c9" providerId="LiveId" clId="{6A46CFC1-D81F-9C46-BB3E-0BAFF4AC7CB5}" dt="2020-10-29T13:30:11.265" v="667"/>
          <ac:inkMkLst>
            <pc:docMk/>
            <pc:sldMk cId="2402115540" sldId="280"/>
            <ac:inkMk id="243" creationId="{30AD6DC7-EE93-2A4E-8307-B616FC078055}"/>
          </ac:inkMkLst>
        </pc:inkChg>
        <pc:inkChg chg="add topLvl">
          <ac:chgData name="Aggie Menezes" userId="74619c95fa3483c9" providerId="LiveId" clId="{6A46CFC1-D81F-9C46-BB3E-0BAFF4AC7CB5}" dt="2020-10-29T13:30:11.265" v="667"/>
          <ac:inkMkLst>
            <pc:docMk/>
            <pc:sldMk cId="2402115540" sldId="280"/>
            <ac:inkMk id="244" creationId="{34DB4501-CC8A-F949-8E51-8B8C2E2C1172}"/>
          </ac:inkMkLst>
        </pc:inkChg>
        <pc:inkChg chg="add topLvl">
          <ac:chgData name="Aggie Menezes" userId="74619c95fa3483c9" providerId="LiveId" clId="{6A46CFC1-D81F-9C46-BB3E-0BAFF4AC7CB5}" dt="2020-10-29T13:30:11.265" v="667"/>
          <ac:inkMkLst>
            <pc:docMk/>
            <pc:sldMk cId="2402115540" sldId="280"/>
            <ac:inkMk id="245" creationId="{F7E113F5-A5BD-5049-B40D-327B0F351F83}"/>
          </ac:inkMkLst>
        </pc:inkChg>
        <pc:inkChg chg="add topLvl">
          <ac:chgData name="Aggie Menezes" userId="74619c95fa3483c9" providerId="LiveId" clId="{6A46CFC1-D81F-9C46-BB3E-0BAFF4AC7CB5}" dt="2020-10-29T13:30:11.265" v="667"/>
          <ac:inkMkLst>
            <pc:docMk/>
            <pc:sldMk cId="2402115540" sldId="280"/>
            <ac:inkMk id="247" creationId="{266F74D8-4950-954A-9112-5100A295DD2E}"/>
          </ac:inkMkLst>
        </pc:inkChg>
        <pc:inkChg chg="add topLvl">
          <ac:chgData name="Aggie Menezes" userId="74619c95fa3483c9" providerId="LiveId" clId="{6A46CFC1-D81F-9C46-BB3E-0BAFF4AC7CB5}" dt="2020-10-29T13:30:11.265" v="667"/>
          <ac:inkMkLst>
            <pc:docMk/>
            <pc:sldMk cId="2402115540" sldId="280"/>
            <ac:inkMk id="248" creationId="{669FFB41-A55E-234F-96BB-2C6AA58BBCE8}"/>
          </ac:inkMkLst>
        </pc:inkChg>
        <pc:inkChg chg="add topLvl">
          <ac:chgData name="Aggie Menezes" userId="74619c95fa3483c9" providerId="LiveId" clId="{6A46CFC1-D81F-9C46-BB3E-0BAFF4AC7CB5}" dt="2020-10-29T13:30:11.265" v="667"/>
          <ac:inkMkLst>
            <pc:docMk/>
            <pc:sldMk cId="2402115540" sldId="280"/>
            <ac:inkMk id="249" creationId="{17660A68-A6A2-B144-AF42-E6A563077574}"/>
          </ac:inkMkLst>
        </pc:inkChg>
        <pc:inkChg chg="add topLvl">
          <ac:chgData name="Aggie Menezes" userId="74619c95fa3483c9" providerId="LiveId" clId="{6A46CFC1-D81F-9C46-BB3E-0BAFF4AC7CB5}" dt="2020-10-29T13:30:11.265" v="667"/>
          <ac:inkMkLst>
            <pc:docMk/>
            <pc:sldMk cId="2402115540" sldId="280"/>
            <ac:inkMk id="250" creationId="{D2713C2A-2B83-054F-B265-4EC7F2224460}"/>
          </ac:inkMkLst>
        </pc:inkChg>
        <pc:inkChg chg="add">
          <ac:chgData name="Aggie Menezes" userId="74619c95fa3483c9" providerId="LiveId" clId="{6A46CFC1-D81F-9C46-BB3E-0BAFF4AC7CB5}" dt="2020-10-29T13:30:08.491" v="660"/>
          <ac:inkMkLst>
            <pc:docMk/>
            <pc:sldMk cId="2402115540" sldId="280"/>
            <ac:inkMk id="252" creationId="{A2762517-42BB-864D-B784-9381357E3457}"/>
          </ac:inkMkLst>
        </pc:inkChg>
        <pc:inkChg chg="add">
          <ac:chgData name="Aggie Menezes" userId="74619c95fa3483c9" providerId="LiveId" clId="{6A46CFC1-D81F-9C46-BB3E-0BAFF4AC7CB5}" dt="2020-10-29T13:30:09.185" v="661"/>
          <ac:inkMkLst>
            <pc:docMk/>
            <pc:sldMk cId="2402115540" sldId="280"/>
            <ac:inkMk id="253" creationId="{1B48FDB6-63A1-C64E-B5EC-597C73CA1C4F}"/>
          </ac:inkMkLst>
        </pc:inkChg>
        <pc:inkChg chg="add">
          <ac:chgData name="Aggie Menezes" userId="74619c95fa3483c9" providerId="LiveId" clId="{6A46CFC1-D81F-9C46-BB3E-0BAFF4AC7CB5}" dt="2020-10-29T13:30:09.370" v="662"/>
          <ac:inkMkLst>
            <pc:docMk/>
            <pc:sldMk cId="2402115540" sldId="280"/>
            <ac:inkMk id="254" creationId="{ECB1FA44-EE80-6B44-A09B-B018BE07BF79}"/>
          </ac:inkMkLst>
        </pc:inkChg>
        <pc:inkChg chg="add">
          <ac:chgData name="Aggie Menezes" userId="74619c95fa3483c9" providerId="LiveId" clId="{6A46CFC1-D81F-9C46-BB3E-0BAFF4AC7CB5}" dt="2020-10-29T13:30:09.623" v="663"/>
          <ac:inkMkLst>
            <pc:docMk/>
            <pc:sldMk cId="2402115540" sldId="280"/>
            <ac:inkMk id="255" creationId="{01969E32-6B54-D94D-BDED-6E591075CBE4}"/>
          </ac:inkMkLst>
        </pc:inkChg>
        <pc:inkChg chg="add">
          <ac:chgData name="Aggie Menezes" userId="74619c95fa3483c9" providerId="LiveId" clId="{6A46CFC1-D81F-9C46-BB3E-0BAFF4AC7CB5}" dt="2020-10-29T13:30:09.994" v="664"/>
          <ac:inkMkLst>
            <pc:docMk/>
            <pc:sldMk cId="2402115540" sldId="280"/>
            <ac:inkMk id="256" creationId="{5C7C8A66-1FE3-7745-BED7-4276555A9A1A}"/>
          </ac:inkMkLst>
        </pc:inkChg>
        <pc:inkChg chg="add">
          <ac:chgData name="Aggie Menezes" userId="74619c95fa3483c9" providerId="LiveId" clId="{6A46CFC1-D81F-9C46-BB3E-0BAFF4AC7CB5}" dt="2020-10-29T13:30:10.247" v="665"/>
          <ac:inkMkLst>
            <pc:docMk/>
            <pc:sldMk cId="2402115540" sldId="280"/>
            <ac:inkMk id="257" creationId="{6A9E2EC7-9BEE-584C-A533-00F0F8666ACE}"/>
          </ac:inkMkLst>
        </pc:inkChg>
        <pc:inkChg chg="add">
          <ac:chgData name="Aggie Menezes" userId="74619c95fa3483c9" providerId="LiveId" clId="{6A46CFC1-D81F-9C46-BB3E-0BAFF4AC7CB5}" dt="2020-10-29T13:30:10.594" v="666"/>
          <ac:inkMkLst>
            <pc:docMk/>
            <pc:sldMk cId="2402115540" sldId="280"/>
            <ac:inkMk id="258" creationId="{A919CD72-DD34-4046-B162-0F6CAF0F8BD8}"/>
          </ac:inkMkLst>
        </pc:inkChg>
        <pc:inkChg chg="add">
          <ac:chgData name="Aggie Menezes" userId="74619c95fa3483c9" providerId="LiveId" clId="{6A46CFC1-D81F-9C46-BB3E-0BAFF4AC7CB5}" dt="2020-10-29T13:30:11.340" v="668"/>
          <ac:inkMkLst>
            <pc:docMk/>
            <pc:sldMk cId="2402115540" sldId="280"/>
            <ac:inkMk id="260" creationId="{118F001E-1B74-7E49-8442-A06652BB4E02}"/>
          </ac:inkMkLst>
        </pc:inkChg>
        <pc:inkChg chg="add">
          <ac:chgData name="Aggie Menezes" userId="74619c95fa3483c9" providerId="LiveId" clId="{6A46CFC1-D81F-9C46-BB3E-0BAFF4AC7CB5}" dt="2020-10-29T13:30:11.635" v="669"/>
          <ac:inkMkLst>
            <pc:docMk/>
            <pc:sldMk cId="2402115540" sldId="280"/>
            <ac:inkMk id="261" creationId="{102E472A-1214-3B42-A087-65DB395AEC76}"/>
          </ac:inkMkLst>
        </pc:inkChg>
        <pc:inkChg chg="add">
          <ac:chgData name="Aggie Menezes" userId="74619c95fa3483c9" providerId="LiveId" clId="{6A46CFC1-D81F-9C46-BB3E-0BAFF4AC7CB5}" dt="2020-10-29T13:30:12.218" v="670"/>
          <ac:inkMkLst>
            <pc:docMk/>
            <pc:sldMk cId="2402115540" sldId="280"/>
            <ac:inkMk id="262" creationId="{FA1159FC-A0B6-BA4C-94CF-C92C33738C50}"/>
          </ac:inkMkLst>
        </pc:inkChg>
        <pc:inkChg chg="add">
          <ac:chgData name="Aggie Menezes" userId="74619c95fa3483c9" providerId="LiveId" clId="{6A46CFC1-D81F-9C46-BB3E-0BAFF4AC7CB5}" dt="2020-10-29T13:30:13.844" v="672"/>
          <ac:inkMkLst>
            <pc:docMk/>
            <pc:sldMk cId="2402115540" sldId="280"/>
            <ac:inkMk id="264" creationId="{A1275EF5-094F-824D-92A5-15733D6C1A37}"/>
          </ac:inkMkLst>
        </pc:inkChg>
        <pc:inkChg chg="add">
          <ac:chgData name="Aggie Menezes" userId="74619c95fa3483c9" providerId="LiveId" clId="{6A46CFC1-D81F-9C46-BB3E-0BAFF4AC7CB5}" dt="2020-10-29T13:30:14.215" v="673"/>
          <ac:inkMkLst>
            <pc:docMk/>
            <pc:sldMk cId="2402115540" sldId="280"/>
            <ac:inkMk id="265" creationId="{C542255C-0CF4-4145-B481-45F7278E5550}"/>
          </ac:inkMkLst>
        </pc:inkChg>
        <pc:inkChg chg="add">
          <ac:chgData name="Aggie Menezes" userId="74619c95fa3483c9" providerId="LiveId" clId="{6A46CFC1-D81F-9C46-BB3E-0BAFF4AC7CB5}" dt="2020-10-29T13:30:14.532" v="674"/>
          <ac:inkMkLst>
            <pc:docMk/>
            <pc:sldMk cId="2402115540" sldId="280"/>
            <ac:inkMk id="266" creationId="{289208C6-F3DF-C345-96B4-55B90E816F78}"/>
          </ac:inkMkLst>
        </pc:inkChg>
        <pc:inkChg chg="add">
          <ac:chgData name="Aggie Menezes" userId="74619c95fa3483c9" providerId="LiveId" clId="{6A46CFC1-D81F-9C46-BB3E-0BAFF4AC7CB5}" dt="2020-10-29T13:30:14.854" v="675"/>
          <ac:inkMkLst>
            <pc:docMk/>
            <pc:sldMk cId="2402115540" sldId="280"/>
            <ac:inkMk id="267" creationId="{55FC66AF-6033-5F40-B045-DE80943FDE90}"/>
          </ac:inkMkLst>
        </pc:inkChg>
        <pc:inkChg chg="add">
          <ac:chgData name="Aggie Menezes" userId="74619c95fa3483c9" providerId="LiveId" clId="{6A46CFC1-D81F-9C46-BB3E-0BAFF4AC7CB5}" dt="2020-10-29T13:30:15.519" v="676"/>
          <ac:inkMkLst>
            <pc:docMk/>
            <pc:sldMk cId="2402115540" sldId="280"/>
            <ac:inkMk id="268" creationId="{CFFFE7E3-02DB-D04A-94E8-77F34113E083}"/>
          </ac:inkMkLst>
        </pc:inkChg>
        <pc:inkChg chg="add">
          <ac:chgData name="Aggie Menezes" userId="74619c95fa3483c9" providerId="LiveId" clId="{6A46CFC1-D81F-9C46-BB3E-0BAFF4AC7CB5}" dt="2020-10-29T13:30:15.870" v="677"/>
          <ac:inkMkLst>
            <pc:docMk/>
            <pc:sldMk cId="2402115540" sldId="280"/>
            <ac:inkMk id="269" creationId="{85541FB7-198F-BC43-8FAB-D0BC5B1846EA}"/>
          </ac:inkMkLst>
        </pc:inkChg>
        <pc:inkChg chg="add">
          <ac:chgData name="Aggie Menezes" userId="74619c95fa3483c9" providerId="LiveId" clId="{6A46CFC1-D81F-9C46-BB3E-0BAFF4AC7CB5}" dt="2020-10-29T13:30:16.166" v="678"/>
          <ac:inkMkLst>
            <pc:docMk/>
            <pc:sldMk cId="2402115540" sldId="280"/>
            <ac:inkMk id="270" creationId="{6F9418BF-C22C-AD46-A045-8924C5133D0B}"/>
          </ac:inkMkLst>
        </pc:inkChg>
        <pc:inkChg chg="add">
          <ac:chgData name="Aggie Menezes" userId="74619c95fa3483c9" providerId="LiveId" clId="{6A46CFC1-D81F-9C46-BB3E-0BAFF4AC7CB5}" dt="2020-10-29T13:30:16.742" v="679"/>
          <ac:inkMkLst>
            <pc:docMk/>
            <pc:sldMk cId="2402115540" sldId="280"/>
            <ac:inkMk id="271" creationId="{A61183AD-EA66-E54E-A5A0-53E93F8F0854}"/>
          </ac:inkMkLst>
        </pc:inkChg>
        <pc:inkChg chg="add">
          <ac:chgData name="Aggie Menezes" userId="74619c95fa3483c9" providerId="LiveId" clId="{6A46CFC1-D81F-9C46-BB3E-0BAFF4AC7CB5}" dt="2020-10-29T13:30:16.998" v="680"/>
          <ac:inkMkLst>
            <pc:docMk/>
            <pc:sldMk cId="2402115540" sldId="280"/>
            <ac:inkMk id="272" creationId="{475D701D-43D9-324C-B255-B8442EDF5A90}"/>
          </ac:inkMkLst>
        </pc:inkChg>
        <pc:inkChg chg="add">
          <ac:chgData name="Aggie Menezes" userId="74619c95fa3483c9" providerId="LiveId" clId="{6A46CFC1-D81F-9C46-BB3E-0BAFF4AC7CB5}" dt="2020-10-29T13:30:17.352" v="681"/>
          <ac:inkMkLst>
            <pc:docMk/>
            <pc:sldMk cId="2402115540" sldId="280"/>
            <ac:inkMk id="273" creationId="{BBF93A36-A65F-EA44-ACFE-A64C53A1B70C}"/>
          </ac:inkMkLst>
        </pc:inkChg>
        <pc:inkChg chg="add">
          <ac:chgData name="Aggie Menezes" userId="74619c95fa3483c9" providerId="LiveId" clId="{6A46CFC1-D81F-9C46-BB3E-0BAFF4AC7CB5}" dt="2020-10-29T13:30:17.553" v="682"/>
          <ac:inkMkLst>
            <pc:docMk/>
            <pc:sldMk cId="2402115540" sldId="280"/>
            <ac:inkMk id="274" creationId="{075BB992-A718-184B-809F-F29E9D312177}"/>
          </ac:inkMkLst>
        </pc:inkChg>
        <pc:inkChg chg="add">
          <ac:chgData name="Aggie Menezes" userId="74619c95fa3483c9" providerId="LiveId" clId="{6A46CFC1-D81F-9C46-BB3E-0BAFF4AC7CB5}" dt="2020-10-29T13:30:17.744" v="683"/>
          <ac:inkMkLst>
            <pc:docMk/>
            <pc:sldMk cId="2402115540" sldId="280"/>
            <ac:inkMk id="275" creationId="{86411149-D85E-7F46-BC74-AADCFB00490B}"/>
          </ac:inkMkLst>
        </pc:inkChg>
        <pc:inkChg chg="add">
          <ac:chgData name="Aggie Menezes" userId="74619c95fa3483c9" providerId="LiveId" clId="{6A46CFC1-D81F-9C46-BB3E-0BAFF4AC7CB5}" dt="2020-10-29T13:30:18.077" v="684"/>
          <ac:inkMkLst>
            <pc:docMk/>
            <pc:sldMk cId="2402115540" sldId="280"/>
            <ac:inkMk id="276" creationId="{A8AE51D5-0C18-6E4E-B8FE-9968B4FC0C25}"/>
          </ac:inkMkLst>
        </pc:inkChg>
        <pc:inkChg chg="add">
          <ac:chgData name="Aggie Menezes" userId="74619c95fa3483c9" providerId="LiveId" clId="{6A46CFC1-D81F-9C46-BB3E-0BAFF4AC7CB5}" dt="2020-10-29T13:30:18.277" v="685"/>
          <ac:inkMkLst>
            <pc:docMk/>
            <pc:sldMk cId="2402115540" sldId="280"/>
            <ac:inkMk id="277" creationId="{8354760D-EA51-A94E-8C75-A8B753B33864}"/>
          </ac:inkMkLst>
        </pc:inkChg>
        <pc:inkChg chg="add">
          <ac:chgData name="Aggie Menezes" userId="74619c95fa3483c9" providerId="LiveId" clId="{6A46CFC1-D81F-9C46-BB3E-0BAFF4AC7CB5}" dt="2020-10-29T13:30:18.561" v="686"/>
          <ac:inkMkLst>
            <pc:docMk/>
            <pc:sldMk cId="2402115540" sldId="280"/>
            <ac:inkMk id="278" creationId="{99661E28-8787-0B47-9189-7D09805DF126}"/>
          </ac:inkMkLst>
        </pc:inkChg>
        <pc:inkChg chg="add">
          <ac:chgData name="Aggie Menezes" userId="74619c95fa3483c9" providerId="LiveId" clId="{6A46CFC1-D81F-9C46-BB3E-0BAFF4AC7CB5}" dt="2020-10-29T13:30:19.274" v="687"/>
          <ac:inkMkLst>
            <pc:docMk/>
            <pc:sldMk cId="2402115540" sldId="280"/>
            <ac:inkMk id="279" creationId="{046A86CA-3595-B047-96C5-150A8321D65D}"/>
          </ac:inkMkLst>
        </pc:inkChg>
        <pc:inkChg chg="add">
          <ac:chgData name="Aggie Menezes" userId="74619c95fa3483c9" providerId="LiveId" clId="{6A46CFC1-D81F-9C46-BB3E-0BAFF4AC7CB5}" dt="2020-10-29T13:30:19.614" v="688"/>
          <ac:inkMkLst>
            <pc:docMk/>
            <pc:sldMk cId="2402115540" sldId="280"/>
            <ac:inkMk id="280" creationId="{27347AA5-DEE4-964A-8661-96D3C5E7CF45}"/>
          </ac:inkMkLst>
        </pc:inkChg>
        <pc:inkChg chg="add">
          <ac:chgData name="Aggie Menezes" userId="74619c95fa3483c9" providerId="LiveId" clId="{6A46CFC1-D81F-9C46-BB3E-0BAFF4AC7CB5}" dt="2020-10-29T13:30:20.786" v="689"/>
          <ac:inkMkLst>
            <pc:docMk/>
            <pc:sldMk cId="2402115540" sldId="280"/>
            <ac:inkMk id="281" creationId="{1223445B-F0B2-384B-9D72-990CBBC122ED}"/>
          </ac:inkMkLst>
        </pc:inkChg>
        <pc:inkChg chg="add topLvl">
          <ac:chgData name="Aggie Menezes" userId="74619c95fa3483c9" providerId="LiveId" clId="{6A46CFC1-D81F-9C46-BB3E-0BAFF4AC7CB5}" dt="2020-10-29T13:34:13.293" v="704"/>
          <ac:inkMkLst>
            <pc:docMk/>
            <pc:sldMk cId="2402115540" sldId="280"/>
            <ac:inkMk id="283" creationId="{537671BD-C9CC-2B41-9776-7A88ABBD1F1A}"/>
          </ac:inkMkLst>
        </pc:inkChg>
        <pc:inkChg chg="add topLvl">
          <ac:chgData name="Aggie Menezes" userId="74619c95fa3483c9" providerId="LiveId" clId="{6A46CFC1-D81F-9C46-BB3E-0BAFF4AC7CB5}" dt="2020-10-29T13:34:13.293" v="704"/>
          <ac:inkMkLst>
            <pc:docMk/>
            <pc:sldMk cId="2402115540" sldId="280"/>
            <ac:inkMk id="284" creationId="{505B660B-71AE-BD4F-84E0-9DF783A18722}"/>
          </ac:inkMkLst>
        </pc:inkChg>
        <pc:inkChg chg="add topLvl">
          <ac:chgData name="Aggie Menezes" userId="74619c95fa3483c9" providerId="LiveId" clId="{6A46CFC1-D81F-9C46-BB3E-0BAFF4AC7CB5}" dt="2020-10-29T13:34:13.293" v="704"/>
          <ac:inkMkLst>
            <pc:docMk/>
            <pc:sldMk cId="2402115540" sldId="280"/>
            <ac:inkMk id="285" creationId="{17BDF744-F7BC-8340-B963-BBC77D9E7DBB}"/>
          </ac:inkMkLst>
        </pc:inkChg>
        <pc:inkChg chg="add topLvl">
          <ac:chgData name="Aggie Menezes" userId="74619c95fa3483c9" providerId="LiveId" clId="{6A46CFC1-D81F-9C46-BB3E-0BAFF4AC7CB5}" dt="2020-10-29T13:34:13.293" v="704"/>
          <ac:inkMkLst>
            <pc:docMk/>
            <pc:sldMk cId="2402115540" sldId="280"/>
            <ac:inkMk id="286" creationId="{1CD8298D-B113-A945-B052-F7FA7C4C4FB4}"/>
          </ac:inkMkLst>
        </pc:inkChg>
        <pc:inkChg chg="add topLvl">
          <ac:chgData name="Aggie Menezes" userId="74619c95fa3483c9" providerId="LiveId" clId="{6A46CFC1-D81F-9C46-BB3E-0BAFF4AC7CB5}" dt="2020-10-29T13:34:13.293" v="704"/>
          <ac:inkMkLst>
            <pc:docMk/>
            <pc:sldMk cId="2402115540" sldId="280"/>
            <ac:inkMk id="287" creationId="{39B08654-E5AC-0940-BFA7-BED31CB68CDC}"/>
          </ac:inkMkLst>
        </pc:inkChg>
        <pc:inkChg chg="add topLvl">
          <ac:chgData name="Aggie Menezes" userId="74619c95fa3483c9" providerId="LiveId" clId="{6A46CFC1-D81F-9C46-BB3E-0BAFF4AC7CB5}" dt="2020-10-29T13:34:13.293" v="704"/>
          <ac:inkMkLst>
            <pc:docMk/>
            <pc:sldMk cId="2402115540" sldId="280"/>
            <ac:inkMk id="288" creationId="{B5DE122B-DC11-044A-9260-1F89C0742140}"/>
          </ac:inkMkLst>
        </pc:inkChg>
        <pc:inkChg chg="add">
          <ac:chgData name="Aggie Menezes" userId="74619c95fa3483c9" providerId="LiveId" clId="{6A46CFC1-D81F-9C46-BB3E-0BAFF4AC7CB5}" dt="2020-10-29T13:31:38.141" v="698"/>
          <ac:inkMkLst>
            <pc:docMk/>
            <pc:sldMk cId="2402115540" sldId="280"/>
            <ac:inkMk id="290" creationId="{F1FF9633-D347-9E41-9C12-9C258CB9027A}"/>
          </ac:inkMkLst>
        </pc:inkChg>
        <pc:inkChg chg="add">
          <ac:chgData name="Aggie Menezes" userId="74619c95fa3483c9" providerId="LiveId" clId="{6A46CFC1-D81F-9C46-BB3E-0BAFF4AC7CB5}" dt="2020-10-29T13:31:38.845" v="699"/>
          <ac:inkMkLst>
            <pc:docMk/>
            <pc:sldMk cId="2402115540" sldId="280"/>
            <ac:inkMk id="291" creationId="{0384EDAB-7E76-A64A-BF40-7250870D7F2E}"/>
          </ac:inkMkLst>
        </pc:inkChg>
        <pc:inkChg chg="add">
          <ac:chgData name="Aggie Menezes" userId="74619c95fa3483c9" providerId="LiveId" clId="{6A46CFC1-D81F-9C46-BB3E-0BAFF4AC7CB5}" dt="2020-10-29T13:31:39.653" v="700"/>
          <ac:inkMkLst>
            <pc:docMk/>
            <pc:sldMk cId="2402115540" sldId="280"/>
            <ac:inkMk id="292" creationId="{191DD9A5-BD97-7E4E-B73B-BA06A461BE5B}"/>
          </ac:inkMkLst>
        </pc:inkChg>
        <pc:inkChg chg="add">
          <ac:chgData name="Aggie Menezes" userId="74619c95fa3483c9" providerId="LiveId" clId="{6A46CFC1-D81F-9C46-BB3E-0BAFF4AC7CB5}" dt="2020-10-29T13:31:59.903" v="702"/>
          <ac:inkMkLst>
            <pc:docMk/>
            <pc:sldMk cId="2402115540" sldId="280"/>
            <ac:inkMk id="294" creationId="{4ED26D17-03DC-2D4E-B047-AA3F9E790B47}"/>
          </ac:inkMkLst>
        </pc:inkChg>
        <pc:inkChg chg="add">
          <ac:chgData name="Aggie Menezes" userId="74619c95fa3483c9" providerId="LiveId" clId="{6A46CFC1-D81F-9C46-BB3E-0BAFF4AC7CB5}" dt="2020-10-29T13:34:12.756" v="703"/>
          <ac:inkMkLst>
            <pc:docMk/>
            <pc:sldMk cId="2402115540" sldId="280"/>
            <ac:inkMk id="295" creationId="{77C1974B-943B-A142-A2C8-088CFF16BC6A}"/>
          </ac:inkMkLst>
        </pc:inkChg>
      </pc:sldChg>
      <pc:sldChg chg="addSp delSp new">
        <pc:chgData name="Aggie Menezes" userId="74619c95fa3483c9" providerId="LiveId" clId="{6A46CFC1-D81F-9C46-BB3E-0BAFF4AC7CB5}" dt="2020-10-29T15:02:48.063" v="1692"/>
        <pc:sldMkLst>
          <pc:docMk/>
          <pc:sldMk cId="4015632547" sldId="281"/>
        </pc:sldMkLst>
        <pc:spChg chg="del">
          <ac:chgData name="Aggie Menezes" userId="74619c95fa3483c9" providerId="LiveId" clId="{6A46CFC1-D81F-9C46-BB3E-0BAFF4AC7CB5}" dt="2020-10-29T14:58:39.871" v="1554" actId="478"/>
          <ac:spMkLst>
            <pc:docMk/>
            <pc:sldMk cId="4015632547" sldId="281"/>
            <ac:spMk id="2" creationId="{FECD6C67-2CA1-C64B-9A5B-07ABD5556CF4}"/>
          </ac:spMkLst>
        </pc:spChg>
        <pc:spChg chg="del">
          <ac:chgData name="Aggie Menezes" userId="74619c95fa3483c9" providerId="LiveId" clId="{6A46CFC1-D81F-9C46-BB3E-0BAFF4AC7CB5}" dt="2020-10-29T14:58:35.440" v="1553" actId="478"/>
          <ac:spMkLst>
            <pc:docMk/>
            <pc:sldMk cId="4015632547" sldId="281"/>
            <ac:spMk id="3" creationId="{C793E552-42A1-B04A-94E4-1ED68EE707FB}"/>
          </ac:spMkLst>
        </pc:spChg>
        <pc:spChg chg="del">
          <ac:chgData name="Aggie Menezes" userId="74619c95fa3483c9" providerId="LiveId" clId="{6A46CFC1-D81F-9C46-BB3E-0BAFF4AC7CB5}" dt="2020-10-29T14:58:42.767" v="1555" actId="478"/>
          <ac:spMkLst>
            <pc:docMk/>
            <pc:sldMk cId="4015632547" sldId="281"/>
            <ac:spMk id="4" creationId="{F4EC3DE9-048A-094A-9F19-FAE9DE1BF0C2}"/>
          </ac:spMkLst>
        </pc:spChg>
        <pc:grpChg chg="add del">
          <ac:chgData name="Aggie Menezes" userId="74619c95fa3483c9" providerId="LiveId" clId="{6A46CFC1-D81F-9C46-BB3E-0BAFF4AC7CB5}" dt="2020-10-29T14:59:14.502" v="1575"/>
          <ac:grpSpMkLst>
            <pc:docMk/>
            <pc:sldMk cId="4015632547" sldId="281"/>
            <ac:grpSpMk id="20" creationId="{01DB76E4-1F22-7F47-A687-CB812740C44E}"/>
          </ac:grpSpMkLst>
        </pc:grpChg>
        <pc:grpChg chg="add">
          <ac:chgData name="Aggie Menezes" userId="74619c95fa3483c9" providerId="LiveId" clId="{6A46CFC1-D81F-9C46-BB3E-0BAFF4AC7CB5}" dt="2020-10-29T14:58:56.767" v="1570"/>
          <ac:grpSpMkLst>
            <pc:docMk/>
            <pc:sldMk cId="4015632547" sldId="281"/>
            <ac:grpSpMk id="21" creationId="{09F37C0F-72F4-454E-BFCD-CDC2D97010B6}"/>
          </ac:grpSpMkLst>
        </pc:grpChg>
        <pc:grpChg chg="add">
          <ac:chgData name="Aggie Menezes" userId="74619c95fa3483c9" providerId="LiveId" clId="{6A46CFC1-D81F-9C46-BB3E-0BAFF4AC7CB5}" dt="2020-10-29T14:59:14.502" v="1575"/>
          <ac:grpSpMkLst>
            <pc:docMk/>
            <pc:sldMk cId="4015632547" sldId="281"/>
            <ac:grpSpMk id="26" creationId="{025168EA-0CFC-384B-80C3-2F040451377E}"/>
          </ac:grpSpMkLst>
        </pc:grpChg>
        <pc:grpChg chg="add">
          <ac:chgData name="Aggie Menezes" userId="74619c95fa3483c9" providerId="LiveId" clId="{6A46CFC1-D81F-9C46-BB3E-0BAFF4AC7CB5}" dt="2020-10-29T14:59:28.966" v="1578"/>
          <ac:grpSpMkLst>
            <pc:docMk/>
            <pc:sldMk cId="4015632547" sldId="281"/>
            <ac:grpSpMk id="29" creationId="{B533E6B7-952D-7749-91A9-DAA8F658FA47}"/>
          </ac:grpSpMkLst>
        </pc:grpChg>
        <pc:grpChg chg="add">
          <ac:chgData name="Aggie Menezes" userId="74619c95fa3483c9" providerId="LiveId" clId="{6A46CFC1-D81F-9C46-BB3E-0BAFF4AC7CB5}" dt="2020-10-29T14:59:53.758" v="1583"/>
          <ac:grpSpMkLst>
            <pc:docMk/>
            <pc:sldMk cId="4015632547" sldId="281"/>
            <ac:grpSpMk id="34" creationId="{B625CE48-74D8-CD4F-9A2B-5FD4077601B9}"/>
          </ac:grpSpMkLst>
        </pc:grpChg>
        <pc:grpChg chg="add">
          <ac:chgData name="Aggie Menezes" userId="74619c95fa3483c9" providerId="LiveId" clId="{6A46CFC1-D81F-9C46-BB3E-0BAFF4AC7CB5}" dt="2020-10-29T14:59:55.869" v="1586"/>
          <ac:grpSpMkLst>
            <pc:docMk/>
            <pc:sldMk cId="4015632547" sldId="281"/>
            <ac:grpSpMk id="37" creationId="{1C1DF918-AC5A-504C-9918-FB8821D0BAA5}"/>
          </ac:grpSpMkLst>
        </pc:grpChg>
        <pc:grpChg chg="add">
          <ac:chgData name="Aggie Menezes" userId="74619c95fa3483c9" providerId="LiveId" clId="{6A46CFC1-D81F-9C46-BB3E-0BAFF4AC7CB5}" dt="2020-10-29T15:00:05.461" v="1589"/>
          <ac:grpSpMkLst>
            <pc:docMk/>
            <pc:sldMk cId="4015632547" sldId="281"/>
            <ac:grpSpMk id="40" creationId="{19B6113E-A505-D446-80C4-BE744A848AEE}"/>
          </ac:grpSpMkLst>
        </pc:grpChg>
        <pc:grpChg chg="add">
          <ac:chgData name="Aggie Menezes" userId="74619c95fa3483c9" providerId="LiveId" clId="{6A46CFC1-D81F-9C46-BB3E-0BAFF4AC7CB5}" dt="2020-10-29T15:00:11.311" v="1592"/>
          <ac:grpSpMkLst>
            <pc:docMk/>
            <pc:sldMk cId="4015632547" sldId="281"/>
            <ac:grpSpMk id="43" creationId="{F67A1A98-71D9-1A45-8BDF-DB3C107A3BED}"/>
          </ac:grpSpMkLst>
        </pc:grpChg>
        <pc:grpChg chg="add">
          <ac:chgData name="Aggie Menezes" userId="74619c95fa3483c9" providerId="LiveId" clId="{6A46CFC1-D81F-9C46-BB3E-0BAFF4AC7CB5}" dt="2020-10-29T15:00:21.528" v="1595"/>
          <ac:grpSpMkLst>
            <pc:docMk/>
            <pc:sldMk cId="4015632547" sldId="281"/>
            <ac:grpSpMk id="46" creationId="{693E9912-734D-124C-AFC8-86DEAB5A30B5}"/>
          </ac:grpSpMkLst>
        </pc:grpChg>
        <pc:grpChg chg="add">
          <ac:chgData name="Aggie Menezes" userId="74619c95fa3483c9" providerId="LiveId" clId="{6A46CFC1-D81F-9C46-BB3E-0BAFF4AC7CB5}" dt="2020-10-29T15:00:26.037" v="1599"/>
          <ac:grpSpMkLst>
            <pc:docMk/>
            <pc:sldMk cId="4015632547" sldId="281"/>
            <ac:grpSpMk id="50" creationId="{A3A297D8-2709-844A-9743-A5C5915503DF}"/>
          </ac:grpSpMkLst>
        </pc:grpChg>
        <pc:grpChg chg="add">
          <ac:chgData name="Aggie Menezes" userId="74619c95fa3483c9" providerId="LiveId" clId="{6A46CFC1-D81F-9C46-BB3E-0BAFF4AC7CB5}" dt="2020-10-29T15:00:35.261" v="1603"/>
          <ac:grpSpMkLst>
            <pc:docMk/>
            <pc:sldMk cId="4015632547" sldId="281"/>
            <ac:grpSpMk id="54" creationId="{6CF14631-058D-E746-AEBD-10B24503B374}"/>
          </ac:grpSpMkLst>
        </pc:grpChg>
        <pc:grpChg chg="add">
          <ac:chgData name="Aggie Menezes" userId="74619c95fa3483c9" providerId="LiveId" clId="{6A46CFC1-D81F-9C46-BB3E-0BAFF4AC7CB5}" dt="2020-10-29T15:00:47.703" v="1606"/>
          <ac:grpSpMkLst>
            <pc:docMk/>
            <pc:sldMk cId="4015632547" sldId="281"/>
            <ac:grpSpMk id="57" creationId="{A386F4DE-A34A-944E-9684-8CFC64EFAB1E}"/>
          </ac:grpSpMkLst>
        </pc:grpChg>
        <pc:grpChg chg="add">
          <ac:chgData name="Aggie Menezes" userId="74619c95fa3483c9" providerId="LiveId" clId="{6A46CFC1-D81F-9C46-BB3E-0BAFF4AC7CB5}" dt="2020-10-29T15:00:53.219" v="1609"/>
          <ac:grpSpMkLst>
            <pc:docMk/>
            <pc:sldMk cId="4015632547" sldId="281"/>
            <ac:grpSpMk id="60" creationId="{9D0AC440-F890-F34F-8E94-FDE291893AAB}"/>
          </ac:grpSpMkLst>
        </pc:grpChg>
        <pc:grpChg chg="add">
          <ac:chgData name="Aggie Menezes" userId="74619c95fa3483c9" providerId="LiveId" clId="{6A46CFC1-D81F-9C46-BB3E-0BAFF4AC7CB5}" dt="2020-10-29T15:01:02.827" v="1614"/>
          <ac:grpSpMkLst>
            <pc:docMk/>
            <pc:sldMk cId="4015632547" sldId="281"/>
            <ac:grpSpMk id="65" creationId="{67032A33-00A5-BA43-96B5-6D597FD535C5}"/>
          </ac:grpSpMkLst>
        </pc:grpChg>
        <pc:grpChg chg="add">
          <ac:chgData name="Aggie Menezes" userId="74619c95fa3483c9" providerId="LiveId" clId="{6A46CFC1-D81F-9C46-BB3E-0BAFF4AC7CB5}" dt="2020-10-29T15:01:13.519" v="1625"/>
          <ac:grpSpMkLst>
            <pc:docMk/>
            <pc:sldMk cId="4015632547" sldId="281"/>
            <ac:grpSpMk id="76" creationId="{0CA70FEA-9357-A74C-8F29-E5DE94F38D29}"/>
          </ac:grpSpMkLst>
        </pc:grpChg>
        <pc:grpChg chg="add">
          <ac:chgData name="Aggie Menezes" userId="74619c95fa3483c9" providerId="LiveId" clId="{6A46CFC1-D81F-9C46-BB3E-0BAFF4AC7CB5}" dt="2020-10-29T15:01:24.942" v="1635"/>
          <ac:grpSpMkLst>
            <pc:docMk/>
            <pc:sldMk cId="4015632547" sldId="281"/>
            <ac:grpSpMk id="86" creationId="{C1C73BA5-4D27-3247-A45D-10E364299941}"/>
          </ac:grpSpMkLst>
        </pc:grpChg>
        <pc:grpChg chg="add">
          <ac:chgData name="Aggie Menezes" userId="74619c95fa3483c9" providerId="LiveId" clId="{6A46CFC1-D81F-9C46-BB3E-0BAFF4AC7CB5}" dt="2020-10-29T15:01:38.930" v="1643"/>
          <ac:grpSpMkLst>
            <pc:docMk/>
            <pc:sldMk cId="4015632547" sldId="281"/>
            <ac:grpSpMk id="94" creationId="{DEDD3B6A-CE41-6F43-B86F-5DE8BD4107C6}"/>
          </ac:grpSpMkLst>
        </pc:grpChg>
        <pc:grpChg chg="add del">
          <ac:chgData name="Aggie Menezes" userId="74619c95fa3483c9" providerId="LiveId" clId="{6A46CFC1-D81F-9C46-BB3E-0BAFF4AC7CB5}" dt="2020-10-29T15:01:57.557" v="1662"/>
          <ac:grpSpMkLst>
            <pc:docMk/>
            <pc:sldMk cId="4015632547" sldId="281"/>
            <ac:grpSpMk id="103" creationId="{F898D53C-6A7D-3A42-BC69-C9CA3D5C9703}"/>
          </ac:grpSpMkLst>
        </pc:grpChg>
        <pc:grpChg chg="add del">
          <ac:chgData name="Aggie Menezes" userId="74619c95fa3483c9" providerId="LiveId" clId="{6A46CFC1-D81F-9C46-BB3E-0BAFF4AC7CB5}" dt="2020-10-29T15:02:42.834" v="1688"/>
          <ac:grpSpMkLst>
            <pc:docMk/>
            <pc:sldMk cId="4015632547" sldId="281"/>
            <ac:grpSpMk id="111" creationId="{23172591-32B2-1C41-AA76-293D4A03BA27}"/>
          </ac:grpSpMkLst>
        </pc:grpChg>
        <pc:grpChg chg="add del">
          <ac:chgData name="Aggie Menezes" userId="74619c95fa3483c9" providerId="LiveId" clId="{6A46CFC1-D81F-9C46-BB3E-0BAFF4AC7CB5}" dt="2020-10-29T15:02:42.834" v="1688"/>
          <ac:grpSpMkLst>
            <pc:docMk/>
            <pc:sldMk cId="4015632547" sldId="281"/>
            <ac:grpSpMk id="113" creationId="{41ED624C-248A-FC43-808E-1F459C9A69F3}"/>
          </ac:grpSpMkLst>
        </pc:grpChg>
        <pc:grpChg chg="add del">
          <ac:chgData name="Aggie Menezes" userId="74619c95fa3483c9" providerId="LiveId" clId="{6A46CFC1-D81F-9C46-BB3E-0BAFF4AC7CB5}" dt="2020-10-29T15:02:48.063" v="1692"/>
          <ac:grpSpMkLst>
            <pc:docMk/>
            <pc:sldMk cId="4015632547" sldId="281"/>
            <ac:grpSpMk id="125" creationId="{7B07587F-9A4E-9245-882D-B3BED535FEDD}"/>
          </ac:grpSpMkLst>
        </pc:grpChg>
        <pc:grpChg chg="add del">
          <ac:chgData name="Aggie Menezes" userId="74619c95fa3483c9" providerId="LiveId" clId="{6A46CFC1-D81F-9C46-BB3E-0BAFF4AC7CB5}" dt="2020-10-29T15:02:48.063" v="1692"/>
          <ac:grpSpMkLst>
            <pc:docMk/>
            <pc:sldMk cId="4015632547" sldId="281"/>
            <ac:grpSpMk id="126" creationId="{B721D95A-687B-204E-8A22-E1A08CF19EB2}"/>
          </ac:grpSpMkLst>
        </pc:grpChg>
        <pc:grpChg chg="add del">
          <ac:chgData name="Aggie Menezes" userId="74619c95fa3483c9" providerId="LiveId" clId="{6A46CFC1-D81F-9C46-BB3E-0BAFF4AC7CB5}" dt="2020-10-29T15:02:48.063" v="1692"/>
          <ac:grpSpMkLst>
            <pc:docMk/>
            <pc:sldMk cId="4015632547" sldId="281"/>
            <ac:grpSpMk id="135" creationId="{55FC95C2-1A64-9E4E-8B0E-A18C6554F9B9}"/>
          </ac:grpSpMkLst>
        </pc:grpChg>
        <pc:grpChg chg="add del">
          <ac:chgData name="Aggie Menezes" userId="74619c95fa3483c9" providerId="LiveId" clId="{6A46CFC1-D81F-9C46-BB3E-0BAFF4AC7CB5}" dt="2020-10-29T15:02:48.063" v="1692"/>
          <ac:grpSpMkLst>
            <pc:docMk/>
            <pc:sldMk cId="4015632547" sldId="281"/>
            <ac:grpSpMk id="140" creationId="{99138002-DCD8-B048-9094-A33785AA27CE}"/>
          </ac:grpSpMkLst>
        </pc:grpChg>
        <pc:grpChg chg="add del">
          <ac:chgData name="Aggie Menezes" userId="74619c95fa3483c9" providerId="LiveId" clId="{6A46CFC1-D81F-9C46-BB3E-0BAFF4AC7CB5}" dt="2020-10-29T15:02:48.063" v="1692"/>
          <ac:grpSpMkLst>
            <pc:docMk/>
            <pc:sldMk cId="4015632547" sldId="281"/>
            <ac:grpSpMk id="141" creationId="{9678F2CE-A10F-1540-8358-F0D8670CE57B}"/>
          </ac:grpSpMkLst>
        </pc:grpChg>
        <pc:grpChg chg="add">
          <ac:chgData name="Aggie Menezes" userId="74619c95fa3483c9" providerId="LiveId" clId="{6A46CFC1-D81F-9C46-BB3E-0BAFF4AC7CB5}" dt="2020-10-29T15:02:48.063" v="1692"/>
          <ac:grpSpMkLst>
            <pc:docMk/>
            <pc:sldMk cId="4015632547" sldId="281"/>
            <ac:grpSpMk id="145" creationId="{50668233-CBCD-5E47-9149-7D33BB035182}"/>
          </ac:grpSpMkLst>
        </pc:grpChg>
        <pc:inkChg chg="add">
          <ac:chgData name="Aggie Menezes" userId="74619c95fa3483c9" providerId="LiveId" clId="{6A46CFC1-D81F-9C46-BB3E-0BAFF4AC7CB5}" dt="2020-10-29T14:58:50.297" v="1556"/>
          <ac:inkMkLst>
            <pc:docMk/>
            <pc:sldMk cId="4015632547" sldId="281"/>
            <ac:inkMk id="6" creationId="{594C20E5-D0FA-4341-95A6-7975D22A559D}"/>
          </ac:inkMkLst>
        </pc:inkChg>
        <pc:inkChg chg="add">
          <ac:chgData name="Aggie Menezes" userId="74619c95fa3483c9" providerId="LiveId" clId="{6A46CFC1-D81F-9C46-BB3E-0BAFF4AC7CB5}" dt="2020-10-29T14:58:50.531" v="1557"/>
          <ac:inkMkLst>
            <pc:docMk/>
            <pc:sldMk cId="4015632547" sldId="281"/>
            <ac:inkMk id="7" creationId="{09B76611-3338-A946-BCE3-671AF16CE924}"/>
          </ac:inkMkLst>
        </pc:inkChg>
        <pc:inkChg chg="add">
          <ac:chgData name="Aggie Menezes" userId="74619c95fa3483c9" providerId="LiveId" clId="{6A46CFC1-D81F-9C46-BB3E-0BAFF4AC7CB5}" dt="2020-10-29T14:58:51.014" v="1558"/>
          <ac:inkMkLst>
            <pc:docMk/>
            <pc:sldMk cId="4015632547" sldId="281"/>
            <ac:inkMk id="8" creationId="{15C0E16A-7B4E-5740-BD2F-43511F90E540}"/>
          </ac:inkMkLst>
        </pc:inkChg>
        <pc:inkChg chg="add">
          <ac:chgData name="Aggie Menezes" userId="74619c95fa3483c9" providerId="LiveId" clId="{6A46CFC1-D81F-9C46-BB3E-0BAFF4AC7CB5}" dt="2020-10-29T14:58:51.381" v="1559"/>
          <ac:inkMkLst>
            <pc:docMk/>
            <pc:sldMk cId="4015632547" sldId="281"/>
            <ac:inkMk id="9" creationId="{0061D16E-36D7-394F-A515-8E868157EF1C}"/>
          </ac:inkMkLst>
        </pc:inkChg>
        <pc:inkChg chg="add">
          <ac:chgData name="Aggie Menezes" userId="74619c95fa3483c9" providerId="LiveId" clId="{6A46CFC1-D81F-9C46-BB3E-0BAFF4AC7CB5}" dt="2020-10-29T14:58:51.571" v="1560"/>
          <ac:inkMkLst>
            <pc:docMk/>
            <pc:sldMk cId="4015632547" sldId="281"/>
            <ac:inkMk id="10" creationId="{D9F32B37-E0E4-564E-A68A-ECE71EA53743}"/>
          </ac:inkMkLst>
        </pc:inkChg>
        <pc:inkChg chg="add">
          <ac:chgData name="Aggie Menezes" userId="74619c95fa3483c9" providerId="LiveId" clId="{6A46CFC1-D81F-9C46-BB3E-0BAFF4AC7CB5}" dt="2020-10-29T14:58:51.713" v="1561"/>
          <ac:inkMkLst>
            <pc:docMk/>
            <pc:sldMk cId="4015632547" sldId="281"/>
            <ac:inkMk id="11" creationId="{95C04762-8AF6-3240-8289-A8DF92437E05}"/>
          </ac:inkMkLst>
        </pc:inkChg>
        <pc:inkChg chg="add">
          <ac:chgData name="Aggie Menezes" userId="74619c95fa3483c9" providerId="LiveId" clId="{6A46CFC1-D81F-9C46-BB3E-0BAFF4AC7CB5}" dt="2020-10-29T14:58:52.056" v="1562"/>
          <ac:inkMkLst>
            <pc:docMk/>
            <pc:sldMk cId="4015632547" sldId="281"/>
            <ac:inkMk id="12" creationId="{35DB15B9-CC20-D441-9FBB-2FFCD5B87820}"/>
          </ac:inkMkLst>
        </pc:inkChg>
        <pc:inkChg chg="add">
          <ac:chgData name="Aggie Menezes" userId="74619c95fa3483c9" providerId="LiveId" clId="{6A46CFC1-D81F-9C46-BB3E-0BAFF4AC7CB5}" dt="2020-10-29T14:58:52.627" v="1563"/>
          <ac:inkMkLst>
            <pc:docMk/>
            <pc:sldMk cId="4015632547" sldId="281"/>
            <ac:inkMk id="13" creationId="{EBAED07B-3CBF-B141-8962-B6A91621616F}"/>
          </ac:inkMkLst>
        </pc:inkChg>
        <pc:inkChg chg="add topLvl">
          <ac:chgData name="Aggie Menezes" userId="74619c95fa3483c9" providerId="LiveId" clId="{6A46CFC1-D81F-9C46-BB3E-0BAFF4AC7CB5}" dt="2020-10-29T14:59:14.502" v="1575"/>
          <ac:inkMkLst>
            <pc:docMk/>
            <pc:sldMk cId="4015632547" sldId="281"/>
            <ac:inkMk id="14" creationId="{83B418D4-1102-ED4A-97D4-C97737D85648}"/>
          </ac:inkMkLst>
        </pc:inkChg>
        <pc:inkChg chg="add topLvl">
          <ac:chgData name="Aggie Menezes" userId="74619c95fa3483c9" providerId="LiveId" clId="{6A46CFC1-D81F-9C46-BB3E-0BAFF4AC7CB5}" dt="2020-10-29T14:59:14.502" v="1575"/>
          <ac:inkMkLst>
            <pc:docMk/>
            <pc:sldMk cId="4015632547" sldId="281"/>
            <ac:inkMk id="15" creationId="{D85518A7-4721-1540-AC23-D3395AC5D635}"/>
          </ac:inkMkLst>
        </pc:inkChg>
        <pc:inkChg chg="add topLvl">
          <ac:chgData name="Aggie Menezes" userId="74619c95fa3483c9" providerId="LiveId" clId="{6A46CFC1-D81F-9C46-BB3E-0BAFF4AC7CB5}" dt="2020-10-29T14:59:14.502" v="1575"/>
          <ac:inkMkLst>
            <pc:docMk/>
            <pc:sldMk cId="4015632547" sldId="281"/>
            <ac:inkMk id="16" creationId="{B7321D2F-1F5E-C84E-AC6D-4533DAF0FB3A}"/>
          </ac:inkMkLst>
        </pc:inkChg>
        <pc:inkChg chg="add topLvl">
          <ac:chgData name="Aggie Menezes" userId="74619c95fa3483c9" providerId="LiveId" clId="{6A46CFC1-D81F-9C46-BB3E-0BAFF4AC7CB5}" dt="2020-10-29T14:59:14.502" v="1575"/>
          <ac:inkMkLst>
            <pc:docMk/>
            <pc:sldMk cId="4015632547" sldId="281"/>
            <ac:inkMk id="17" creationId="{DE3255D0-80C0-DF4C-8163-DACC5AF3CF13}"/>
          </ac:inkMkLst>
        </pc:inkChg>
        <pc:inkChg chg="add topLvl">
          <ac:chgData name="Aggie Menezes" userId="74619c95fa3483c9" providerId="LiveId" clId="{6A46CFC1-D81F-9C46-BB3E-0BAFF4AC7CB5}" dt="2020-10-29T14:59:14.502" v="1575"/>
          <ac:inkMkLst>
            <pc:docMk/>
            <pc:sldMk cId="4015632547" sldId="281"/>
            <ac:inkMk id="18" creationId="{A2F7BA03-CDC2-614B-91CF-E0A4FC63A610}"/>
          </ac:inkMkLst>
        </pc:inkChg>
        <pc:inkChg chg="add topLvl">
          <ac:chgData name="Aggie Menezes" userId="74619c95fa3483c9" providerId="LiveId" clId="{6A46CFC1-D81F-9C46-BB3E-0BAFF4AC7CB5}" dt="2020-10-29T14:59:14.502" v="1575"/>
          <ac:inkMkLst>
            <pc:docMk/>
            <pc:sldMk cId="4015632547" sldId="281"/>
            <ac:inkMk id="19" creationId="{BA9C3934-6897-8549-B402-7DE38D38AEC9}"/>
          </ac:inkMkLst>
        </pc:inkChg>
        <pc:inkChg chg="add">
          <ac:chgData name="Aggie Menezes" userId="74619c95fa3483c9" providerId="LiveId" clId="{6A46CFC1-D81F-9C46-BB3E-0BAFF4AC7CB5}" dt="2020-10-29T14:59:01.395" v="1571"/>
          <ac:inkMkLst>
            <pc:docMk/>
            <pc:sldMk cId="4015632547" sldId="281"/>
            <ac:inkMk id="22" creationId="{593E263D-A121-DB4D-AA4B-62195E514582}"/>
          </ac:inkMkLst>
        </pc:inkChg>
        <pc:inkChg chg="add">
          <ac:chgData name="Aggie Menezes" userId="74619c95fa3483c9" providerId="LiveId" clId="{6A46CFC1-D81F-9C46-BB3E-0BAFF4AC7CB5}" dt="2020-10-29T14:59:07.764" v="1572"/>
          <ac:inkMkLst>
            <pc:docMk/>
            <pc:sldMk cId="4015632547" sldId="281"/>
            <ac:inkMk id="23" creationId="{347E6E7D-3BB4-8D4C-B642-E50F7296403B}"/>
          </ac:inkMkLst>
        </pc:inkChg>
        <pc:inkChg chg="add">
          <ac:chgData name="Aggie Menezes" userId="74619c95fa3483c9" providerId="LiveId" clId="{6A46CFC1-D81F-9C46-BB3E-0BAFF4AC7CB5}" dt="2020-10-29T14:59:11.404" v="1573"/>
          <ac:inkMkLst>
            <pc:docMk/>
            <pc:sldMk cId="4015632547" sldId="281"/>
            <ac:inkMk id="24" creationId="{7AE19156-1811-334A-AD43-6415FBDCE0B4}"/>
          </ac:inkMkLst>
        </pc:inkChg>
        <pc:inkChg chg="add">
          <ac:chgData name="Aggie Menezes" userId="74619c95fa3483c9" providerId="LiveId" clId="{6A46CFC1-D81F-9C46-BB3E-0BAFF4AC7CB5}" dt="2020-10-29T14:59:13.969" v="1574"/>
          <ac:inkMkLst>
            <pc:docMk/>
            <pc:sldMk cId="4015632547" sldId="281"/>
            <ac:inkMk id="25" creationId="{71AB2256-3AA9-974F-B09E-89E9679B5435}"/>
          </ac:inkMkLst>
        </pc:inkChg>
        <pc:inkChg chg="add">
          <ac:chgData name="Aggie Menezes" userId="74619c95fa3483c9" providerId="LiveId" clId="{6A46CFC1-D81F-9C46-BB3E-0BAFF4AC7CB5}" dt="2020-10-29T14:59:26.133" v="1576"/>
          <ac:inkMkLst>
            <pc:docMk/>
            <pc:sldMk cId="4015632547" sldId="281"/>
            <ac:inkMk id="27" creationId="{28B5585E-B2C8-5C4F-A140-4FA555D5300A}"/>
          </ac:inkMkLst>
        </pc:inkChg>
        <pc:inkChg chg="add">
          <ac:chgData name="Aggie Menezes" userId="74619c95fa3483c9" providerId="LiveId" clId="{6A46CFC1-D81F-9C46-BB3E-0BAFF4AC7CB5}" dt="2020-10-29T14:59:28.445" v="1577"/>
          <ac:inkMkLst>
            <pc:docMk/>
            <pc:sldMk cId="4015632547" sldId="281"/>
            <ac:inkMk id="28" creationId="{512B586F-024C-7445-8DFA-D720C61F352C}"/>
          </ac:inkMkLst>
        </pc:inkChg>
        <pc:inkChg chg="add">
          <ac:chgData name="Aggie Menezes" userId="74619c95fa3483c9" providerId="LiveId" clId="{6A46CFC1-D81F-9C46-BB3E-0BAFF4AC7CB5}" dt="2020-10-29T14:59:39.930" v="1579"/>
          <ac:inkMkLst>
            <pc:docMk/>
            <pc:sldMk cId="4015632547" sldId="281"/>
            <ac:inkMk id="30" creationId="{30CDAD3C-71D1-AC44-9054-F45F4B42A4B4}"/>
          </ac:inkMkLst>
        </pc:inkChg>
        <pc:inkChg chg="add">
          <ac:chgData name="Aggie Menezes" userId="74619c95fa3483c9" providerId="LiveId" clId="{6A46CFC1-D81F-9C46-BB3E-0BAFF4AC7CB5}" dt="2020-10-29T14:59:48.701" v="1580"/>
          <ac:inkMkLst>
            <pc:docMk/>
            <pc:sldMk cId="4015632547" sldId="281"/>
            <ac:inkMk id="31" creationId="{DEC67C11-C70B-744C-A5C6-BF21CED4DAD4}"/>
          </ac:inkMkLst>
        </pc:inkChg>
        <pc:inkChg chg="add">
          <ac:chgData name="Aggie Menezes" userId="74619c95fa3483c9" providerId="LiveId" clId="{6A46CFC1-D81F-9C46-BB3E-0BAFF4AC7CB5}" dt="2020-10-29T14:59:52.653" v="1581"/>
          <ac:inkMkLst>
            <pc:docMk/>
            <pc:sldMk cId="4015632547" sldId="281"/>
            <ac:inkMk id="32" creationId="{980E55FB-73F1-FA4D-9E1D-D0C16358143D}"/>
          </ac:inkMkLst>
        </pc:inkChg>
        <pc:inkChg chg="add">
          <ac:chgData name="Aggie Menezes" userId="74619c95fa3483c9" providerId="LiveId" clId="{6A46CFC1-D81F-9C46-BB3E-0BAFF4AC7CB5}" dt="2020-10-29T14:59:53.158" v="1582"/>
          <ac:inkMkLst>
            <pc:docMk/>
            <pc:sldMk cId="4015632547" sldId="281"/>
            <ac:inkMk id="33" creationId="{18636F4F-B889-9B4D-92FE-7B9523134D77}"/>
          </ac:inkMkLst>
        </pc:inkChg>
        <pc:inkChg chg="add">
          <ac:chgData name="Aggie Menezes" userId="74619c95fa3483c9" providerId="LiveId" clId="{6A46CFC1-D81F-9C46-BB3E-0BAFF4AC7CB5}" dt="2020-10-29T14:59:54.294" v="1584"/>
          <ac:inkMkLst>
            <pc:docMk/>
            <pc:sldMk cId="4015632547" sldId="281"/>
            <ac:inkMk id="35" creationId="{0967A238-0806-8440-82A8-10359F8FE0C7}"/>
          </ac:inkMkLst>
        </pc:inkChg>
        <pc:inkChg chg="add">
          <ac:chgData name="Aggie Menezes" userId="74619c95fa3483c9" providerId="LiveId" clId="{6A46CFC1-D81F-9C46-BB3E-0BAFF4AC7CB5}" dt="2020-10-29T14:59:54.911" v="1585"/>
          <ac:inkMkLst>
            <pc:docMk/>
            <pc:sldMk cId="4015632547" sldId="281"/>
            <ac:inkMk id="36" creationId="{35F24DAC-CC5B-5045-A2AD-39E1CB29C94D}"/>
          </ac:inkMkLst>
        </pc:inkChg>
        <pc:inkChg chg="add">
          <ac:chgData name="Aggie Menezes" userId="74619c95fa3483c9" providerId="LiveId" clId="{6A46CFC1-D81F-9C46-BB3E-0BAFF4AC7CB5}" dt="2020-10-29T15:00:03.074" v="1587"/>
          <ac:inkMkLst>
            <pc:docMk/>
            <pc:sldMk cId="4015632547" sldId="281"/>
            <ac:inkMk id="38" creationId="{EF9DDF02-52BD-4B42-A995-6A99482D287C}"/>
          </ac:inkMkLst>
        </pc:inkChg>
        <pc:inkChg chg="add">
          <ac:chgData name="Aggie Menezes" userId="74619c95fa3483c9" providerId="LiveId" clId="{6A46CFC1-D81F-9C46-BB3E-0BAFF4AC7CB5}" dt="2020-10-29T15:00:04.935" v="1588"/>
          <ac:inkMkLst>
            <pc:docMk/>
            <pc:sldMk cId="4015632547" sldId="281"/>
            <ac:inkMk id="39" creationId="{DFB5404A-F5A4-5940-8FF5-142F6A582304}"/>
          </ac:inkMkLst>
        </pc:inkChg>
        <pc:inkChg chg="add">
          <ac:chgData name="Aggie Menezes" userId="74619c95fa3483c9" providerId="LiveId" clId="{6A46CFC1-D81F-9C46-BB3E-0BAFF4AC7CB5}" dt="2020-10-29T15:00:09.136" v="1590"/>
          <ac:inkMkLst>
            <pc:docMk/>
            <pc:sldMk cId="4015632547" sldId="281"/>
            <ac:inkMk id="41" creationId="{EB71597F-77C9-874F-A35D-45751BCE0105}"/>
          </ac:inkMkLst>
        </pc:inkChg>
        <pc:inkChg chg="add">
          <ac:chgData name="Aggie Menezes" userId="74619c95fa3483c9" providerId="LiveId" clId="{6A46CFC1-D81F-9C46-BB3E-0BAFF4AC7CB5}" dt="2020-10-29T15:00:10.649" v="1591"/>
          <ac:inkMkLst>
            <pc:docMk/>
            <pc:sldMk cId="4015632547" sldId="281"/>
            <ac:inkMk id="42" creationId="{92F8524C-3D86-9644-98D8-F31A065E53E8}"/>
          </ac:inkMkLst>
        </pc:inkChg>
        <pc:inkChg chg="add">
          <ac:chgData name="Aggie Menezes" userId="74619c95fa3483c9" providerId="LiveId" clId="{6A46CFC1-D81F-9C46-BB3E-0BAFF4AC7CB5}" dt="2020-10-29T15:00:19.366" v="1593"/>
          <ac:inkMkLst>
            <pc:docMk/>
            <pc:sldMk cId="4015632547" sldId="281"/>
            <ac:inkMk id="44" creationId="{98170B79-CCC0-BB41-A960-67BA7D631CB1}"/>
          </ac:inkMkLst>
        </pc:inkChg>
        <pc:inkChg chg="add">
          <ac:chgData name="Aggie Menezes" userId="74619c95fa3483c9" providerId="LiveId" clId="{6A46CFC1-D81F-9C46-BB3E-0BAFF4AC7CB5}" dt="2020-10-29T15:00:21.023" v="1594"/>
          <ac:inkMkLst>
            <pc:docMk/>
            <pc:sldMk cId="4015632547" sldId="281"/>
            <ac:inkMk id="45" creationId="{08E47660-D2B5-E544-97FC-5425BD03B047}"/>
          </ac:inkMkLst>
        </pc:inkChg>
        <pc:inkChg chg="add">
          <ac:chgData name="Aggie Menezes" userId="74619c95fa3483c9" providerId="LiveId" clId="{6A46CFC1-D81F-9C46-BB3E-0BAFF4AC7CB5}" dt="2020-10-29T15:00:24.409" v="1596"/>
          <ac:inkMkLst>
            <pc:docMk/>
            <pc:sldMk cId="4015632547" sldId="281"/>
            <ac:inkMk id="47" creationId="{72A0F0B2-56D1-2946-A9CF-CAF0791A50A7}"/>
          </ac:inkMkLst>
        </pc:inkChg>
        <pc:inkChg chg="add">
          <ac:chgData name="Aggie Menezes" userId="74619c95fa3483c9" providerId="LiveId" clId="{6A46CFC1-D81F-9C46-BB3E-0BAFF4AC7CB5}" dt="2020-10-29T15:00:24.683" v="1597"/>
          <ac:inkMkLst>
            <pc:docMk/>
            <pc:sldMk cId="4015632547" sldId="281"/>
            <ac:inkMk id="48" creationId="{E3BCEC24-AC0D-854C-AFE7-85439C8AB187}"/>
          </ac:inkMkLst>
        </pc:inkChg>
        <pc:inkChg chg="add">
          <ac:chgData name="Aggie Menezes" userId="74619c95fa3483c9" providerId="LiveId" clId="{6A46CFC1-D81F-9C46-BB3E-0BAFF4AC7CB5}" dt="2020-10-29T15:00:25.120" v="1598"/>
          <ac:inkMkLst>
            <pc:docMk/>
            <pc:sldMk cId="4015632547" sldId="281"/>
            <ac:inkMk id="49" creationId="{DEE00202-6CE5-554A-8FBB-A56BE3F3B8B6}"/>
          </ac:inkMkLst>
        </pc:inkChg>
        <pc:inkChg chg="add">
          <ac:chgData name="Aggie Menezes" userId="74619c95fa3483c9" providerId="LiveId" clId="{6A46CFC1-D81F-9C46-BB3E-0BAFF4AC7CB5}" dt="2020-10-29T15:00:30.551" v="1600"/>
          <ac:inkMkLst>
            <pc:docMk/>
            <pc:sldMk cId="4015632547" sldId="281"/>
            <ac:inkMk id="51" creationId="{FD44FB5A-96C1-684D-9375-E3CE56DAF4FF}"/>
          </ac:inkMkLst>
        </pc:inkChg>
        <pc:inkChg chg="add">
          <ac:chgData name="Aggie Menezes" userId="74619c95fa3483c9" providerId="LiveId" clId="{6A46CFC1-D81F-9C46-BB3E-0BAFF4AC7CB5}" dt="2020-10-29T15:00:33.669" v="1601"/>
          <ac:inkMkLst>
            <pc:docMk/>
            <pc:sldMk cId="4015632547" sldId="281"/>
            <ac:inkMk id="52" creationId="{10A3EFC7-E5D6-4E44-BB98-D5BEF90BD76F}"/>
          </ac:inkMkLst>
        </pc:inkChg>
        <pc:inkChg chg="add">
          <ac:chgData name="Aggie Menezes" userId="74619c95fa3483c9" providerId="LiveId" clId="{6A46CFC1-D81F-9C46-BB3E-0BAFF4AC7CB5}" dt="2020-10-29T15:00:34.299" v="1602"/>
          <ac:inkMkLst>
            <pc:docMk/>
            <pc:sldMk cId="4015632547" sldId="281"/>
            <ac:inkMk id="53" creationId="{7584ABF2-3E31-DB4C-B9F2-A9C67B3288E4}"/>
          </ac:inkMkLst>
        </pc:inkChg>
        <pc:inkChg chg="add">
          <ac:chgData name="Aggie Menezes" userId="74619c95fa3483c9" providerId="LiveId" clId="{6A46CFC1-D81F-9C46-BB3E-0BAFF4AC7CB5}" dt="2020-10-29T15:00:44.982" v="1604"/>
          <ac:inkMkLst>
            <pc:docMk/>
            <pc:sldMk cId="4015632547" sldId="281"/>
            <ac:inkMk id="55" creationId="{86CB8602-8F02-FF4B-803F-BFBC92EEA102}"/>
          </ac:inkMkLst>
        </pc:inkChg>
        <pc:inkChg chg="add">
          <ac:chgData name="Aggie Menezes" userId="74619c95fa3483c9" providerId="LiveId" clId="{6A46CFC1-D81F-9C46-BB3E-0BAFF4AC7CB5}" dt="2020-10-29T15:00:47" v="1605"/>
          <ac:inkMkLst>
            <pc:docMk/>
            <pc:sldMk cId="4015632547" sldId="281"/>
            <ac:inkMk id="56" creationId="{4E763741-531B-FF47-A914-20484FC8154F}"/>
          </ac:inkMkLst>
        </pc:inkChg>
        <pc:inkChg chg="add">
          <ac:chgData name="Aggie Menezes" userId="74619c95fa3483c9" providerId="LiveId" clId="{6A46CFC1-D81F-9C46-BB3E-0BAFF4AC7CB5}" dt="2020-10-29T15:00:52.098" v="1607"/>
          <ac:inkMkLst>
            <pc:docMk/>
            <pc:sldMk cId="4015632547" sldId="281"/>
            <ac:inkMk id="58" creationId="{0B1C046F-0E0B-FE4A-991B-A81BDB3E1695}"/>
          </ac:inkMkLst>
        </pc:inkChg>
        <pc:inkChg chg="add">
          <ac:chgData name="Aggie Menezes" userId="74619c95fa3483c9" providerId="LiveId" clId="{6A46CFC1-D81F-9C46-BB3E-0BAFF4AC7CB5}" dt="2020-10-29T15:00:52.595" v="1608"/>
          <ac:inkMkLst>
            <pc:docMk/>
            <pc:sldMk cId="4015632547" sldId="281"/>
            <ac:inkMk id="59" creationId="{5C599EB2-542B-AD45-8094-8F8E515E5F75}"/>
          </ac:inkMkLst>
        </pc:inkChg>
        <pc:inkChg chg="add">
          <ac:chgData name="Aggie Menezes" userId="74619c95fa3483c9" providerId="LiveId" clId="{6A46CFC1-D81F-9C46-BB3E-0BAFF4AC7CB5}" dt="2020-10-29T15:00:58.704" v="1610"/>
          <ac:inkMkLst>
            <pc:docMk/>
            <pc:sldMk cId="4015632547" sldId="281"/>
            <ac:inkMk id="61" creationId="{7CCD21C8-620A-5848-8C2A-3E294F33388F}"/>
          </ac:inkMkLst>
        </pc:inkChg>
        <pc:inkChg chg="add">
          <ac:chgData name="Aggie Menezes" userId="74619c95fa3483c9" providerId="LiveId" clId="{6A46CFC1-D81F-9C46-BB3E-0BAFF4AC7CB5}" dt="2020-10-29T15:01:01.219" v="1611"/>
          <ac:inkMkLst>
            <pc:docMk/>
            <pc:sldMk cId="4015632547" sldId="281"/>
            <ac:inkMk id="62" creationId="{449F0606-396A-D443-9F65-8CBCA16551B5}"/>
          </ac:inkMkLst>
        </pc:inkChg>
        <pc:inkChg chg="add">
          <ac:chgData name="Aggie Menezes" userId="74619c95fa3483c9" providerId="LiveId" clId="{6A46CFC1-D81F-9C46-BB3E-0BAFF4AC7CB5}" dt="2020-10-29T15:01:01.857" v="1612"/>
          <ac:inkMkLst>
            <pc:docMk/>
            <pc:sldMk cId="4015632547" sldId="281"/>
            <ac:inkMk id="63" creationId="{3649088C-D28A-C747-80EA-809F6F7E0AF7}"/>
          </ac:inkMkLst>
        </pc:inkChg>
        <pc:inkChg chg="add">
          <ac:chgData name="Aggie Menezes" userId="74619c95fa3483c9" providerId="LiveId" clId="{6A46CFC1-D81F-9C46-BB3E-0BAFF4AC7CB5}" dt="2020-10-29T15:01:02.295" v="1613"/>
          <ac:inkMkLst>
            <pc:docMk/>
            <pc:sldMk cId="4015632547" sldId="281"/>
            <ac:inkMk id="64" creationId="{8941D0D4-4930-5A4E-8175-837D21047402}"/>
          </ac:inkMkLst>
        </pc:inkChg>
        <pc:inkChg chg="add">
          <ac:chgData name="Aggie Menezes" userId="74619c95fa3483c9" providerId="LiveId" clId="{6A46CFC1-D81F-9C46-BB3E-0BAFF4AC7CB5}" dt="2020-10-29T15:01:09.737" v="1615"/>
          <ac:inkMkLst>
            <pc:docMk/>
            <pc:sldMk cId="4015632547" sldId="281"/>
            <ac:inkMk id="66" creationId="{CBB3A579-0C9F-1A4E-8F39-9340075B2322}"/>
          </ac:inkMkLst>
        </pc:inkChg>
        <pc:inkChg chg="add">
          <ac:chgData name="Aggie Menezes" userId="74619c95fa3483c9" providerId="LiveId" clId="{6A46CFC1-D81F-9C46-BB3E-0BAFF4AC7CB5}" dt="2020-10-29T15:01:10.200" v="1616"/>
          <ac:inkMkLst>
            <pc:docMk/>
            <pc:sldMk cId="4015632547" sldId="281"/>
            <ac:inkMk id="67" creationId="{C8C533DB-2ED7-E545-A610-6ECEA788D72D}"/>
          </ac:inkMkLst>
        </pc:inkChg>
        <pc:inkChg chg="add">
          <ac:chgData name="Aggie Menezes" userId="74619c95fa3483c9" providerId="LiveId" clId="{6A46CFC1-D81F-9C46-BB3E-0BAFF4AC7CB5}" dt="2020-10-29T15:01:10.866" v="1617"/>
          <ac:inkMkLst>
            <pc:docMk/>
            <pc:sldMk cId="4015632547" sldId="281"/>
            <ac:inkMk id="68" creationId="{156554F9-8ED2-BF4C-963A-A92FB1793E46}"/>
          </ac:inkMkLst>
        </pc:inkChg>
        <pc:inkChg chg="add">
          <ac:chgData name="Aggie Menezes" userId="74619c95fa3483c9" providerId="LiveId" clId="{6A46CFC1-D81F-9C46-BB3E-0BAFF4AC7CB5}" dt="2020-10-29T15:01:11.274" v="1618"/>
          <ac:inkMkLst>
            <pc:docMk/>
            <pc:sldMk cId="4015632547" sldId="281"/>
            <ac:inkMk id="69" creationId="{5EB9F587-1F7D-5F49-B517-95575C77B245}"/>
          </ac:inkMkLst>
        </pc:inkChg>
        <pc:inkChg chg="add">
          <ac:chgData name="Aggie Menezes" userId="74619c95fa3483c9" providerId="LiveId" clId="{6A46CFC1-D81F-9C46-BB3E-0BAFF4AC7CB5}" dt="2020-10-29T15:01:11.716" v="1619"/>
          <ac:inkMkLst>
            <pc:docMk/>
            <pc:sldMk cId="4015632547" sldId="281"/>
            <ac:inkMk id="70" creationId="{AA07C19F-627A-5D42-BFA4-7139849B2313}"/>
          </ac:inkMkLst>
        </pc:inkChg>
        <pc:inkChg chg="add">
          <ac:chgData name="Aggie Menezes" userId="74619c95fa3483c9" providerId="LiveId" clId="{6A46CFC1-D81F-9C46-BB3E-0BAFF4AC7CB5}" dt="2020-10-29T15:01:11.926" v="1620"/>
          <ac:inkMkLst>
            <pc:docMk/>
            <pc:sldMk cId="4015632547" sldId="281"/>
            <ac:inkMk id="71" creationId="{E2174A9D-7D48-4149-9149-7DBB495E8415}"/>
          </ac:inkMkLst>
        </pc:inkChg>
        <pc:inkChg chg="add">
          <ac:chgData name="Aggie Menezes" userId="74619c95fa3483c9" providerId="LiveId" clId="{6A46CFC1-D81F-9C46-BB3E-0BAFF4AC7CB5}" dt="2020-10-29T15:01:12.198" v="1621"/>
          <ac:inkMkLst>
            <pc:docMk/>
            <pc:sldMk cId="4015632547" sldId="281"/>
            <ac:inkMk id="72" creationId="{57967DC2-A0C6-754A-A82A-28D917918EF9}"/>
          </ac:inkMkLst>
        </pc:inkChg>
        <pc:inkChg chg="add">
          <ac:chgData name="Aggie Menezes" userId="74619c95fa3483c9" providerId="LiveId" clId="{6A46CFC1-D81F-9C46-BB3E-0BAFF4AC7CB5}" dt="2020-10-29T15:01:12.494" v="1622"/>
          <ac:inkMkLst>
            <pc:docMk/>
            <pc:sldMk cId="4015632547" sldId="281"/>
            <ac:inkMk id="73" creationId="{5DD26D40-34EB-E644-B9AF-F6089470CC82}"/>
          </ac:inkMkLst>
        </pc:inkChg>
        <pc:inkChg chg="add">
          <ac:chgData name="Aggie Menezes" userId="74619c95fa3483c9" providerId="LiveId" clId="{6A46CFC1-D81F-9C46-BB3E-0BAFF4AC7CB5}" dt="2020-10-29T15:01:12.688" v="1623"/>
          <ac:inkMkLst>
            <pc:docMk/>
            <pc:sldMk cId="4015632547" sldId="281"/>
            <ac:inkMk id="74" creationId="{FFD234C6-732F-7C4D-8CD3-8BB1BA7CA84C}"/>
          </ac:inkMkLst>
        </pc:inkChg>
        <pc:inkChg chg="add">
          <ac:chgData name="Aggie Menezes" userId="74619c95fa3483c9" providerId="LiveId" clId="{6A46CFC1-D81F-9C46-BB3E-0BAFF4AC7CB5}" dt="2020-10-29T15:01:12.812" v="1624"/>
          <ac:inkMkLst>
            <pc:docMk/>
            <pc:sldMk cId="4015632547" sldId="281"/>
            <ac:inkMk id="75" creationId="{2E5A7F33-E7B2-4D4D-8EE9-C102DE4E2B10}"/>
          </ac:inkMkLst>
        </pc:inkChg>
        <pc:inkChg chg="add">
          <ac:chgData name="Aggie Menezes" userId="74619c95fa3483c9" providerId="LiveId" clId="{6A46CFC1-D81F-9C46-BB3E-0BAFF4AC7CB5}" dt="2020-10-29T15:01:21.015" v="1626"/>
          <ac:inkMkLst>
            <pc:docMk/>
            <pc:sldMk cId="4015632547" sldId="281"/>
            <ac:inkMk id="77" creationId="{8CF9589F-AF21-F345-8DEE-76F97221606A}"/>
          </ac:inkMkLst>
        </pc:inkChg>
        <pc:inkChg chg="add">
          <ac:chgData name="Aggie Menezes" userId="74619c95fa3483c9" providerId="LiveId" clId="{6A46CFC1-D81F-9C46-BB3E-0BAFF4AC7CB5}" dt="2020-10-29T15:01:21.506" v="1627"/>
          <ac:inkMkLst>
            <pc:docMk/>
            <pc:sldMk cId="4015632547" sldId="281"/>
            <ac:inkMk id="78" creationId="{2D4C86AE-26EF-AE49-AD54-1BD7CD848938}"/>
          </ac:inkMkLst>
        </pc:inkChg>
        <pc:inkChg chg="add">
          <ac:chgData name="Aggie Menezes" userId="74619c95fa3483c9" providerId="LiveId" clId="{6A46CFC1-D81F-9C46-BB3E-0BAFF4AC7CB5}" dt="2020-10-29T15:01:22.170" v="1628"/>
          <ac:inkMkLst>
            <pc:docMk/>
            <pc:sldMk cId="4015632547" sldId="281"/>
            <ac:inkMk id="79" creationId="{6C0064A9-000D-B344-BD59-965E8D0F1C35}"/>
          </ac:inkMkLst>
        </pc:inkChg>
        <pc:inkChg chg="add">
          <ac:chgData name="Aggie Menezes" userId="74619c95fa3483c9" providerId="LiveId" clId="{6A46CFC1-D81F-9C46-BB3E-0BAFF4AC7CB5}" dt="2020-10-29T15:01:22.628" v="1629"/>
          <ac:inkMkLst>
            <pc:docMk/>
            <pc:sldMk cId="4015632547" sldId="281"/>
            <ac:inkMk id="80" creationId="{A863C7C2-F934-104B-B05C-071E528D1678}"/>
          </ac:inkMkLst>
        </pc:inkChg>
        <pc:inkChg chg="add">
          <ac:chgData name="Aggie Menezes" userId="74619c95fa3483c9" providerId="LiveId" clId="{6A46CFC1-D81F-9C46-BB3E-0BAFF4AC7CB5}" dt="2020-10-29T15:01:22.961" v="1630"/>
          <ac:inkMkLst>
            <pc:docMk/>
            <pc:sldMk cId="4015632547" sldId="281"/>
            <ac:inkMk id="81" creationId="{9E4306C2-CBB0-9F46-A1A7-9881823ABCC9}"/>
          </ac:inkMkLst>
        </pc:inkChg>
        <pc:inkChg chg="add">
          <ac:chgData name="Aggie Menezes" userId="74619c95fa3483c9" providerId="LiveId" clId="{6A46CFC1-D81F-9C46-BB3E-0BAFF4AC7CB5}" dt="2020-10-29T15:01:23.220" v="1631"/>
          <ac:inkMkLst>
            <pc:docMk/>
            <pc:sldMk cId="4015632547" sldId="281"/>
            <ac:inkMk id="82" creationId="{15EBDEAC-E47E-EF4A-9291-2353E22AD4C0}"/>
          </ac:inkMkLst>
        </pc:inkChg>
        <pc:inkChg chg="add">
          <ac:chgData name="Aggie Menezes" userId="74619c95fa3483c9" providerId="LiveId" clId="{6A46CFC1-D81F-9C46-BB3E-0BAFF4AC7CB5}" dt="2020-10-29T15:01:23.353" v="1632"/>
          <ac:inkMkLst>
            <pc:docMk/>
            <pc:sldMk cId="4015632547" sldId="281"/>
            <ac:inkMk id="83" creationId="{03332D71-9CFB-C64F-A5D1-A19363DB18EE}"/>
          </ac:inkMkLst>
        </pc:inkChg>
        <pc:inkChg chg="add">
          <ac:chgData name="Aggie Menezes" userId="74619c95fa3483c9" providerId="LiveId" clId="{6A46CFC1-D81F-9C46-BB3E-0BAFF4AC7CB5}" dt="2020-10-29T15:01:23.648" v="1633"/>
          <ac:inkMkLst>
            <pc:docMk/>
            <pc:sldMk cId="4015632547" sldId="281"/>
            <ac:inkMk id="84" creationId="{20CA5D03-3A70-4246-AA7C-6836BF945463}"/>
          </ac:inkMkLst>
        </pc:inkChg>
        <pc:inkChg chg="add">
          <ac:chgData name="Aggie Menezes" userId="74619c95fa3483c9" providerId="LiveId" clId="{6A46CFC1-D81F-9C46-BB3E-0BAFF4AC7CB5}" dt="2020-10-29T15:01:23.961" v="1634"/>
          <ac:inkMkLst>
            <pc:docMk/>
            <pc:sldMk cId="4015632547" sldId="281"/>
            <ac:inkMk id="85" creationId="{60A6AB98-44F0-5849-BECE-8932F663D886}"/>
          </ac:inkMkLst>
        </pc:inkChg>
        <pc:inkChg chg="add">
          <ac:chgData name="Aggie Menezes" userId="74619c95fa3483c9" providerId="LiveId" clId="{6A46CFC1-D81F-9C46-BB3E-0BAFF4AC7CB5}" dt="2020-10-29T15:01:36.233" v="1636"/>
          <ac:inkMkLst>
            <pc:docMk/>
            <pc:sldMk cId="4015632547" sldId="281"/>
            <ac:inkMk id="87" creationId="{C562175B-C4C7-1645-A7A7-A9B0CD5FA42D}"/>
          </ac:inkMkLst>
        </pc:inkChg>
        <pc:inkChg chg="add">
          <ac:chgData name="Aggie Menezes" userId="74619c95fa3483c9" providerId="LiveId" clId="{6A46CFC1-D81F-9C46-BB3E-0BAFF4AC7CB5}" dt="2020-10-29T15:01:36.450" v="1637"/>
          <ac:inkMkLst>
            <pc:docMk/>
            <pc:sldMk cId="4015632547" sldId="281"/>
            <ac:inkMk id="88" creationId="{D98108E2-391A-3F4F-922F-DDCA1F7FE3A2}"/>
          </ac:inkMkLst>
        </pc:inkChg>
        <pc:inkChg chg="add">
          <ac:chgData name="Aggie Menezes" userId="74619c95fa3483c9" providerId="LiveId" clId="{6A46CFC1-D81F-9C46-BB3E-0BAFF4AC7CB5}" dt="2020-10-29T15:01:36.590" v="1638"/>
          <ac:inkMkLst>
            <pc:docMk/>
            <pc:sldMk cId="4015632547" sldId="281"/>
            <ac:inkMk id="89" creationId="{CEEEDD82-074B-AD4D-AA66-7910403C88CF}"/>
          </ac:inkMkLst>
        </pc:inkChg>
        <pc:inkChg chg="add">
          <ac:chgData name="Aggie Menezes" userId="74619c95fa3483c9" providerId="LiveId" clId="{6A46CFC1-D81F-9C46-BB3E-0BAFF4AC7CB5}" dt="2020-10-29T15:01:36.960" v="1639"/>
          <ac:inkMkLst>
            <pc:docMk/>
            <pc:sldMk cId="4015632547" sldId="281"/>
            <ac:inkMk id="90" creationId="{D8CC3698-6B4F-1545-AA99-60D0BE2BF04E}"/>
          </ac:inkMkLst>
        </pc:inkChg>
        <pc:inkChg chg="add">
          <ac:chgData name="Aggie Menezes" userId="74619c95fa3483c9" providerId="LiveId" clId="{6A46CFC1-D81F-9C46-BB3E-0BAFF4AC7CB5}" dt="2020-10-29T15:01:37.306" v="1640"/>
          <ac:inkMkLst>
            <pc:docMk/>
            <pc:sldMk cId="4015632547" sldId="281"/>
            <ac:inkMk id="91" creationId="{6E102433-BBC2-564D-B9B0-E33452F4C563}"/>
          </ac:inkMkLst>
        </pc:inkChg>
        <pc:inkChg chg="add">
          <ac:chgData name="Aggie Menezes" userId="74619c95fa3483c9" providerId="LiveId" clId="{6A46CFC1-D81F-9C46-BB3E-0BAFF4AC7CB5}" dt="2020-10-29T15:01:37.675" v="1641"/>
          <ac:inkMkLst>
            <pc:docMk/>
            <pc:sldMk cId="4015632547" sldId="281"/>
            <ac:inkMk id="92" creationId="{0A956873-360E-AD4B-BC33-96A4057BDA84}"/>
          </ac:inkMkLst>
        </pc:inkChg>
        <pc:inkChg chg="add">
          <ac:chgData name="Aggie Menezes" userId="74619c95fa3483c9" providerId="LiveId" clId="{6A46CFC1-D81F-9C46-BB3E-0BAFF4AC7CB5}" dt="2020-10-29T15:01:37.961" v="1642"/>
          <ac:inkMkLst>
            <pc:docMk/>
            <pc:sldMk cId="4015632547" sldId="281"/>
            <ac:inkMk id="93" creationId="{C2C45A23-1252-084D-9F71-B370A16BAFB4}"/>
          </ac:inkMkLst>
        </pc:inkChg>
        <pc:inkChg chg="add topLvl">
          <ac:chgData name="Aggie Menezes" userId="74619c95fa3483c9" providerId="LiveId" clId="{6A46CFC1-D81F-9C46-BB3E-0BAFF4AC7CB5}" dt="2020-10-29T15:02:48.063" v="1692"/>
          <ac:inkMkLst>
            <pc:docMk/>
            <pc:sldMk cId="4015632547" sldId="281"/>
            <ac:inkMk id="95" creationId="{E87733E2-521B-9742-AA2E-01FEF2C90936}"/>
          </ac:inkMkLst>
        </pc:inkChg>
        <pc:inkChg chg="add topLvl">
          <ac:chgData name="Aggie Menezes" userId="74619c95fa3483c9" providerId="LiveId" clId="{6A46CFC1-D81F-9C46-BB3E-0BAFF4AC7CB5}" dt="2020-10-29T15:02:48.063" v="1692"/>
          <ac:inkMkLst>
            <pc:docMk/>
            <pc:sldMk cId="4015632547" sldId="281"/>
            <ac:inkMk id="96" creationId="{63853A60-9416-DF47-8F6B-419FDF61A6B5}"/>
          </ac:inkMkLst>
        </pc:inkChg>
        <pc:inkChg chg="add topLvl">
          <ac:chgData name="Aggie Menezes" userId="74619c95fa3483c9" providerId="LiveId" clId="{6A46CFC1-D81F-9C46-BB3E-0BAFF4AC7CB5}" dt="2020-10-29T15:02:48.063" v="1692"/>
          <ac:inkMkLst>
            <pc:docMk/>
            <pc:sldMk cId="4015632547" sldId="281"/>
            <ac:inkMk id="97" creationId="{687449D7-59B3-7B43-B650-2D6BB70D614F}"/>
          </ac:inkMkLst>
        </pc:inkChg>
        <pc:inkChg chg="add topLvl">
          <ac:chgData name="Aggie Menezes" userId="74619c95fa3483c9" providerId="LiveId" clId="{6A46CFC1-D81F-9C46-BB3E-0BAFF4AC7CB5}" dt="2020-10-29T15:02:48.063" v="1692"/>
          <ac:inkMkLst>
            <pc:docMk/>
            <pc:sldMk cId="4015632547" sldId="281"/>
            <ac:inkMk id="98" creationId="{BFBD211E-94CE-E548-BC61-FF415E454452}"/>
          </ac:inkMkLst>
        </pc:inkChg>
        <pc:inkChg chg="add topLvl">
          <ac:chgData name="Aggie Menezes" userId="74619c95fa3483c9" providerId="LiveId" clId="{6A46CFC1-D81F-9C46-BB3E-0BAFF4AC7CB5}" dt="2020-10-29T15:02:48.063" v="1692"/>
          <ac:inkMkLst>
            <pc:docMk/>
            <pc:sldMk cId="4015632547" sldId="281"/>
            <ac:inkMk id="99" creationId="{F063CCE7-DE70-B143-AADD-EEF33F18675A}"/>
          </ac:inkMkLst>
        </pc:inkChg>
        <pc:inkChg chg="add topLvl">
          <ac:chgData name="Aggie Menezes" userId="74619c95fa3483c9" providerId="LiveId" clId="{6A46CFC1-D81F-9C46-BB3E-0BAFF4AC7CB5}" dt="2020-10-29T15:02:48.063" v="1692"/>
          <ac:inkMkLst>
            <pc:docMk/>
            <pc:sldMk cId="4015632547" sldId="281"/>
            <ac:inkMk id="100" creationId="{1A4CCECB-AA41-4843-9601-7BBE070E65C7}"/>
          </ac:inkMkLst>
        </pc:inkChg>
        <pc:inkChg chg="add topLvl">
          <ac:chgData name="Aggie Menezes" userId="74619c95fa3483c9" providerId="LiveId" clId="{6A46CFC1-D81F-9C46-BB3E-0BAFF4AC7CB5}" dt="2020-10-29T15:02:48.063" v="1692"/>
          <ac:inkMkLst>
            <pc:docMk/>
            <pc:sldMk cId="4015632547" sldId="281"/>
            <ac:inkMk id="101" creationId="{F73B9E10-5EEF-5C47-86F3-29EEDA44CF73}"/>
          </ac:inkMkLst>
        </pc:inkChg>
        <pc:inkChg chg="add topLvl">
          <ac:chgData name="Aggie Menezes" userId="74619c95fa3483c9" providerId="LiveId" clId="{6A46CFC1-D81F-9C46-BB3E-0BAFF4AC7CB5}" dt="2020-10-29T15:02:48.063" v="1692"/>
          <ac:inkMkLst>
            <pc:docMk/>
            <pc:sldMk cId="4015632547" sldId="281"/>
            <ac:inkMk id="102" creationId="{1ABD51BF-B10B-0F4B-ADE1-8EC7F0B74DE4}"/>
          </ac:inkMkLst>
        </pc:inkChg>
        <pc:inkChg chg="add topLvl">
          <ac:chgData name="Aggie Menezes" userId="74619c95fa3483c9" providerId="LiveId" clId="{6A46CFC1-D81F-9C46-BB3E-0BAFF4AC7CB5}" dt="2020-10-29T15:02:48.063" v="1692"/>
          <ac:inkMkLst>
            <pc:docMk/>
            <pc:sldMk cId="4015632547" sldId="281"/>
            <ac:inkMk id="104" creationId="{CC12E02F-DD92-9647-9004-994754BD3217}"/>
          </ac:inkMkLst>
        </pc:inkChg>
        <pc:inkChg chg="add topLvl">
          <ac:chgData name="Aggie Menezes" userId="74619c95fa3483c9" providerId="LiveId" clId="{6A46CFC1-D81F-9C46-BB3E-0BAFF4AC7CB5}" dt="2020-10-29T15:02:48.063" v="1692"/>
          <ac:inkMkLst>
            <pc:docMk/>
            <pc:sldMk cId="4015632547" sldId="281"/>
            <ac:inkMk id="105" creationId="{A2C94012-9652-C444-B9E7-142F088E49E8}"/>
          </ac:inkMkLst>
        </pc:inkChg>
        <pc:inkChg chg="add topLvl">
          <ac:chgData name="Aggie Menezes" userId="74619c95fa3483c9" providerId="LiveId" clId="{6A46CFC1-D81F-9C46-BB3E-0BAFF4AC7CB5}" dt="2020-10-29T15:02:48.063" v="1692"/>
          <ac:inkMkLst>
            <pc:docMk/>
            <pc:sldMk cId="4015632547" sldId="281"/>
            <ac:inkMk id="106" creationId="{9CCD36C2-C13A-C94D-9218-C0DBC03CA40A}"/>
          </ac:inkMkLst>
        </pc:inkChg>
        <pc:inkChg chg="add topLvl">
          <ac:chgData name="Aggie Menezes" userId="74619c95fa3483c9" providerId="LiveId" clId="{6A46CFC1-D81F-9C46-BB3E-0BAFF4AC7CB5}" dt="2020-10-29T15:02:48.063" v="1692"/>
          <ac:inkMkLst>
            <pc:docMk/>
            <pc:sldMk cId="4015632547" sldId="281"/>
            <ac:inkMk id="107" creationId="{76D09585-9E0D-BA45-AF6C-6D36CE1F104B}"/>
          </ac:inkMkLst>
        </pc:inkChg>
        <pc:inkChg chg="add topLvl">
          <ac:chgData name="Aggie Menezes" userId="74619c95fa3483c9" providerId="LiveId" clId="{6A46CFC1-D81F-9C46-BB3E-0BAFF4AC7CB5}" dt="2020-10-29T15:02:48.063" v="1692"/>
          <ac:inkMkLst>
            <pc:docMk/>
            <pc:sldMk cId="4015632547" sldId="281"/>
            <ac:inkMk id="108" creationId="{3D046829-98D7-3C43-BA13-D2E9186122A7}"/>
          </ac:inkMkLst>
        </pc:inkChg>
        <pc:inkChg chg="add topLvl">
          <ac:chgData name="Aggie Menezes" userId="74619c95fa3483c9" providerId="LiveId" clId="{6A46CFC1-D81F-9C46-BB3E-0BAFF4AC7CB5}" dt="2020-10-29T15:02:48.063" v="1692"/>
          <ac:inkMkLst>
            <pc:docMk/>
            <pc:sldMk cId="4015632547" sldId="281"/>
            <ac:inkMk id="109" creationId="{A6866609-164E-5D47-9266-9C6662B1B635}"/>
          </ac:inkMkLst>
        </pc:inkChg>
        <pc:inkChg chg="add topLvl">
          <ac:chgData name="Aggie Menezes" userId="74619c95fa3483c9" providerId="LiveId" clId="{6A46CFC1-D81F-9C46-BB3E-0BAFF4AC7CB5}" dt="2020-10-29T15:02:48.063" v="1692"/>
          <ac:inkMkLst>
            <pc:docMk/>
            <pc:sldMk cId="4015632547" sldId="281"/>
            <ac:inkMk id="110" creationId="{4F6CF006-A311-924F-9AB4-49AD35B1FF55}"/>
          </ac:inkMkLst>
        </pc:inkChg>
        <pc:inkChg chg="add topLvl">
          <ac:chgData name="Aggie Menezes" userId="74619c95fa3483c9" providerId="LiveId" clId="{6A46CFC1-D81F-9C46-BB3E-0BAFF4AC7CB5}" dt="2020-10-29T15:02:42.834" v="1688"/>
          <ac:inkMkLst>
            <pc:docMk/>
            <pc:sldMk cId="4015632547" sldId="281"/>
            <ac:inkMk id="112" creationId="{26FF43B3-860C-7B47-B7FA-38038B1FFF3C}"/>
          </ac:inkMkLst>
        </pc:inkChg>
        <pc:inkChg chg="add topLvl">
          <ac:chgData name="Aggie Menezes" userId="74619c95fa3483c9" providerId="LiveId" clId="{6A46CFC1-D81F-9C46-BB3E-0BAFF4AC7CB5}" dt="2020-10-29T15:02:48.063" v="1692"/>
          <ac:inkMkLst>
            <pc:docMk/>
            <pc:sldMk cId="4015632547" sldId="281"/>
            <ac:inkMk id="114" creationId="{AED536D3-7C8E-CA48-AEAF-24BDFFC18D7D}"/>
          </ac:inkMkLst>
        </pc:inkChg>
        <pc:inkChg chg="add topLvl">
          <ac:chgData name="Aggie Menezes" userId="74619c95fa3483c9" providerId="LiveId" clId="{6A46CFC1-D81F-9C46-BB3E-0BAFF4AC7CB5}" dt="2020-10-29T15:02:48.063" v="1692"/>
          <ac:inkMkLst>
            <pc:docMk/>
            <pc:sldMk cId="4015632547" sldId="281"/>
            <ac:inkMk id="115" creationId="{762C73DD-C9AD-E847-91C2-8DA1EECDAC16}"/>
          </ac:inkMkLst>
        </pc:inkChg>
        <pc:inkChg chg="add topLvl">
          <ac:chgData name="Aggie Menezes" userId="74619c95fa3483c9" providerId="LiveId" clId="{6A46CFC1-D81F-9C46-BB3E-0BAFF4AC7CB5}" dt="2020-10-29T15:02:48.063" v="1692"/>
          <ac:inkMkLst>
            <pc:docMk/>
            <pc:sldMk cId="4015632547" sldId="281"/>
            <ac:inkMk id="116" creationId="{EA714A6B-DF2B-8F4C-9D96-B800C0DAE4D3}"/>
          </ac:inkMkLst>
        </pc:inkChg>
        <pc:inkChg chg="add">
          <ac:chgData name="Aggie Menezes" userId="74619c95fa3483c9" providerId="LiveId" clId="{6A46CFC1-D81F-9C46-BB3E-0BAFF4AC7CB5}" dt="2020-10-29T15:02:25.908" v="1666"/>
          <ac:inkMkLst>
            <pc:docMk/>
            <pc:sldMk cId="4015632547" sldId="281"/>
            <ac:inkMk id="117" creationId="{E127A4B4-59C6-DC4E-92AB-490EA567466E}"/>
          </ac:inkMkLst>
        </pc:inkChg>
        <pc:inkChg chg="add topLvl">
          <ac:chgData name="Aggie Menezes" userId="74619c95fa3483c9" providerId="LiveId" clId="{6A46CFC1-D81F-9C46-BB3E-0BAFF4AC7CB5}" dt="2020-10-29T15:02:48.063" v="1692"/>
          <ac:inkMkLst>
            <pc:docMk/>
            <pc:sldMk cId="4015632547" sldId="281"/>
            <ac:inkMk id="118" creationId="{78FB5CE2-2E71-0C45-8826-DB0A7AEF90BC}"/>
          </ac:inkMkLst>
        </pc:inkChg>
        <pc:inkChg chg="add topLvl">
          <ac:chgData name="Aggie Menezes" userId="74619c95fa3483c9" providerId="LiveId" clId="{6A46CFC1-D81F-9C46-BB3E-0BAFF4AC7CB5}" dt="2020-10-29T15:02:48.063" v="1692"/>
          <ac:inkMkLst>
            <pc:docMk/>
            <pc:sldMk cId="4015632547" sldId="281"/>
            <ac:inkMk id="119" creationId="{A42DD447-4848-684D-BB48-309999FC9EC0}"/>
          </ac:inkMkLst>
        </pc:inkChg>
        <pc:inkChg chg="add topLvl">
          <ac:chgData name="Aggie Menezes" userId="74619c95fa3483c9" providerId="LiveId" clId="{6A46CFC1-D81F-9C46-BB3E-0BAFF4AC7CB5}" dt="2020-10-29T15:02:48.063" v="1692"/>
          <ac:inkMkLst>
            <pc:docMk/>
            <pc:sldMk cId="4015632547" sldId="281"/>
            <ac:inkMk id="120" creationId="{976E9F82-8B3D-144C-B9D2-5FFE63339FEF}"/>
          </ac:inkMkLst>
        </pc:inkChg>
        <pc:inkChg chg="add topLvl">
          <ac:chgData name="Aggie Menezes" userId="74619c95fa3483c9" providerId="LiveId" clId="{6A46CFC1-D81F-9C46-BB3E-0BAFF4AC7CB5}" dt="2020-10-29T15:02:48.063" v="1692"/>
          <ac:inkMkLst>
            <pc:docMk/>
            <pc:sldMk cId="4015632547" sldId="281"/>
            <ac:inkMk id="121" creationId="{5A39DA59-28EA-4B4E-B565-6B81A3D22040}"/>
          </ac:inkMkLst>
        </pc:inkChg>
        <pc:inkChg chg="add topLvl">
          <ac:chgData name="Aggie Menezes" userId="74619c95fa3483c9" providerId="LiveId" clId="{6A46CFC1-D81F-9C46-BB3E-0BAFF4AC7CB5}" dt="2020-10-29T15:02:48.063" v="1692"/>
          <ac:inkMkLst>
            <pc:docMk/>
            <pc:sldMk cId="4015632547" sldId="281"/>
            <ac:inkMk id="122" creationId="{BC1BB7D7-05E7-4247-B1FD-B7A850693F23}"/>
          </ac:inkMkLst>
        </pc:inkChg>
        <pc:inkChg chg="add topLvl">
          <ac:chgData name="Aggie Menezes" userId="74619c95fa3483c9" providerId="LiveId" clId="{6A46CFC1-D81F-9C46-BB3E-0BAFF4AC7CB5}" dt="2020-10-29T15:02:48.063" v="1692"/>
          <ac:inkMkLst>
            <pc:docMk/>
            <pc:sldMk cId="4015632547" sldId="281"/>
            <ac:inkMk id="123" creationId="{F613F19C-4E83-2446-9DA8-EC5C0EF73A41}"/>
          </ac:inkMkLst>
        </pc:inkChg>
        <pc:inkChg chg="add topLvl">
          <ac:chgData name="Aggie Menezes" userId="74619c95fa3483c9" providerId="LiveId" clId="{6A46CFC1-D81F-9C46-BB3E-0BAFF4AC7CB5}" dt="2020-10-29T15:02:48.063" v="1692"/>
          <ac:inkMkLst>
            <pc:docMk/>
            <pc:sldMk cId="4015632547" sldId="281"/>
            <ac:inkMk id="124" creationId="{60663968-6ED2-8C4A-9947-32AB8B3933B2}"/>
          </ac:inkMkLst>
        </pc:inkChg>
        <pc:inkChg chg="add">
          <ac:chgData name="Aggie Menezes" userId="74619c95fa3483c9" providerId="LiveId" clId="{6A46CFC1-D81F-9C46-BB3E-0BAFF4AC7CB5}" dt="2020-10-29T15:02:30.347" v="1675"/>
          <ac:inkMkLst>
            <pc:docMk/>
            <pc:sldMk cId="4015632547" sldId="281"/>
            <ac:inkMk id="127" creationId="{45CD86E6-EFB8-DC4F-88B7-B4F12C24A60C}"/>
          </ac:inkMkLst>
        </pc:inkChg>
        <pc:inkChg chg="add">
          <ac:chgData name="Aggie Menezes" userId="74619c95fa3483c9" providerId="LiveId" clId="{6A46CFC1-D81F-9C46-BB3E-0BAFF4AC7CB5}" dt="2020-10-29T15:02:30.785" v="1676"/>
          <ac:inkMkLst>
            <pc:docMk/>
            <pc:sldMk cId="4015632547" sldId="281"/>
            <ac:inkMk id="128" creationId="{C8E86CD9-CF4C-4A46-9A5E-85F1D418EB31}"/>
          </ac:inkMkLst>
        </pc:inkChg>
        <pc:inkChg chg="add topLvl">
          <ac:chgData name="Aggie Menezes" userId="74619c95fa3483c9" providerId="LiveId" clId="{6A46CFC1-D81F-9C46-BB3E-0BAFF4AC7CB5}" dt="2020-10-29T15:02:48.063" v="1692"/>
          <ac:inkMkLst>
            <pc:docMk/>
            <pc:sldMk cId="4015632547" sldId="281"/>
            <ac:inkMk id="129" creationId="{0577BFF9-361F-824E-93C7-D728B2EB0046}"/>
          </ac:inkMkLst>
        </pc:inkChg>
        <pc:inkChg chg="add topLvl">
          <ac:chgData name="Aggie Menezes" userId="74619c95fa3483c9" providerId="LiveId" clId="{6A46CFC1-D81F-9C46-BB3E-0BAFF4AC7CB5}" dt="2020-10-29T15:02:48.063" v="1692"/>
          <ac:inkMkLst>
            <pc:docMk/>
            <pc:sldMk cId="4015632547" sldId="281"/>
            <ac:inkMk id="130" creationId="{A7E59F44-CBDB-7E4F-8065-E26DD0B4DDBF}"/>
          </ac:inkMkLst>
        </pc:inkChg>
        <pc:inkChg chg="add topLvl">
          <ac:chgData name="Aggie Menezes" userId="74619c95fa3483c9" providerId="LiveId" clId="{6A46CFC1-D81F-9C46-BB3E-0BAFF4AC7CB5}" dt="2020-10-29T15:02:48.063" v="1692"/>
          <ac:inkMkLst>
            <pc:docMk/>
            <pc:sldMk cId="4015632547" sldId="281"/>
            <ac:inkMk id="131" creationId="{ADEAA633-B8C4-FC47-AEE0-12E0AB946E27}"/>
          </ac:inkMkLst>
        </pc:inkChg>
        <pc:inkChg chg="add topLvl">
          <ac:chgData name="Aggie Menezes" userId="74619c95fa3483c9" providerId="LiveId" clId="{6A46CFC1-D81F-9C46-BB3E-0BAFF4AC7CB5}" dt="2020-10-29T15:02:48.063" v="1692"/>
          <ac:inkMkLst>
            <pc:docMk/>
            <pc:sldMk cId="4015632547" sldId="281"/>
            <ac:inkMk id="132" creationId="{0EEB86A2-9131-7A4F-A3AD-07009382CA3C}"/>
          </ac:inkMkLst>
        </pc:inkChg>
        <pc:inkChg chg="add topLvl">
          <ac:chgData name="Aggie Menezes" userId="74619c95fa3483c9" providerId="LiveId" clId="{6A46CFC1-D81F-9C46-BB3E-0BAFF4AC7CB5}" dt="2020-10-29T15:02:48.063" v="1692"/>
          <ac:inkMkLst>
            <pc:docMk/>
            <pc:sldMk cId="4015632547" sldId="281"/>
            <ac:inkMk id="133" creationId="{FCB2E46C-B31E-2D46-ACAA-91FC3A5799CA}"/>
          </ac:inkMkLst>
        </pc:inkChg>
        <pc:inkChg chg="add topLvl">
          <ac:chgData name="Aggie Menezes" userId="74619c95fa3483c9" providerId="LiveId" clId="{6A46CFC1-D81F-9C46-BB3E-0BAFF4AC7CB5}" dt="2020-10-29T15:02:48.063" v="1692"/>
          <ac:inkMkLst>
            <pc:docMk/>
            <pc:sldMk cId="4015632547" sldId="281"/>
            <ac:inkMk id="134" creationId="{60A3D98F-667E-F647-81AB-38A293F7C92B}"/>
          </ac:inkMkLst>
        </pc:inkChg>
        <pc:inkChg chg="add topLvl">
          <ac:chgData name="Aggie Menezes" userId="74619c95fa3483c9" providerId="LiveId" clId="{6A46CFC1-D81F-9C46-BB3E-0BAFF4AC7CB5}" dt="2020-10-29T15:02:48.063" v="1692"/>
          <ac:inkMkLst>
            <pc:docMk/>
            <pc:sldMk cId="4015632547" sldId="281"/>
            <ac:inkMk id="136" creationId="{4BF4AC7C-B4B0-DB46-BFBA-2991AB308EF5}"/>
          </ac:inkMkLst>
        </pc:inkChg>
        <pc:inkChg chg="add topLvl">
          <ac:chgData name="Aggie Menezes" userId="74619c95fa3483c9" providerId="LiveId" clId="{6A46CFC1-D81F-9C46-BB3E-0BAFF4AC7CB5}" dt="2020-10-29T15:02:48.063" v="1692"/>
          <ac:inkMkLst>
            <pc:docMk/>
            <pc:sldMk cId="4015632547" sldId="281"/>
            <ac:inkMk id="137" creationId="{C31A43ED-BC65-2E47-82C6-2167DD69E7B1}"/>
          </ac:inkMkLst>
        </pc:inkChg>
        <pc:inkChg chg="add topLvl">
          <ac:chgData name="Aggie Menezes" userId="74619c95fa3483c9" providerId="LiveId" clId="{6A46CFC1-D81F-9C46-BB3E-0BAFF4AC7CB5}" dt="2020-10-29T15:02:48.063" v="1692"/>
          <ac:inkMkLst>
            <pc:docMk/>
            <pc:sldMk cId="4015632547" sldId="281"/>
            <ac:inkMk id="138" creationId="{04E49D01-2AEE-EC40-8122-D380BBE4A8E0}"/>
          </ac:inkMkLst>
        </pc:inkChg>
        <pc:inkChg chg="add topLvl">
          <ac:chgData name="Aggie Menezes" userId="74619c95fa3483c9" providerId="LiveId" clId="{6A46CFC1-D81F-9C46-BB3E-0BAFF4AC7CB5}" dt="2020-10-29T15:02:48.063" v="1692"/>
          <ac:inkMkLst>
            <pc:docMk/>
            <pc:sldMk cId="4015632547" sldId="281"/>
            <ac:inkMk id="139" creationId="{BD667E37-EE9A-764E-9C72-C0297D740A25}"/>
          </ac:inkMkLst>
        </pc:inkChg>
        <pc:inkChg chg="add">
          <ac:chgData name="Aggie Menezes" userId="74619c95fa3483c9" providerId="LiveId" clId="{6A46CFC1-D81F-9C46-BB3E-0BAFF4AC7CB5}" dt="2020-10-29T15:02:45.856" v="1689"/>
          <ac:inkMkLst>
            <pc:docMk/>
            <pc:sldMk cId="4015632547" sldId="281"/>
            <ac:inkMk id="142" creationId="{D59F12AE-0BE3-D745-BED8-79F4A4D36051}"/>
          </ac:inkMkLst>
        </pc:inkChg>
        <pc:inkChg chg="add">
          <ac:chgData name="Aggie Menezes" userId="74619c95fa3483c9" providerId="LiveId" clId="{6A46CFC1-D81F-9C46-BB3E-0BAFF4AC7CB5}" dt="2020-10-29T15:02:45.990" v="1690"/>
          <ac:inkMkLst>
            <pc:docMk/>
            <pc:sldMk cId="4015632547" sldId="281"/>
            <ac:inkMk id="143" creationId="{EF706A5D-4363-CF47-B20F-297840F2589C}"/>
          </ac:inkMkLst>
        </pc:inkChg>
        <pc:inkChg chg="add">
          <ac:chgData name="Aggie Menezes" userId="74619c95fa3483c9" providerId="LiveId" clId="{6A46CFC1-D81F-9C46-BB3E-0BAFF4AC7CB5}" dt="2020-10-29T15:02:47.048" v="1691"/>
          <ac:inkMkLst>
            <pc:docMk/>
            <pc:sldMk cId="4015632547" sldId="281"/>
            <ac:inkMk id="144" creationId="{BD6909C7-FD0A-1B4E-94DB-8A895D919A18}"/>
          </ac:inkMkLst>
        </pc:inkChg>
      </pc:sldChg>
      <pc:sldChg chg="addSp delSp new">
        <pc:chgData name="Aggie Menezes" userId="74619c95fa3483c9" providerId="LiveId" clId="{6A46CFC1-D81F-9C46-BB3E-0BAFF4AC7CB5}" dt="2020-10-29T15:07:53.546" v="1823"/>
        <pc:sldMkLst>
          <pc:docMk/>
          <pc:sldMk cId="651813240" sldId="282"/>
        </pc:sldMkLst>
        <pc:spChg chg="del">
          <ac:chgData name="Aggie Menezes" userId="74619c95fa3483c9" providerId="LiveId" clId="{6A46CFC1-D81F-9C46-BB3E-0BAFF4AC7CB5}" dt="2020-10-29T15:03:26.445" v="1694" actId="478"/>
          <ac:spMkLst>
            <pc:docMk/>
            <pc:sldMk cId="651813240" sldId="282"/>
            <ac:spMk id="2" creationId="{BF1FBEA8-E41E-A945-A1CB-31025EBA5D77}"/>
          </ac:spMkLst>
        </pc:spChg>
        <pc:spChg chg="del">
          <ac:chgData name="Aggie Menezes" userId="74619c95fa3483c9" providerId="LiveId" clId="{6A46CFC1-D81F-9C46-BB3E-0BAFF4AC7CB5}" dt="2020-10-29T15:03:28.938" v="1695" actId="478"/>
          <ac:spMkLst>
            <pc:docMk/>
            <pc:sldMk cId="651813240" sldId="282"/>
            <ac:spMk id="3" creationId="{44F33F0B-42EB-984A-95B0-CF28FABF955E}"/>
          </ac:spMkLst>
        </pc:spChg>
        <pc:spChg chg="del">
          <ac:chgData name="Aggie Menezes" userId="74619c95fa3483c9" providerId="LiveId" clId="{6A46CFC1-D81F-9C46-BB3E-0BAFF4AC7CB5}" dt="2020-10-29T15:03:31.237" v="1696" actId="478"/>
          <ac:spMkLst>
            <pc:docMk/>
            <pc:sldMk cId="651813240" sldId="282"/>
            <ac:spMk id="4" creationId="{876490EB-0571-074F-884B-464A80351215}"/>
          </ac:spMkLst>
        </pc:spChg>
        <pc:grpChg chg="add del">
          <ac:chgData name="Aggie Menezes" userId="74619c95fa3483c9" providerId="LiveId" clId="{6A46CFC1-D81F-9C46-BB3E-0BAFF4AC7CB5}" dt="2020-10-29T15:03:47.364" v="1715"/>
          <ac:grpSpMkLst>
            <pc:docMk/>
            <pc:sldMk cId="651813240" sldId="282"/>
            <ac:grpSpMk id="8" creationId="{ED462267-B7B0-CA4B-92E1-25A3644324B0}"/>
          </ac:grpSpMkLst>
        </pc:grpChg>
        <pc:grpChg chg="add">
          <ac:chgData name="Aggie Menezes" userId="74619c95fa3483c9" providerId="LiveId" clId="{6A46CFC1-D81F-9C46-BB3E-0BAFF4AC7CB5}" dt="2020-10-29T15:03:47.364" v="1715"/>
          <ac:grpSpMkLst>
            <pc:docMk/>
            <pc:sldMk cId="651813240" sldId="282"/>
            <ac:grpSpMk id="24" creationId="{FD1B9A73-4B91-BA4E-8296-5B6568E29E2C}"/>
          </ac:grpSpMkLst>
        </pc:grpChg>
        <pc:grpChg chg="add">
          <ac:chgData name="Aggie Menezes" userId="74619c95fa3483c9" providerId="LiveId" clId="{6A46CFC1-D81F-9C46-BB3E-0BAFF4AC7CB5}" dt="2020-10-29T15:03:47.364" v="1715"/>
          <ac:grpSpMkLst>
            <pc:docMk/>
            <pc:sldMk cId="651813240" sldId="282"/>
            <ac:grpSpMk id="25" creationId="{A5AF9C7D-82A6-9D47-BDAD-6A11FD5DD2D1}"/>
          </ac:grpSpMkLst>
        </pc:grpChg>
        <pc:grpChg chg="add">
          <ac:chgData name="Aggie Menezes" userId="74619c95fa3483c9" providerId="LiveId" clId="{6A46CFC1-D81F-9C46-BB3E-0BAFF4AC7CB5}" dt="2020-10-29T15:04:02.906" v="1719"/>
          <ac:grpSpMkLst>
            <pc:docMk/>
            <pc:sldMk cId="651813240" sldId="282"/>
            <ac:grpSpMk id="29" creationId="{9C124D71-71FA-3F42-8F97-D811F53D0731}"/>
          </ac:grpSpMkLst>
        </pc:grpChg>
        <pc:grpChg chg="add">
          <ac:chgData name="Aggie Menezes" userId="74619c95fa3483c9" providerId="LiveId" clId="{6A46CFC1-D81F-9C46-BB3E-0BAFF4AC7CB5}" dt="2020-10-29T15:04:33.904" v="1725"/>
          <ac:grpSpMkLst>
            <pc:docMk/>
            <pc:sldMk cId="651813240" sldId="282"/>
            <ac:grpSpMk id="35" creationId="{2B147556-3E80-264F-9AD6-9C3E4737A351}"/>
          </ac:grpSpMkLst>
        </pc:grpChg>
        <pc:grpChg chg="add">
          <ac:chgData name="Aggie Menezes" userId="74619c95fa3483c9" providerId="LiveId" clId="{6A46CFC1-D81F-9C46-BB3E-0BAFF4AC7CB5}" dt="2020-10-29T15:04:40.448" v="1728"/>
          <ac:grpSpMkLst>
            <pc:docMk/>
            <pc:sldMk cId="651813240" sldId="282"/>
            <ac:grpSpMk id="38" creationId="{83A27C69-7519-8A47-BCE3-BFFB11F092B6}"/>
          </ac:grpSpMkLst>
        </pc:grpChg>
        <pc:grpChg chg="add">
          <ac:chgData name="Aggie Menezes" userId="74619c95fa3483c9" providerId="LiveId" clId="{6A46CFC1-D81F-9C46-BB3E-0BAFF4AC7CB5}" dt="2020-10-29T15:05:27.921" v="1736"/>
          <ac:grpSpMkLst>
            <pc:docMk/>
            <pc:sldMk cId="651813240" sldId="282"/>
            <ac:grpSpMk id="46" creationId="{1FD026B5-9D60-A64D-9A5C-D5D1DCCB8AAE}"/>
          </ac:grpSpMkLst>
        </pc:grpChg>
        <pc:grpChg chg="add">
          <ac:chgData name="Aggie Menezes" userId="74619c95fa3483c9" providerId="LiveId" clId="{6A46CFC1-D81F-9C46-BB3E-0BAFF4AC7CB5}" dt="2020-10-29T15:05:27.921" v="1736"/>
          <ac:grpSpMkLst>
            <pc:docMk/>
            <pc:sldMk cId="651813240" sldId="282"/>
            <ac:grpSpMk id="47" creationId="{28B2F7D0-3B44-154A-BA54-50F4E8E7FDC3}"/>
          </ac:grpSpMkLst>
        </pc:grpChg>
        <pc:grpChg chg="add">
          <ac:chgData name="Aggie Menezes" userId="74619c95fa3483c9" providerId="LiveId" clId="{6A46CFC1-D81F-9C46-BB3E-0BAFF4AC7CB5}" dt="2020-10-29T15:05:30.179" v="1739"/>
          <ac:grpSpMkLst>
            <pc:docMk/>
            <pc:sldMk cId="651813240" sldId="282"/>
            <ac:grpSpMk id="50" creationId="{DEB35DD7-502F-AC46-B739-7FC5E2AEFEB8}"/>
          </ac:grpSpMkLst>
        </pc:grpChg>
        <pc:grpChg chg="add del">
          <ac:chgData name="Aggie Menezes" userId="74619c95fa3483c9" providerId="LiveId" clId="{6A46CFC1-D81F-9C46-BB3E-0BAFF4AC7CB5}" dt="2020-10-29T15:05:39.754" v="1749"/>
          <ac:grpSpMkLst>
            <pc:docMk/>
            <pc:sldMk cId="651813240" sldId="282"/>
            <ac:grpSpMk id="53" creationId="{04E76E90-92B1-8047-9F9F-91429873BA46}"/>
          </ac:grpSpMkLst>
        </pc:grpChg>
        <pc:grpChg chg="add">
          <ac:chgData name="Aggie Menezes" userId="74619c95fa3483c9" providerId="LiveId" clId="{6A46CFC1-D81F-9C46-BB3E-0BAFF4AC7CB5}" dt="2020-10-29T15:05:39.754" v="1749"/>
          <ac:grpSpMkLst>
            <pc:docMk/>
            <pc:sldMk cId="651813240" sldId="282"/>
            <ac:grpSpMk id="60" creationId="{B81A0CDF-3F08-BE4D-B840-BFB7C65E8941}"/>
          </ac:grpSpMkLst>
        </pc:grpChg>
        <pc:grpChg chg="add">
          <ac:chgData name="Aggie Menezes" userId="74619c95fa3483c9" providerId="LiveId" clId="{6A46CFC1-D81F-9C46-BB3E-0BAFF4AC7CB5}" dt="2020-10-29T15:05:44.584" v="1760"/>
          <ac:grpSpMkLst>
            <pc:docMk/>
            <pc:sldMk cId="651813240" sldId="282"/>
            <ac:grpSpMk id="71" creationId="{447BE8D4-2417-8C49-8885-7FD46D26A2F2}"/>
          </ac:grpSpMkLst>
        </pc:grpChg>
        <pc:grpChg chg="add">
          <ac:chgData name="Aggie Menezes" userId="74619c95fa3483c9" providerId="LiveId" clId="{6A46CFC1-D81F-9C46-BB3E-0BAFF4AC7CB5}" dt="2020-10-29T15:06:11.954" v="1766"/>
          <ac:grpSpMkLst>
            <pc:docMk/>
            <pc:sldMk cId="651813240" sldId="282"/>
            <ac:grpSpMk id="77" creationId="{1D6D0596-E212-A449-88DB-ADE7F4D3BAF7}"/>
          </ac:grpSpMkLst>
        </pc:grpChg>
        <pc:grpChg chg="add">
          <ac:chgData name="Aggie Menezes" userId="74619c95fa3483c9" providerId="LiveId" clId="{6A46CFC1-D81F-9C46-BB3E-0BAFF4AC7CB5}" dt="2020-10-29T15:06:20.015" v="1770"/>
          <ac:grpSpMkLst>
            <pc:docMk/>
            <pc:sldMk cId="651813240" sldId="282"/>
            <ac:grpSpMk id="81" creationId="{1B53408C-E8AE-E54F-866A-498724710689}"/>
          </ac:grpSpMkLst>
        </pc:grpChg>
        <pc:grpChg chg="add">
          <ac:chgData name="Aggie Menezes" userId="74619c95fa3483c9" providerId="LiveId" clId="{6A46CFC1-D81F-9C46-BB3E-0BAFF4AC7CB5}" dt="2020-10-29T15:06:33.235" v="1774"/>
          <ac:grpSpMkLst>
            <pc:docMk/>
            <pc:sldMk cId="651813240" sldId="282"/>
            <ac:grpSpMk id="85" creationId="{62242963-97AF-9946-BBF5-40E30387D1C1}"/>
          </ac:grpSpMkLst>
        </pc:grpChg>
        <pc:grpChg chg="add del">
          <ac:chgData name="Aggie Menezes" userId="74619c95fa3483c9" providerId="LiveId" clId="{6A46CFC1-D81F-9C46-BB3E-0BAFF4AC7CB5}" dt="2020-10-29T15:06:45.115" v="1781"/>
          <ac:grpSpMkLst>
            <pc:docMk/>
            <pc:sldMk cId="651813240" sldId="282"/>
            <ac:grpSpMk id="90" creationId="{BB52A8D6-0284-0749-92CB-0CD2A3A054C1}"/>
          </ac:grpSpMkLst>
        </pc:grpChg>
        <pc:grpChg chg="add">
          <ac:chgData name="Aggie Menezes" userId="74619c95fa3483c9" providerId="LiveId" clId="{6A46CFC1-D81F-9C46-BB3E-0BAFF4AC7CB5}" dt="2020-10-29T15:06:45.115" v="1781"/>
          <ac:grpSpMkLst>
            <pc:docMk/>
            <pc:sldMk cId="651813240" sldId="282"/>
            <ac:grpSpMk id="92" creationId="{BC8DB1AD-434D-834D-887B-5E8D539FDCED}"/>
          </ac:grpSpMkLst>
        </pc:grpChg>
        <pc:grpChg chg="add">
          <ac:chgData name="Aggie Menezes" userId="74619c95fa3483c9" providerId="LiveId" clId="{6A46CFC1-D81F-9C46-BB3E-0BAFF4AC7CB5}" dt="2020-10-29T15:06:52.298" v="1791"/>
          <ac:grpSpMkLst>
            <pc:docMk/>
            <pc:sldMk cId="651813240" sldId="282"/>
            <ac:grpSpMk id="102" creationId="{13A55C21-4A75-9248-9679-BB716573C0FA}"/>
          </ac:grpSpMkLst>
        </pc:grpChg>
        <pc:grpChg chg="add del">
          <ac:chgData name="Aggie Menezes" userId="74619c95fa3483c9" providerId="LiveId" clId="{6A46CFC1-D81F-9C46-BB3E-0BAFF4AC7CB5}" dt="2020-10-29T15:07:27.622" v="1809"/>
          <ac:grpSpMkLst>
            <pc:docMk/>
            <pc:sldMk cId="651813240" sldId="282"/>
            <ac:grpSpMk id="111" creationId="{58DAF60C-E6FA-374B-B391-26A08B8CA305}"/>
          </ac:grpSpMkLst>
        </pc:grpChg>
        <pc:grpChg chg="add">
          <ac:chgData name="Aggie Menezes" userId="74619c95fa3483c9" providerId="LiveId" clId="{6A46CFC1-D81F-9C46-BB3E-0BAFF4AC7CB5}" dt="2020-10-29T15:07:27.622" v="1809"/>
          <ac:grpSpMkLst>
            <pc:docMk/>
            <pc:sldMk cId="651813240" sldId="282"/>
            <ac:grpSpMk id="120" creationId="{80729C6C-7FE0-BE46-BB12-F993B712C5D1}"/>
          </ac:grpSpMkLst>
        </pc:grpChg>
        <pc:grpChg chg="add">
          <ac:chgData name="Aggie Menezes" userId="74619c95fa3483c9" providerId="LiveId" clId="{6A46CFC1-D81F-9C46-BB3E-0BAFF4AC7CB5}" dt="2020-10-29T15:07:53.546" v="1823"/>
          <ac:grpSpMkLst>
            <pc:docMk/>
            <pc:sldMk cId="651813240" sldId="282"/>
            <ac:grpSpMk id="134" creationId="{12613B56-58B7-2540-9476-5F39730C1A27}"/>
          </ac:grpSpMkLst>
        </pc:grpChg>
        <pc:grpChg chg="add">
          <ac:chgData name="Aggie Menezes" userId="74619c95fa3483c9" providerId="LiveId" clId="{6A46CFC1-D81F-9C46-BB3E-0BAFF4AC7CB5}" dt="2020-10-29T15:07:53.546" v="1823"/>
          <ac:grpSpMkLst>
            <pc:docMk/>
            <pc:sldMk cId="651813240" sldId="282"/>
            <ac:grpSpMk id="135" creationId="{61F3D679-8B15-2A49-9835-737B0C07B8AE}"/>
          </ac:grpSpMkLst>
        </pc:grpChg>
        <pc:inkChg chg="add topLvl">
          <ac:chgData name="Aggie Menezes" userId="74619c95fa3483c9" providerId="LiveId" clId="{6A46CFC1-D81F-9C46-BB3E-0BAFF4AC7CB5}" dt="2020-10-29T15:03:47.364" v="1715"/>
          <ac:inkMkLst>
            <pc:docMk/>
            <pc:sldMk cId="651813240" sldId="282"/>
            <ac:inkMk id="6" creationId="{97094B23-BD19-5349-8D3F-325762A83A95}"/>
          </ac:inkMkLst>
        </pc:inkChg>
        <pc:inkChg chg="add topLvl">
          <ac:chgData name="Aggie Menezes" userId="74619c95fa3483c9" providerId="LiveId" clId="{6A46CFC1-D81F-9C46-BB3E-0BAFF4AC7CB5}" dt="2020-10-29T15:03:47.364" v="1715"/>
          <ac:inkMkLst>
            <pc:docMk/>
            <pc:sldMk cId="651813240" sldId="282"/>
            <ac:inkMk id="7" creationId="{0579C196-4FDB-084F-981E-AD9F27D98476}"/>
          </ac:inkMkLst>
        </pc:inkChg>
        <pc:inkChg chg="add">
          <ac:chgData name="Aggie Menezes" userId="74619c95fa3483c9" providerId="LiveId" clId="{6A46CFC1-D81F-9C46-BB3E-0BAFF4AC7CB5}" dt="2020-10-29T15:03:40.874" v="1700"/>
          <ac:inkMkLst>
            <pc:docMk/>
            <pc:sldMk cId="651813240" sldId="282"/>
            <ac:inkMk id="9" creationId="{9F468EC7-8F5C-8C40-8CF2-E25B2BA748AC}"/>
          </ac:inkMkLst>
        </pc:inkChg>
        <pc:inkChg chg="add">
          <ac:chgData name="Aggie Menezes" userId="74619c95fa3483c9" providerId="LiveId" clId="{6A46CFC1-D81F-9C46-BB3E-0BAFF4AC7CB5}" dt="2020-10-29T15:03:41.135" v="1701"/>
          <ac:inkMkLst>
            <pc:docMk/>
            <pc:sldMk cId="651813240" sldId="282"/>
            <ac:inkMk id="10" creationId="{3CC39732-64DC-4C44-A604-673170F577A7}"/>
          </ac:inkMkLst>
        </pc:inkChg>
        <pc:inkChg chg="add">
          <ac:chgData name="Aggie Menezes" userId="74619c95fa3483c9" providerId="LiveId" clId="{6A46CFC1-D81F-9C46-BB3E-0BAFF4AC7CB5}" dt="2020-10-29T15:03:41.598" v="1702"/>
          <ac:inkMkLst>
            <pc:docMk/>
            <pc:sldMk cId="651813240" sldId="282"/>
            <ac:inkMk id="11" creationId="{A0A18D2C-4FFB-5341-A0C5-FF34696F2E06}"/>
          </ac:inkMkLst>
        </pc:inkChg>
        <pc:inkChg chg="add">
          <ac:chgData name="Aggie Menezes" userId="74619c95fa3483c9" providerId="LiveId" clId="{6A46CFC1-D81F-9C46-BB3E-0BAFF4AC7CB5}" dt="2020-10-29T15:03:41.868" v="1703"/>
          <ac:inkMkLst>
            <pc:docMk/>
            <pc:sldMk cId="651813240" sldId="282"/>
            <ac:inkMk id="12" creationId="{A795470E-EB1E-EE4A-A63A-47D2F8E2B37C}"/>
          </ac:inkMkLst>
        </pc:inkChg>
        <pc:inkChg chg="add">
          <ac:chgData name="Aggie Menezes" userId="74619c95fa3483c9" providerId="LiveId" clId="{6A46CFC1-D81F-9C46-BB3E-0BAFF4AC7CB5}" dt="2020-10-29T15:03:42.044" v="1704"/>
          <ac:inkMkLst>
            <pc:docMk/>
            <pc:sldMk cId="651813240" sldId="282"/>
            <ac:inkMk id="13" creationId="{DD7D29F8-F96C-9B43-908D-C8F13441E704}"/>
          </ac:inkMkLst>
        </pc:inkChg>
        <pc:inkChg chg="add">
          <ac:chgData name="Aggie Menezes" userId="74619c95fa3483c9" providerId="LiveId" clId="{6A46CFC1-D81F-9C46-BB3E-0BAFF4AC7CB5}" dt="2020-10-29T15:03:42.661" v="1705"/>
          <ac:inkMkLst>
            <pc:docMk/>
            <pc:sldMk cId="651813240" sldId="282"/>
            <ac:inkMk id="14" creationId="{B73B88C2-7343-3546-9C1C-F07FEDE44095}"/>
          </ac:inkMkLst>
        </pc:inkChg>
        <pc:inkChg chg="add">
          <ac:chgData name="Aggie Menezes" userId="74619c95fa3483c9" providerId="LiveId" clId="{6A46CFC1-D81F-9C46-BB3E-0BAFF4AC7CB5}" dt="2020-10-29T15:03:43.810" v="1706"/>
          <ac:inkMkLst>
            <pc:docMk/>
            <pc:sldMk cId="651813240" sldId="282"/>
            <ac:inkMk id="15" creationId="{C2A3C1F3-ABF7-8A4A-BED4-B41DC68F60F2}"/>
          </ac:inkMkLst>
        </pc:inkChg>
        <pc:inkChg chg="add">
          <ac:chgData name="Aggie Menezes" userId="74619c95fa3483c9" providerId="LiveId" clId="{6A46CFC1-D81F-9C46-BB3E-0BAFF4AC7CB5}" dt="2020-10-29T15:03:44.098" v="1707"/>
          <ac:inkMkLst>
            <pc:docMk/>
            <pc:sldMk cId="651813240" sldId="282"/>
            <ac:inkMk id="16" creationId="{6110333A-2564-EA4A-8675-B5805B37A132}"/>
          </ac:inkMkLst>
        </pc:inkChg>
        <pc:inkChg chg="add">
          <ac:chgData name="Aggie Menezes" userId="74619c95fa3483c9" providerId="LiveId" clId="{6A46CFC1-D81F-9C46-BB3E-0BAFF4AC7CB5}" dt="2020-10-29T15:03:44.556" v="1708"/>
          <ac:inkMkLst>
            <pc:docMk/>
            <pc:sldMk cId="651813240" sldId="282"/>
            <ac:inkMk id="17" creationId="{50C1B956-5653-5E43-9A31-15BF619E8391}"/>
          </ac:inkMkLst>
        </pc:inkChg>
        <pc:inkChg chg="add">
          <ac:chgData name="Aggie Menezes" userId="74619c95fa3483c9" providerId="LiveId" clId="{6A46CFC1-D81F-9C46-BB3E-0BAFF4AC7CB5}" dt="2020-10-29T15:03:44.719" v="1709"/>
          <ac:inkMkLst>
            <pc:docMk/>
            <pc:sldMk cId="651813240" sldId="282"/>
            <ac:inkMk id="18" creationId="{517DC1B7-1F5B-5940-AB30-EE1437B906F4}"/>
          </ac:inkMkLst>
        </pc:inkChg>
        <pc:inkChg chg="add">
          <ac:chgData name="Aggie Menezes" userId="74619c95fa3483c9" providerId="LiveId" clId="{6A46CFC1-D81F-9C46-BB3E-0BAFF4AC7CB5}" dt="2020-10-29T15:03:45.011" v="1710"/>
          <ac:inkMkLst>
            <pc:docMk/>
            <pc:sldMk cId="651813240" sldId="282"/>
            <ac:inkMk id="19" creationId="{9EA07AE3-47CD-A34D-B3A0-011BB8134F24}"/>
          </ac:inkMkLst>
        </pc:inkChg>
        <pc:inkChg chg="add">
          <ac:chgData name="Aggie Menezes" userId="74619c95fa3483c9" providerId="LiveId" clId="{6A46CFC1-D81F-9C46-BB3E-0BAFF4AC7CB5}" dt="2020-10-29T15:03:45.181" v="1711"/>
          <ac:inkMkLst>
            <pc:docMk/>
            <pc:sldMk cId="651813240" sldId="282"/>
            <ac:inkMk id="20" creationId="{25F6D638-BF16-F74F-8DD5-D57D77FA1CFF}"/>
          </ac:inkMkLst>
        </pc:inkChg>
        <pc:inkChg chg="add">
          <ac:chgData name="Aggie Menezes" userId="74619c95fa3483c9" providerId="LiveId" clId="{6A46CFC1-D81F-9C46-BB3E-0BAFF4AC7CB5}" dt="2020-10-29T15:03:45.852" v="1712"/>
          <ac:inkMkLst>
            <pc:docMk/>
            <pc:sldMk cId="651813240" sldId="282"/>
            <ac:inkMk id="21" creationId="{3F2A6CC7-ED20-924E-89D2-82948059A6AC}"/>
          </ac:inkMkLst>
        </pc:inkChg>
        <pc:inkChg chg="add">
          <ac:chgData name="Aggie Menezes" userId="74619c95fa3483c9" providerId="LiveId" clId="{6A46CFC1-D81F-9C46-BB3E-0BAFF4AC7CB5}" dt="2020-10-29T15:03:46.037" v="1713"/>
          <ac:inkMkLst>
            <pc:docMk/>
            <pc:sldMk cId="651813240" sldId="282"/>
            <ac:inkMk id="22" creationId="{C06CA1EE-EBD5-924A-B705-795F1A634EE4}"/>
          </ac:inkMkLst>
        </pc:inkChg>
        <pc:inkChg chg="add">
          <ac:chgData name="Aggie Menezes" userId="74619c95fa3483c9" providerId="LiveId" clId="{6A46CFC1-D81F-9C46-BB3E-0BAFF4AC7CB5}" dt="2020-10-29T15:03:46.697" v="1714"/>
          <ac:inkMkLst>
            <pc:docMk/>
            <pc:sldMk cId="651813240" sldId="282"/>
            <ac:inkMk id="23" creationId="{68CB9F29-BC29-364E-B63C-396B1C5AEEB8}"/>
          </ac:inkMkLst>
        </pc:inkChg>
        <pc:inkChg chg="add">
          <ac:chgData name="Aggie Menezes" userId="74619c95fa3483c9" providerId="LiveId" clId="{6A46CFC1-D81F-9C46-BB3E-0BAFF4AC7CB5}" dt="2020-10-29T15:03:56.370" v="1716"/>
          <ac:inkMkLst>
            <pc:docMk/>
            <pc:sldMk cId="651813240" sldId="282"/>
            <ac:inkMk id="26" creationId="{A5AF9EFC-61BC-FC45-8D9C-A6BCB547D742}"/>
          </ac:inkMkLst>
        </pc:inkChg>
        <pc:inkChg chg="add">
          <ac:chgData name="Aggie Menezes" userId="74619c95fa3483c9" providerId="LiveId" clId="{6A46CFC1-D81F-9C46-BB3E-0BAFF4AC7CB5}" dt="2020-10-29T15:03:59.661" v="1717"/>
          <ac:inkMkLst>
            <pc:docMk/>
            <pc:sldMk cId="651813240" sldId="282"/>
            <ac:inkMk id="27" creationId="{5B495604-D7E3-5043-B8D4-8F045AE8C24E}"/>
          </ac:inkMkLst>
        </pc:inkChg>
        <pc:inkChg chg="add">
          <ac:chgData name="Aggie Menezes" userId="74619c95fa3483c9" providerId="LiveId" clId="{6A46CFC1-D81F-9C46-BB3E-0BAFF4AC7CB5}" dt="2020-10-29T15:04:02.396" v="1718"/>
          <ac:inkMkLst>
            <pc:docMk/>
            <pc:sldMk cId="651813240" sldId="282"/>
            <ac:inkMk id="28" creationId="{8F962D34-A957-A940-8D41-649102B654EA}"/>
          </ac:inkMkLst>
        </pc:inkChg>
        <pc:inkChg chg="add">
          <ac:chgData name="Aggie Menezes" userId="74619c95fa3483c9" providerId="LiveId" clId="{6A46CFC1-D81F-9C46-BB3E-0BAFF4AC7CB5}" dt="2020-10-29T15:04:21.231" v="1720"/>
          <ac:inkMkLst>
            <pc:docMk/>
            <pc:sldMk cId="651813240" sldId="282"/>
            <ac:inkMk id="30" creationId="{FC0EFAA8-2F51-354A-81C4-3A8285B6CE1C}"/>
          </ac:inkMkLst>
        </pc:inkChg>
        <pc:inkChg chg="add">
          <ac:chgData name="Aggie Menezes" userId="74619c95fa3483c9" providerId="LiveId" clId="{6A46CFC1-D81F-9C46-BB3E-0BAFF4AC7CB5}" dt="2020-10-29T15:04:24.388" v="1721"/>
          <ac:inkMkLst>
            <pc:docMk/>
            <pc:sldMk cId="651813240" sldId="282"/>
            <ac:inkMk id="31" creationId="{2E62FD67-BB2A-C94A-9050-8E21B8F8D764}"/>
          </ac:inkMkLst>
        </pc:inkChg>
        <pc:inkChg chg="add">
          <ac:chgData name="Aggie Menezes" userId="74619c95fa3483c9" providerId="LiveId" clId="{6A46CFC1-D81F-9C46-BB3E-0BAFF4AC7CB5}" dt="2020-10-29T15:04:31.065" v="1722"/>
          <ac:inkMkLst>
            <pc:docMk/>
            <pc:sldMk cId="651813240" sldId="282"/>
            <ac:inkMk id="32" creationId="{657FADEE-A64F-DD4C-AE7C-1D54F2418C83}"/>
          </ac:inkMkLst>
        </pc:inkChg>
        <pc:inkChg chg="add">
          <ac:chgData name="Aggie Menezes" userId="74619c95fa3483c9" providerId="LiveId" clId="{6A46CFC1-D81F-9C46-BB3E-0BAFF4AC7CB5}" dt="2020-10-29T15:04:31.774" v="1723"/>
          <ac:inkMkLst>
            <pc:docMk/>
            <pc:sldMk cId="651813240" sldId="282"/>
            <ac:inkMk id="33" creationId="{C21768E5-52E5-8440-B9E5-6EDAC3ACE30B}"/>
          </ac:inkMkLst>
        </pc:inkChg>
        <pc:inkChg chg="add">
          <ac:chgData name="Aggie Menezes" userId="74619c95fa3483c9" providerId="LiveId" clId="{6A46CFC1-D81F-9C46-BB3E-0BAFF4AC7CB5}" dt="2020-10-29T15:04:32.967" v="1724"/>
          <ac:inkMkLst>
            <pc:docMk/>
            <pc:sldMk cId="651813240" sldId="282"/>
            <ac:inkMk id="34" creationId="{895371C4-A4EE-E441-AC81-0D243B46E95D}"/>
          </ac:inkMkLst>
        </pc:inkChg>
        <pc:inkChg chg="add">
          <ac:chgData name="Aggie Menezes" userId="74619c95fa3483c9" providerId="LiveId" clId="{6A46CFC1-D81F-9C46-BB3E-0BAFF4AC7CB5}" dt="2020-10-29T15:04:38.323" v="1726"/>
          <ac:inkMkLst>
            <pc:docMk/>
            <pc:sldMk cId="651813240" sldId="282"/>
            <ac:inkMk id="36" creationId="{906DA664-A207-6047-B4C0-0FFB0F5B0303}"/>
          </ac:inkMkLst>
        </pc:inkChg>
        <pc:inkChg chg="add">
          <ac:chgData name="Aggie Menezes" userId="74619c95fa3483c9" providerId="LiveId" clId="{6A46CFC1-D81F-9C46-BB3E-0BAFF4AC7CB5}" dt="2020-10-29T15:04:39.690" v="1727"/>
          <ac:inkMkLst>
            <pc:docMk/>
            <pc:sldMk cId="651813240" sldId="282"/>
            <ac:inkMk id="37" creationId="{CD3E3FC8-DDAC-5742-8D01-64EF637116F1}"/>
          </ac:inkMkLst>
        </pc:inkChg>
        <pc:inkChg chg="add">
          <ac:chgData name="Aggie Menezes" userId="74619c95fa3483c9" providerId="LiveId" clId="{6A46CFC1-D81F-9C46-BB3E-0BAFF4AC7CB5}" dt="2020-10-29T15:05:13.081" v="1729"/>
          <ac:inkMkLst>
            <pc:docMk/>
            <pc:sldMk cId="651813240" sldId="282"/>
            <ac:inkMk id="39" creationId="{03F1A05B-AECD-C24A-8D68-7924B350A5C2}"/>
          </ac:inkMkLst>
        </pc:inkChg>
        <pc:inkChg chg="add">
          <ac:chgData name="Aggie Menezes" userId="74619c95fa3483c9" providerId="LiveId" clId="{6A46CFC1-D81F-9C46-BB3E-0BAFF4AC7CB5}" dt="2020-10-29T15:05:17.470" v="1730"/>
          <ac:inkMkLst>
            <pc:docMk/>
            <pc:sldMk cId="651813240" sldId="282"/>
            <ac:inkMk id="40" creationId="{3C9DB4C0-C4F5-1C48-AF2E-9C023B98F43D}"/>
          </ac:inkMkLst>
        </pc:inkChg>
        <pc:inkChg chg="add">
          <ac:chgData name="Aggie Menezes" userId="74619c95fa3483c9" providerId="LiveId" clId="{6A46CFC1-D81F-9C46-BB3E-0BAFF4AC7CB5}" dt="2020-10-29T15:05:21.636" v="1731"/>
          <ac:inkMkLst>
            <pc:docMk/>
            <pc:sldMk cId="651813240" sldId="282"/>
            <ac:inkMk id="41" creationId="{A48F87AC-030C-AA46-B835-897960C4417C}"/>
          </ac:inkMkLst>
        </pc:inkChg>
        <pc:inkChg chg="add">
          <ac:chgData name="Aggie Menezes" userId="74619c95fa3483c9" providerId="LiveId" clId="{6A46CFC1-D81F-9C46-BB3E-0BAFF4AC7CB5}" dt="2020-10-29T15:05:24.715" v="1732"/>
          <ac:inkMkLst>
            <pc:docMk/>
            <pc:sldMk cId="651813240" sldId="282"/>
            <ac:inkMk id="42" creationId="{C571B15F-E5BA-8842-96F0-225BA35CF06C}"/>
          </ac:inkMkLst>
        </pc:inkChg>
        <pc:inkChg chg="add">
          <ac:chgData name="Aggie Menezes" userId="74619c95fa3483c9" providerId="LiveId" clId="{6A46CFC1-D81F-9C46-BB3E-0BAFF4AC7CB5}" dt="2020-10-29T15:05:25.476" v="1733"/>
          <ac:inkMkLst>
            <pc:docMk/>
            <pc:sldMk cId="651813240" sldId="282"/>
            <ac:inkMk id="43" creationId="{66DF74D9-9DE5-7A47-BC0D-9798DD653E29}"/>
          </ac:inkMkLst>
        </pc:inkChg>
        <pc:inkChg chg="add">
          <ac:chgData name="Aggie Menezes" userId="74619c95fa3483c9" providerId="LiveId" clId="{6A46CFC1-D81F-9C46-BB3E-0BAFF4AC7CB5}" dt="2020-10-29T15:05:26.528" v="1734"/>
          <ac:inkMkLst>
            <pc:docMk/>
            <pc:sldMk cId="651813240" sldId="282"/>
            <ac:inkMk id="44" creationId="{2CD68BEF-8A3D-5047-83D9-2633B8812AC0}"/>
          </ac:inkMkLst>
        </pc:inkChg>
        <pc:inkChg chg="add">
          <ac:chgData name="Aggie Menezes" userId="74619c95fa3483c9" providerId="LiveId" clId="{6A46CFC1-D81F-9C46-BB3E-0BAFF4AC7CB5}" dt="2020-10-29T15:05:27.156" v="1735"/>
          <ac:inkMkLst>
            <pc:docMk/>
            <pc:sldMk cId="651813240" sldId="282"/>
            <ac:inkMk id="45" creationId="{7CA8FDDE-504F-EF47-A177-83612A4F27F3}"/>
          </ac:inkMkLst>
        </pc:inkChg>
        <pc:inkChg chg="add">
          <ac:chgData name="Aggie Menezes" userId="74619c95fa3483c9" providerId="LiveId" clId="{6A46CFC1-D81F-9C46-BB3E-0BAFF4AC7CB5}" dt="2020-10-29T15:05:28.580" v="1737"/>
          <ac:inkMkLst>
            <pc:docMk/>
            <pc:sldMk cId="651813240" sldId="282"/>
            <ac:inkMk id="48" creationId="{E68B6AA8-2D02-9347-AB8D-5DCB13D15363}"/>
          </ac:inkMkLst>
        </pc:inkChg>
        <pc:inkChg chg="add">
          <ac:chgData name="Aggie Menezes" userId="74619c95fa3483c9" providerId="LiveId" clId="{6A46CFC1-D81F-9C46-BB3E-0BAFF4AC7CB5}" dt="2020-10-29T15:05:29.172" v="1738"/>
          <ac:inkMkLst>
            <pc:docMk/>
            <pc:sldMk cId="651813240" sldId="282"/>
            <ac:inkMk id="49" creationId="{08B79C55-3C68-5C4D-88EF-124032645C2C}"/>
          </ac:inkMkLst>
        </pc:inkChg>
        <pc:inkChg chg="add topLvl">
          <ac:chgData name="Aggie Menezes" userId="74619c95fa3483c9" providerId="LiveId" clId="{6A46CFC1-D81F-9C46-BB3E-0BAFF4AC7CB5}" dt="2020-10-29T15:05:39.754" v="1749"/>
          <ac:inkMkLst>
            <pc:docMk/>
            <pc:sldMk cId="651813240" sldId="282"/>
            <ac:inkMk id="51" creationId="{866A4BD5-8124-B143-A8A9-0E77A849431F}"/>
          </ac:inkMkLst>
        </pc:inkChg>
        <pc:inkChg chg="add topLvl">
          <ac:chgData name="Aggie Menezes" userId="74619c95fa3483c9" providerId="LiveId" clId="{6A46CFC1-D81F-9C46-BB3E-0BAFF4AC7CB5}" dt="2020-10-29T15:05:39.754" v="1749"/>
          <ac:inkMkLst>
            <pc:docMk/>
            <pc:sldMk cId="651813240" sldId="282"/>
            <ac:inkMk id="52" creationId="{2F24D5BB-DB7C-094B-9F6F-85CBD369D0E8}"/>
          </ac:inkMkLst>
        </pc:inkChg>
        <pc:inkChg chg="add">
          <ac:chgData name="Aggie Menezes" userId="74619c95fa3483c9" providerId="LiveId" clId="{6A46CFC1-D81F-9C46-BB3E-0BAFF4AC7CB5}" dt="2020-10-29T15:05:37.017" v="1743"/>
          <ac:inkMkLst>
            <pc:docMk/>
            <pc:sldMk cId="651813240" sldId="282"/>
            <ac:inkMk id="54" creationId="{0EE8DF60-AC9A-E24B-A142-677ADF0ABB5C}"/>
          </ac:inkMkLst>
        </pc:inkChg>
        <pc:inkChg chg="add">
          <ac:chgData name="Aggie Menezes" userId="74619c95fa3483c9" providerId="LiveId" clId="{6A46CFC1-D81F-9C46-BB3E-0BAFF4AC7CB5}" dt="2020-10-29T15:05:37.553" v="1744"/>
          <ac:inkMkLst>
            <pc:docMk/>
            <pc:sldMk cId="651813240" sldId="282"/>
            <ac:inkMk id="55" creationId="{808FDDCD-9B4A-BD4D-AC0E-3E7AE19BA734}"/>
          </ac:inkMkLst>
        </pc:inkChg>
        <pc:inkChg chg="add">
          <ac:chgData name="Aggie Menezes" userId="74619c95fa3483c9" providerId="LiveId" clId="{6A46CFC1-D81F-9C46-BB3E-0BAFF4AC7CB5}" dt="2020-10-29T15:05:38" v="1745"/>
          <ac:inkMkLst>
            <pc:docMk/>
            <pc:sldMk cId="651813240" sldId="282"/>
            <ac:inkMk id="56" creationId="{3D8C8336-06FA-2346-862F-84514C9D3278}"/>
          </ac:inkMkLst>
        </pc:inkChg>
        <pc:inkChg chg="add">
          <ac:chgData name="Aggie Menezes" userId="74619c95fa3483c9" providerId="LiveId" clId="{6A46CFC1-D81F-9C46-BB3E-0BAFF4AC7CB5}" dt="2020-10-29T15:05:38.778" v="1746"/>
          <ac:inkMkLst>
            <pc:docMk/>
            <pc:sldMk cId="651813240" sldId="282"/>
            <ac:inkMk id="57" creationId="{C1EB50A7-2E83-964B-8C22-3F594033F956}"/>
          </ac:inkMkLst>
        </pc:inkChg>
        <pc:inkChg chg="add">
          <ac:chgData name="Aggie Menezes" userId="74619c95fa3483c9" providerId="LiveId" clId="{6A46CFC1-D81F-9C46-BB3E-0BAFF4AC7CB5}" dt="2020-10-29T15:05:38.981" v="1747"/>
          <ac:inkMkLst>
            <pc:docMk/>
            <pc:sldMk cId="651813240" sldId="282"/>
            <ac:inkMk id="58" creationId="{4F678FEC-4BF9-9842-A722-9104B7B6742D}"/>
          </ac:inkMkLst>
        </pc:inkChg>
        <pc:inkChg chg="add">
          <ac:chgData name="Aggie Menezes" userId="74619c95fa3483c9" providerId="LiveId" clId="{6A46CFC1-D81F-9C46-BB3E-0BAFF4AC7CB5}" dt="2020-10-29T15:05:39.124" v="1748"/>
          <ac:inkMkLst>
            <pc:docMk/>
            <pc:sldMk cId="651813240" sldId="282"/>
            <ac:inkMk id="59" creationId="{1F06EE1A-F929-6442-8917-88D462E51EC4}"/>
          </ac:inkMkLst>
        </pc:inkChg>
        <pc:inkChg chg="add">
          <ac:chgData name="Aggie Menezes" userId="74619c95fa3483c9" providerId="LiveId" clId="{6A46CFC1-D81F-9C46-BB3E-0BAFF4AC7CB5}" dt="2020-10-29T15:05:40.798" v="1750"/>
          <ac:inkMkLst>
            <pc:docMk/>
            <pc:sldMk cId="651813240" sldId="282"/>
            <ac:inkMk id="61" creationId="{BEE1ECB3-4F52-2449-B334-F4059FDABBF3}"/>
          </ac:inkMkLst>
        </pc:inkChg>
        <pc:inkChg chg="add">
          <ac:chgData name="Aggie Menezes" userId="74619c95fa3483c9" providerId="LiveId" clId="{6A46CFC1-D81F-9C46-BB3E-0BAFF4AC7CB5}" dt="2020-10-29T15:05:41.237" v="1751"/>
          <ac:inkMkLst>
            <pc:docMk/>
            <pc:sldMk cId="651813240" sldId="282"/>
            <ac:inkMk id="62" creationId="{F8ED96BB-678F-E340-AE42-0CCE08EF9DFE}"/>
          </ac:inkMkLst>
        </pc:inkChg>
        <pc:inkChg chg="add">
          <ac:chgData name="Aggie Menezes" userId="74619c95fa3483c9" providerId="LiveId" clId="{6A46CFC1-D81F-9C46-BB3E-0BAFF4AC7CB5}" dt="2020-10-29T15:05:41.636" v="1752"/>
          <ac:inkMkLst>
            <pc:docMk/>
            <pc:sldMk cId="651813240" sldId="282"/>
            <ac:inkMk id="63" creationId="{DEF30B53-23E7-C241-823C-DF1A9CAD1217}"/>
          </ac:inkMkLst>
        </pc:inkChg>
        <pc:inkChg chg="add">
          <ac:chgData name="Aggie Menezes" userId="74619c95fa3483c9" providerId="LiveId" clId="{6A46CFC1-D81F-9C46-BB3E-0BAFF4AC7CB5}" dt="2020-10-29T15:05:42.180" v="1753"/>
          <ac:inkMkLst>
            <pc:docMk/>
            <pc:sldMk cId="651813240" sldId="282"/>
            <ac:inkMk id="64" creationId="{ED503B2D-AEB3-1D40-933D-E126429C1E4D}"/>
          </ac:inkMkLst>
        </pc:inkChg>
        <pc:inkChg chg="add">
          <ac:chgData name="Aggie Menezes" userId="74619c95fa3483c9" providerId="LiveId" clId="{6A46CFC1-D81F-9C46-BB3E-0BAFF4AC7CB5}" dt="2020-10-29T15:05:42.640" v="1754"/>
          <ac:inkMkLst>
            <pc:docMk/>
            <pc:sldMk cId="651813240" sldId="282"/>
            <ac:inkMk id="65" creationId="{D3920152-320D-A043-A6CF-EF16D387DF35}"/>
          </ac:inkMkLst>
        </pc:inkChg>
        <pc:inkChg chg="add">
          <ac:chgData name="Aggie Menezes" userId="74619c95fa3483c9" providerId="LiveId" clId="{6A46CFC1-D81F-9C46-BB3E-0BAFF4AC7CB5}" dt="2020-10-29T15:05:43.008" v="1755"/>
          <ac:inkMkLst>
            <pc:docMk/>
            <pc:sldMk cId="651813240" sldId="282"/>
            <ac:inkMk id="66" creationId="{3EEF20A2-DCDC-4A48-8353-8FA3D950FBDD}"/>
          </ac:inkMkLst>
        </pc:inkChg>
        <pc:inkChg chg="add">
          <ac:chgData name="Aggie Menezes" userId="74619c95fa3483c9" providerId="LiveId" clId="{6A46CFC1-D81F-9C46-BB3E-0BAFF4AC7CB5}" dt="2020-10-29T15:05:43.228" v="1756"/>
          <ac:inkMkLst>
            <pc:docMk/>
            <pc:sldMk cId="651813240" sldId="282"/>
            <ac:inkMk id="67" creationId="{84A83B4C-8578-D54E-A894-D8AF64E89185}"/>
          </ac:inkMkLst>
        </pc:inkChg>
        <pc:inkChg chg="add">
          <ac:chgData name="Aggie Menezes" userId="74619c95fa3483c9" providerId="LiveId" clId="{6A46CFC1-D81F-9C46-BB3E-0BAFF4AC7CB5}" dt="2020-10-29T15:05:43.395" v="1757"/>
          <ac:inkMkLst>
            <pc:docMk/>
            <pc:sldMk cId="651813240" sldId="282"/>
            <ac:inkMk id="68" creationId="{946FD05C-81F2-DB45-B9F7-BED92B5C10FF}"/>
          </ac:inkMkLst>
        </pc:inkChg>
        <pc:inkChg chg="add">
          <ac:chgData name="Aggie Menezes" userId="74619c95fa3483c9" providerId="LiveId" clId="{6A46CFC1-D81F-9C46-BB3E-0BAFF4AC7CB5}" dt="2020-10-29T15:05:43.578" v="1758"/>
          <ac:inkMkLst>
            <pc:docMk/>
            <pc:sldMk cId="651813240" sldId="282"/>
            <ac:inkMk id="69" creationId="{A9E187C3-A18E-0A40-99B4-8C42A79CA998}"/>
          </ac:inkMkLst>
        </pc:inkChg>
        <pc:inkChg chg="add">
          <ac:chgData name="Aggie Menezes" userId="74619c95fa3483c9" providerId="LiveId" clId="{6A46CFC1-D81F-9C46-BB3E-0BAFF4AC7CB5}" dt="2020-10-29T15:05:43.774" v="1759"/>
          <ac:inkMkLst>
            <pc:docMk/>
            <pc:sldMk cId="651813240" sldId="282"/>
            <ac:inkMk id="70" creationId="{F8911841-7575-6A44-A1D2-995FA5E25CBD}"/>
          </ac:inkMkLst>
        </pc:inkChg>
        <pc:inkChg chg="add">
          <ac:chgData name="Aggie Menezes" userId="74619c95fa3483c9" providerId="LiveId" clId="{6A46CFC1-D81F-9C46-BB3E-0BAFF4AC7CB5}" dt="2020-10-29T15:05:57.768" v="1761"/>
          <ac:inkMkLst>
            <pc:docMk/>
            <pc:sldMk cId="651813240" sldId="282"/>
            <ac:inkMk id="72" creationId="{A58258DB-FD12-AD49-8A89-23620839FCC5}"/>
          </ac:inkMkLst>
        </pc:inkChg>
        <pc:inkChg chg="add">
          <ac:chgData name="Aggie Menezes" userId="74619c95fa3483c9" providerId="LiveId" clId="{6A46CFC1-D81F-9C46-BB3E-0BAFF4AC7CB5}" dt="2020-10-29T15:06:00.848" v="1762"/>
          <ac:inkMkLst>
            <pc:docMk/>
            <pc:sldMk cId="651813240" sldId="282"/>
            <ac:inkMk id="73" creationId="{76D487A9-017C-0C47-BD0F-D44D3A1B5E8A}"/>
          </ac:inkMkLst>
        </pc:inkChg>
        <pc:inkChg chg="add">
          <ac:chgData name="Aggie Menezes" userId="74619c95fa3483c9" providerId="LiveId" clId="{6A46CFC1-D81F-9C46-BB3E-0BAFF4AC7CB5}" dt="2020-10-29T15:06:07.958" v="1763"/>
          <ac:inkMkLst>
            <pc:docMk/>
            <pc:sldMk cId="651813240" sldId="282"/>
            <ac:inkMk id="74" creationId="{24C22533-F03C-C340-A6E7-41136D041B29}"/>
          </ac:inkMkLst>
        </pc:inkChg>
        <pc:inkChg chg="add">
          <ac:chgData name="Aggie Menezes" userId="74619c95fa3483c9" providerId="LiveId" clId="{6A46CFC1-D81F-9C46-BB3E-0BAFF4AC7CB5}" dt="2020-10-29T15:06:10.897" v="1764"/>
          <ac:inkMkLst>
            <pc:docMk/>
            <pc:sldMk cId="651813240" sldId="282"/>
            <ac:inkMk id="75" creationId="{19932A6D-CECD-8E47-87C2-7246E43F9A54}"/>
          </ac:inkMkLst>
        </pc:inkChg>
        <pc:inkChg chg="add">
          <ac:chgData name="Aggie Menezes" userId="74619c95fa3483c9" providerId="LiveId" clId="{6A46CFC1-D81F-9C46-BB3E-0BAFF4AC7CB5}" dt="2020-10-29T15:06:11.428" v="1765"/>
          <ac:inkMkLst>
            <pc:docMk/>
            <pc:sldMk cId="651813240" sldId="282"/>
            <ac:inkMk id="76" creationId="{31635501-4252-7046-9D61-F2CCCDD3B5BB}"/>
          </ac:inkMkLst>
        </pc:inkChg>
        <pc:inkChg chg="add">
          <ac:chgData name="Aggie Menezes" userId="74619c95fa3483c9" providerId="LiveId" clId="{6A46CFC1-D81F-9C46-BB3E-0BAFF4AC7CB5}" dt="2020-10-29T15:06:16.452" v="1767"/>
          <ac:inkMkLst>
            <pc:docMk/>
            <pc:sldMk cId="651813240" sldId="282"/>
            <ac:inkMk id="78" creationId="{D1BCEBE3-F43D-C24E-B5CB-A54D3664A3B0}"/>
          </ac:inkMkLst>
        </pc:inkChg>
        <pc:inkChg chg="add">
          <ac:chgData name="Aggie Menezes" userId="74619c95fa3483c9" providerId="LiveId" clId="{6A46CFC1-D81F-9C46-BB3E-0BAFF4AC7CB5}" dt="2020-10-29T15:06:18.917" v="1768"/>
          <ac:inkMkLst>
            <pc:docMk/>
            <pc:sldMk cId="651813240" sldId="282"/>
            <ac:inkMk id="79" creationId="{06013FDB-0987-2549-8B9B-53961A90551A}"/>
          </ac:inkMkLst>
        </pc:inkChg>
        <pc:inkChg chg="add">
          <ac:chgData name="Aggie Menezes" userId="74619c95fa3483c9" providerId="LiveId" clId="{6A46CFC1-D81F-9C46-BB3E-0BAFF4AC7CB5}" dt="2020-10-29T15:06:19.381" v="1769"/>
          <ac:inkMkLst>
            <pc:docMk/>
            <pc:sldMk cId="651813240" sldId="282"/>
            <ac:inkMk id="80" creationId="{6A762D90-DE58-AF44-B356-6A46934A3915}"/>
          </ac:inkMkLst>
        </pc:inkChg>
        <pc:inkChg chg="add">
          <ac:chgData name="Aggie Menezes" userId="74619c95fa3483c9" providerId="LiveId" clId="{6A46CFC1-D81F-9C46-BB3E-0BAFF4AC7CB5}" dt="2020-10-29T15:06:30.525" v="1771"/>
          <ac:inkMkLst>
            <pc:docMk/>
            <pc:sldMk cId="651813240" sldId="282"/>
            <ac:inkMk id="82" creationId="{790BFC62-AAA4-3649-BB2E-4D3F7463D846}"/>
          </ac:inkMkLst>
        </pc:inkChg>
        <pc:inkChg chg="add">
          <ac:chgData name="Aggie Menezes" userId="74619c95fa3483c9" providerId="LiveId" clId="{6A46CFC1-D81F-9C46-BB3E-0BAFF4AC7CB5}" dt="2020-10-29T15:06:31.419" v="1772"/>
          <ac:inkMkLst>
            <pc:docMk/>
            <pc:sldMk cId="651813240" sldId="282"/>
            <ac:inkMk id="83" creationId="{24BC90B6-DE50-914D-B6FC-608F6AFE0834}"/>
          </ac:inkMkLst>
        </pc:inkChg>
        <pc:inkChg chg="add">
          <ac:chgData name="Aggie Menezes" userId="74619c95fa3483c9" providerId="LiveId" clId="{6A46CFC1-D81F-9C46-BB3E-0BAFF4AC7CB5}" dt="2020-10-29T15:06:32.244" v="1773"/>
          <ac:inkMkLst>
            <pc:docMk/>
            <pc:sldMk cId="651813240" sldId="282"/>
            <ac:inkMk id="84" creationId="{A5E9D60A-02EE-B54A-80E2-11EFAD301D8A}"/>
          </ac:inkMkLst>
        </pc:inkChg>
        <pc:inkChg chg="add topLvl">
          <ac:chgData name="Aggie Menezes" userId="74619c95fa3483c9" providerId="LiveId" clId="{6A46CFC1-D81F-9C46-BB3E-0BAFF4AC7CB5}" dt="2020-10-29T15:06:45.115" v="1781"/>
          <ac:inkMkLst>
            <pc:docMk/>
            <pc:sldMk cId="651813240" sldId="282"/>
            <ac:inkMk id="86" creationId="{1A40916B-1689-5E4A-AC7B-1F71D963F192}"/>
          </ac:inkMkLst>
        </pc:inkChg>
        <pc:inkChg chg="add topLvl">
          <ac:chgData name="Aggie Menezes" userId="74619c95fa3483c9" providerId="LiveId" clId="{6A46CFC1-D81F-9C46-BB3E-0BAFF4AC7CB5}" dt="2020-10-29T15:06:45.115" v="1781"/>
          <ac:inkMkLst>
            <pc:docMk/>
            <pc:sldMk cId="651813240" sldId="282"/>
            <ac:inkMk id="87" creationId="{8B3E123F-79FF-094D-AF96-792CD80C4809}"/>
          </ac:inkMkLst>
        </pc:inkChg>
        <pc:inkChg chg="add topLvl">
          <ac:chgData name="Aggie Menezes" userId="74619c95fa3483c9" providerId="LiveId" clId="{6A46CFC1-D81F-9C46-BB3E-0BAFF4AC7CB5}" dt="2020-10-29T15:06:45.115" v="1781"/>
          <ac:inkMkLst>
            <pc:docMk/>
            <pc:sldMk cId="651813240" sldId="282"/>
            <ac:inkMk id="88" creationId="{DA47C339-24BF-0444-ADFB-E8DE53B95E91}"/>
          </ac:inkMkLst>
        </pc:inkChg>
        <pc:inkChg chg="add topLvl">
          <ac:chgData name="Aggie Menezes" userId="74619c95fa3483c9" providerId="LiveId" clId="{6A46CFC1-D81F-9C46-BB3E-0BAFF4AC7CB5}" dt="2020-10-29T15:06:45.115" v="1781"/>
          <ac:inkMkLst>
            <pc:docMk/>
            <pc:sldMk cId="651813240" sldId="282"/>
            <ac:inkMk id="89" creationId="{35164A43-2E33-1A47-B771-C6DEA97433C0}"/>
          </ac:inkMkLst>
        </pc:inkChg>
        <pc:inkChg chg="add">
          <ac:chgData name="Aggie Menezes" userId="74619c95fa3483c9" providerId="LiveId" clId="{6A46CFC1-D81F-9C46-BB3E-0BAFF4AC7CB5}" dt="2020-10-29T15:06:44.590" v="1780"/>
          <ac:inkMkLst>
            <pc:docMk/>
            <pc:sldMk cId="651813240" sldId="282"/>
            <ac:inkMk id="91" creationId="{36EA2E09-9089-FA44-94FC-1DC316910792}"/>
          </ac:inkMkLst>
        </pc:inkChg>
        <pc:inkChg chg="add">
          <ac:chgData name="Aggie Menezes" userId="74619c95fa3483c9" providerId="LiveId" clId="{6A46CFC1-D81F-9C46-BB3E-0BAFF4AC7CB5}" dt="2020-10-29T15:06:49.043" v="1782"/>
          <ac:inkMkLst>
            <pc:docMk/>
            <pc:sldMk cId="651813240" sldId="282"/>
            <ac:inkMk id="93" creationId="{280B0F67-5266-7941-8066-7721C14D19C1}"/>
          </ac:inkMkLst>
        </pc:inkChg>
        <pc:inkChg chg="add">
          <ac:chgData name="Aggie Menezes" userId="74619c95fa3483c9" providerId="LiveId" clId="{6A46CFC1-D81F-9C46-BB3E-0BAFF4AC7CB5}" dt="2020-10-29T15:06:49.241" v="1783"/>
          <ac:inkMkLst>
            <pc:docMk/>
            <pc:sldMk cId="651813240" sldId="282"/>
            <ac:inkMk id="94" creationId="{AE73C9F0-46C6-9747-B1C2-0BF587314EAA}"/>
          </ac:inkMkLst>
        </pc:inkChg>
        <pc:inkChg chg="add">
          <ac:chgData name="Aggie Menezes" userId="74619c95fa3483c9" providerId="LiveId" clId="{6A46CFC1-D81F-9C46-BB3E-0BAFF4AC7CB5}" dt="2020-10-29T15:06:49.868" v="1784"/>
          <ac:inkMkLst>
            <pc:docMk/>
            <pc:sldMk cId="651813240" sldId="282"/>
            <ac:inkMk id="95" creationId="{68810A7C-23D1-4C42-84C3-E5F432EDEADB}"/>
          </ac:inkMkLst>
        </pc:inkChg>
        <pc:inkChg chg="add">
          <ac:chgData name="Aggie Menezes" userId="74619c95fa3483c9" providerId="LiveId" clId="{6A46CFC1-D81F-9C46-BB3E-0BAFF4AC7CB5}" dt="2020-10-29T15:06:50.159" v="1785"/>
          <ac:inkMkLst>
            <pc:docMk/>
            <pc:sldMk cId="651813240" sldId="282"/>
            <ac:inkMk id="96" creationId="{18DB3266-7D3F-C941-8A6D-9C5778D26A57}"/>
          </ac:inkMkLst>
        </pc:inkChg>
        <pc:inkChg chg="add">
          <ac:chgData name="Aggie Menezes" userId="74619c95fa3483c9" providerId="LiveId" clId="{6A46CFC1-D81F-9C46-BB3E-0BAFF4AC7CB5}" dt="2020-10-29T15:06:50.429" v="1786"/>
          <ac:inkMkLst>
            <pc:docMk/>
            <pc:sldMk cId="651813240" sldId="282"/>
            <ac:inkMk id="97" creationId="{C203C9E3-DDFB-9041-BF22-09DE985922A7}"/>
          </ac:inkMkLst>
        </pc:inkChg>
        <pc:inkChg chg="add">
          <ac:chgData name="Aggie Menezes" userId="74619c95fa3483c9" providerId="LiveId" clId="{6A46CFC1-D81F-9C46-BB3E-0BAFF4AC7CB5}" dt="2020-10-29T15:06:50.675" v="1787"/>
          <ac:inkMkLst>
            <pc:docMk/>
            <pc:sldMk cId="651813240" sldId="282"/>
            <ac:inkMk id="98" creationId="{49614983-44AC-AC40-911F-93DB917A1E86}"/>
          </ac:inkMkLst>
        </pc:inkChg>
        <pc:inkChg chg="add">
          <ac:chgData name="Aggie Menezes" userId="74619c95fa3483c9" providerId="LiveId" clId="{6A46CFC1-D81F-9C46-BB3E-0BAFF4AC7CB5}" dt="2020-10-29T15:06:50.908" v="1788"/>
          <ac:inkMkLst>
            <pc:docMk/>
            <pc:sldMk cId="651813240" sldId="282"/>
            <ac:inkMk id="99" creationId="{4C023906-4491-2C4D-9E85-4405C29728DB}"/>
          </ac:inkMkLst>
        </pc:inkChg>
        <pc:inkChg chg="add">
          <ac:chgData name="Aggie Menezes" userId="74619c95fa3483c9" providerId="LiveId" clId="{6A46CFC1-D81F-9C46-BB3E-0BAFF4AC7CB5}" dt="2020-10-29T15:06:51.342" v="1789"/>
          <ac:inkMkLst>
            <pc:docMk/>
            <pc:sldMk cId="651813240" sldId="282"/>
            <ac:inkMk id="100" creationId="{1AB2579F-E8B2-BB46-8FEC-143CF8A1A7A2}"/>
          </ac:inkMkLst>
        </pc:inkChg>
        <pc:inkChg chg="add">
          <ac:chgData name="Aggie Menezes" userId="74619c95fa3483c9" providerId="LiveId" clId="{6A46CFC1-D81F-9C46-BB3E-0BAFF4AC7CB5}" dt="2020-10-29T15:06:51.776" v="1790"/>
          <ac:inkMkLst>
            <pc:docMk/>
            <pc:sldMk cId="651813240" sldId="282"/>
            <ac:inkMk id="101" creationId="{A0A8F02C-E6FB-DA40-8BB4-324C9128C9AA}"/>
          </ac:inkMkLst>
        </pc:inkChg>
        <pc:inkChg chg="add topLvl">
          <ac:chgData name="Aggie Menezes" userId="74619c95fa3483c9" providerId="LiveId" clId="{6A46CFC1-D81F-9C46-BB3E-0BAFF4AC7CB5}" dt="2020-10-29T15:07:27.622" v="1809"/>
          <ac:inkMkLst>
            <pc:docMk/>
            <pc:sldMk cId="651813240" sldId="282"/>
            <ac:inkMk id="103" creationId="{B5AC4EB6-9F54-FD43-B72E-7721153D72F9}"/>
          </ac:inkMkLst>
        </pc:inkChg>
        <pc:inkChg chg="add topLvl">
          <ac:chgData name="Aggie Menezes" userId="74619c95fa3483c9" providerId="LiveId" clId="{6A46CFC1-D81F-9C46-BB3E-0BAFF4AC7CB5}" dt="2020-10-29T15:07:27.622" v="1809"/>
          <ac:inkMkLst>
            <pc:docMk/>
            <pc:sldMk cId="651813240" sldId="282"/>
            <ac:inkMk id="104" creationId="{6D7BDEF3-B244-7242-833C-3E7DC6D6BD50}"/>
          </ac:inkMkLst>
        </pc:inkChg>
        <pc:inkChg chg="add topLvl">
          <ac:chgData name="Aggie Menezes" userId="74619c95fa3483c9" providerId="LiveId" clId="{6A46CFC1-D81F-9C46-BB3E-0BAFF4AC7CB5}" dt="2020-10-29T15:07:27.622" v="1809"/>
          <ac:inkMkLst>
            <pc:docMk/>
            <pc:sldMk cId="651813240" sldId="282"/>
            <ac:inkMk id="105" creationId="{E8CC22F8-4CA2-E242-8AB0-C28F2120FA07}"/>
          </ac:inkMkLst>
        </pc:inkChg>
        <pc:inkChg chg="add topLvl">
          <ac:chgData name="Aggie Menezes" userId="74619c95fa3483c9" providerId="LiveId" clId="{6A46CFC1-D81F-9C46-BB3E-0BAFF4AC7CB5}" dt="2020-10-29T15:07:27.622" v="1809"/>
          <ac:inkMkLst>
            <pc:docMk/>
            <pc:sldMk cId="651813240" sldId="282"/>
            <ac:inkMk id="106" creationId="{228326B9-EC65-A24B-8771-9B485734F02D}"/>
          </ac:inkMkLst>
        </pc:inkChg>
        <pc:inkChg chg="add topLvl">
          <ac:chgData name="Aggie Menezes" userId="74619c95fa3483c9" providerId="LiveId" clId="{6A46CFC1-D81F-9C46-BB3E-0BAFF4AC7CB5}" dt="2020-10-29T15:07:27.622" v="1809"/>
          <ac:inkMkLst>
            <pc:docMk/>
            <pc:sldMk cId="651813240" sldId="282"/>
            <ac:inkMk id="107" creationId="{4106711B-A7AB-334E-9693-4FED8B010B35}"/>
          </ac:inkMkLst>
        </pc:inkChg>
        <pc:inkChg chg="add topLvl">
          <ac:chgData name="Aggie Menezes" userId="74619c95fa3483c9" providerId="LiveId" clId="{6A46CFC1-D81F-9C46-BB3E-0BAFF4AC7CB5}" dt="2020-10-29T15:07:27.622" v="1809"/>
          <ac:inkMkLst>
            <pc:docMk/>
            <pc:sldMk cId="651813240" sldId="282"/>
            <ac:inkMk id="108" creationId="{F6E484E3-2D0E-CB40-8FDC-D86884134AF8}"/>
          </ac:inkMkLst>
        </pc:inkChg>
        <pc:inkChg chg="add topLvl">
          <ac:chgData name="Aggie Menezes" userId="74619c95fa3483c9" providerId="LiveId" clId="{6A46CFC1-D81F-9C46-BB3E-0BAFF4AC7CB5}" dt="2020-10-29T15:07:27.622" v="1809"/>
          <ac:inkMkLst>
            <pc:docMk/>
            <pc:sldMk cId="651813240" sldId="282"/>
            <ac:inkMk id="109" creationId="{8C3F3C22-CCBE-CF40-94C4-8DDBFDAD7483}"/>
          </ac:inkMkLst>
        </pc:inkChg>
        <pc:inkChg chg="add topLvl">
          <ac:chgData name="Aggie Menezes" userId="74619c95fa3483c9" providerId="LiveId" clId="{6A46CFC1-D81F-9C46-BB3E-0BAFF4AC7CB5}" dt="2020-10-29T15:07:27.622" v="1809"/>
          <ac:inkMkLst>
            <pc:docMk/>
            <pc:sldMk cId="651813240" sldId="282"/>
            <ac:inkMk id="110" creationId="{41711150-E46F-3747-85F6-67EBD90BA6E6}"/>
          </ac:inkMkLst>
        </pc:inkChg>
        <pc:inkChg chg="add">
          <ac:chgData name="Aggie Menezes" userId="74619c95fa3483c9" providerId="LiveId" clId="{6A46CFC1-D81F-9C46-BB3E-0BAFF4AC7CB5}" dt="2020-10-29T15:07:23.160" v="1801"/>
          <ac:inkMkLst>
            <pc:docMk/>
            <pc:sldMk cId="651813240" sldId="282"/>
            <ac:inkMk id="112" creationId="{9ED98E1D-CD19-324D-8570-06D237ABF9EB}"/>
          </ac:inkMkLst>
        </pc:inkChg>
        <pc:inkChg chg="add">
          <ac:chgData name="Aggie Menezes" userId="74619c95fa3483c9" providerId="LiveId" clId="{6A46CFC1-D81F-9C46-BB3E-0BAFF4AC7CB5}" dt="2020-10-29T15:07:23.797" v="1802"/>
          <ac:inkMkLst>
            <pc:docMk/>
            <pc:sldMk cId="651813240" sldId="282"/>
            <ac:inkMk id="113" creationId="{2A43D819-356F-3E42-8F0D-E555564EF935}"/>
          </ac:inkMkLst>
        </pc:inkChg>
        <pc:inkChg chg="add">
          <ac:chgData name="Aggie Menezes" userId="74619c95fa3483c9" providerId="LiveId" clId="{6A46CFC1-D81F-9C46-BB3E-0BAFF4AC7CB5}" dt="2020-10-29T15:07:25.162" v="1803"/>
          <ac:inkMkLst>
            <pc:docMk/>
            <pc:sldMk cId="651813240" sldId="282"/>
            <ac:inkMk id="114" creationId="{3B63C09A-19C9-8F42-97D9-3732E807AB2E}"/>
          </ac:inkMkLst>
        </pc:inkChg>
        <pc:inkChg chg="add">
          <ac:chgData name="Aggie Menezes" userId="74619c95fa3483c9" providerId="LiveId" clId="{6A46CFC1-D81F-9C46-BB3E-0BAFF4AC7CB5}" dt="2020-10-29T15:07:25.302" v="1804"/>
          <ac:inkMkLst>
            <pc:docMk/>
            <pc:sldMk cId="651813240" sldId="282"/>
            <ac:inkMk id="115" creationId="{9692AE5A-6571-F24C-A36B-AC18830ECCB9}"/>
          </ac:inkMkLst>
        </pc:inkChg>
        <pc:inkChg chg="add">
          <ac:chgData name="Aggie Menezes" userId="74619c95fa3483c9" providerId="LiveId" clId="{6A46CFC1-D81F-9C46-BB3E-0BAFF4AC7CB5}" dt="2020-10-29T15:07:25.748" v="1805"/>
          <ac:inkMkLst>
            <pc:docMk/>
            <pc:sldMk cId="651813240" sldId="282"/>
            <ac:inkMk id="116" creationId="{6306EB70-786A-EC40-8664-EA3426CD8CD2}"/>
          </ac:inkMkLst>
        </pc:inkChg>
        <pc:inkChg chg="add">
          <ac:chgData name="Aggie Menezes" userId="74619c95fa3483c9" providerId="LiveId" clId="{6A46CFC1-D81F-9C46-BB3E-0BAFF4AC7CB5}" dt="2020-10-29T15:07:26.174" v="1806"/>
          <ac:inkMkLst>
            <pc:docMk/>
            <pc:sldMk cId="651813240" sldId="282"/>
            <ac:inkMk id="117" creationId="{E5BBD411-D89A-FC47-AB67-F16416509C33}"/>
          </ac:inkMkLst>
        </pc:inkChg>
        <pc:inkChg chg="add">
          <ac:chgData name="Aggie Menezes" userId="74619c95fa3483c9" providerId="LiveId" clId="{6A46CFC1-D81F-9C46-BB3E-0BAFF4AC7CB5}" dt="2020-10-29T15:07:26.406" v="1807"/>
          <ac:inkMkLst>
            <pc:docMk/>
            <pc:sldMk cId="651813240" sldId="282"/>
            <ac:inkMk id="118" creationId="{76D2D2B0-7CB2-6042-9D21-12CC788AA049}"/>
          </ac:inkMkLst>
        </pc:inkChg>
        <pc:inkChg chg="add">
          <ac:chgData name="Aggie Menezes" userId="74619c95fa3483c9" providerId="LiveId" clId="{6A46CFC1-D81F-9C46-BB3E-0BAFF4AC7CB5}" dt="2020-10-29T15:07:26.562" v="1808"/>
          <ac:inkMkLst>
            <pc:docMk/>
            <pc:sldMk cId="651813240" sldId="282"/>
            <ac:inkMk id="119" creationId="{E1A55978-7538-0D4C-AFDD-B9097EC38E65}"/>
          </ac:inkMkLst>
        </pc:inkChg>
        <pc:inkChg chg="add">
          <ac:chgData name="Aggie Menezes" userId="74619c95fa3483c9" providerId="LiveId" clId="{6A46CFC1-D81F-9C46-BB3E-0BAFF4AC7CB5}" dt="2020-10-29T15:07:45.286" v="1810"/>
          <ac:inkMkLst>
            <pc:docMk/>
            <pc:sldMk cId="651813240" sldId="282"/>
            <ac:inkMk id="121" creationId="{19C6CF0E-2AEF-EE45-9215-3915B51E586F}"/>
          </ac:inkMkLst>
        </pc:inkChg>
        <pc:inkChg chg="add">
          <ac:chgData name="Aggie Menezes" userId="74619c95fa3483c9" providerId="LiveId" clId="{6A46CFC1-D81F-9C46-BB3E-0BAFF4AC7CB5}" dt="2020-10-29T15:07:45.710" v="1811"/>
          <ac:inkMkLst>
            <pc:docMk/>
            <pc:sldMk cId="651813240" sldId="282"/>
            <ac:inkMk id="122" creationId="{F3A16C10-7003-B24C-BCBC-B61C5519E2D7}"/>
          </ac:inkMkLst>
        </pc:inkChg>
        <pc:inkChg chg="add">
          <ac:chgData name="Aggie Menezes" userId="74619c95fa3483c9" providerId="LiveId" clId="{6A46CFC1-D81F-9C46-BB3E-0BAFF4AC7CB5}" dt="2020-10-29T15:07:46.105" v="1812"/>
          <ac:inkMkLst>
            <pc:docMk/>
            <pc:sldMk cId="651813240" sldId="282"/>
            <ac:inkMk id="123" creationId="{A6F1A92E-D517-6242-A9BD-34CC1A6EC636}"/>
          </ac:inkMkLst>
        </pc:inkChg>
        <pc:inkChg chg="add">
          <ac:chgData name="Aggie Menezes" userId="74619c95fa3483c9" providerId="LiveId" clId="{6A46CFC1-D81F-9C46-BB3E-0BAFF4AC7CB5}" dt="2020-10-29T15:07:46.498" v="1813"/>
          <ac:inkMkLst>
            <pc:docMk/>
            <pc:sldMk cId="651813240" sldId="282"/>
            <ac:inkMk id="124" creationId="{E96D3CDC-9087-A948-999F-2FA7EF8C999D}"/>
          </ac:inkMkLst>
        </pc:inkChg>
        <pc:inkChg chg="add">
          <ac:chgData name="Aggie Menezes" userId="74619c95fa3483c9" providerId="LiveId" clId="{6A46CFC1-D81F-9C46-BB3E-0BAFF4AC7CB5}" dt="2020-10-29T15:07:47.580" v="1814"/>
          <ac:inkMkLst>
            <pc:docMk/>
            <pc:sldMk cId="651813240" sldId="282"/>
            <ac:inkMk id="125" creationId="{FE79E59B-CE2A-7440-94ED-603D83F696A9}"/>
          </ac:inkMkLst>
        </pc:inkChg>
        <pc:inkChg chg="add">
          <ac:chgData name="Aggie Menezes" userId="74619c95fa3483c9" providerId="LiveId" clId="{6A46CFC1-D81F-9C46-BB3E-0BAFF4AC7CB5}" dt="2020-10-29T15:07:48.156" v="1815"/>
          <ac:inkMkLst>
            <pc:docMk/>
            <pc:sldMk cId="651813240" sldId="282"/>
            <ac:inkMk id="126" creationId="{749346C3-D019-BB4B-8ED3-E50F80C86A50}"/>
          </ac:inkMkLst>
        </pc:inkChg>
        <pc:inkChg chg="add">
          <ac:chgData name="Aggie Menezes" userId="74619c95fa3483c9" providerId="LiveId" clId="{6A46CFC1-D81F-9C46-BB3E-0BAFF4AC7CB5}" dt="2020-10-29T15:07:48.877" v="1816"/>
          <ac:inkMkLst>
            <pc:docMk/>
            <pc:sldMk cId="651813240" sldId="282"/>
            <ac:inkMk id="127" creationId="{FC0E00A0-2FB5-2145-B182-702F02F2447B}"/>
          </ac:inkMkLst>
        </pc:inkChg>
        <pc:inkChg chg="add">
          <ac:chgData name="Aggie Menezes" userId="74619c95fa3483c9" providerId="LiveId" clId="{6A46CFC1-D81F-9C46-BB3E-0BAFF4AC7CB5}" dt="2020-10-29T15:07:49.168" v="1817"/>
          <ac:inkMkLst>
            <pc:docMk/>
            <pc:sldMk cId="651813240" sldId="282"/>
            <ac:inkMk id="128" creationId="{39F6C4D3-4C53-5841-B4F7-1F57CBAC8BF0}"/>
          </ac:inkMkLst>
        </pc:inkChg>
        <pc:inkChg chg="add">
          <ac:chgData name="Aggie Menezes" userId="74619c95fa3483c9" providerId="LiveId" clId="{6A46CFC1-D81F-9C46-BB3E-0BAFF4AC7CB5}" dt="2020-10-29T15:07:49.782" v="1818"/>
          <ac:inkMkLst>
            <pc:docMk/>
            <pc:sldMk cId="651813240" sldId="282"/>
            <ac:inkMk id="129" creationId="{C3B3C662-0D05-A44C-876A-D8DEF673F9E3}"/>
          </ac:inkMkLst>
        </pc:inkChg>
        <pc:inkChg chg="add">
          <ac:chgData name="Aggie Menezes" userId="74619c95fa3483c9" providerId="LiveId" clId="{6A46CFC1-D81F-9C46-BB3E-0BAFF4AC7CB5}" dt="2020-10-29T15:07:51.044" v="1819"/>
          <ac:inkMkLst>
            <pc:docMk/>
            <pc:sldMk cId="651813240" sldId="282"/>
            <ac:inkMk id="130" creationId="{39C597C1-863E-D146-86F9-05FE42348CF6}"/>
          </ac:inkMkLst>
        </pc:inkChg>
        <pc:inkChg chg="add">
          <ac:chgData name="Aggie Menezes" userId="74619c95fa3483c9" providerId="LiveId" clId="{6A46CFC1-D81F-9C46-BB3E-0BAFF4AC7CB5}" dt="2020-10-29T15:07:51.217" v="1820"/>
          <ac:inkMkLst>
            <pc:docMk/>
            <pc:sldMk cId="651813240" sldId="282"/>
            <ac:inkMk id="131" creationId="{CD090158-0E6A-5840-884D-8B1A7AA08527}"/>
          </ac:inkMkLst>
        </pc:inkChg>
        <pc:inkChg chg="add">
          <ac:chgData name="Aggie Menezes" userId="74619c95fa3483c9" providerId="LiveId" clId="{6A46CFC1-D81F-9C46-BB3E-0BAFF4AC7CB5}" dt="2020-10-29T15:07:52.503" v="1821"/>
          <ac:inkMkLst>
            <pc:docMk/>
            <pc:sldMk cId="651813240" sldId="282"/>
            <ac:inkMk id="132" creationId="{F549A010-15CF-1D4C-84AE-6A76BE669DD5}"/>
          </ac:inkMkLst>
        </pc:inkChg>
        <pc:inkChg chg="add">
          <ac:chgData name="Aggie Menezes" userId="74619c95fa3483c9" providerId="LiveId" clId="{6A46CFC1-D81F-9C46-BB3E-0BAFF4AC7CB5}" dt="2020-10-29T15:07:52.676" v="1822"/>
          <ac:inkMkLst>
            <pc:docMk/>
            <pc:sldMk cId="651813240" sldId="282"/>
            <ac:inkMk id="133" creationId="{6393D8C7-EB63-D040-AFFB-B7CC5BFB89A6}"/>
          </ac:inkMkLst>
        </pc:inkChg>
      </pc:sldChg>
    </pc:docChg>
  </pc:docChgLst>
  <pc:docChgLst>
    <pc:chgData name="Aggie Menezes" userId="74619c95fa3483c9" providerId="LiveId" clId="{20A26620-95D9-894E-AE55-3DE133FE37BE}"/>
    <pc:docChg chg="undo custSel addSld modSld sldOrd">
      <pc:chgData name="Aggie Menezes" userId="74619c95fa3483c9" providerId="LiveId" clId="{20A26620-95D9-894E-AE55-3DE133FE37BE}" dt="2021-03-22T11:40:12.461" v="2942"/>
      <pc:docMkLst>
        <pc:docMk/>
      </pc:docMkLst>
      <pc:sldChg chg="addSp delSp">
        <pc:chgData name="Aggie Menezes" userId="74619c95fa3483c9" providerId="LiveId" clId="{20A26620-95D9-894E-AE55-3DE133FE37BE}" dt="2021-03-01T04:10:09.416" v="517"/>
        <pc:sldMkLst>
          <pc:docMk/>
          <pc:sldMk cId="0" sldId="256"/>
        </pc:sldMkLst>
        <pc:grpChg chg="add del">
          <ac:chgData name="Aggie Menezes" userId="74619c95fa3483c9" providerId="LiveId" clId="{20A26620-95D9-894E-AE55-3DE133FE37BE}" dt="2021-03-01T04:00:24.694" v="322"/>
          <ac:grpSpMkLst>
            <pc:docMk/>
            <pc:sldMk cId="0" sldId="256"/>
            <ac:grpSpMk id="10" creationId="{7D4AAB00-1176-5540-BD09-0F40078E3D2C}"/>
          </ac:grpSpMkLst>
        </pc:grpChg>
        <pc:grpChg chg="add del">
          <ac:chgData name="Aggie Menezes" userId="74619c95fa3483c9" providerId="LiveId" clId="{20A26620-95D9-894E-AE55-3DE133FE37BE}" dt="2021-03-01T04:00:24.480" v="247"/>
          <ac:grpSpMkLst>
            <pc:docMk/>
            <pc:sldMk cId="0" sldId="256"/>
            <ac:grpSpMk id="16" creationId="{48A23C95-1EDF-AA47-B0EF-5C3DD8514220}"/>
          </ac:grpSpMkLst>
        </pc:grpChg>
        <pc:grpChg chg="add del">
          <ac:chgData name="Aggie Menezes" userId="74619c95fa3483c9" providerId="LiveId" clId="{20A26620-95D9-894E-AE55-3DE133FE37BE}" dt="2021-03-01T04:00:24.684" v="319"/>
          <ac:grpSpMkLst>
            <pc:docMk/>
            <pc:sldMk cId="0" sldId="256"/>
            <ac:grpSpMk id="17" creationId="{140E60F4-817F-4443-B7BF-4776A418443F}"/>
          </ac:grpSpMkLst>
        </pc:grpChg>
        <pc:grpChg chg="add del">
          <ac:chgData name="Aggie Menezes" userId="74619c95fa3483c9" providerId="LiveId" clId="{20A26620-95D9-894E-AE55-3DE133FE37BE}" dt="2021-03-01T04:00:24.687" v="320"/>
          <ac:grpSpMkLst>
            <pc:docMk/>
            <pc:sldMk cId="0" sldId="256"/>
            <ac:grpSpMk id="22" creationId="{E9119C6E-5BBC-5B43-8899-83CA64A57FF9}"/>
          </ac:grpSpMkLst>
        </pc:grpChg>
        <pc:grpChg chg="add del">
          <ac:chgData name="Aggie Menezes" userId="74619c95fa3483c9" providerId="LiveId" clId="{20A26620-95D9-894E-AE55-3DE133FE37BE}" dt="2021-03-01T04:00:24.330" v="203"/>
          <ac:grpSpMkLst>
            <pc:docMk/>
            <pc:sldMk cId="0" sldId="256"/>
            <ac:grpSpMk id="23" creationId="{680E51ED-2C97-2149-A5E8-108C40453C7B}"/>
          </ac:grpSpMkLst>
        </pc:grpChg>
        <pc:grpChg chg="add del">
          <ac:chgData name="Aggie Menezes" userId="74619c95fa3483c9" providerId="LiveId" clId="{20A26620-95D9-894E-AE55-3DE133FE37BE}" dt="2021-03-01T04:00:24.667" v="313"/>
          <ac:grpSpMkLst>
            <pc:docMk/>
            <pc:sldMk cId="0" sldId="256"/>
            <ac:grpSpMk id="31" creationId="{8CD3EAE8-9D16-EF4A-9F9D-AA102D08F045}"/>
          </ac:grpSpMkLst>
        </pc:grpChg>
        <pc:grpChg chg="add del">
          <ac:chgData name="Aggie Menezes" userId="74619c95fa3483c9" providerId="LiveId" clId="{20A26620-95D9-894E-AE55-3DE133FE37BE}" dt="2021-03-01T04:00:24.720" v="330"/>
          <ac:grpSpMkLst>
            <pc:docMk/>
            <pc:sldMk cId="0" sldId="256"/>
            <ac:grpSpMk id="43" creationId="{964FB102-D865-3848-A5E5-B51BE006FE2D}"/>
          </ac:grpSpMkLst>
        </pc:grpChg>
        <pc:grpChg chg="add del">
          <ac:chgData name="Aggie Menezes" userId="74619c95fa3483c9" providerId="LiveId" clId="{20A26620-95D9-894E-AE55-3DE133FE37BE}" dt="2021-03-01T03:59:42.687" v="184"/>
          <ac:grpSpMkLst>
            <pc:docMk/>
            <pc:sldMk cId="0" sldId="256"/>
            <ac:grpSpMk id="56" creationId="{C22B6F89-568A-1E47-8DFB-A68D3208D52F}"/>
          </ac:grpSpMkLst>
        </pc:grpChg>
        <pc:grpChg chg="add del">
          <ac:chgData name="Aggie Menezes" userId="74619c95fa3483c9" providerId="LiveId" clId="{20A26620-95D9-894E-AE55-3DE133FE37BE}" dt="2021-03-01T03:59:42.687" v="184"/>
          <ac:grpSpMkLst>
            <pc:docMk/>
            <pc:sldMk cId="0" sldId="256"/>
            <ac:grpSpMk id="57" creationId="{DA4A1614-80C6-A548-89FC-F42974323295}"/>
          </ac:grpSpMkLst>
        </pc:grpChg>
        <pc:grpChg chg="add del">
          <ac:chgData name="Aggie Menezes" userId="74619c95fa3483c9" providerId="LiveId" clId="{20A26620-95D9-894E-AE55-3DE133FE37BE}" dt="2021-03-01T03:59:42.687" v="184"/>
          <ac:grpSpMkLst>
            <pc:docMk/>
            <pc:sldMk cId="0" sldId="256"/>
            <ac:grpSpMk id="58" creationId="{619D0FA8-15F5-DC4E-90F8-ADC691D7606A}"/>
          </ac:grpSpMkLst>
        </pc:grpChg>
        <pc:grpChg chg="add del">
          <ac:chgData name="Aggie Menezes" userId="74619c95fa3483c9" providerId="LiveId" clId="{20A26620-95D9-894E-AE55-3DE133FE37BE}" dt="2021-03-01T03:54:14.769" v="69"/>
          <ac:grpSpMkLst>
            <pc:docMk/>
            <pc:sldMk cId="0" sldId="256"/>
            <ac:grpSpMk id="74" creationId="{F1C720D6-1F1A-D741-B0FA-C723E078F75B}"/>
          </ac:grpSpMkLst>
        </pc:grpChg>
        <pc:grpChg chg="add del">
          <ac:chgData name="Aggie Menezes" userId="74619c95fa3483c9" providerId="LiveId" clId="{20A26620-95D9-894E-AE55-3DE133FE37BE}" dt="2021-03-01T03:54:20.532" v="82"/>
          <ac:grpSpMkLst>
            <pc:docMk/>
            <pc:sldMk cId="0" sldId="256"/>
            <ac:grpSpMk id="76" creationId="{DDB288FD-3B08-3A4A-9DF0-76FDD3A5310A}"/>
          </ac:grpSpMkLst>
        </pc:grpChg>
        <pc:grpChg chg="add del">
          <ac:chgData name="Aggie Menezes" userId="74619c95fa3483c9" providerId="LiveId" clId="{20A26620-95D9-894E-AE55-3DE133FE37BE}" dt="2021-03-01T03:58:44.214" v="177"/>
          <ac:grpSpMkLst>
            <pc:docMk/>
            <pc:sldMk cId="0" sldId="256"/>
            <ac:grpSpMk id="89" creationId="{739C430E-76A5-1843-AB87-B25E45C75F31}"/>
          </ac:grpSpMkLst>
        </pc:grpChg>
        <pc:grpChg chg="add del">
          <ac:chgData name="Aggie Menezes" userId="74619c95fa3483c9" providerId="LiveId" clId="{20A26620-95D9-894E-AE55-3DE133FE37BE}" dt="2021-03-01T04:00:24.631" v="301"/>
          <ac:grpSpMkLst>
            <pc:docMk/>
            <pc:sldMk cId="0" sldId="256"/>
            <ac:grpSpMk id="102" creationId="{BB9B8E9D-2844-C54D-875B-5008302EA91A}"/>
          </ac:grpSpMkLst>
        </pc:grpChg>
        <pc:grpChg chg="add del">
          <ac:chgData name="Aggie Menezes" userId="74619c95fa3483c9" providerId="LiveId" clId="{20A26620-95D9-894E-AE55-3DE133FE37BE}" dt="2021-03-01T03:56:53.711" v="141"/>
          <ac:grpSpMkLst>
            <pc:docMk/>
            <pc:sldMk cId="0" sldId="256"/>
            <ac:grpSpMk id="146" creationId="{E4527010-55DF-D14A-8AA2-4697977F8345}"/>
          </ac:grpSpMkLst>
        </pc:grpChg>
        <pc:grpChg chg="add del">
          <ac:chgData name="Aggie Menezes" userId="74619c95fa3483c9" providerId="LiveId" clId="{20A26620-95D9-894E-AE55-3DE133FE37BE}" dt="2021-03-01T03:56:59.909" v="143"/>
          <ac:grpSpMkLst>
            <pc:docMk/>
            <pc:sldMk cId="0" sldId="256"/>
            <ac:grpSpMk id="147" creationId="{F475E9EC-9D6A-0848-A58A-E6BE4C903185}"/>
          </ac:grpSpMkLst>
        </pc:grpChg>
        <pc:grpChg chg="add del">
          <ac:chgData name="Aggie Menezes" userId="74619c95fa3483c9" providerId="LiveId" clId="{20A26620-95D9-894E-AE55-3DE133FE37BE}" dt="2021-03-01T03:57:27.929" v="146"/>
          <ac:grpSpMkLst>
            <pc:docMk/>
            <pc:sldMk cId="0" sldId="256"/>
            <ac:grpSpMk id="148" creationId="{68FC22BB-1095-2D4A-AB78-D32D45A07B00}"/>
          </ac:grpSpMkLst>
        </pc:grpChg>
        <pc:grpChg chg="add del">
          <ac:chgData name="Aggie Menezes" userId="74619c95fa3483c9" providerId="LiveId" clId="{20A26620-95D9-894E-AE55-3DE133FE37BE}" dt="2021-03-01T03:57:27.929" v="146"/>
          <ac:grpSpMkLst>
            <pc:docMk/>
            <pc:sldMk cId="0" sldId="256"/>
            <ac:grpSpMk id="149" creationId="{10F61CFA-735A-7347-B762-1E7C06EC587C}"/>
          </ac:grpSpMkLst>
        </pc:grpChg>
        <pc:grpChg chg="add del">
          <ac:chgData name="Aggie Menezes" userId="74619c95fa3483c9" providerId="LiveId" clId="{20A26620-95D9-894E-AE55-3DE133FE37BE}" dt="2021-03-01T03:57:27.929" v="146"/>
          <ac:grpSpMkLst>
            <pc:docMk/>
            <pc:sldMk cId="0" sldId="256"/>
            <ac:grpSpMk id="151" creationId="{B4748559-3E6A-4441-8A8F-A832FFB1576A}"/>
          </ac:grpSpMkLst>
        </pc:grpChg>
        <pc:grpChg chg="add del">
          <ac:chgData name="Aggie Menezes" userId="74619c95fa3483c9" providerId="LiveId" clId="{20A26620-95D9-894E-AE55-3DE133FE37BE}" dt="2021-03-01T03:57:27.929" v="146"/>
          <ac:grpSpMkLst>
            <pc:docMk/>
            <pc:sldMk cId="0" sldId="256"/>
            <ac:grpSpMk id="153" creationId="{505E4EF0-912E-7D47-B1B2-F275C8A65EEA}"/>
          </ac:grpSpMkLst>
        </pc:grpChg>
        <pc:grpChg chg="add del">
          <ac:chgData name="Aggie Menezes" userId="74619c95fa3483c9" providerId="LiveId" clId="{20A26620-95D9-894E-AE55-3DE133FE37BE}" dt="2021-03-01T03:57:43.329" v="153"/>
          <ac:grpSpMkLst>
            <pc:docMk/>
            <pc:sldMk cId="0" sldId="256"/>
            <ac:grpSpMk id="156" creationId="{3D501A7D-0B16-D14E-9C22-49050CFA562A}"/>
          </ac:grpSpMkLst>
        </pc:grpChg>
        <pc:grpChg chg="add del">
          <ac:chgData name="Aggie Menezes" userId="74619c95fa3483c9" providerId="LiveId" clId="{20A26620-95D9-894E-AE55-3DE133FE37BE}" dt="2021-03-01T04:00:24.747" v="338"/>
          <ac:grpSpMkLst>
            <pc:docMk/>
            <pc:sldMk cId="0" sldId="256"/>
            <ac:grpSpMk id="163" creationId="{4454B2DC-39C2-C841-88F6-A9DE193A636A}"/>
          </ac:grpSpMkLst>
        </pc:grpChg>
        <pc:grpChg chg="add del">
          <ac:chgData name="Aggie Menezes" userId="74619c95fa3483c9" providerId="LiveId" clId="{20A26620-95D9-894E-AE55-3DE133FE37BE}" dt="2021-03-01T03:58:16.936" v="165"/>
          <ac:grpSpMkLst>
            <pc:docMk/>
            <pc:sldMk cId="0" sldId="256"/>
            <ac:grpSpMk id="172" creationId="{690682F0-6EB8-6146-893F-12E3F8256489}"/>
          </ac:grpSpMkLst>
        </pc:grpChg>
        <pc:grpChg chg="add del">
          <ac:chgData name="Aggie Menezes" userId="74619c95fa3483c9" providerId="LiveId" clId="{20A26620-95D9-894E-AE55-3DE133FE37BE}" dt="2021-03-01T03:58:19.101" v="170"/>
          <ac:grpSpMkLst>
            <pc:docMk/>
            <pc:sldMk cId="0" sldId="256"/>
            <ac:grpSpMk id="175" creationId="{236AC28B-191D-1442-92D2-B6E3A61775EC}"/>
          </ac:grpSpMkLst>
        </pc:grpChg>
        <pc:grpChg chg="add del">
          <ac:chgData name="Aggie Menezes" userId="74619c95fa3483c9" providerId="LiveId" clId="{20A26620-95D9-894E-AE55-3DE133FE37BE}" dt="2021-03-01T03:58:37.516" v="173"/>
          <ac:grpSpMkLst>
            <pc:docMk/>
            <pc:sldMk cId="0" sldId="256"/>
            <ac:grpSpMk id="180" creationId="{6FD2D61E-CB70-CD4F-AC26-3C119F17CF50}"/>
          </ac:grpSpMkLst>
        </pc:grpChg>
        <pc:grpChg chg="add del">
          <ac:chgData name="Aggie Menezes" userId="74619c95fa3483c9" providerId="LiveId" clId="{20A26620-95D9-894E-AE55-3DE133FE37BE}" dt="2021-03-01T03:58:44.214" v="177"/>
          <ac:grpSpMkLst>
            <pc:docMk/>
            <pc:sldMk cId="0" sldId="256"/>
            <ac:grpSpMk id="183" creationId="{7B7B7824-6F67-074E-A8BB-7A1BCA5744AB}"/>
          </ac:grpSpMkLst>
        </pc:grpChg>
        <pc:grpChg chg="add del">
          <ac:chgData name="Aggie Menezes" userId="74619c95fa3483c9" providerId="LiveId" clId="{20A26620-95D9-894E-AE55-3DE133FE37BE}" dt="2021-03-01T03:59:23.953" v="182"/>
          <ac:grpSpMkLst>
            <pc:docMk/>
            <pc:sldMk cId="0" sldId="256"/>
            <ac:grpSpMk id="187" creationId="{6791555B-4E9B-8445-ACAE-78A9EB579F98}"/>
          </ac:grpSpMkLst>
        </pc:grpChg>
        <pc:grpChg chg="add del">
          <ac:chgData name="Aggie Menezes" userId="74619c95fa3483c9" providerId="LiveId" clId="{20A26620-95D9-894E-AE55-3DE133FE37BE}" dt="2021-03-01T04:00:24.433" v="232"/>
          <ac:grpSpMkLst>
            <pc:docMk/>
            <pc:sldMk cId="0" sldId="256"/>
            <ac:grpSpMk id="190" creationId="{97F886A8-32E7-DD4C-A212-6E89C33D358E}"/>
          </ac:grpSpMkLst>
        </pc:grpChg>
        <pc:grpChg chg="add del">
          <ac:chgData name="Aggie Menezes" userId="74619c95fa3483c9" providerId="LiveId" clId="{20A26620-95D9-894E-AE55-3DE133FE37BE}" dt="2021-03-01T04:00:24.707" v="326"/>
          <ac:grpSpMkLst>
            <pc:docMk/>
            <pc:sldMk cId="0" sldId="256"/>
            <ac:grpSpMk id="192" creationId="{B32AA87B-65F8-3D40-8977-12B9392F0D9D}"/>
          </ac:grpSpMkLst>
        </pc:grpChg>
        <pc:grpChg chg="add del">
          <ac:chgData name="Aggie Menezes" userId="74619c95fa3483c9" providerId="LiveId" clId="{20A26620-95D9-894E-AE55-3DE133FE37BE}" dt="2021-03-01T04:00:24.730" v="333"/>
          <ac:grpSpMkLst>
            <pc:docMk/>
            <pc:sldMk cId="0" sldId="256"/>
            <ac:grpSpMk id="194" creationId="{C94608F4-6814-9C48-886F-62F3C100F9FF}"/>
          </ac:grpSpMkLst>
        </pc:grpChg>
        <pc:grpChg chg="add del">
          <ac:chgData name="Aggie Menezes" userId="74619c95fa3483c9" providerId="LiveId" clId="{20A26620-95D9-894E-AE55-3DE133FE37BE}" dt="2021-03-01T04:01:49.702" v="366"/>
          <ac:grpSpMkLst>
            <pc:docMk/>
            <pc:sldMk cId="0" sldId="256"/>
            <ac:grpSpMk id="211" creationId="{CA3C46C1-5B8D-F547-9F75-04B2F30A6042}"/>
          </ac:grpSpMkLst>
        </pc:grpChg>
        <pc:grpChg chg="add del">
          <ac:chgData name="Aggie Menezes" userId="74619c95fa3483c9" providerId="LiveId" clId="{20A26620-95D9-894E-AE55-3DE133FE37BE}" dt="2021-03-01T04:01:49.702" v="366"/>
          <ac:grpSpMkLst>
            <pc:docMk/>
            <pc:sldMk cId="0" sldId="256"/>
            <ac:grpSpMk id="212" creationId="{C7BD9093-8779-4D47-98A4-63B53299A304}"/>
          </ac:grpSpMkLst>
        </pc:grpChg>
        <pc:grpChg chg="add del">
          <ac:chgData name="Aggie Menezes" userId="74619c95fa3483c9" providerId="LiveId" clId="{20A26620-95D9-894E-AE55-3DE133FE37BE}" dt="2021-03-01T04:02:08.290" v="384"/>
          <ac:grpSpMkLst>
            <pc:docMk/>
            <pc:sldMk cId="0" sldId="256"/>
            <ac:grpSpMk id="216" creationId="{16D6CF3C-DFF1-D34F-9061-89C4B4B6B388}"/>
          </ac:grpSpMkLst>
        </pc:grpChg>
        <pc:grpChg chg="add del">
          <ac:chgData name="Aggie Menezes" userId="74619c95fa3483c9" providerId="LiveId" clId="{20A26620-95D9-894E-AE55-3DE133FE37BE}" dt="2021-03-01T04:02:14.089" v="399"/>
          <ac:grpSpMkLst>
            <pc:docMk/>
            <pc:sldMk cId="0" sldId="256"/>
            <ac:grpSpMk id="234" creationId="{6D62EB9E-6868-E348-9504-70F222FD8D0C}"/>
          </ac:grpSpMkLst>
        </pc:grpChg>
        <pc:grpChg chg="add">
          <ac:chgData name="Aggie Menezes" userId="74619c95fa3483c9" providerId="LiveId" clId="{20A26620-95D9-894E-AE55-3DE133FE37BE}" dt="2021-03-01T04:02:14.089" v="399"/>
          <ac:grpSpMkLst>
            <pc:docMk/>
            <pc:sldMk cId="0" sldId="256"/>
            <ac:grpSpMk id="249" creationId="{09794C06-A962-494E-ABB7-75A79CC103A4}"/>
          </ac:grpSpMkLst>
        </pc:grpChg>
        <pc:grpChg chg="add">
          <ac:chgData name="Aggie Menezes" userId="74619c95fa3483c9" providerId="LiveId" clId="{20A26620-95D9-894E-AE55-3DE133FE37BE}" dt="2021-03-01T04:02:50.519" v="410"/>
          <ac:grpSpMkLst>
            <pc:docMk/>
            <pc:sldMk cId="0" sldId="256"/>
            <ac:grpSpMk id="260" creationId="{935A32D0-D2D4-6741-B93A-D1E88098F674}"/>
          </ac:grpSpMkLst>
        </pc:grpChg>
        <pc:grpChg chg="add">
          <ac:chgData name="Aggie Menezes" userId="74619c95fa3483c9" providerId="LiveId" clId="{20A26620-95D9-894E-AE55-3DE133FE37BE}" dt="2021-03-01T04:06:05.555" v="436"/>
          <ac:grpSpMkLst>
            <pc:docMk/>
            <pc:sldMk cId="0" sldId="256"/>
            <ac:grpSpMk id="286" creationId="{F195731C-F25E-A045-B719-AB759FBAB540}"/>
          </ac:grpSpMkLst>
        </pc:grpChg>
        <pc:grpChg chg="add">
          <ac:chgData name="Aggie Menezes" userId="74619c95fa3483c9" providerId="LiveId" clId="{20A26620-95D9-894E-AE55-3DE133FE37BE}" dt="2021-03-01T04:06:05.555" v="436"/>
          <ac:grpSpMkLst>
            <pc:docMk/>
            <pc:sldMk cId="0" sldId="256"/>
            <ac:grpSpMk id="287" creationId="{3D9E02C9-A53D-DC49-A0FA-61B2AC766323}"/>
          </ac:grpSpMkLst>
        </pc:grpChg>
        <pc:grpChg chg="add">
          <ac:chgData name="Aggie Menezes" userId="74619c95fa3483c9" providerId="LiveId" clId="{20A26620-95D9-894E-AE55-3DE133FE37BE}" dt="2021-03-01T04:06:05.555" v="436"/>
          <ac:grpSpMkLst>
            <pc:docMk/>
            <pc:sldMk cId="0" sldId="256"/>
            <ac:grpSpMk id="288" creationId="{0CF90C99-88E2-3F4E-829D-87A3218A8989}"/>
          </ac:grpSpMkLst>
        </pc:grpChg>
        <pc:grpChg chg="add">
          <ac:chgData name="Aggie Menezes" userId="74619c95fa3483c9" providerId="LiveId" clId="{20A26620-95D9-894E-AE55-3DE133FE37BE}" dt="2021-03-01T04:07:03.797" v="441"/>
          <ac:grpSpMkLst>
            <pc:docMk/>
            <pc:sldMk cId="0" sldId="256"/>
            <ac:grpSpMk id="293" creationId="{D5D4C34E-04E1-DD4F-9B93-299DF6842B6C}"/>
          </ac:grpSpMkLst>
        </pc:grpChg>
        <pc:grpChg chg="add">
          <ac:chgData name="Aggie Menezes" userId="74619c95fa3483c9" providerId="LiveId" clId="{20A26620-95D9-894E-AE55-3DE133FE37BE}" dt="2021-03-01T04:07:14.348" v="448"/>
          <ac:grpSpMkLst>
            <pc:docMk/>
            <pc:sldMk cId="0" sldId="256"/>
            <ac:grpSpMk id="300" creationId="{CB86D6C3-1586-8848-B1AB-3700D24054EF}"/>
          </ac:grpSpMkLst>
        </pc:grpChg>
        <pc:grpChg chg="add del">
          <ac:chgData name="Aggie Menezes" userId="74619c95fa3483c9" providerId="LiveId" clId="{20A26620-95D9-894E-AE55-3DE133FE37BE}" dt="2021-03-01T04:09:23.844" v="492"/>
          <ac:grpSpMkLst>
            <pc:docMk/>
            <pc:sldMk cId="0" sldId="256"/>
            <ac:grpSpMk id="305" creationId="{4AEA22AB-163A-2D48-8176-D5CC8250F293}"/>
          </ac:grpSpMkLst>
        </pc:grpChg>
        <pc:grpChg chg="add">
          <ac:chgData name="Aggie Menezes" userId="74619c95fa3483c9" providerId="LiveId" clId="{20A26620-95D9-894E-AE55-3DE133FE37BE}" dt="2021-03-01T04:08:56.122" v="462"/>
          <ac:grpSpMkLst>
            <pc:docMk/>
            <pc:sldMk cId="0" sldId="256"/>
            <ac:grpSpMk id="314" creationId="{70459527-3794-0C41-97BA-27BDB6A82CB2}"/>
          </ac:grpSpMkLst>
        </pc:grpChg>
        <pc:grpChg chg="add del">
          <ac:chgData name="Aggie Menezes" userId="74619c95fa3483c9" providerId="LiveId" clId="{20A26620-95D9-894E-AE55-3DE133FE37BE}" dt="2021-03-01T04:09:02.397" v="470"/>
          <ac:grpSpMkLst>
            <pc:docMk/>
            <pc:sldMk cId="0" sldId="256"/>
            <ac:grpSpMk id="315" creationId="{6CC1CEDC-8031-1D4D-9ECB-564F523ADDF2}"/>
          </ac:grpSpMkLst>
        </pc:grpChg>
        <pc:grpChg chg="add">
          <ac:chgData name="Aggie Menezes" userId="74619c95fa3483c9" providerId="LiveId" clId="{20A26620-95D9-894E-AE55-3DE133FE37BE}" dt="2021-03-01T04:09:02.397" v="470"/>
          <ac:grpSpMkLst>
            <pc:docMk/>
            <pc:sldMk cId="0" sldId="256"/>
            <ac:grpSpMk id="323" creationId="{C0013FAE-B5EA-804D-966B-9C1CB8A69698}"/>
          </ac:grpSpMkLst>
        </pc:grpChg>
        <pc:grpChg chg="add del">
          <ac:chgData name="Aggie Menezes" userId="74619c95fa3483c9" providerId="LiveId" clId="{20A26620-95D9-894E-AE55-3DE133FE37BE}" dt="2021-03-01T04:09:09.278" v="476"/>
          <ac:grpSpMkLst>
            <pc:docMk/>
            <pc:sldMk cId="0" sldId="256"/>
            <ac:grpSpMk id="327" creationId="{5D0D69D3-A66F-474B-A9BD-14A60E237DCE}"/>
          </ac:grpSpMkLst>
        </pc:grpChg>
        <pc:grpChg chg="add del">
          <ac:chgData name="Aggie Menezes" userId="74619c95fa3483c9" providerId="LiveId" clId="{20A26620-95D9-894E-AE55-3DE133FE37BE}" dt="2021-03-01T04:09:12.347" v="482"/>
          <ac:grpSpMkLst>
            <pc:docMk/>
            <pc:sldMk cId="0" sldId="256"/>
            <ac:grpSpMk id="329" creationId="{6FF56C4E-5782-5B44-8102-6305FCE312E8}"/>
          </ac:grpSpMkLst>
        </pc:grpChg>
        <pc:grpChg chg="add">
          <ac:chgData name="Aggie Menezes" userId="74619c95fa3483c9" providerId="LiveId" clId="{20A26620-95D9-894E-AE55-3DE133FE37BE}" dt="2021-03-01T04:09:12.347" v="482"/>
          <ac:grpSpMkLst>
            <pc:docMk/>
            <pc:sldMk cId="0" sldId="256"/>
            <ac:grpSpMk id="335" creationId="{10571ECF-0616-034C-A8CE-DDDD2284A00A}"/>
          </ac:grpSpMkLst>
        </pc:grpChg>
        <pc:grpChg chg="add">
          <ac:chgData name="Aggie Menezes" userId="74619c95fa3483c9" providerId="LiveId" clId="{20A26620-95D9-894E-AE55-3DE133FE37BE}" dt="2021-03-01T04:09:19.212" v="490"/>
          <ac:grpSpMkLst>
            <pc:docMk/>
            <pc:sldMk cId="0" sldId="256"/>
            <ac:grpSpMk id="343" creationId="{14878F7B-47C1-CD46-9257-D565D17F2681}"/>
          </ac:grpSpMkLst>
        </pc:grpChg>
        <pc:grpChg chg="add del">
          <ac:chgData name="Aggie Menezes" userId="74619c95fa3483c9" providerId="LiveId" clId="{20A26620-95D9-894E-AE55-3DE133FE37BE}" dt="2021-03-01T04:09:38.596" v="498"/>
          <ac:grpSpMkLst>
            <pc:docMk/>
            <pc:sldMk cId="0" sldId="256"/>
            <ac:grpSpMk id="345" creationId="{DBC8A552-FC55-BC41-B7BE-79561EBCAAC3}"/>
          </ac:grpSpMkLst>
        </pc:grpChg>
        <pc:grpChg chg="add del">
          <ac:chgData name="Aggie Menezes" userId="74619c95fa3483c9" providerId="LiveId" clId="{20A26620-95D9-894E-AE55-3DE133FE37BE}" dt="2021-03-01T04:09:42.722" v="506"/>
          <ac:grpSpMkLst>
            <pc:docMk/>
            <pc:sldMk cId="0" sldId="256"/>
            <ac:grpSpMk id="351" creationId="{EC886193-A952-1648-A5E7-80A0FA6D6C59}"/>
          </ac:grpSpMkLst>
        </pc:grpChg>
        <pc:grpChg chg="add">
          <ac:chgData name="Aggie Menezes" userId="74619c95fa3483c9" providerId="LiveId" clId="{20A26620-95D9-894E-AE55-3DE133FE37BE}" dt="2021-03-01T04:09:42.722" v="506"/>
          <ac:grpSpMkLst>
            <pc:docMk/>
            <pc:sldMk cId="0" sldId="256"/>
            <ac:grpSpMk id="359" creationId="{857BAF77-83F2-3F4A-BCB4-B724042D9418}"/>
          </ac:grpSpMkLst>
        </pc:grpChg>
        <pc:grpChg chg="add">
          <ac:chgData name="Aggie Menezes" userId="74619c95fa3483c9" providerId="LiveId" clId="{20A26620-95D9-894E-AE55-3DE133FE37BE}" dt="2021-03-01T04:10:09.416" v="517"/>
          <ac:grpSpMkLst>
            <pc:docMk/>
            <pc:sldMk cId="0" sldId="256"/>
            <ac:grpSpMk id="370" creationId="{E8426673-DF43-3E43-B47E-7987280ABD10}"/>
          </ac:grpSpMkLst>
        </pc:grpChg>
        <pc:inkChg chg="add del">
          <ac:chgData name="Aggie Menezes" userId="74619c95fa3483c9" providerId="LiveId" clId="{20A26620-95D9-894E-AE55-3DE133FE37BE}" dt="2021-03-01T04:00:24.552" v="271"/>
          <ac:inkMkLst>
            <pc:docMk/>
            <pc:sldMk cId="0" sldId="256"/>
            <ac:inkMk id="3" creationId="{53739EF8-62D6-4643-8090-B065B493C598}"/>
          </ac:inkMkLst>
        </pc:inkChg>
        <pc:inkChg chg="add del">
          <ac:chgData name="Aggie Menezes" userId="74619c95fa3483c9" providerId="LiveId" clId="{20A26620-95D9-894E-AE55-3DE133FE37BE}" dt="2021-03-01T04:00:24.336" v="204"/>
          <ac:inkMkLst>
            <pc:docMk/>
            <pc:sldMk cId="0" sldId="256"/>
            <ac:inkMk id="4" creationId="{39B5CBEF-9E52-E44B-860B-C8DB94CC0284}"/>
          </ac:inkMkLst>
        </pc:inkChg>
        <pc:inkChg chg="add del">
          <ac:chgData name="Aggie Menezes" userId="74619c95fa3483c9" providerId="LiveId" clId="{20A26620-95D9-894E-AE55-3DE133FE37BE}" dt="2021-03-01T04:00:24.487" v="249"/>
          <ac:inkMkLst>
            <pc:docMk/>
            <pc:sldMk cId="0" sldId="256"/>
            <ac:inkMk id="5" creationId="{B1D3271F-F5AE-484E-A949-4D85FF31FD75}"/>
          </ac:inkMkLst>
        </pc:inkChg>
        <pc:inkChg chg="add del">
          <ac:chgData name="Aggie Menezes" userId="74619c95fa3483c9" providerId="LiveId" clId="{20A26620-95D9-894E-AE55-3DE133FE37BE}" dt="2021-03-01T04:00:24.576" v="281"/>
          <ac:inkMkLst>
            <pc:docMk/>
            <pc:sldMk cId="0" sldId="256"/>
            <ac:inkMk id="6" creationId="{99CFAC76-9424-E54E-81FE-ACD18DC1D13A}"/>
          </ac:inkMkLst>
        </pc:inkChg>
        <pc:inkChg chg="add del topLvl">
          <ac:chgData name="Aggie Menezes" userId="74619c95fa3483c9" providerId="LiveId" clId="{20A26620-95D9-894E-AE55-3DE133FE37BE}" dt="2021-03-01T04:00:24.716" v="329"/>
          <ac:inkMkLst>
            <pc:docMk/>
            <pc:sldMk cId="0" sldId="256"/>
            <ac:inkMk id="7" creationId="{D8FA7AAF-47CD-4B40-A7F1-1620C09888E1}"/>
          </ac:inkMkLst>
        </pc:inkChg>
        <pc:inkChg chg="add del">
          <ac:chgData name="Aggie Menezes" userId="74619c95fa3483c9" providerId="LiveId" clId="{20A26620-95D9-894E-AE55-3DE133FE37BE}" dt="2021-03-01T04:00:24.456" v="239"/>
          <ac:inkMkLst>
            <pc:docMk/>
            <pc:sldMk cId="0" sldId="256"/>
            <ac:inkMk id="8" creationId="{4BBC91A0-98C4-1D4B-BD5B-6C47C3600D0D}"/>
          </ac:inkMkLst>
        </pc:inkChg>
        <pc:inkChg chg="add del topLvl">
          <ac:chgData name="Aggie Menezes" userId="74619c95fa3483c9" providerId="LiveId" clId="{20A26620-95D9-894E-AE55-3DE133FE37BE}" dt="2021-03-01T04:00:24.694" v="322"/>
          <ac:inkMkLst>
            <pc:docMk/>
            <pc:sldMk cId="0" sldId="256"/>
            <ac:inkMk id="9" creationId="{B9B01AE7-92A0-9540-8AE3-424FD561D2AA}"/>
          </ac:inkMkLst>
        </pc:inkChg>
        <pc:inkChg chg="add del topLvl">
          <ac:chgData name="Aggie Menezes" userId="74619c95fa3483c9" providerId="LiveId" clId="{20A26620-95D9-894E-AE55-3DE133FE37BE}" dt="2021-03-01T04:00:24.684" v="319"/>
          <ac:inkMkLst>
            <pc:docMk/>
            <pc:sldMk cId="0" sldId="256"/>
            <ac:inkMk id="11" creationId="{4CDDCB8E-451B-8141-B699-7DBE15896C48}"/>
          </ac:inkMkLst>
        </pc:inkChg>
        <pc:inkChg chg="add del topLvl">
          <ac:chgData name="Aggie Menezes" userId="74619c95fa3483c9" providerId="LiveId" clId="{20A26620-95D9-894E-AE55-3DE133FE37BE}" dt="2021-03-01T04:00:24.764" v="344"/>
          <ac:inkMkLst>
            <pc:docMk/>
            <pc:sldMk cId="0" sldId="256"/>
            <ac:inkMk id="12" creationId="{6874EEAB-EC05-6D4B-9B58-04D5EA8BC70B}"/>
          </ac:inkMkLst>
        </pc:inkChg>
        <pc:inkChg chg="add del">
          <ac:chgData name="Aggie Menezes" userId="74619c95fa3483c9" providerId="LiveId" clId="{20A26620-95D9-894E-AE55-3DE133FE37BE}" dt="2021-03-01T04:00:24.568" v="278"/>
          <ac:inkMkLst>
            <pc:docMk/>
            <pc:sldMk cId="0" sldId="256"/>
            <ac:inkMk id="13" creationId="{46BEDA84-ABFC-1646-AC1B-6667270DBFC4}"/>
          </ac:inkMkLst>
        </pc:inkChg>
        <pc:inkChg chg="add del topLvl">
          <ac:chgData name="Aggie Menezes" userId="74619c95fa3483c9" providerId="LiveId" clId="{20A26620-95D9-894E-AE55-3DE133FE37BE}" dt="2021-03-01T04:00:24.480" v="247"/>
          <ac:inkMkLst>
            <pc:docMk/>
            <pc:sldMk cId="0" sldId="256"/>
            <ac:inkMk id="14" creationId="{4EA490C3-1362-3E4A-AA1F-36D866918F3D}"/>
          </ac:inkMkLst>
        </pc:inkChg>
        <pc:inkChg chg="add del topLvl">
          <ac:chgData name="Aggie Menezes" userId="74619c95fa3483c9" providerId="LiveId" clId="{20A26620-95D9-894E-AE55-3DE133FE37BE}" dt="2021-03-01T04:00:24.558" v="274"/>
          <ac:inkMkLst>
            <pc:docMk/>
            <pc:sldMk cId="0" sldId="256"/>
            <ac:inkMk id="15" creationId="{423D6EE0-19D9-B044-92F4-ACF32EF7A448}"/>
          </ac:inkMkLst>
        </pc:inkChg>
        <pc:inkChg chg="add del topLvl">
          <ac:chgData name="Aggie Menezes" userId="74619c95fa3483c9" providerId="LiveId" clId="{20A26620-95D9-894E-AE55-3DE133FE37BE}" dt="2021-03-01T04:00:24.330" v="203"/>
          <ac:inkMkLst>
            <pc:docMk/>
            <pc:sldMk cId="0" sldId="256"/>
            <ac:inkMk id="18" creationId="{F8125759-5BBE-5A40-AC89-7AAA32D7F654}"/>
          </ac:inkMkLst>
        </pc:inkChg>
        <pc:inkChg chg="add del topLvl">
          <ac:chgData name="Aggie Menezes" userId="74619c95fa3483c9" providerId="LiveId" clId="{20A26620-95D9-894E-AE55-3DE133FE37BE}" dt="2021-03-01T04:00:24.503" v="254"/>
          <ac:inkMkLst>
            <pc:docMk/>
            <pc:sldMk cId="0" sldId="256"/>
            <ac:inkMk id="19" creationId="{82D524F6-E1A6-BD4A-B947-47682478D2BD}"/>
          </ac:inkMkLst>
        </pc:inkChg>
        <pc:inkChg chg="add del topLvl">
          <ac:chgData name="Aggie Menezes" userId="74619c95fa3483c9" providerId="LiveId" clId="{20A26620-95D9-894E-AE55-3DE133FE37BE}" dt="2021-03-01T04:00:24.755" v="341"/>
          <ac:inkMkLst>
            <pc:docMk/>
            <pc:sldMk cId="0" sldId="256"/>
            <ac:inkMk id="20" creationId="{40A9A7D5-B563-A646-BC28-98954E14670F}"/>
          </ac:inkMkLst>
        </pc:inkChg>
        <pc:inkChg chg="add del topLvl">
          <ac:chgData name="Aggie Menezes" userId="74619c95fa3483c9" providerId="LiveId" clId="{20A26620-95D9-894E-AE55-3DE133FE37BE}" dt="2021-03-01T04:00:24.687" v="320"/>
          <ac:inkMkLst>
            <pc:docMk/>
            <pc:sldMk cId="0" sldId="256"/>
            <ac:inkMk id="21" creationId="{6C51B228-278F-D847-BFE4-359A88972D34}"/>
          </ac:inkMkLst>
        </pc:inkChg>
        <pc:inkChg chg="add del">
          <ac:chgData name="Aggie Menezes" userId="74619c95fa3483c9" providerId="LiveId" clId="{20A26620-95D9-894E-AE55-3DE133FE37BE}" dt="2021-03-01T04:00:24.644" v="305"/>
          <ac:inkMkLst>
            <pc:docMk/>
            <pc:sldMk cId="0" sldId="256"/>
            <ac:inkMk id="24" creationId="{9248D274-1C51-6A4A-8A0A-4E79FBD733A5}"/>
          </ac:inkMkLst>
        </pc:inkChg>
        <pc:inkChg chg="add del topLvl">
          <ac:chgData name="Aggie Menezes" userId="74619c95fa3483c9" providerId="LiveId" clId="{20A26620-95D9-894E-AE55-3DE133FE37BE}" dt="2021-03-01T04:00:24.667" v="313"/>
          <ac:inkMkLst>
            <pc:docMk/>
            <pc:sldMk cId="0" sldId="256"/>
            <ac:inkMk id="25" creationId="{C8A30746-B1D8-844A-BF93-25795D9216F7}"/>
          </ac:inkMkLst>
        </pc:inkChg>
        <pc:inkChg chg="add del">
          <ac:chgData name="Aggie Menezes" userId="74619c95fa3483c9" providerId="LiveId" clId="{20A26620-95D9-894E-AE55-3DE133FE37BE}" dt="2021-03-01T04:00:24.381" v="216"/>
          <ac:inkMkLst>
            <pc:docMk/>
            <pc:sldMk cId="0" sldId="256"/>
            <ac:inkMk id="26" creationId="{8B3DEDD4-753B-0F48-8663-E451D0CD3BA1}"/>
          </ac:inkMkLst>
        </pc:inkChg>
        <pc:inkChg chg="add del topLvl">
          <ac:chgData name="Aggie Menezes" userId="74619c95fa3483c9" providerId="LiveId" clId="{20A26620-95D9-894E-AE55-3DE133FE37BE}" dt="2021-03-01T04:00:24.679" v="317"/>
          <ac:inkMkLst>
            <pc:docMk/>
            <pc:sldMk cId="0" sldId="256"/>
            <ac:inkMk id="27" creationId="{FA575283-2232-B347-89DE-ADEDCB2295B1}"/>
          </ac:inkMkLst>
        </pc:inkChg>
        <pc:inkChg chg="add del">
          <ac:chgData name="Aggie Menezes" userId="74619c95fa3483c9" providerId="LiveId" clId="{20A26620-95D9-894E-AE55-3DE133FE37BE}" dt="2021-03-01T04:00:24.653" v="308"/>
          <ac:inkMkLst>
            <pc:docMk/>
            <pc:sldMk cId="0" sldId="256"/>
            <ac:inkMk id="28" creationId="{2D9275E6-4037-2746-A6B4-C4CBE3F3294F}"/>
          </ac:inkMkLst>
        </pc:inkChg>
        <pc:inkChg chg="add del">
          <ac:chgData name="Aggie Menezes" userId="74619c95fa3483c9" providerId="LiveId" clId="{20A26620-95D9-894E-AE55-3DE133FE37BE}" dt="2021-03-01T04:00:24.614" v="294"/>
          <ac:inkMkLst>
            <pc:docMk/>
            <pc:sldMk cId="0" sldId="256"/>
            <ac:inkMk id="29" creationId="{53533136-A5E5-5A46-B0F1-79F58647D8C4}"/>
          </ac:inkMkLst>
        </pc:inkChg>
        <pc:inkChg chg="add del">
          <ac:chgData name="Aggie Menezes" userId="74619c95fa3483c9" providerId="LiveId" clId="{20A26620-95D9-894E-AE55-3DE133FE37BE}" dt="2021-03-01T04:00:24.505" v="255"/>
          <ac:inkMkLst>
            <pc:docMk/>
            <pc:sldMk cId="0" sldId="256"/>
            <ac:inkMk id="30" creationId="{1519C5E5-B791-8B43-92F8-79128F68B041}"/>
          </ac:inkMkLst>
        </pc:inkChg>
        <pc:inkChg chg="add del">
          <ac:chgData name="Aggie Menezes" userId="74619c95fa3483c9" providerId="LiveId" clId="{20A26620-95D9-894E-AE55-3DE133FE37BE}" dt="2021-03-01T04:00:24.650" v="307"/>
          <ac:inkMkLst>
            <pc:docMk/>
            <pc:sldMk cId="0" sldId="256"/>
            <ac:inkMk id="32" creationId="{CE47789F-CC1A-1F42-8B54-AA18DA3BA119}"/>
          </ac:inkMkLst>
        </pc:inkChg>
        <pc:inkChg chg="add del">
          <ac:chgData name="Aggie Menezes" userId="74619c95fa3483c9" providerId="LiveId" clId="{20A26620-95D9-894E-AE55-3DE133FE37BE}" dt="2021-03-01T04:00:24.564" v="276"/>
          <ac:inkMkLst>
            <pc:docMk/>
            <pc:sldMk cId="0" sldId="256"/>
            <ac:inkMk id="33" creationId="{BDD44E78-6031-9248-9729-3CFDBACA8351}"/>
          </ac:inkMkLst>
        </pc:inkChg>
        <pc:inkChg chg="add del">
          <ac:chgData name="Aggie Menezes" userId="74619c95fa3483c9" providerId="LiveId" clId="{20A26620-95D9-894E-AE55-3DE133FE37BE}" dt="2021-03-01T04:00:24.428" v="230"/>
          <ac:inkMkLst>
            <pc:docMk/>
            <pc:sldMk cId="0" sldId="256"/>
            <ac:inkMk id="34" creationId="{70502007-8BD6-674D-B505-1ABC3F9F4BBB}"/>
          </ac:inkMkLst>
        </pc:inkChg>
        <pc:inkChg chg="add del">
          <ac:chgData name="Aggie Menezes" userId="74619c95fa3483c9" providerId="LiveId" clId="{20A26620-95D9-894E-AE55-3DE133FE37BE}" dt="2021-03-01T04:00:24.533" v="265"/>
          <ac:inkMkLst>
            <pc:docMk/>
            <pc:sldMk cId="0" sldId="256"/>
            <ac:inkMk id="35" creationId="{9225030D-D2F7-3A4F-A961-D647D2674E4E}"/>
          </ac:inkMkLst>
        </pc:inkChg>
        <pc:inkChg chg="add del">
          <ac:chgData name="Aggie Menezes" userId="74619c95fa3483c9" providerId="LiveId" clId="{20A26620-95D9-894E-AE55-3DE133FE37BE}" dt="2021-03-01T04:00:24.554" v="272"/>
          <ac:inkMkLst>
            <pc:docMk/>
            <pc:sldMk cId="0" sldId="256"/>
            <ac:inkMk id="36" creationId="{A9052E48-3E26-6E42-9F2F-8F3A5F6A357D}"/>
          </ac:inkMkLst>
        </pc:inkChg>
        <pc:inkChg chg="add del topLvl">
          <ac:chgData name="Aggie Menezes" userId="74619c95fa3483c9" providerId="LiveId" clId="{20A26620-95D9-894E-AE55-3DE133FE37BE}" dt="2021-03-01T04:00:27.370" v="346"/>
          <ac:inkMkLst>
            <pc:docMk/>
            <pc:sldMk cId="0" sldId="256"/>
            <ac:inkMk id="37" creationId="{7F17F6BB-CD62-714A-8885-64353E5364A0}"/>
          </ac:inkMkLst>
        </pc:inkChg>
        <pc:inkChg chg="add del">
          <ac:chgData name="Aggie Menezes" userId="74619c95fa3483c9" providerId="LiveId" clId="{20A26620-95D9-894E-AE55-3DE133FE37BE}" dt="2021-03-01T04:00:24.363" v="211"/>
          <ac:inkMkLst>
            <pc:docMk/>
            <pc:sldMk cId="0" sldId="256"/>
            <ac:inkMk id="38" creationId="{7B3F802E-36C2-034E-AC71-DD234CD9C36D}"/>
          </ac:inkMkLst>
        </pc:inkChg>
        <pc:inkChg chg="add del">
          <ac:chgData name="Aggie Menezes" userId="74619c95fa3483c9" providerId="LiveId" clId="{20A26620-95D9-894E-AE55-3DE133FE37BE}" dt="2021-03-01T04:00:24.508" v="256"/>
          <ac:inkMkLst>
            <pc:docMk/>
            <pc:sldMk cId="0" sldId="256"/>
            <ac:inkMk id="39" creationId="{F430C9B6-3176-9544-8DB6-CCC6848E2267}"/>
          </ac:inkMkLst>
        </pc:inkChg>
        <pc:inkChg chg="add del topLvl">
          <ac:chgData name="Aggie Menezes" userId="74619c95fa3483c9" providerId="LiveId" clId="{20A26620-95D9-894E-AE55-3DE133FE37BE}" dt="2021-03-01T04:00:24.720" v="330"/>
          <ac:inkMkLst>
            <pc:docMk/>
            <pc:sldMk cId="0" sldId="256"/>
            <ac:inkMk id="40" creationId="{EEFFDCA4-D5A1-B147-8F2B-E8DE9415B849}"/>
          </ac:inkMkLst>
        </pc:inkChg>
        <pc:inkChg chg="add del">
          <ac:chgData name="Aggie Menezes" userId="74619c95fa3483c9" providerId="LiveId" clId="{20A26620-95D9-894E-AE55-3DE133FE37BE}" dt="2021-03-01T04:00:24.310" v="197"/>
          <ac:inkMkLst>
            <pc:docMk/>
            <pc:sldMk cId="0" sldId="256"/>
            <ac:inkMk id="41" creationId="{7680B0D5-766F-E14E-B8CC-7617B7462BE6}"/>
          </ac:inkMkLst>
        </pc:inkChg>
        <pc:inkChg chg="add del">
          <ac:chgData name="Aggie Menezes" userId="74619c95fa3483c9" providerId="LiveId" clId="{20A26620-95D9-894E-AE55-3DE133FE37BE}" dt="2021-03-01T04:00:24.366" v="212"/>
          <ac:inkMkLst>
            <pc:docMk/>
            <pc:sldMk cId="0" sldId="256"/>
            <ac:inkMk id="42" creationId="{BA427F0A-BBAE-294A-934E-42958120A50C}"/>
          </ac:inkMkLst>
        </pc:inkChg>
        <pc:inkChg chg="add del topLvl">
          <ac:chgData name="Aggie Menezes" userId="74619c95fa3483c9" providerId="LiveId" clId="{20A26620-95D9-894E-AE55-3DE133FE37BE}" dt="2021-03-01T04:00:24.303" v="195"/>
          <ac:inkMkLst>
            <pc:docMk/>
            <pc:sldMk cId="0" sldId="256"/>
            <ac:inkMk id="44" creationId="{A27A5A18-2A47-F54C-A228-0E2A58F92533}"/>
          </ac:inkMkLst>
        </pc:inkChg>
        <pc:inkChg chg="add del topLvl">
          <ac:chgData name="Aggie Menezes" userId="74619c95fa3483c9" providerId="LiveId" clId="{20A26620-95D9-894E-AE55-3DE133FE37BE}" dt="2021-03-01T04:00:24.497" v="252"/>
          <ac:inkMkLst>
            <pc:docMk/>
            <pc:sldMk cId="0" sldId="256"/>
            <ac:inkMk id="45" creationId="{F19B69E1-1497-824B-BF5D-AA835BC5B427}"/>
          </ac:inkMkLst>
        </pc:inkChg>
        <pc:inkChg chg="add del topLvl">
          <ac:chgData name="Aggie Menezes" userId="74619c95fa3483c9" providerId="LiveId" clId="{20A26620-95D9-894E-AE55-3DE133FE37BE}" dt="2021-03-01T04:00:24.276" v="186"/>
          <ac:inkMkLst>
            <pc:docMk/>
            <pc:sldMk cId="0" sldId="256"/>
            <ac:inkMk id="46" creationId="{73D736DC-01D7-7843-BE46-8F5F37BEE450}"/>
          </ac:inkMkLst>
        </pc:inkChg>
        <pc:inkChg chg="add del topLvl">
          <ac:chgData name="Aggie Menezes" userId="74619c95fa3483c9" providerId="LiveId" clId="{20A26620-95D9-894E-AE55-3DE133FE37BE}" dt="2021-03-01T04:00:24.752" v="340"/>
          <ac:inkMkLst>
            <pc:docMk/>
            <pc:sldMk cId="0" sldId="256"/>
            <ac:inkMk id="47" creationId="{2459B8CB-F6C5-0542-B0EC-9BDF423AB48A}"/>
          </ac:inkMkLst>
        </pc:inkChg>
        <pc:inkChg chg="add del topLvl">
          <ac:chgData name="Aggie Menezes" userId="74619c95fa3483c9" providerId="LiveId" clId="{20A26620-95D9-894E-AE55-3DE133FE37BE}" dt="2021-03-01T04:00:24.530" v="264"/>
          <ac:inkMkLst>
            <pc:docMk/>
            <pc:sldMk cId="0" sldId="256"/>
            <ac:inkMk id="48" creationId="{B5FDB122-FDC7-BB4B-B350-952D023F5466}"/>
          </ac:inkMkLst>
        </pc:inkChg>
        <pc:inkChg chg="add del topLvl">
          <ac:chgData name="Aggie Menezes" userId="74619c95fa3483c9" providerId="LiveId" clId="{20A26620-95D9-894E-AE55-3DE133FE37BE}" dt="2021-03-01T04:00:24.626" v="299"/>
          <ac:inkMkLst>
            <pc:docMk/>
            <pc:sldMk cId="0" sldId="256"/>
            <ac:inkMk id="49" creationId="{AC659339-E625-4941-9CCD-FEF459ED591C}"/>
          </ac:inkMkLst>
        </pc:inkChg>
        <pc:inkChg chg="add del topLvl">
          <ac:chgData name="Aggie Menezes" userId="74619c95fa3483c9" providerId="LiveId" clId="{20A26620-95D9-894E-AE55-3DE133FE37BE}" dt="2021-03-01T04:00:24.682" v="318"/>
          <ac:inkMkLst>
            <pc:docMk/>
            <pc:sldMk cId="0" sldId="256"/>
            <ac:inkMk id="50" creationId="{A9F09825-E92E-1A40-9CD5-40EF27C930C3}"/>
          </ac:inkMkLst>
        </pc:inkChg>
        <pc:inkChg chg="add del topLvl">
          <ac:chgData name="Aggie Menezes" userId="74619c95fa3483c9" providerId="LiveId" clId="{20A26620-95D9-894E-AE55-3DE133FE37BE}" dt="2021-03-01T04:00:24.407" v="223"/>
          <ac:inkMkLst>
            <pc:docMk/>
            <pc:sldMk cId="0" sldId="256"/>
            <ac:inkMk id="51" creationId="{6FB04D57-9299-1C49-84AE-C1A9F5D35C00}"/>
          </ac:inkMkLst>
        </pc:inkChg>
        <pc:inkChg chg="add del topLvl">
          <ac:chgData name="Aggie Menezes" userId="74619c95fa3483c9" providerId="LiveId" clId="{20A26620-95D9-894E-AE55-3DE133FE37BE}" dt="2021-03-01T04:00:24.321" v="200"/>
          <ac:inkMkLst>
            <pc:docMk/>
            <pc:sldMk cId="0" sldId="256"/>
            <ac:inkMk id="52" creationId="{A34A46E3-126E-7846-A56F-0812ECBBE60B}"/>
          </ac:inkMkLst>
        </pc:inkChg>
        <pc:inkChg chg="add del topLvl">
          <ac:chgData name="Aggie Menezes" userId="74619c95fa3483c9" providerId="LiveId" clId="{20A26620-95D9-894E-AE55-3DE133FE37BE}" dt="2021-03-01T04:00:24.453" v="238"/>
          <ac:inkMkLst>
            <pc:docMk/>
            <pc:sldMk cId="0" sldId="256"/>
            <ac:inkMk id="53" creationId="{1F58EA02-D030-CE40-A5A9-79A89FBD9BD8}"/>
          </ac:inkMkLst>
        </pc:inkChg>
        <pc:inkChg chg="add del topLvl">
          <ac:chgData name="Aggie Menezes" userId="74619c95fa3483c9" providerId="LiveId" clId="{20A26620-95D9-894E-AE55-3DE133FE37BE}" dt="2021-03-01T04:00:24.634" v="302"/>
          <ac:inkMkLst>
            <pc:docMk/>
            <pc:sldMk cId="0" sldId="256"/>
            <ac:inkMk id="54" creationId="{91DF1B56-3F8C-0341-842D-E8E1D55152B2}"/>
          </ac:inkMkLst>
        </pc:inkChg>
        <pc:inkChg chg="add del topLvl">
          <ac:chgData name="Aggie Menezes" userId="74619c95fa3483c9" providerId="LiveId" clId="{20A26620-95D9-894E-AE55-3DE133FE37BE}" dt="2021-03-01T04:00:24.730" v="333"/>
          <ac:inkMkLst>
            <pc:docMk/>
            <pc:sldMk cId="0" sldId="256"/>
            <ac:inkMk id="55" creationId="{71D594FF-05BB-D543-B256-D074A1C8A290}"/>
          </ac:inkMkLst>
        </pc:inkChg>
        <pc:inkChg chg="add del topLvl">
          <ac:chgData name="Aggie Menezes" userId="74619c95fa3483c9" providerId="LiveId" clId="{20A26620-95D9-894E-AE55-3DE133FE37BE}" dt="2021-03-01T04:00:24.660" v="310"/>
          <ac:inkMkLst>
            <pc:docMk/>
            <pc:sldMk cId="0" sldId="256"/>
            <ac:inkMk id="59" creationId="{6A6C6926-75BF-4C43-BE69-6220AAA55127}"/>
          </ac:inkMkLst>
        </pc:inkChg>
        <pc:inkChg chg="add del topLvl">
          <ac:chgData name="Aggie Menezes" userId="74619c95fa3483c9" providerId="LiveId" clId="{20A26620-95D9-894E-AE55-3DE133FE37BE}" dt="2021-03-01T04:00:24.556" v="273"/>
          <ac:inkMkLst>
            <pc:docMk/>
            <pc:sldMk cId="0" sldId="256"/>
            <ac:inkMk id="60" creationId="{18B3473E-E9F5-8B4D-B191-349CDF083796}"/>
          </ac:inkMkLst>
        </pc:inkChg>
        <pc:inkChg chg="add del topLvl">
          <ac:chgData name="Aggie Menezes" userId="74619c95fa3483c9" providerId="LiveId" clId="{20A26620-95D9-894E-AE55-3DE133FE37BE}" dt="2021-03-01T04:00:24.707" v="326"/>
          <ac:inkMkLst>
            <pc:docMk/>
            <pc:sldMk cId="0" sldId="256"/>
            <ac:inkMk id="61" creationId="{AADCE659-2B27-4A4A-A04F-1FFD5E15601D}"/>
          </ac:inkMkLst>
        </pc:inkChg>
        <pc:inkChg chg="add del topLvl">
          <ac:chgData name="Aggie Menezes" userId="74619c95fa3483c9" providerId="LiveId" clId="{20A26620-95D9-894E-AE55-3DE133FE37BE}" dt="2021-03-01T04:00:24.478" v="246"/>
          <ac:inkMkLst>
            <pc:docMk/>
            <pc:sldMk cId="0" sldId="256"/>
            <ac:inkMk id="62" creationId="{8D5A6042-BB2C-0E45-A0BC-92BC4F8899DB}"/>
          </ac:inkMkLst>
        </pc:inkChg>
        <pc:inkChg chg="add del topLvl">
          <ac:chgData name="Aggie Menezes" userId="74619c95fa3483c9" providerId="LiveId" clId="{20A26620-95D9-894E-AE55-3DE133FE37BE}" dt="2021-03-01T04:00:24.483" v="248"/>
          <ac:inkMkLst>
            <pc:docMk/>
            <pc:sldMk cId="0" sldId="256"/>
            <ac:inkMk id="63" creationId="{82BA182A-3A63-A84E-B19F-673F8E10C982}"/>
          </ac:inkMkLst>
        </pc:inkChg>
        <pc:inkChg chg="add del topLvl">
          <ac:chgData name="Aggie Menezes" userId="74619c95fa3483c9" providerId="LiveId" clId="{20A26620-95D9-894E-AE55-3DE133FE37BE}" dt="2021-03-01T04:00:24.629" v="300"/>
          <ac:inkMkLst>
            <pc:docMk/>
            <pc:sldMk cId="0" sldId="256"/>
            <ac:inkMk id="64" creationId="{39BFAAA4-079E-8C42-AEEB-5BB74CB625F4}"/>
          </ac:inkMkLst>
        </pc:inkChg>
        <pc:inkChg chg="add del topLvl">
          <ac:chgData name="Aggie Menezes" userId="74619c95fa3483c9" providerId="LiveId" clId="{20A26620-95D9-894E-AE55-3DE133FE37BE}" dt="2021-03-01T04:00:24.602" v="290"/>
          <ac:inkMkLst>
            <pc:docMk/>
            <pc:sldMk cId="0" sldId="256"/>
            <ac:inkMk id="65" creationId="{D3CE3816-AE3E-3A43-88A9-C278A229C0C4}"/>
          </ac:inkMkLst>
        </pc:inkChg>
        <pc:inkChg chg="add del topLvl">
          <ac:chgData name="Aggie Menezes" userId="74619c95fa3483c9" providerId="LiveId" clId="{20A26620-95D9-894E-AE55-3DE133FE37BE}" dt="2021-03-01T04:00:24.591" v="286"/>
          <ac:inkMkLst>
            <pc:docMk/>
            <pc:sldMk cId="0" sldId="256"/>
            <ac:inkMk id="66" creationId="{C877379E-E382-2742-A2F2-6B72BD51E937}"/>
          </ac:inkMkLst>
        </pc:inkChg>
        <pc:inkChg chg="add del topLvl">
          <ac:chgData name="Aggie Menezes" userId="74619c95fa3483c9" providerId="LiveId" clId="{20A26620-95D9-894E-AE55-3DE133FE37BE}" dt="2021-03-01T04:00:24.279" v="187"/>
          <ac:inkMkLst>
            <pc:docMk/>
            <pc:sldMk cId="0" sldId="256"/>
            <ac:inkMk id="67" creationId="{B84FD22D-6FFA-F445-AA56-4A7692872F34}"/>
          </ac:inkMkLst>
        </pc:inkChg>
        <pc:inkChg chg="add del topLvl">
          <ac:chgData name="Aggie Menezes" userId="74619c95fa3483c9" providerId="LiveId" clId="{20A26620-95D9-894E-AE55-3DE133FE37BE}" dt="2021-03-01T04:00:24.473" v="244"/>
          <ac:inkMkLst>
            <pc:docMk/>
            <pc:sldMk cId="0" sldId="256"/>
            <ac:inkMk id="68" creationId="{B9396F05-C475-7841-B628-CF0BF10A65F7}"/>
          </ac:inkMkLst>
        </pc:inkChg>
        <pc:inkChg chg="add del topLvl">
          <ac:chgData name="Aggie Menezes" userId="74619c95fa3483c9" providerId="LiveId" clId="{20A26620-95D9-894E-AE55-3DE133FE37BE}" dt="2021-03-01T04:00:24.743" v="337"/>
          <ac:inkMkLst>
            <pc:docMk/>
            <pc:sldMk cId="0" sldId="256"/>
            <ac:inkMk id="69" creationId="{F4461598-6320-C44F-94ED-362F51E1F5C2}"/>
          </ac:inkMkLst>
        </pc:inkChg>
        <pc:inkChg chg="add del topLvl">
          <ac:chgData name="Aggie Menezes" userId="74619c95fa3483c9" providerId="LiveId" clId="{20A26620-95D9-894E-AE55-3DE133FE37BE}" dt="2021-03-01T04:00:24.705" v="325"/>
          <ac:inkMkLst>
            <pc:docMk/>
            <pc:sldMk cId="0" sldId="256"/>
            <ac:inkMk id="70" creationId="{238C5E88-1DE2-614C-946B-D9C4B34BCE18}"/>
          </ac:inkMkLst>
        </pc:inkChg>
        <pc:inkChg chg="add del topLvl">
          <ac:chgData name="Aggie Menezes" userId="74619c95fa3483c9" providerId="LiveId" clId="{20A26620-95D9-894E-AE55-3DE133FE37BE}" dt="2021-03-01T04:00:24.307" v="196"/>
          <ac:inkMkLst>
            <pc:docMk/>
            <pc:sldMk cId="0" sldId="256"/>
            <ac:inkMk id="71" creationId="{AA09C89F-858C-8D45-A8E0-A0E7B89FE4EE}"/>
          </ac:inkMkLst>
        </pc:inkChg>
        <pc:inkChg chg="add del topLvl">
          <ac:chgData name="Aggie Menezes" userId="74619c95fa3483c9" providerId="LiveId" clId="{20A26620-95D9-894E-AE55-3DE133FE37BE}" dt="2021-03-01T04:00:24.350" v="207"/>
          <ac:inkMkLst>
            <pc:docMk/>
            <pc:sldMk cId="0" sldId="256"/>
            <ac:inkMk id="72" creationId="{616888AD-50D9-4841-9E7C-B17196D0F7EA}"/>
          </ac:inkMkLst>
        </pc:inkChg>
        <pc:inkChg chg="add del topLvl">
          <ac:chgData name="Aggie Menezes" userId="74619c95fa3483c9" providerId="LiveId" clId="{20A26620-95D9-894E-AE55-3DE133FE37BE}" dt="2021-03-01T04:00:24.389" v="219"/>
          <ac:inkMkLst>
            <pc:docMk/>
            <pc:sldMk cId="0" sldId="256"/>
            <ac:inkMk id="73" creationId="{DE02D647-947D-E042-B832-8C5A3991D5E9}"/>
          </ac:inkMkLst>
        </pc:inkChg>
        <pc:inkChg chg="add del topLvl">
          <ac:chgData name="Aggie Menezes" userId="74619c95fa3483c9" providerId="LiveId" clId="{20A26620-95D9-894E-AE55-3DE133FE37BE}" dt="2021-03-01T04:00:24.290" v="191"/>
          <ac:inkMkLst>
            <pc:docMk/>
            <pc:sldMk cId="0" sldId="256"/>
            <ac:inkMk id="75" creationId="{510D3F94-10F6-F244-8D7F-F13E6766C75B}"/>
          </ac:inkMkLst>
        </pc:inkChg>
        <pc:inkChg chg="add del topLvl">
          <ac:chgData name="Aggie Menezes" userId="74619c95fa3483c9" providerId="LiveId" clId="{20A26620-95D9-894E-AE55-3DE133FE37BE}" dt="2021-03-01T04:00:24.561" v="275"/>
          <ac:inkMkLst>
            <pc:docMk/>
            <pc:sldMk cId="0" sldId="256"/>
            <ac:inkMk id="77" creationId="{22E18AF3-A7A9-8A4A-A9E4-BAD6D739686B}"/>
          </ac:inkMkLst>
        </pc:inkChg>
        <pc:inkChg chg="add del topLvl">
          <ac:chgData name="Aggie Menezes" userId="74619c95fa3483c9" providerId="LiveId" clId="{20A26620-95D9-894E-AE55-3DE133FE37BE}" dt="2021-03-01T04:00:24.757" v="342"/>
          <ac:inkMkLst>
            <pc:docMk/>
            <pc:sldMk cId="0" sldId="256"/>
            <ac:inkMk id="78" creationId="{CA42BE40-0163-A740-8A95-0AFDD93045BD}"/>
          </ac:inkMkLst>
        </pc:inkChg>
        <pc:inkChg chg="add del topLvl">
          <ac:chgData name="Aggie Menezes" userId="74619c95fa3483c9" providerId="LiveId" clId="{20A26620-95D9-894E-AE55-3DE133FE37BE}" dt="2021-03-01T04:00:24.623" v="298"/>
          <ac:inkMkLst>
            <pc:docMk/>
            <pc:sldMk cId="0" sldId="256"/>
            <ac:inkMk id="79" creationId="{F70C9358-6B50-2644-92AD-F5D9F929EC35}"/>
          </ac:inkMkLst>
        </pc:inkChg>
        <pc:inkChg chg="add del topLvl">
          <ac:chgData name="Aggie Menezes" userId="74619c95fa3483c9" providerId="LiveId" clId="{20A26620-95D9-894E-AE55-3DE133FE37BE}" dt="2021-03-01T04:00:24.600" v="289"/>
          <ac:inkMkLst>
            <pc:docMk/>
            <pc:sldMk cId="0" sldId="256"/>
            <ac:inkMk id="80" creationId="{7DA79E39-4595-4643-B227-FC75EB10412E}"/>
          </ac:inkMkLst>
        </pc:inkChg>
        <pc:inkChg chg="add del topLvl">
          <ac:chgData name="Aggie Menezes" userId="74619c95fa3483c9" providerId="LiveId" clId="{20A26620-95D9-894E-AE55-3DE133FE37BE}" dt="2021-03-01T04:00:24.450" v="237"/>
          <ac:inkMkLst>
            <pc:docMk/>
            <pc:sldMk cId="0" sldId="256"/>
            <ac:inkMk id="81" creationId="{8BC81CFA-2F48-7E43-974B-904D73B79242}"/>
          </ac:inkMkLst>
        </pc:inkChg>
        <pc:inkChg chg="add del topLvl">
          <ac:chgData name="Aggie Menezes" userId="74619c95fa3483c9" providerId="LiveId" clId="{20A26620-95D9-894E-AE55-3DE133FE37BE}" dt="2021-03-01T04:00:25.878" v="345"/>
          <ac:inkMkLst>
            <pc:docMk/>
            <pc:sldMk cId="0" sldId="256"/>
            <ac:inkMk id="82" creationId="{939249C1-1296-0746-BF7C-36E21FA4608C}"/>
          </ac:inkMkLst>
        </pc:inkChg>
        <pc:inkChg chg="add del topLvl">
          <ac:chgData name="Aggie Menezes" userId="74619c95fa3483c9" providerId="LiveId" clId="{20A26620-95D9-894E-AE55-3DE133FE37BE}" dt="2021-03-01T04:00:24.360" v="210"/>
          <ac:inkMkLst>
            <pc:docMk/>
            <pc:sldMk cId="0" sldId="256"/>
            <ac:inkMk id="83" creationId="{CC7CADFA-62B9-8842-A314-BAC8084AECB0}"/>
          </ac:inkMkLst>
        </pc:inkChg>
        <pc:inkChg chg="add del topLvl">
          <ac:chgData name="Aggie Menezes" userId="74619c95fa3483c9" providerId="LiveId" clId="{20A26620-95D9-894E-AE55-3DE133FE37BE}" dt="2021-03-01T04:00:24.317" v="199"/>
          <ac:inkMkLst>
            <pc:docMk/>
            <pc:sldMk cId="0" sldId="256"/>
            <ac:inkMk id="84" creationId="{CBE97273-7843-B145-A104-7F34F02498CE}"/>
          </ac:inkMkLst>
        </pc:inkChg>
        <pc:inkChg chg="add del topLvl">
          <ac:chgData name="Aggie Menezes" userId="74619c95fa3483c9" providerId="LiveId" clId="{20A26620-95D9-894E-AE55-3DE133FE37BE}" dt="2021-03-01T04:00:24.697" v="323"/>
          <ac:inkMkLst>
            <pc:docMk/>
            <pc:sldMk cId="0" sldId="256"/>
            <ac:inkMk id="85" creationId="{7F48A787-ABFE-FC41-9CBF-2CF746B7EB5F}"/>
          </ac:inkMkLst>
        </pc:inkChg>
        <pc:inkChg chg="add del topLvl">
          <ac:chgData name="Aggie Menezes" userId="74619c95fa3483c9" providerId="LiveId" clId="{20A26620-95D9-894E-AE55-3DE133FE37BE}" dt="2021-03-01T04:00:24.760" v="343"/>
          <ac:inkMkLst>
            <pc:docMk/>
            <pc:sldMk cId="0" sldId="256"/>
            <ac:inkMk id="86" creationId="{8E7FE58D-21BC-3241-AA37-051E4EF88C9C}"/>
          </ac:inkMkLst>
        </pc:inkChg>
        <pc:inkChg chg="add del topLvl">
          <ac:chgData name="Aggie Menezes" userId="74619c95fa3483c9" providerId="LiveId" clId="{20A26620-95D9-894E-AE55-3DE133FE37BE}" dt="2021-03-01T04:00:24.327" v="202"/>
          <ac:inkMkLst>
            <pc:docMk/>
            <pc:sldMk cId="0" sldId="256"/>
            <ac:inkMk id="87" creationId="{CF78444F-4611-CF4B-AC2A-6BC366D16664}"/>
          </ac:inkMkLst>
        </pc:inkChg>
        <pc:inkChg chg="add del topLvl">
          <ac:chgData name="Aggie Menezes" userId="74619c95fa3483c9" providerId="LiveId" clId="{20A26620-95D9-894E-AE55-3DE133FE37BE}" dt="2021-03-01T04:00:24.621" v="297"/>
          <ac:inkMkLst>
            <pc:docMk/>
            <pc:sldMk cId="0" sldId="256"/>
            <ac:inkMk id="88" creationId="{E5E6C9AA-283F-014C-B58D-2BC773B75D95}"/>
          </ac:inkMkLst>
        </pc:inkChg>
        <pc:inkChg chg="add del topLvl">
          <ac:chgData name="Aggie Menezes" userId="74619c95fa3483c9" providerId="LiveId" clId="{20A26620-95D9-894E-AE55-3DE133FE37BE}" dt="2021-03-01T04:00:24.641" v="304"/>
          <ac:inkMkLst>
            <pc:docMk/>
            <pc:sldMk cId="0" sldId="256"/>
            <ac:inkMk id="90" creationId="{EF552714-BA6E-8F4C-9284-FC4CC53FD3E1}"/>
          </ac:inkMkLst>
        </pc:inkChg>
        <pc:inkChg chg="add del">
          <ac:chgData name="Aggie Menezes" userId="74619c95fa3483c9" providerId="LiveId" clId="{20A26620-95D9-894E-AE55-3DE133FE37BE}" dt="2021-03-01T04:00:24.378" v="215"/>
          <ac:inkMkLst>
            <pc:docMk/>
            <pc:sldMk cId="0" sldId="256"/>
            <ac:inkMk id="91" creationId="{3129B656-B32E-654A-971E-BCD8C4A6B7FE}"/>
          </ac:inkMkLst>
        </pc:inkChg>
        <pc:inkChg chg="add del">
          <ac:chgData name="Aggie Menezes" userId="74619c95fa3483c9" providerId="LiveId" clId="{20A26620-95D9-894E-AE55-3DE133FE37BE}" dt="2021-03-01T04:00:24.573" v="280"/>
          <ac:inkMkLst>
            <pc:docMk/>
            <pc:sldMk cId="0" sldId="256"/>
            <ac:inkMk id="92" creationId="{A990458F-0116-D240-9BD4-AE2861EF11D8}"/>
          </ac:inkMkLst>
        </pc:inkChg>
        <pc:inkChg chg="add del">
          <ac:chgData name="Aggie Menezes" userId="74619c95fa3483c9" providerId="LiveId" clId="{20A26620-95D9-894E-AE55-3DE133FE37BE}" dt="2021-03-01T04:00:24.611" v="293"/>
          <ac:inkMkLst>
            <pc:docMk/>
            <pc:sldMk cId="0" sldId="256"/>
            <ac:inkMk id="93" creationId="{2933A75A-FE02-F641-AB29-406C447112B7}"/>
          </ac:inkMkLst>
        </pc:inkChg>
        <pc:inkChg chg="add del">
          <ac:chgData name="Aggie Menezes" userId="74619c95fa3483c9" providerId="LiveId" clId="{20A26620-95D9-894E-AE55-3DE133FE37BE}" dt="2021-03-01T04:00:24.413" v="225"/>
          <ac:inkMkLst>
            <pc:docMk/>
            <pc:sldMk cId="0" sldId="256"/>
            <ac:inkMk id="94" creationId="{5ACC6037-D746-C048-A4BF-08DB9ED05541}"/>
          </ac:inkMkLst>
        </pc:inkChg>
        <pc:inkChg chg="add del">
          <ac:chgData name="Aggie Menezes" userId="74619c95fa3483c9" providerId="LiveId" clId="{20A26620-95D9-894E-AE55-3DE133FE37BE}" dt="2021-03-01T04:00:24.439" v="234"/>
          <ac:inkMkLst>
            <pc:docMk/>
            <pc:sldMk cId="0" sldId="256"/>
            <ac:inkMk id="95" creationId="{A4B4093B-6FD8-0D4C-96A9-39E8E72AC8FB}"/>
          </ac:inkMkLst>
        </pc:inkChg>
        <pc:inkChg chg="add del">
          <ac:chgData name="Aggie Menezes" userId="74619c95fa3483c9" providerId="LiveId" clId="{20A26620-95D9-894E-AE55-3DE133FE37BE}" dt="2021-03-01T04:00:24.494" v="251"/>
          <ac:inkMkLst>
            <pc:docMk/>
            <pc:sldMk cId="0" sldId="256"/>
            <ac:inkMk id="96" creationId="{4FC1F016-71B0-F74D-B3FA-BB2DD59FB0AF}"/>
          </ac:inkMkLst>
        </pc:inkChg>
        <pc:inkChg chg="add del">
          <ac:chgData name="Aggie Menezes" userId="74619c95fa3483c9" providerId="LiveId" clId="{20A26620-95D9-894E-AE55-3DE133FE37BE}" dt="2021-03-01T04:00:24.566" v="277"/>
          <ac:inkMkLst>
            <pc:docMk/>
            <pc:sldMk cId="0" sldId="256"/>
            <ac:inkMk id="97" creationId="{869EEB86-D570-CE48-9ECF-137041041948}"/>
          </ac:inkMkLst>
        </pc:inkChg>
        <pc:inkChg chg="add del topLvl">
          <ac:chgData name="Aggie Menezes" userId="74619c95fa3483c9" providerId="LiveId" clId="{20A26620-95D9-894E-AE55-3DE133FE37BE}" dt="2021-03-01T04:00:24.631" v="301"/>
          <ac:inkMkLst>
            <pc:docMk/>
            <pc:sldMk cId="0" sldId="256"/>
            <ac:inkMk id="98" creationId="{A68304EA-BF28-E943-8AAD-1B96DCEB6CFD}"/>
          </ac:inkMkLst>
        </pc:inkChg>
        <pc:inkChg chg="add del">
          <ac:chgData name="Aggie Menezes" userId="74619c95fa3483c9" providerId="LiveId" clId="{20A26620-95D9-894E-AE55-3DE133FE37BE}" dt="2021-03-01T04:00:24.384" v="217"/>
          <ac:inkMkLst>
            <pc:docMk/>
            <pc:sldMk cId="0" sldId="256"/>
            <ac:inkMk id="99" creationId="{638BCAEE-91D1-5640-A858-6D312C7D70ED}"/>
          </ac:inkMkLst>
        </pc:inkChg>
        <pc:inkChg chg="add del">
          <ac:chgData name="Aggie Menezes" userId="74619c95fa3483c9" providerId="LiveId" clId="{20A26620-95D9-894E-AE55-3DE133FE37BE}" dt="2021-03-01T04:00:24.466" v="242"/>
          <ac:inkMkLst>
            <pc:docMk/>
            <pc:sldMk cId="0" sldId="256"/>
            <ac:inkMk id="100" creationId="{8E4CD9CF-CBB3-5F4B-885A-0E263FDA0245}"/>
          </ac:inkMkLst>
        </pc:inkChg>
        <pc:inkChg chg="add del">
          <ac:chgData name="Aggie Menezes" userId="74619c95fa3483c9" providerId="LiveId" clId="{20A26620-95D9-894E-AE55-3DE133FE37BE}" dt="2021-03-01T04:00:24.340" v="205"/>
          <ac:inkMkLst>
            <pc:docMk/>
            <pc:sldMk cId="0" sldId="256"/>
            <ac:inkMk id="101" creationId="{64A39240-006C-C943-86F7-53BB3BB6CC42}"/>
          </ac:inkMkLst>
        </pc:inkChg>
        <pc:inkChg chg="add del">
          <ac:chgData name="Aggie Menezes" userId="74619c95fa3483c9" providerId="LiveId" clId="{20A26620-95D9-894E-AE55-3DE133FE37BE}" dt="2021-03-01T03:54:51.834" v="97"/>
          <ac:inkMkLst>
            <pc:docMk/>
            <pc:sldMk cId="0" sldId="256"/>
            <ac:inkMk id="103" creationId="{D5746F67-CBE9-D84D-98C3-1437CA880BAF}"/>
          </ac:inkMkLst>
        </pc:inkChg>
        <pc:inkChg chg="add del">
          <ac:chgData name="Aggie Menezes" userId="74619c95fa3483c9" providerId="LiveId" clId="{20A26620-95D9-894E-AE55-3DE133FE37BE}" dt="2021-03-01T04:00:24.518" v="260"/>
          <ac:inkMkLst>
            <pc:docMk/>
            <pc:sldMk cId="0" sldId="256"/>
            <ac:inkMk id="104" creationId="{829CC962-467F-E140-B591-F1829F507660}"/>
          </ac:inkMkLst>
        </pc:inkChg>
        <pc:inkChg chg="add del topLvl">
          <ac:chgData name="Aggie Menezes" userId="74619c95fa3483c9" providerId="LiveId" clId="{20A26620-95D9-894E-AE55-3DE133FE37BE}" dt="2021-03-01T04:00:24.375" v="214"/>
          <ac:inkMkLst>
            <pc:docMk/>
            <pc:sldMk cId="0" sldId="256"/>
            <ac:inkMk id="105" creationId="{A96E462B-1B52-1049-A6C9-751C43BDFA77}"/>
          </ac:inkMkLst>
        </pc:inkChg>
        <pc:inkChg chg="add del topLvl">
          <ac:chgData name="Aggie Menezes" userId="74619c95fa3483c9" providerId="LiveId" clId="{20A26620-95D9-894E-AE55-3DE133FE37BE}" dt="2021-03-01T04:00:24.537" v="266"/>
          <ac:inkMkLst>
            <pc:docMk/>
            <pc:sldMk cId="0" sldId="256"/>
            <ac:inkMk id="106" creationId="{039A22A9-EAA5-994F-A8F9-B35A8A4FECFA}"/>
          </ac:inkMkLst>
        </pc:inkChg>
        <pc:inkChg chg="add del topLvl">
          <ac:chgData name="Aggie Menezes" userId="74619c95fa3483c9" providerId="LiveId" clId="{20A26620-95D9-894E-AE55-3DE133FE37BE}" dt="2021-03-01T04:00:24.296" v="193"/>
          <ac:inkMkLst>
            <pc:docMk/>
            <pc:sldMk cId="0" sldId="256"/>
            <ac:inkMk id="107" creationId="{BC2CC6EC-8888-5040-A1A8-F3A947CE3686}"/>
          </ac:inkMkLst>
        </pc:inkChg>
        <pc:inkChg chg="add del topLvl">
          <ac:chgData name="Aggie Menezes" userId="74619c95fa3483c9" providerId="LiveId" clId="{20A26620-95D9-894E-AE55-3DE133FE37BE}" dt="2021-03-01T04:00:24.648" v="306"/>
          <ac:inkMkLst>
            <pc:docMk/>
            <pc:sldMk cId="0" sldId="256"/>
            <ac:inkMk id="108" creationId="{348DDB89-44D8-2047-8D16-358EB11D693D}"/>
          </ac:inkMkLst>
        </pc:inkChg>
        <pc:inkChg chg="add del topLvl">
          <ac:chgData name="Aggie Menezes" userId="74619c95fa3483c9" providerId="LiveId" clId="{20A26620-95D9-894E-AE55-3DE133FE37BE}" dt="2021-03-01T04:00:24.617" v="295"/>
          <ac:inkMkLst>
            <pc:docMk/>
            <pc:sldMk cId="0" sldId="256"/>
            <ac:inkMk id="109" creationId="{86FA6D84-564F-7047-87B7-C134B10B71F0}"/>
          </ac:inkMkLst>
        </pc:inkChg>
        <pc:inkChg chg="add del topLvl">
          <ac:chgData name="Aggie Menezes" userId="74619c95fa3483c9" providerId="LiveId" clId="{20A26620-95D9-894E-AE55-3DE133FE37BE}" dt="2021-03-01T04:00:24.459" v="240"/>
          <ac:inkMkLst>
            <pc:docMk/>
            <pc:sldMk cId="0" sldId="256"/>
            <ac:inkMk id="110" creationId="{48E28438-4A2D-4741-AFFD-08B11767D10B}"/>
          </ac:inkMkLst>
        </pc:inkChg>
        <pc:inkChg chg="add del topLvl">
          <ac:chgData name="Aggie Menezes" userId="74619c95fa3483c9" providerId="LiveId" clId="{20A26620-95D9-894E-AE55-3DE133FE37BE}" dt="2021-03-01T04:00:24.586" v="284"/>
          <ac:inkMkLst>
            <pc:docMk/>
            <pc:sldMk cId="0" sldId="256"/>
            <ac:inkMk id="111" creationId="{038DEB71-73B6-C74C-A481-C3EAE83CDF73}"/>
          </ac:inkMkLst>
        </pc:inkChg>
        <pc:inkChg chg="add del topLvl">
          <ac:chgData name="Aggie Menezes" userId="74619c95fa3483c9" providerId="LiveId" clId="{20A26620-95D9-894E-AE55-3DE133FE37BE}" dt="2021-03-01T04:00:24.589" v="285"/>
          <ac:inkMkLst>
            <pc:docMk/>
            <pc:sldMk cId="0" sldId="256"/>
            <ac:inkMk id="112" creationId="{52C41399-502B-9C4C-83A4-C3E441DA1588}"/>
          </ac:inkMkLst>
        </pc:inkChg>
        <pc:inkChg chg="add del topLvl">
          <ac:chgData name="Aggie Menezes" userId="74619c95fa3483c9" providerId="LiveId" clId="{20A26620-95D9-894E-AE55-3DE133FE37BE}" dt="2021-03-01T04:00:24.346" v="206"/>
          <ac:inkMkLst>
            <pc:docMk/>
            <pc:sldMk cId="0" sldId="256"/>
            <ac:inkMk id="113" creationId="{DA188C7A-2291-9D4B-A804-C2F4100CE403}"/>
          </ac:inkMkLst>
        </pc:inkChg>
        <pc:inkChg chg="add del topLvl">
          <ac:chgData name="Aggie Menezes" userId="74619c95fa3483c9" providerId="LiveId" clId="{20A26620-95D9-894E-AE55-3DE133FE37BE}" dt="2021-03-01T04:00:24.546" v="269"/>
          <ac:inkMkLst>
            <pc:docMk/>
            <pc:sldMk cId="0" sldId="256"/>
            <ac:inkMk id="114" creationId="{EEFDEFAD-0C8F-D44D-B51D-145E89ADB8E7}"/>
          </ac:inkMkLst>
        </pc:inkChg>
        <pc:inkChg chg="add del topLvl">
          <ac:chgData name="Aggie Menezes" userId="74619c95fa3483c9" providerId="LiveId" clId="{20A26620-95D9-894E-AE55-3DE133FE37BE}" dt="2021-03-01T04:00:24.670" v="314"/>
          <ac:inkMkLst>
            <pc:docMk/>
            <pc:sldMk cId="0" sldId="256"/>
            <ac:inkMk id="115" creationId="{8B419411-A483-1A42-A0CF-944178FFE01B}"/>
          </ac:inkMkLst>
        </pc:inkChg>
        <pc:inkChg chg="add del topLvl">
          <ac:chgData name="Aggie Menezes" userId="74619c95fa3483c9" providerId="LiveId" clId="{20A26620-95D9-894E-AE55-3DE133FE37BE}" dt="2021-03-01T04:00:24.324" v="201"/>
          <ac:inkMkLst>
            <pc:docMk/>
            <pc:sldMk cId="0" sldId="256"/>
            <ac:inkMk id="116" creationId="{671B9325-82E8-4043-8A69-58994A9DC5AE}"/>
          </ac:inkMkLst>
        </pc:inkChg>
        <pc:inkChg chg="add del topLvl">
          <ac:chgData name="Aggie Menezes" userId="74619c95fa3483c9" providerId="LiveId" clId="{20A26620-95D9-894E-AE55-3DE133FE37BE}" dt="2021-03-01T04:00:24.400" v="221"/>
          <ac:inkMkLst>
            <pc:docMk/>
            <pc:sldMk cId="0" sldId="256"/>
            <ac:inkMk id="117" creationId="{568056C6-BFB1-1548-B7FD-AC34031F66C0}"/>
          </ac:inkMkLst>
        </pc:inkChg>
        <pc:inkChg chg="add del topLvl">
          <ac:chgData name="Aggie Menezes" userId="74619c95fa3483c9" providerId="LiveId" clId="{20A26620-95D9-894E-AE55-3DE133FE37BE}" dt="2021-03-01T04:00:24.437" v="233"/>
          <ac:inkMkLst>
            <pc:docMk/>
            <pc:sldMk cId="0" sldId="256"/>
            <ac:inkMk id="118" creationId="{6976913F-C018-AE47-9C53-CCC10EEBF479}"/>
          </ac:inkMkLst>
        </pc:inkChg>
        <pc:inkChg chg="add del topLvl">
          <ac:chgData name="Aggie Menezes" userId="74619c95fa3483c9" providerId="LiveId" clId="{20A26620-95D9-894E-AE55-3DE133FE37BE}" dt="2021-03-01T04:00:24.491" v="250"/>
          <ac:inkMkLst>
            <pc:docMk/>
            <pc:sldMk cId="0" sldId="256"/>
            <ac:inkMk id="120" creationId="{EA3EEC76-2E14-E14A-AB3B-7A5E566DD9E2}"/>
          </ac:inkMkLst>
        </pc:inkChg>
        <pc:inkChg chg="add del topLvl">
          <ac:chgData name="Aggie Menezes" userId="74619c95fa3483c9" providerId="LiveId" clId="{20A26620-95D9-894E-AE55-3DE133FE37BE}" dt="2021-03-01T04:00:24.396" v="220"/>
          <ac:inkMkLst>
            <pc:docMk/>
            <pc:sldMk cId="0" sldId="256"/>
            <ac:inkMk id="121" creationId="{E8A8FF15-F680-BD4D-8497-7E6EB923AE7C}"/>
          </ac:inkMkLst>
        </pc:inkChg>
        <pc:inkChg chg="add del topLvl">
          <ac:chgData name="Aggie Menezes" userId="74619c95fa3483c9" providerId="LiveId" clId="{20A26620-95D9-894E-AE55-3DE133FE37BE}" dt="2021-03-01T04:00:24.595" v="287"/>
          <ac:inkMkLst>
            <pc:docMk/>
            <pc:sldMk cId="0" sldId="256"/>
            <ac:inkMk id="122" creationId="{04367FD0-3D46-3C41-AA78-C704191704FF}"/>
          </ac:inkMkLst>
        </pc:inkChg>
        <pc:inkChg chg="add del topLvl">
          <ac:chgData name="Aggie Menezes" userId="74619c95fa3483c9" providerId="LiveId" clId="{20A26620-95D9-894E-AE55-3DE133FE37BE}" dt="2021-03-01T04:00:24.522" v="261"/>
          <ac:inkMkLst>
            <pc:docMk/>
            <pc:sldMk cId="0" sldId="256"/>
            <ac:inkMk id="123" creationId="{D549A370-0F3D-C148-BD73-AB9CE8928B8E}"/>
          </ac:inkMkLst>
        </pc:inkChg>
        <pc:inkChg chg="add del topLvl">
          <ac:chgData name="Aggie Menezes" userId="74619c95fa3483c9" providerId="LiveId" clId="{20A26620-95D9-894E-AE55-3DE133FE37BE}" dt="2021-03-01T04:00:24.422" v="228"/>
          <ac:inkMkLst>
            <pc:docMk/>
            <pc:sldMk cId="0" sldId="256"/>
            <ac:inkMk id="124" creationId="{2352678C-2E64-DE4B-AC06-8F3308E49AC6}"/>
          </ac:inkMkLst>
        </pc:inkChg>
        <pc:inkChg chg="add del topLvl">
          <ac:chgData name="Aggie Menezes" userId="74619c95fa3483c9" providerId="LiveId" clId="{20A26620-95D9-894E-AE55-3DE133FE37BE}" dt="2021-03-01T04:00:24.657" v="309"/>
          <ac:inkMkLst>
            <pc:docMk/>
            <pc:sldMk cId="0" sldId="256"/>
            <ac:inkMk id="125" creationId="{FEFBC89C-3CE6-8A49-87D3-DB96C5C3BC33}"/>
          </ac:inkMkLst>
        </pc:inkChg>
        <pc:inkChg chg="add del topLvl">
          <ac:chgData name="Aggie Menezes" userId="74619c95fa3483c9" providerId="LiveId" clId="{20A26620-95D9-894E-AE55-3DE133FE37BE}" dt="2021-03-01T04:00:24.411" v="224"/>
          <ac:inkMkLst>
            <pc:docMk/>
            <pc:sldMk cId="0" sldId="256"/>
            <ac:inkMk id="126" creationId="{410EBE03-CABD-1449-90F3-33ED9EE426D0}"/>
          </ac:inkMkLst>
        </pc:inkChg>
        <pc:inkChg chg="add del topLvl">
          <ac:chgData name="Aggie Menezes" userId="74619c95fa3483c9" providerId="LiveId" clId="{20A26620-95D9-894E-AE55-3DE133FE37BE}" dt="2021-03-01T04:00:24.549" v="270"/>
          <ac:inkMkLst>
            <pc:docMk/>
            <pc:sldMk cId="0" sldId="256"/>
            <ac:inkMk id="127" creationId="{4B885FE1-6CC4-0045-A8E4-4DF379A5C720}"/>
          </ac:inkMkLst>
        </pc:inkChg>
        <pc:inkChg chg="add del topLvl">
          <ac:chgData name="Aggie Menezes" userId="74619c95fa3483c9" providerId="LiveId" clId="{20A26620-95D9-894E-AE55-3DE133FE37BE}" dt="2021-03-01T04:00:24.300" v="194"/>
          <ac:inkMkLst>
            <pc:docMk/>
            <pc:sldMk cId="0" sldId="256"/>
            <ac:inkMk id="128" creationId="{0C15DE6F-F625-7A4F-BC99-20468D2BEC33}"/>
          </ac:inkMkLst>
        </pc:inkChg>
        <pc:inkChg chg="add del topLvl">
          <ac:chgData name="Aggie Menezes" userId="74619c95fa3483c9" providerId="LiveId" clId="{20A26620-95D9-894E-AE55-3DE133FE37BE}" dt="2021-03-01T04:00:24.283" v="188"/>
          <ac:inkMkLst>
            <pc:docMk/>
            <pc:sldMk cId="0" sldId="256"/>
            <ac:inkMk id="129" creationId="{97CA1687-BE1B-5C4C-8310-21406A1F93AB}"/>
          </ac:inkMkLst>
        </pc:inkChg>
        <pc:inkChg chg="add del topLvl">
          <ac:chgData name="Aggie Menezes" userId="74619c95fa3483c9" providerId="LiveId" clId="{20A26620-95D9-894E-AE55-3DE133FE37BE}" dt="2021-03-01T04:00:24.711" v="327"/>
          <ac:inkMkLst>
            <pc:docMk/>
            <pc:sldMk cId="0" sldId="256"/>
            <ac:inkMk id="130" creationId="{B36F89BF-D1A1-C74A-8F6D-F01F426BD98B}"/>
          </ac:inkMkLst>
        </pc:inkChg>
        <pc:inkChg chg="add del topLvl">
          <ac:chgData name="Aggie Menezes" userId="74619c95fa3483c9" providerId="LiveId" clId="{20A26620-95D9-894E-AE55-3DE133FE37BE}" dt="2021-03-01T04:00:24.514" v="258"/>
          <ac:inkMkLst>
            <pc:docMk/>
            <pc:sldMk cId="0" sldId="256"/>
            <ac:inkMk id="131" creationId="{992EB9A6-2DB4-8D49-82E3-E79C15A3715A}"/>
          </ac:inkMkLst>
        </pc:inkChg>
        <pc:inkChg chg="add del topLvl">
          <ac:chgData name="Aggie Menezes" userId="74619c95fa3483c9" providerId="LiveId" clId="{20A26620-95D9-894E-AE55-3DE133FE37BE}" dt="2021-03-01T04:00:24.639" v="303"/>
          <ac:inkMkLst>
            <pc:docMk/>
            <pc:sldMk cId="0" sldId="256"/>
            <ac:inkMk id="132" creationId="{F57A4957-C173-A745-92DD-45955D56670B}"/>
          </ac:inkMkLst>
        </pc:inkChg>
        <pc:inkChg chg="add del topLvl">
          <ac:chgData name="Aggie Menezes" userId="74619c95fa3483c9" providerId="LiveId" clId="{20A26620-95D9-894E-AE55-3DE133FE37BE}" dt="2021-03-01T04:00:24.314" v="198"/>
          <ac:inkMkLst>
            <pc:docMk/>
            <pc:sldMk cId="0" sldId="256"/>
            <ac:inkMk id="133" creationId="{F201D1B2-DA00-404D-AE7B-2634054B6094}"/>
          </ac:inkMkLst>
        </pc:inkChg>
        <pc:inkChg chg="add del topLvl">
          <ac:chgData name="Aggie Menezes" userId="74619c95fa3483c9" providerId="LiveId" clId="{20A26620-95D9-894E-AE55-3DE133FE37BE}" dt="2021-03-01T04:00:24.582" v="283"/>
          <ac:inkMkLst>
            <pc:docMk/>
            <pc:sldMk cId="0" sldId="256"/>
            <ac:inkMk id="134" creationId="{030A6FD7-8FF6-BD40-95C7-5AA5B85864BA}"/>
          </ac:inkMkLst>
        </pc:inkChg>
        <pc:inkChg chg="add del topLvl">
          <ac:chgData name="Aggie Menezes" userId="74619c95fa3483c9" providerId="LiveId" clId="{20A26620-95D9-894E-AE55-3DE133FE37BE}" dt="2021-03-01T04:00:24.673" v="315"/>
          <ac:inkMkLst>
            <pc:docMk/>
            <pc:sldMk cId="0" sldId="256"/>
            <ac:inkMk id="135" creationId="{A388AE4F-4C10-6847-B25B-AC91F383CDA8}"/>
          </ac:inkMkLst>
        </pc:inkChg>
        <pc:inkChg chg="add del topLvl">
          <ac:chgData name="Aggie Menezes" userId="74619c95fa3483c9" providerId="LiveId" clId="{20A26620-95D9-894E-AE55-3DE133FE37BE}" dt="2021-03-01T04:00:24.664" v="312"/>
          <ac:inkMkLst>
            <pc:docMk/>
            <pc:sldMk cId="0" sldId="256"/>
            <ac:inkMk id="136" creationId="{8814ADCD-9C63-584F-911A-4103CA616EDF}"/>
          </ac:inkMkLst>
        </pc:inkChg>
        <pc:inkChg chg="add del topLvl">
          <ac:chgData name="Aggie Menezes" userId="74619c95fa3483c9" providerId="LiveId" clId="{20A26620-95D9-894E-AE55-3DE133FE37BE}" dt="2021-03-01T04:00:24.675" v="316"/>
          <ac:inkMkLst>
            <pc:docMk/>
            <pc:sldMk cId="0" sldId="256"/>
            <ac:inkMk id="137" creationId="{A95A8552-88C2-C54B-94E5-CDA77D54B8A2}"/>
          </ac:inkMkLst>
        </pc:inkChg>
        <pc:inkChg chg="add del topLvl">
          <ac:chgData name="Aggie Menezes" userId="74619c95fa3483c9" providerId="LiveId" clId="{20A26620-95D9-894E-AE55-3DE133FE37BE}" dt="2021-03-01T04:00:24.579" v="282"/>
          <ac:inkMkLst>
            <pc:docMk/>
            <pc:sldMk cId="0" sldId="256"/>
            <ac:inkMk id="138" creationId="{F3968878-6259-D043-BD7B-3E73B13572B6}"/>
          </ac:inkMkLst>
        </pc:inkChg>
        <pc:inkChg chg="add del topLvl">
          <ac:chgData name="Aggie Menezes" userId="74619c95fa3483c9" providerId="LiveId" clId="{20A26620-95D9-894E-AE55-3DE133FE37BE}" dt="2021-03-01T04:00:24.527" v="263"/>
          <ac:inkMkLst>
            <pc:docMk/>
            <pc:sldMk cId="0" sldId="256"/>
            <ac:inkMk id="139" creationId="{F625F0C2-2F32-1A41-8D8D-5B0CE6591850}"/>
          </ac:inkMkLst>
        </pc:inkChg>
        <pc:inkChg chg="add del topLvl">
          <ac:chgData name="Aggie Menezes" userId="74619c95fa3483c9" providerId="LiveId" clId="{20A26620-95D9-894E-AE55-3DE133FE37BE}" dt="2021-03-01T04:00:24.749" v="339"/>
          <ac:inkMkLst>
            <pc:docMk/>
            <pc:sldMk cId="0" sldId="256"/>
            <ac:inkMk id="140" creationId="{ED68A777-9714-1A4F-A9DF-C912F42CE86F}"/>
          </ac:inkMkLst>
        </pc:inkChg>
        <pc:inkChg chg="add del topLvl">
          <ac:chgData name="Aggie Menezes" userId="74619c95fa3483c9" providerId="LiveId" clId="{20A26620-95D9-894E-AE55-3DE133FE37BE}" dt="2021-03-01T04:00:24.404" v="222"/>
          <ac:inkMkLst>
            <pc:docMk/>
            <pc:sldMk cId="0" sldId="256"/>
            <ac:inkMk id="141" creationId="{E9109A3D-78C4-9340-8E3A-DFE8239EB193}"/>
          </ac:inkMkLst>
        </pc:inkChg>
        <pc:inkChg chg="add del topLvl">
          <ac:chgData name="Aggie Menezes" userId="74619c95fa3483c9" providerId="LiveId" clId="{20A26620-95D9-894E-AE55-3DE133FE37BE}" dt="2021-03-01T04:00:24.738" v="335"/>
          <ac:inkMkLst>
            <pc:docMk/>
            <pc:sldMk cId="0" sldId="256"/>
            <ac:inkMk id="142" creationId="{D7CEAC1C-72B2-2A49-BE61-C1F2DB02BA68}"/>
          </ac:inkMkLst>
        </pc:inkChg>
        <pc:inkChg chg="add del topLvl">
          <ac:chgData name="Aggie Menezes" userId="74619c95fa3483c9" providerId="LiveId" clId="{20A26620-95D9-894E-AE55-3DE133FE37BE}" dt="2021-03-01T04:00:24.444" v="235"/>
          <ac:inkMkLst>
            <pc:docMk/>
            <pc:sldMk cId="0" sldId="256"/>
            <ac:inkMk id="143" creationId="{C1F1F9DD-BBA4-F84C-B47A-20994ECE7DFD}"/>
          </ac:inkMkLst>
        </pc:inkChg>
        <pc:inkChg chg="add del topLvl">
          <ac:chgData name="Aggie Menezes" userId="74619c95fa3483c9" providerId="LiveId" clId="{20A26620-95D9-894E-AE55-3DE133FE37BE}" dt="2021-03-01T04:00:24.357" v="209"/>
          <ac:inkMkLst>
            <pc:docMk/>
            <pc:sldMk cId="0" sldId="256"/>
            <ac:inkMk id="144" creationId="{2DBCED31-352B-0040-AEAE-5439C4CBD9D6}"/>
          </ac:inkMkLst>
        </pc:inkChg>
        <pc:inkChg chg="add del topLvl">
          <ac:chgData name="Aggie Menezes" userId="74619c95fa3483c9" providerId="LiveId" clId="{20A26620-95D9-894E-AE55-3DE133FE37BE}" dt="2021-03-01T04:00:24.606" v="291"/>
          <ac:inkMkLst>
            <pc:docMk/>
            <pc:sldMk cId="0" sldId="256"/>
            <ac:inkMk id="145" creationId="{F43DDA00-C1B8-6949-B010-46797E0BAD5F}"/>
          </ac:inkMkLst>
        </pc:inkChg>
        <pc:inkChg chg="add del topLvl">
          <ac:chgData name="Aggie Menezes" userId="74619c95fa3483c9" providerId="LiveId" clId="{20A26620-95D9-894E-AE55-3DE133FE37BE}" dt="2021-03-01T04:00:24.691" v="321"/>
          <ac:inkMkLst>
            <pc:docMk/>
            <pc:sldMk cId="0" sldId="256"/>
            <ac:inkMk id="150" creationId="{36472B58-D017-EB48-90E4-F4AA3814621F}"/>
          </ac:inkMkLst>
        </pc:inkChg>
        <pc:inkChg chg="add del topLvl">
          <ac:chgData name="Aggie Menezes" userId="74619c95fa3483c9" providerId="LiveId" clId="{20A26620-95D9-894E-AE55-3DE133FE37BE}" dt="2021-03-01T04:00:24.598" v="288"/>
          <ac:inkMkLst>
            <pc:docMk/>
            <pc:sldMk cId="0" sldId="256"/>
            <ac:inkMk id="152" creationId="{E21801C2-22AC-7C4D-A033-C8C15C5B427D}"/>
          </ac:inkMkLst>
        </pc:inkChg>
        <pc:inkChg chg="add del topLvl">
          <ac:chgData name="Aggie Menezes" userId="74619c95fa3483c9" providerId="LiveId" clId="{20A26620-95D9-894E-AE55-3DE133FE37BE}" dt="2021-03-01T04:00:24.734" v="334"/>
          <ac:inkMkLst>
            <pc:docMk/>
            <pc:sldMk cId="0" sldId="256"/>
            <ac:inkMk id="154" creationId="{D8C4A73F-3CCE-424F-BD8F-9DD20DD45BE8}"/>
          </ac:inkMkLst>
        </pc:inkChg>
        <pc:inkChg chg="add del topLvl">
          <ac:chgData name="Aggie Menezes" userId="74619c95fa3483c9" providerId="LiveId" clId="{20A26620-95D9-894E-AE55-3DE133FE37BE}" dt="2021-03-01T04:00:24.727" v="332"/>
          <ac:inkMkLst>
            <pc:docMk/>
            <pc:sldMk cId="0" sldId="256"/>
            <ac:inkMk id="155" creationId="{274EE97F-7FB8-0F40-9DAA-5313746172D6}"/>
          </ac:inkMkLst>
        </pc:inkChg>
        <pc:inkChg chg="add del">
          <ac:chgData name="Aggie Menezes" userId="74619c95fa3483c9" providerId="LiveId" clId="{20A26620-95D9-894E-AE55-3DE133FE37BE}" dt="2021-03-01T04:00:24.740" v="336"/>
          <ac:inkMkLst>
            <pc:docMk/>
            <pc:sldMk cId="0" sldId="256"/>
            <ac:inkMk id="157" creationId="{04CB481A-C820-5548-B145-DB1AD8C9E5D4}"/>
          </ac:inkMkLst>
        </pc:inkChg>
        <pc:inkChg chg="add del">
          <ac:chgData name="Aggie Menezes" userId="74619c95fa3483c9" providerId="LiveId" clId="{20A26620-95D9-894E-AE55-3DE133FE37BE}" dt="2021-03-01T04:00:24.463" v="241"/>
          <ac:inkMkLst>
            <pc:docMk/>
            <pc:sldMk cId="0" sldId="256"/>
            <ac:inkMk id="158" creationId="{DD7CFB37-41B2-4947-819C-FBCFD96B0D49}"/>
          </ac:inkMkLst>
        </pc:inkChg>
        <pc:inkChg chg="add del">
          <ac:chgData name="Aggie Menezes" userId="74619c95fa3483c9" providerId="LiveId" clId="{20A26620-95D9-894E-AE55-3DE133FE37BE}" dt="2021-03-01T04:00:24.470" v="243"/>
          <ac:inkMkLst>
            <pc:docMk/>
            <pc:sldMk cId="0" sldId="256"/>
            <ac:inkMk id="159" creationId="{7F7C6DC8-F1C9-264D-ACA7-780889C7F134}"/>
          </ac:inkMkLst>
        </pc:inkChg>
        <pc:inkChg chg="add del topLvl">
          <ac:chgData name="Aggie Menezes" userId="74619c95fa3483c9" providerId="LiveId" clId="{20A26620-95D9-894E-AE55-3DE133FE37BE}" dt="2021-03-01T04:00:24.747" v="338"/>
          <ac:inkMkLst>
            <pc:docMk/>
            <pc:sldMk cId="0" sldId="256"/>
            <ac:inkMk id="160" creationId="{29B1E172-4AC1-F148-8549-F142DA1B8C47}"/>
          </ac:inkMkLst>
        </pc:inkChg>
        <pc:inkChg chg="add del">
          <ac:chgData name="Aggie Menezes" userId="74619c95fa3483c9" providerId="LiveId" clId="{20A26620-95D9-894E-AE55-3DE133FE37BE}" dt="2021-03-01T04:00:24.609" v="292"/>
          <ac:inkMkLst>
            <pc:docMk/>
            <pc:sldMk cId="0" sldId="256"/>
            <ac:inkMk id="161" creationId="{029A7825-EAF1-1946-B8BD-7A177E838674}"/>
          </ac:inkMkLst>
        </pc:inkChg>
        <pc:inkChg chg="add del">
          <ac:chgData name="Aggie Menezes" userId="74619c95fa3483c9" providerId="LiveId" clId="{20A26620-95D9-894E-AE55-3DE133FE37BE}" dt="2021-03-01T04:00:24.501" v="253"/>
          <ac:inkMkLst>
            <pc:docMk/>
            <pc:sldMk cId="0" sldId="256"/>
            <ac:inkMk id="162" creationId="{05F22516-8DFC-3B4F-9B6E-F5C084D19C36}"/>
          </ac:inkMkLst>
        </pc:inkChg>
        <pc:inkChg chg="add del topLvl">
          <ac:chgData name="Aggie Menezes" userId="74619c95fa3483c9" providerId="LiveId" clId="{20A26620-95D9-894E-AE55-3DE133FE37BE}" dt="2021-03-01T04:00:24.288" v="190"/>
          <ac:inkMkLst>
            <pc:docMk/>
            <pc:sldMk cId="0" sldId="256"/>
            <ac:inkMk id="164" creationId="{A2664F63-17A5-8E4B-B350-4FD7ED454C1C}"/>
          </ac:inkMkLst>
        </pc:inkChg>
        <pc:inkChg chg="add del topLvl">
          <ac:chgData name="Aggie Menezes" userId="74619c95fa3483c9" providerId="LiveId" clId="{20A26620-95D9-894E-AE55-3DE133FE37BE}" dt="2021-03-01T04:00:24.292" v="192"/>
          <ac:inkMkLst>
            <pc:docMk/>
            <pc:sldMk cId="0" sldId="256"/>
            <ac:inkMk id="165" creationId="{526E11A3-0EED-3745-BF49-11B163549FA3}"/>
          </ac:inkMkLst>
        </pc:inkChg>
        <pc:inkChg chg="add del topLvl">
          <ac:chgData name="Aggie Menezes" userId="74619c95fa3483c9" providerId="LiveId" clId="{20A26620-95D9-894E-AE55-3DE133FE37BE}" dt="2021-03-01T04:00:24.723" v="331"/>
          <ac:inkMkLst>
            <pc:docMk/>
            <pc:sldMk cId="0" sldId="256"/>
            <ac:inkMk id="166" creationId="{21F9C940-621C-754D-8D5E-4D0BCC457ECB}"/>
          </ac:inkMkLst>
        </pc:inkChg>
        <pc:inkChg chg="add del topLvl">
          <ac:chgData name="Aggie Menezes" userId="74619c95fa3483c9" providerId="LiveId" clId="{20A26620-95D9-894E-AE55-3DE133FE37BE}" dt="2021-03-01T04:00:24.570" v="279"/>
          <ac:inkMkLst>
            <pc:docMk/>
            <pc:sldMk cId="0" sldId="256"/>
            <ac:inkMk id="167" creationId="{97D4926D-F252-9148-A9D3-E226C07E2889}"/>
          </ac:inkMkLst>
        </pc:inkChg>
        <pc:inkChg chg="add del topLvl">
          <ac:chgData name="Aggie Menezes" userId="74619c95fa3483c9" providerId="LiveId" clId="{20A26620-95D9-894E-AE55-3DE133FE37BE}" dt="2021-03-01T04:00:24.369" v="213"/>
          <ac:inkMkLst>
            <pc:docMk/>
            <pc:sldMk cId="0" sldId="256"/>
            <ac:inkMk id="168" creationId="{B3253CE2-51DC-264F-8FD1-4EA23977AC11}"/>
          </ac:inkMkLst>
        </pc:inkChg>
        <pc:inkChg chg="add del topLvl">
          <ac:chgData name="Aggie Menezes" userId="74619c95fa3483c9" providerId="LiveId" clId="{20A26620-95D9-894E-AE55-3DE133FE37BE}" dt="2021-03-01T04:00:24.516" v="259"/>
          <ac:inkMkLst>
            <pc:docMk/>
            <pc:sldMk cId="0" sldId="256"/>
            <ac:inkMk id="169" creationId="{B2159137-1408-3D4F-B2B6-A4B0824F1493}"/>
          </ac:inkMkLst>
        </pc:inkChg>
        <pc:inkChg chg="add del topLvl">
          <ac:chgData name="Aggie Menezes" userId="74619c95fa3483c9" providerId="LiveId" clId="{20A26620-95D9-894E-AE55-3DE133FE37BE}" dt="2021-03-01T04:00:24.524" v="262"/>
          <ac:inkMkLst>
            <pc:docMk/>
            <pc:sldMk cId="0" sldId="256"/>
            <ac:inkMk id="170" creationId="{B8CDD9DC-99D4-244C-87BA-80E494D14B2E}"/>
          </ac:inkMkLst>
        </pc:inkChg>
        <pc:inkChg chg="add del topLvl">
          <ac:chgData name="Aggie Menezes" userId="74619c95fa3483c9" providerId="LiveId" clId="{20A26620-95D9-894E-AE55-3DE133FE37BE}" dt="2021-03-01T04:00:24.714" v="328"/>
          <ac:inkMkLst>
            <pc:docMk/>
            <pc:sldMk cId="0" sldId="256"/>
            <ac:inkMk id="171" creationId="{81087AAA-62BD-4D4F-94E1-E8B9183E7A8F}"/>
          </ac:inkMkLst>
        </pc:inkChg>
        <pc:inkChg chg="add del topLvl">
          <ac:chgData name="Aggie Menezes" userId="74619c95fa3483c9" providerId="LiveId" clId="{20A26620-95D9-894E-AE55-3DE133FE37BE}" dt="2021-03-01T04:00:24.286" v="189"/>
          <ac:inkMkLst>
            <pc:docMk/>
            <pc:sldMk cId="0" sldId="256"/>
            <ac:inkMk id="173" creationId="{D4A7923D-AF10-504E-AAE3-AB3A316E2B73}"/>
          </ac:inkMkLst>
        </pc:inkChg>
        <pc:inkChg chg="add del topLvl">
          <ac:chgData name="Aggie Menezes" userId="74619c95fa3483c9" providerId="LiveId" clId="{20A26620-95D9-894E-AE55-3DE133FE37BE}" dt="2021-03-01T04:00:24.662" v="311"/>
          <ac:inkMkLst>
            <pc:docMk/>
            <pc:sldMk cId="0" sldId="256"/>
            <ac:inkMk id="174" creationId="{FE4AA4D8-857A-D244-BF6A-02B54AC7AF45}"/>
          </ac:inkMkLst>
        </pc:inkChg>
        <pc:inkChg chg="add del topLvl">
          <ac:chgData name="Aggie Menezes" userId="74619c95fa3483c9" providerId="LiveId" clId="{20A26620-95D9-894E-AE55-3DE133FE37BE}" dt="2021-03-01T04:00:24.619" v="296"/>
          <ac:inkMkLst>
            <pc:docMk/>
            <pc:sldMk cId="0" sldId="256"/>
            <ac:inkMk id="176" creationId="{BF156A92-1559-0A4F-9339-A3E637BBAC69}"/>
          </ac:inkMkLst>
        </pc:inkChg>
        <pc:inkChg chg="add del topLvl">
          <ac:chgData name="Aggie Menezes" userId="74619c95fa3483c9" providerId="LiveId" clId="{20A26620-95D9-894E-AE55-3DE133FE37BE}" dt="2021-03-01T04:00:24.416" v="226"/>
          <ac:inkMkLst>
            <pc:docMk/>
            <pc:sldMk cId="0" sldId="256"/>
            <ac:inkMk id="177" creationId="{BE2068B1-D704-B54D-B1F0-D7F38094CB0B}"/>
          </ac:inkMkLst>
        </pc:inkChg>
        <pc:inkChg chg="add del topLvl">
          <ac:chgData name="Aggie Menezes" userId="74619c95fa3483c9" providerId="LiveId" clId="{20A26620-95D9-894E-AE55-3DE133FE37BE}" dt="2021-03-01T04:00:24.425" v="229"/>
          <ac:inkMkLst>
            <pc:docMk/>
            <pc:sldMk cId="0" sldId="256"/>
            <ac:inkMk id="178" creationId="{B24A4904-A876-3E4D-8CEC-D5B9838754FD}"/>
          </ac:inkMkLst>
        </pc:inkChg>
        <pc:inkChg chg="add del topLvl">
          <ac:chgData name="Aggie Menezes" userId="74619c95fa3483c9" providerId="LiveId" clId="{20A26620-95D9-894E-AE55-3DE133FE37BE}" dt="2021-03-01T04:00:24.447" v="236"/>
          <ac:inkMkLst>
            <pc:docMk/>
            <pc:sldMk cId="0" sldId="256"/>
            <ac:inkMk id="179" creationId="{A296F5C7-1CB7-1348-BE3C-F21524F7DC1C}"/>
          </ac:inkMkLst>
        </pc:inkChg>
        <pc:inkChg chg="add del topLvl">
          <ac:chgData name="Aggie Menezes" userId="74619c95fa3483c9" providerId="LiveId" clId="{20A26620-95D9-894E-AE55-3DE133FE37BE}" dt="2021-03-01T04:00:24.430" v="231"/>
          <ac:inkMkLst>
            <pc:docMk/>
            <pc:sldMk cId="0" sldId="256"/>
            <ac:inkMk id="181" creationId="{8DA64A90-FE11-904A-B64A-229C9C4D729D}"/>
          </ac:inkMkLst>
        </pc:inkChg>
        <pc:inkChg chg="add del topLvl">
          <ac:chgData name="Aggie Menezes" userId="74619c95fa3483c9" providerId="LiveId" clId="{20A26620-95D9-894E-AE55-3DE133FE37BE}" dt="2021-03-01T04:00:24.352" v="208"/>
          <ac:inkMkLst>
            <pc:docMk/>
            <pc:sldMk cId="0" sldId="256"/>
            <ac:inkMk id="182" creationId="{931F7A83-047F-874E-9F34-698852EA2A6A}"/>
          </ac:inkMkLst>
        </pc:inkChg>
        <pc:inkChg chg="add del topLvl">
          <ac:chgData name="Aggie Menezes" userId="74619c95fa3483c9" providerId="LiveId" clId="{20A26620-95D9-894E-AE55-3DE133FE37BE}" dt="2021-03-01T04:00:24.387" v="218"/>
          <ac:inkMkLst>
            <pc:docMk/>
            <pc:sldMk cId="0" sldId="256"/>
            <ac:inkMk id="184" creationId="{9D32F650-EFBC-B249-AEE7-B0A22223B4D8}"/>
          </ac:inkMkLst>
        </pc:inkChg>
        <pc:inkChg chg="add del topLvl">
          <ac:chgData name="Aggie Menezes" userId="74619c95fa3483c9" providerId="LiveId" clId="{20A26620-95D9-894E-AE55-3DE133FE37BE}" dt="2021-03-01T04:00:24.475" v="245"/>
          <ac:inkMkLst>
            <pc:docMk/>
            <pc:sldMk cId="0" sldId="256"/>
            <ac:inkMk id="185" creationId="{7EAE7744-A98B-0944-AA5D-EC257792A02D}"/>
          </ac:inkMkLst>
        </pc:inkChg>
        <pc:inkChg chg="add del topLvl">
          <ac:chgData name="Aggie Menezes" userId="74619c95fa3483c9" providerId="LiveId" clId="{20A26620-95D9-894E-AE55-3DE133FE37BE}" dt="2021-03-01T04:00:24.540" v="267"/>
          <ac:inkMkLst>
            <pc:docMk/>
            <pc:sldMk cId="0" sldId="256"/>
            <ac:inkMk id="186" creationId="{03E4CABC-9654-3048-88F7-E007CC2A9033}"/>
          </ac:inkMkLst>
        </pc:inkChg>
        <pc:inkChg chg="add del topLvl">
          <ac:chgData name="Aggie Menezes" userId="74619c95fa3483c9" providerId="LiveId" clId="{20A26620-95D9-894E-AE55-3DE133FE37BE}" dt="2021-03-01T04:00:24.433" v="232"/>
          <ac:inkMkLst>
            <pc:docMk/>
            <pc:sldMk cId="0" sldId="256"/>
            <ac:inkMk id="188" creationId="{83BBB377-23A8-C946-B327-CE6C51F96DA7}"/>
          </ac:inkMkLst>
        </pc:inkChg>
        <pc:inkChg chg="add del topLvl">
          <ac:chgData name="Aggie Menezes" userId="74619c95fa3483c9" providerId="LiveId" clId="{20A26620-95D9-894E-AE55-3DE133FE37BE}" dt="2021-03-01T04:00:24.543" v="268"/>
          <ac:inkMkLst>
            <pc:docMk/>
            <pc:sldMk cId="0" sldId="256"/>
            <ac:inkMk id="189" creationId="{F4FB0BEE-BD15-B34B-BAD7-F5A044795ABF}"/>
          </ac:inkMkLst>
        </pc:inkChg>
        <pc:inkChg chg="add del">
          <ac:chgData name="Aggie Menezes" userId="74619c95fa3483c9" providerId="LiveId" clId="{20A26620-95D9-894E-AE55-3DE133FE37BE}" dt="2021-03-01T04:00:24.418" v="227"/>
          <ac:inkMkLst>
            <pc:docMk/>
            <pc:sldMk cId="0" sldId="256"/>
            <ac:inkMk id="191" creationId="{8FA6FB9C-56D6-B742-B3CF-8A5251F6EF1D}"/>
          </ac:inkMkLst>
        </pc:inkChg>
        <pc:inkChg chg="add del">
          <ac:chgData name="Aggie Menezes" userId="74619c95fa3483c9" providerId="LiveId" clId="{20A26620-95D9-894E-AE55-3DE133FE37BE}" dt="2021-03-01T04:00:24.701" v="324"/>
          <ac:inkMkLst>
            <pc:docMk/>
            <pc:sldMk cId="0" sldId="256"/>
            <ac:inkMk id="193" creationId="{8530C1EF-F016-5B46-BD58-C547DE61B301}"/>
          </ac:inkMkLst>
        </pc:inkChg>
        <pc:inkChg chg="add del">
          <ac:chgData name="Aggie Menezes" userId="74619c95fa3483c9" providerId="LiveId" clId="{20A26620-95D9-894E-AE55-3DE133FE37BE}" dt="2021-03-01T04:00:24.511" v="257"/>
          <ac:inkMkLst>
            <pc:docMk/>
            <pc:sldMk cId="0" sldId="256"/>
            <ac:inkMk id="195" creationId="{054988EE-D941-3A45-9D46-4E755F2119D1}"/>
          </ac:inkMkLst>
        </pc:inkChg>
        <pc:inkChg chg="add">
          <ac:chgData name="Aggie Menezes" userId="74619c95fa3483c9" providerId="LiveId" clId="{20A26620-95D9-894E-AE55-3DE133FE37BE}" dt="2021-03-01T04:00:51.102" v="347"/>
          <ac:inkMkLst>
            <pc:docMk/>
            <pc:sldMk cId="0" sldId="256"/>
            <ac:inkMk id="196" creationId="{F83BDB6B-EE4A-3644-AF6B-D453CCB340BB}"/>
          </ac:inkMkLst>
        </pc:inkChg>
        <pc:inkChg chg="add topLvl">
          <ac:chgData name="Aggie Menezes" userId="74619c95fa3483c9" providerId="LiveId" clId="{20A26620-95D9-894E-AE55-3DE133FE37BE}" dt="2021-03-01T04:02:14.089" v="399"/>
          <ac:inkMkLst>
            <pc:docMk/>
            <pc:sldMk cId="0" sldId="256"/>
            <ac:inkMk id="197" creationId="{D8502C1D-FA57-4749-8261-9A8C293D5267}"/>
          </ac:inkMkLst>
        </pc:inkChg>
        <pc:inkChg chg="add topLvl">
          <ac:chgData name="Aggie Menezes" userId="74619c95fa3483c9" providerId="LiveId" clId="{20A26620-95D9-894E-AE55-3DE133FE37BE}" dt="2021-03-01T04:02:14.089" v="399"/>
          <ac:inkMkLst>
            <pc:docMk/>
            <pc:sldMk cId="0" sldId="256"/>
            <ac:inkMk id="198" creationId="{3BC2DAAF-E9AE-0543-A792-75693C861DDC}"/>
          </ac:inkMkLst>
        </pc:inkChg>
        <pc:inkChg chg="add topLvl">
          <ac:chgData name="Aggie Menezes" userId="74619c95fa3483c9" providerId="LiveId" clId="{20A26620-95D9-894E-AE55-3DE133FE37BE}" dt="2021-03-01T04:02:14.089" v="399"/>
          <ac:inkMkLst>
            <pc:docMk/>
            <pc:sldMk cId="0" sldId="256"/>
            <ac:inkMk id="199" creationId="{93FD2C60-281B-E34C-BBC5-B7653AA11F8D}"/>
          </ac:inkMkLst>
        </pc:inkChg>
        <pc:inkChg chg="add topLvl">
          <ac:chgData name="Aggie Menezes" userId="74619c95fa3483c9" providerId="LiveId" clId="{20A26620-95D9-894E-AE55-3DE133FE37BE}" dt="2021-03-01T04:02:14.089" v="399"/>
          <ac:inkMkLst>
            <pc:docMk/>
            <pc:sldMk cId="0" sldId="256"/>
            <ac:inkMk id="200" creationId="{811FCB9D-8C01-0E49-963A-E650612F7D9B}"/>
          </ac:inkMkLst>
        </pc:inkChg>
        <pc:inkChg chg="add topLvl">
          <ac:chgData name="Aggie Menezes" userId="74619c95fa3483c9" providerId="LiveId" clId="{20A26620-95D9-894E-AE55-3DE133FE37BE}" dt="2021-03-01T04:02:14.089" v="399"/>
          <ac:inkMkLst>
            <pc:docMk/>
            <pc:sldMk cId="0" sldId="256"/>
            <ac:inkMk id="201" creationId="{303B3B0A-AEA1-D846-B52D-54F7C654D494}"/>
          </ac:inkMkLst>
        </pc:inkChg>
        <pc:inkChg chg="add topLvl">
          <ac:chgData name="Aggie Menezes" userId="74619c95fa3483c9" providerId="LiveId" clId="{20A26620-95D9-894E-AE55-3DE133FE37BE}" dt="2021-03-01T04:02:14.089" v="399"/>
          <ac:inkMkLst>
            <pc:docMk/>
            <pc:sldMk cId="0" sldId="256"/>
            <ac:inkMk id="202" creationId="{319234E7-782D-3F4C-9E24-61D03BFD7287}"/>
          </ac:inkMkLst>
        </pc:inkChg>
        <pc:inkChg chg="add topLvl">
          <ac:chgData name="Aggie Menezes" userId="74619c95fa3483c9" providerId="LiveId" clId="{20A26620-95D9-894E-AE55-3DE133FE37BE}" dt="2021-03-01T04:02:14.089" v="399"/>
          <ac:inkMkLst>
            <pc:docMk/>
            <pc:sldMk cId="0" sldId="256"/>
            <ac:inkMk id="203" creationId="{F2E61295-7E02-2D43-B49D-9AA61866752D}"/>
          </ac:inkMkLst>
        </pc:inkChg>
        <pc:inkChg chg="add topLvl">
          <ac:chgData name="Aggie Menezes" userId="74619c95fa3483c9" providerId="LiveId" clId="{20A26620-95D9-894E-AE55-3DE133FE37BE}" dt="2021-03-01T04:02:14.089" v="399"/>
          <ac:inkMkLst>
            <pc:docMk/>
            <pc:sldMk cId="0" sldId="256"/>
            <ac:inkMk id="204" creationId="{F918CFAB-DD13-AA45-A350-AD54643C6088}"/>
          </ac:inkMkLst>
        </pc:inkChg>
        <pc:inkChg chg="add topLvl">
          <ac:chgData name="Aggie Menezes" userId="74619c95fa3483c9" providerId="LiveId" clId="{20A26620-95D9-894E-AE55-3DE133FE37BE}" dt="2021-03-01T04:02:14.089" v="399"/>
          <ac:inkMkLst>
            <pc:docMk/>
            <pc:sldMk cId="0" sldId="256"/>
            <ac:inkMk id="205" creationId="{C9C40F83-189B-B747-89A0-00CFEE2F3356}"/>
          </ac:inkMkLst>
        </pc:inkChg>
        <pc:inkChg chg="add topLvl">
          <ac:chgData name="Aggie Menezes" userId="74619c95fa3483c9" providerId="LiveId" clId="{20A26620-95D9-894E-AE55-3DE133FE37BE}" dt="2021-03-01T04:02:14.089" v="399"/>
          <ac:inkMkLst>
            <pc:docMk/>
            <pc:sldMk cId="0" sldId="256"/>
            <ac:inkMk id="206" creationId="{34E9FD11-BD18-844D-A1E1-D22F8AE24C86}"/>
          </ac:inkMkLst>
        </pc:inkChg>
        <pc:inkChg chg="add topLvl">
          <ac:chgData name="Aggie Menezes" userId="74619c95fa3483c9" providerId="LiveId" clId="{20A26620-95D9-894E-AE55-3DE133FE37BE}" dt="2021-03-01T04:02:14.089" v="399"/>
          <ac:inkMkLst>
            <pc:docMk/>
            <pc:sldMk cId="0" sldId="256"/>
            <ac:inkMk id="207" creationId="{4988B511-5E3F-0246-BA0C-503B78649B76}"/>
          </ac:inkMkLst>
        </pc:inkChg>
        <pc:inkChg chg="add topLvl">
          <ac:chgData name="Aggie Menezes" userId="74619c95fa3483c9" providerId="LiveId" clId="{20A26620-95D9-894E-AE55-3DE133FE37BE}" dt="2021-03-01T04:02:14.089" v="399"/>
          <ac:inkMkLst>
            <pc:docMk/>
            <pc:sldMk cId="0" sldId="256"/>
            <ac:inkMk id="208" creationId="{D91C7428-73FC-D143-89AC-06F0F03F9BF8}"/>
          </ac:inkMkLst>
        </pc:inkChg>
        <pc:inkChg chg="add topLvl">
          <ac:chgData name="Aggie Menezes" userId="74619c95fa3483c9" providerId="LiveId" clId="{20A26620-95D9-894E-AE55-3DE133FE37BE}" dt="2021-03-01T04:02:14.089" v="399"/>
          <ac:inkMkLst>
            <pc:docMk/>
            <pc:sldMk cId="0" sldId="256"/>
            <ac:inkMk id="209" creationId="{510087A8-F3D2-8E4B-9ABD-60C76E357C89}"/>
          </ac:inkMkLst>
        </pc:inkChg>
        <pc:inkChg chg="add topLvl">
          <ac:chgData name="Aggie Menezes" userId="74619c95fa3483c9" providerId="LiveId" clId="{20A26620-95D9-894E-AE55-3DE133FE37BE}" dt="2021-03-01T04:02:14.089" v="399"/>
          <ac:inkMkLst>
            <pc:docMk/>
            <pc:sldMk cId="0" sldId="256"/>
            <ac:inkMk id="210" creationId="{7531683E-315E-1F43-991E-D3743B458118}"/>
          </ac:inkMkLst>
        </pc:inkChg>
        <pc:inkChg chg="add topLvl">
          <ac:chgData name="Aggie Menezes" userId="74619c95fa3483c9" providerId="LiveId" clId="{20A26620-95D9-894E-AE55-3DE133FE37BE}" dt="2021-03-01T04:02:14.089" v="399"/>
          <ac:inkMkLst>
            <pc:docMk/>
            <pc:sldMk cId="0" sldId="256"/>
            <ac:inkMk id="213" creationId="{E057485A-789C-9C40-9CB8-A869088BAA8C}"/>
          </ac:inkMkLst>
        </pc:inkChg>
        <pc:inkChg chg="add topLvl">
          <ac:chgData name="Aggie Menezes" userId="74619c95fa3483c9" providerId="LiveId" clId="{20A26620-95D9-894E-AE55-3DE133FE37BE}" dt="2021-03-01T04:02:14.089" v="399"/>
          <ac:inkMkLst>
            <pc:docMk/>
            <pc:sldMk cId="0" sldId="256"/>
            <ac:inkMk id="214" creationId="{723EF066-C6FF-7847-8937-786132DD12FD}"/>
          </ac:inkMkLst>
        </pc:inkChg>
        <pc:inkChg chg="add topLvl">
          <ac:chgData name="Aggie Menezes" userId="74619c95fa3483c9" providerId="LiveId" clId="{20A26620-95D9-894E-AE55-3DE133FE37BE}" dt="2021-03-01T04:02:14.089" v="399"/>
          <ac:inkMkLst>
            <pc:docMk/>
            <pc:sldMk cId="0" sldId="256"/>
            <ac:inkMk id="215" creationId="{D22F94B6-0A4D-B24D-9518-AA1E8807B950}"/>
          </ac:inkMkLst>
        </pc:inkChg>
        <pc:inkChg chg="add topLvl">
          <ac:chgData name="Aggie Menezes" userId="74619c95fa3483c9" providerId="LiveId" clId="{20A26620-95D9-894E-AE55-3DE133FE37BE}" dt="2021-03-01T04:02:14.089" v="399"/>
          <ac:inkMkLst>
            <pc:docMk/>
            <pc:sldMk cId="0" sldId="256"/>
            <ac:inkMk id="217" creationId="{F071CD2B-207B-0D44-BBF0-6BB1DA1618C2}"/>
          </ac:inkMkLst>
        </pc:inkChg>
        <pc:inkChg chg="add topLvl">
          <ac:chgData name="Aggie Menezes" userId="74619c95fa3483c9" providerId="LiveId" clId="{20A26620-95D9-894E-AE55-3DE133FE37BE}" dt="2021-03-01T04:02:14.089" v="399"/>
          <ac:inkMkLst>
            <pc:docMk/>
            <pc:sldMk cId="0" sldId="256"/>
            <ac:inkMk id="218" creationId="{334ECD70-B7B9-1642-9653-9223F1E0E5D5}"/>
          </ac:inkMkLst>
        </pc:inkChg>
        <pc:inkChg chg="add topLvl">
          <ac:chgData name="Aggie Menezes" userId="74619c95fa3483c9" providerId="LiveId" clId="{20A26620-95D9-894E-AE55-3DE133FE37BE}" dt="2021-03-01T04:02:14.089" v="399"/>
          <ac:inkMkLst>
            <pc:docMk/>
            <pc:sldMk cId="0" sldId="256"/>
            <ac:inkMk id="219" creationId="{44F38979-2D40-034E-9B4B-840A34670CE8}"/>
          </ac:inkMkLst>
        </pc:inkChg>
        <pc:inkChg chg="add topLvl">
          <ac:chgData name="Aggie Menezes" userId="74619c95fa3483c9" providerId="LiveId" clId="{20A26620-95D9-894E-AE55-3DE133FE37BE}" dt="2021-03-01T04:02:14.089" v="399"/>
          <ac:inkMkLst>
            <pc:docMk/>
            <pc:sldMk cId="0" sldId="256"/>
            <ac:inkMk id="220" creationId="{3DA80BCF-4A84-8B4E-AB31-4E85A18230EE}"/>
          </ac:inkMkLst>
        </pc:inkChg>
        <pc:inkChg chg="add topLvl">
          <ac:chgData name="Aggie Menezes" userId="74619c95fa3483c9" providerId="LiveId" clId="{20A26620-95D9-894E-AE55-3DE133FE37BE}" dt="2021-03-01T04:02:14.089" v="399"/>
          <ac:inkMkLst>
            <pc:docMk/>
            <pc:sldMk cId="0" sldId="256"/>
            <ac:inkMk id="221" creationId="{88EC8065-E403-0D4E-9205-7B687CBF244B}"/>
          </ac:inkMkLst>
        </pc:inkChg>
        <pc:inkChg chg="add topLvl">
          <ac:chgData name="Aggie Menezes" userId="74619c95fa3483c9" providerId="LiveId" clId="{20A26620-95D9-894E-AE55-3DE133FE37BE}" dt="2021-03-01T04:02:14.089" v="399"/>
          <ac:inkMkLst>
            <pc:docMk/>
            <pc:sldMk cId="0" sldId="256"/>
            <ac:inkMk id="222" creationId="{15BE2093-1571-124D-9D62-4A8FB95E0B5D}"/>
          </ac:inkMkLst>
        </pc:inkChg>
        <pc:inkChg chg="add topLvl">
          <ac:chgData name="Aggie Menezes" userId="74619c95fa3483c9" providerId="LiveId" clId="{20A26620-95D9-894E-AE55-3DE133FE37BE}" dt="2021-03-01T04:02:14.089" v="399"/>
          <ac:inkMkLst>
            <pc:docMk/>
            <pc:sldMk cId="0" sldId="256"/>
            <ac:inkMk id="223" creationId="{567FD481-41A1-924C-8585-90732DF05A79}"/>
          </ac:inkMkLst>
        </pc:inkChg>
        <pc:inkChg chg="add topLvl">
          <ac:chgData name="Aggie Menezes" userId="74619c95fa3483c9" providerId="LiveId" clId="{20A26620-95D9-894E-AE55-3DE133FE37BE}" dt="2021-03-01T04:02:14.089" v="399"/>
          <ac:inkMkLst>
            <pc:docMk/>
            <pc:sldMk cId="0" sldId="256"/>
            <ac:inkMk id="224" creationId="{9626EE16-1B30-7243-96DA-20212CBD16DB}"/>
          </ac:inkMkLst>
        </pc:inkChg>
        <pc:inkChg chg="add topLvl">
          <ac:chgData name="Aggie Menezes" userId="74619c95fa3483c9" providerId="LiveId" clId="{20A26620-95D9-894E-AE55-3DE133FE37BE}" dt="2021-03-01T04:02:14.089" v="399"/>
          <ac:inkMkLst>
            <pc:docMk/>
            <pc:sldMk cId="0" sldId="256"/>
            <ac:inkMk id="225" creationId="{A9F3FF3E-AD66-9F49-B31A-67438931F053}"/>
          </ac:inkMkLst>
        </pc:inkChg>
        <pc:inkChg chg="add topLvl">
          <ac:chgData name="Aggie Menezes" userId="74619c95fa3483c9" providerId="LiveId" clId="{20A26620-95D9-894E-AE55-3DE133FE37BE}" dt="2021-03-01T04:02:14.089" v="399"/>
          <ac:inkMkLst>
            <pc:docMk/>
            <pc:sldMk cId="0" sldId="256"/>
            <ac:inkMk id="226" creationId="{315B4D33-DCFB-1A42-B4B3-6177893DD1DD}"/>
          </ac:inkMkLst>
        </pc:inkChg>
        <pc:inkChg chg="add topLvl">
          <ac:chgData name="Aggie Menezes" userId="74619c95fa3483c9" providerId="LiveId" clId="{20A26620-95D9-894E-AE55-3DE133FE37BE}" dt="2021-03-01T04:02:14.089" v="399"/>
          <ac:inkMkLst>
            <pc:docMk/>
            <pc:sldMk cId="0" sldId="256"/>
            <ac:inkMk id="227" creationId="{47D2C2D7-E86E-E144-AF4F-E35471671938}"/>
          </ac:inkMkLst>
        </pc:inkChg>
        <pc:inkChg chg="add topLvl">
          <ac:chgData name="Aggie Menezes" userId="74619c95fa3483c9" providerId="LiveId" clId="{20A26620-95D9-894E-AE55-3DE133FE37BE}" dt="2021-03-01T04:02:14.089" v="399"/>
          <ac:inkMkLst>
            <pc:docMk/>
            <pc:sldMk cId="0" sldId="256"/>
            <ac:inkMk id="228" creationId="{36A59086-CBEB-1448-9860-8F32BA3E7C7D}"/>
          </ac:inkMkLst>
        </pc:inkChg>
        <pc:inkChg chg="add topLvl">
          <ac:chgData name="Aggie Menezes" userId="74619c95fa3483c9" providerId="LiveId" clId="{20A26620-95D9-894E-AE55-3DE133FE37BE}" dt="2021-03-01T04:02:14.089" v="399"/>
          <ac:inkMkLst>
            <pc:docMk/>
            <pc:sldMk cId="0" sldId="256"/>
            <ac:inkMk id="229" creationId="{C3E055D3-5DF8-0D45-8DF8-A26D23C4E005}"/>
          </ac:inkMkLst>
        </pc:inkChg>
        <pc:inkChg chg="add topLvl">
          <ac:chgData name="Aggie Menezes" userId="74619c95fa3483c9" providerId="LiveId" clId="{20A26620-95D9-894E-AE55-3DE133FE37BE}" dt="2021-03-01T04:02:14.089" v="399"/>
          <ac:inkMkLst>
            <pc:docMk/>
            <pc:sldMk cId="0" sldId="256"/>
            <ac:inkMk id="230" creationId="{813B5342-E5D1-2542-B9A9-7C1A927BB3A5}"/>
          </ac:inkMkLst>
        </pc:inkChg>
        <pc:inkChg chg="add topLvl">
          <ac:chgData name="Aggie Menezes" userId="74619c95fa3483c9" providerId="LiveId" clId="{20A26620-95D9-894E-AE55-3DE133FE37BE}" dt="2021-03-01T04:02:14.089" v="399"/>
          <ac:inkMkLst>
            <pc:docMk/>
            <pc:sldMk cId="0" sldId="256"/>
            <ac:inkMk id="231" creationId="{6734C5F0-0176-C548-A680-CAD86EF3C309}"/>
          </ac:inkMkLst>
        </pc:inkChg>
        <pc:inkChg chg="add topLvl">
          <ac:chgData name="Aggie Menezes" userId="74619c95fa3483c9" providerId="LiveId" clId="{20A26620-95D9-894E-AE55-3DE133FE37BE}" dt="2021-03-01T04:02:14.089" v="399"/>
          <ac:inkMkLst>
            <pc:docMk/>
            <pc:sldMk cId="0" sldId="256"/>
            <ac:inkMk id="232" creationId="{EB413E0F-57E1-9D4B-950B-1952B8F58D24}"/>
          </ac:inkMkLst>
        </pc:inkChg>
        <pc:inkChg chg="add topLvl">
          <ac:chgData name="Aggie Menezes" userId="74619c95fa3483c9" providerId="LiveId" clId="{20A26620-95D9-894E-AE55-3DE133FE37BE}" dt="2021-03-01T04:02:14.089" v="399"/>
          <ac:inkMkLst>
            <pc:docMk/>
            <pc:sldMk cId="0" sldId="256"/>
            <ac:inkMk id="233" creationId="{E1692416-C21C-CE44-A1FE-B6B2A96D0470}"/>
          </ac:inkMkLst>
        </pc:inkChg>
        <pc:inkChg chg="add">
          <ac:chgData name="Aggie Menezes" userId="74619c95fa3483c9" providerId="LiveId" clId="{20A26620-95D9-894E-AE55-3DE133FE37BE}" dt="2021-03-01T04:02:08.576" v="385"/>
          <ac:inkMkLst>
            <pc:docMk/>
            <pc:sldMk cId="0" sldId="256"/>
            <ac:inkMk id="235" creationId="{03E04073-D0D8-1842-B628-60E76BDE82FA}"/>
          </ac:inkMkLst>
        </pc:inkChg>
        <pc:inkChg chg="add">
          <ac:chgData name="Aggie Menezes" userId="74619c95fa3483c9" providerId="LiveId" clId="{20A26620-95D9-894E-AE55-3DE133FE37BE}" dt="2021-03-01T04:02:08.841" v="386"/>
          <ac:inkMkLst>
            <pc:docMk/>
            <pc:sldMk cId="0" sldId="256"/>
            <ac:inkMk id="236" creationId="{90C37F84-9DCE-4A4F-A37E-1AFB1374DE5E}"/>
          </ac:inkMkLst>
        </pc:inkChg>
        <pc:inkChg chg="add">
          <ac:chgData name="Aggie Menezes" userId="74619c95fa3483c9" providerId="LiveId" clId="{20A26620-95D9-894E-AE55-3DE133FE37BE}" dt="2021-03-01T04:02:09.025" v="387"/>
          <ac:inkMkLst>
            <pc:docMk/>
            <pc:sldMk cId="0" sldId="256"/>
            <ac:inkMk id="237" creationId="{A51D3A57-5419-394A-81DD-59104C67A707}"/>
          </ac:inkMkLst>
        </pc:inkChg>
        <pc:inkChg chg="add">
          <ac:chgData name="Aggie Menezes" userId="74619c95fa3483c9" providerId="LiveId" clId="{20A26620-95D9-894E-AE55-3DE133FE37BE}" dt="2021-03-01T04:02:09.180" v="388"/>
          <ac:inkMkLst>
            <pc:docMk/>
            <pc:sldMk cId="0" sldId="256"/>
            <ac:inkMk id="238" creationId="{1582AB07-4910-424D-895D-44FBE28233BB}"/>
          </ac:inkMkLst>
        </pc:inkChg>
        <pc:inkChg chg="add">
          <ac:chgData name="Aggie Menezes" userId="74619c95fa3483c9" providerId="LiveId" clId="{20A26620-95D9-894E-AE55-3DE133FE37BE}" dt="2021-03-01T04:02:09.342" v="389"/>
          <ac:inkMkLst>
            <pc:docMk/>
            <pc:sldMk cId="0" sldId="256"/>
            <ac:inkMk id="239" creationId="{B86562AB-3745-B349-BE3A-D41EA9CFAD87}"/>
          </ac:inkMkLst>
        </pc:inkChg>
        <pc:inkChg chg="add">
          <ac:chgData name="Aggie Menezes" userId="74619c95fa3483c9" providerId="LiveId" clId="{20A26620-95D9-894E-AE55-3DE133FE37BE}" dt="2021-03-01T04:02:09.486" v="390"/>
          <ac:inkMkLst>
            <pc:docMk/>
            <pc:sldMk cId="0" sldId="256"/>
            <ac:inkMk id="240" creationId="{637CCCC5-89D5-9C4F-A340-AE4ECAD2AE4D}"/>
          </ac:inkMkLst>
        </pc:inkChg>
        <pc:inkChg chg="add">
          <ac:chgData name="Aggie Menezes" userId="74619c95fa3483c9" providerId="LiveId" clId="{20A26620-95D9-894E-AE55-3DE133FE37BE}" dt="2021-03-01T04:02:09.633" v="391"/>
          <ac:inkMkLst>
            <pc:docMk/>
            <pc:sldMk cId="0" sldId="256"/>
            <ac:inkMk id="241" creationId="{D8EDE2FC-EA56-1C44-B6C5-D4D305B498D5}"/>
          </ac:inkMkLst>
        </pc:inkChg>
        <pc:inkChg chg="add">
          <ac:chgData name="Aggie Menezes" userId="74619c95fa3483c9" providerId="LiveId" clId="{20A26620-95D9-894E-AE55-3DE133FE37BE}" dt="2021-03-01T04:02:10.034" v="392"/>
          <ac:inkMkLst>
            <pc:docMk/>
            <pc:sldMk cId="0" sldId="256"/>
            <ac:inkMk id="242" creationId="{592AB949-7B6B-E64A-9B5F-4C5E7D353463}"/>
          </ac:inkMkLst>
        </pc:inkChg>
        <pc:inkChg chg="add">
          <ac:chgData name="Aggie Menezes" userId="74619c95fa3483c9" providerId="LiveId" clId="{20A26620-95D9-894E-AE55-3DE133FE37BE}" dt="2021-03-01T04:02:11.733" v="393"/>
          <ac:inkMkLst>
            <pc:docMk/>
            <pc:sldMk cId="0" sldId="256"/>
            <ac:inkMk id="243" creationId="{618A314F-13DA-C24B-9423-E47976B5F4D1}"/>
          </ac:inkMkLst>
        </pc:inkChg>
        <pc:inkChg chg="add">
          <ac:chgData name="Aggie Menezes" userId="74619c95fa3483c9" providerId="LiveId" clId="{20A26620-95D9-894E-AE55-3DE133FE37BE}" dt="2021-03-01T04:02:12.103" v="394"/>
          <ac:inkMkLst>
            <pc:docMk/>
            <pc:sldMk cId="0" sldId="256"/>
            <ac:inkMk id="244" creationId="{3A2353D4-F7B0-AC43-9859-2901114324CF}"/>
          </ac:inkMkLst>
        </pc:inkChg>
        <pc:inkChg chg="add">
          <ac:chgData name="Aggie Menezes" userId="74619c95fa3483c9" providerId="LiveId" clId="{20A26620-95D9-894E-AE55-3DE133FE37BE}" dt="2021-03-01T04:02:12.274" v="395"/>
          <ac:inkMkLst>
            <pc:docMk/>
            <pc:sldMk cId="0" sldId="256"/>
            <ac:inkMk id="245" creationId="{4844B882-448A-2B4A-A300-58D2B287AD42}"/>
          </ac:inkMkLst>
        </pc:inkChg>
        <pc:inkChg chg="add">
          <ac:chgData name="Aggie Menezes" userId="74619c95fa3483c9" providerId="LiveId" clId="{20A26620-95D9-894E-AE55-3DE133FE37BE}" dt="2021-03-01T04:02:12.592" v="396"/>
          <ac:inkMkLst>
            <pc:docMk/>
            <pc:sldMk cId="0" sldId="256"/>
            <ac:inkMk id="246" creationId="{A3120FCB-6F93-754A-B46D-0255FC0AB8E3}"/>
          </ac:inkMkLst>
        </pc:inkChg>
        <pc:inkChg chg="add">
          <ac:chgData name="Aggie Menezes" userId="74619c95fa3483c9" providerId="LiveId" clId="{20A26620-95D9-894E-AE55-3DE133FE37BE}" dt="2021-03-01T04:02:12.775" v="397"/>
          <ac:inkMkLst>
            <pc:docMk/>
            <pc:sldMk cId="0" sldId="256"/>
            <ac:inkMk id="247" creationId="{1E997EF6-8F4C-9A47-BA76-2FF2E6FFDB49}"/>
          </ac:inkMkLst>
        </pc:inkChg>
        <pc:inkChg chg="add">
          <ac:chgData name="Aggie Menezes" userId="74619c95fa3483c9" providerId="LiveId" clId="{20A26620-95D9-894E-AE55-3DE133FE37BE}" dt="2021-03-01T04:02:13.144" v="398"/>
          <ac:inkMkLst>
            <pc:docMk/>
            <pc:sldMk cId="0" sldId="256"/>
            <ac:inkMk id="248" creationId="{60867122-8DD8-BF4B-8639-DC44A7BBEC3F}"/>
          </ac:inkMkLst>
        </pc:inkChg>
        <pc:inkChg chg="add">
          <ac:chgData name="Aggie Menezes" userId="74619c95fa3483c9" providerId="LiveId" clId="{20A26620-95D9-894E-AE55-3DE133FE37BE}" dt="2021-03-01T04:02:45.668" v="400"/>
          <ac:inkMkLst>
            <pc:docMk/>
            <pc:sldMk cId="0" sldId="256"/>
            <ac:inkMk id="250" creationId="{7706CEA7-FED1-AE45-8C48-027EE9DEE29B}"/>
          </ac:inkMkLst>
        </pc:inkChg>
        <pc:inkChg chg="add">
          <ac:chgData name="Aggie Menezes" userId="74619c95fa3483c9" providerId="LiveId" clId="{20A26620-95D9-894E-AE55-3DE133FE37BE}" dt="2021-03-01T04:02:45.868" v="401"/>
          <ac:inkMkLst>
            <pc:docMk/>
            <pc:sldMk cId="0" sldId="256"/>
            <ac:inkMk id="251" creationId="{C7D73715-AA00-A447-8978-7C4DC946F718}"/>
          </ac:inkMkLst>
        </pc:inkChg>
        <pc:inkChg chg="add">
          <ac:chgData name="Aggie Menezes" userId="74619c95fa3483c9" providerId="LiveId" clId="{20A26620-95D9-894E-AE55-3DE133FE37BE}" dt="2021-03-01T04:02:46.502" v="402"/>
          <ac:inkMkLst>
            <pc:docMk/>
            <pc:sldMk cId="0" sldId="256"/>
            <ac:inkMk id="252" creationId="{B70C511F-698C-4C40-88FB-1879BB842CFA}"/>
          </ac:inkMkLst>
        </pc:inkChg>
        <pc:inkChg chg="add">
          <ac:chgData name="Aggie Menezes" userId="74619c95fa3483c9" providerId="LiveId" clId="{20A26620-95D9-894E-AE55-3DE133FE37BE}" dt="2021-03-01T04:02:46.809" v="403"/>
          <ac:inkMkLst>
            <pc:docMk/>
            <pc:sldMk cId="0" sldId="256"/>
            <ac:inkMk id="253" creationId="{AEE3E734-AE26-FA4B-9628-CBEE71022D46}"/>
          </ac:inkMkLst>
        </pc:inkChg>
        <pc:inkChg chg="add">
          <ac:chgData name="Aggie Menezes" userId="74619c95fa3483c9" providerId="LiveId" clId="{20A26620-95D9-894E-AE55-3DE133FE37BE}" dt="2021-03-01T04:02:47.088" v="404"/>
          <ac:inkMkLst>
            <pc:docMk/>
            <pc:sldMk cId="0" sldId="256"/>
            <ac:inkMk id="254" creationId="{69FC4946-3A9A-C948-989B-39C476376124}"/>
          </ac:inkMkLst>
        </pc:inkChg>
        <pc:inkChg chg="add">
          <ac:chgData name="Aggie Menezes" userId="74619c95fa3483c9" providerId="LiveId" clId="{20A26620-95D9-894E-AE55-3DE133FE37BE}" dt="2021-03-01T04:02:47.687" v="405"/>
          <ac:inkMkLst>
            <pc:docMk/>
            <pc:sldMk cId="0" sldId="256"/>
            <ac:inkMk id="255" creationId="{C22B1222-545B-6C47-921A-4EE0F224DD87}"/>
          </ac:inkMkLst>
        </pc:inkChg>
        <pc:inkChg chg="add">
          <ac:chgData name="Aggie Menezes" userId="74619c95fa3483c9" providerId="LiveId" clId="{20A26620-95D9-894E-AE55-3DE133FE37BE}" dt="2021-03-01T04:02:48.009" v="406"/>
          <ac:inkMkLst>
            <pc:docMk/>
            <pc:sldMk cId="0" sldId="256"/>
            <ac:inkMk id="256" creationId="{F1D4AB3B-2ACE-BB40-8B30-F6E266C3A23E}"/>
          </ac:inkMkLst>
        </pc:inkChg>
        <pc:inkChg chg="add">
          <ac:chgData name="Aggie Menezes" userId="74619c95fa3483c9" providerId="LiveId" clId="{20A26620-95D9-894E-AE55-3DE133FE37BE}" dt="2021-03-01T04:02:48.768" v="407"/>
          <ac:inkMkLst>
            <pc:docMk/>
            <pc:sldMk cId="0" sldId="256"/>
            <ac:inkMk id="257" creationId="{F6382C77-771D-6E4E-B765-CC9BDB92556A}"/>
          </ac:inkMkLst>
        </pc:inkChg>
        <pc:inkChg chg="add">
          <ac:chgData name="Aggie Menezes" userId="74619c95fa3483c9" providerId="LiveId" clId="{20A26620-95D9-894E-AE55-3DE133FE37BE}" dt="2021-03-01T04:02:48.971" v="408"/>
          <ac:inkMkLst>
            <pc:docMk/>
            <pc:sldMk cId="0" sldId="256"/>
            <ac:inkMk id="258" creationId="{D778297E-382C-DF49-9792-7C73BCC3450B}"/>
          </ac:inkMkLst>
        </pc:inkChg>
        <pc:inkChg chg="add">
          <ac:chgData name="Aggie Menezes" userId="74619c95fa3483c9" providerId="LiveId" clId="{20A26620-95D9-894E-AE55-3DE133FE37BE}" dt="2021-03-01T04:02:49.621" v="409"/>
          <ac:inkMkLst>
            <pc:docMk/>
            <pc:sldMk cId="0" sldId="256"/>
            <ac:inkMk id="259" creationId="{DA9EA6D1-97ED-954F-87E8-AADA5A732197}"/>
          </ac:inkMkLst>
        </pc:inkChg>
        <pc:inkChg chg="add">
          <ac:chgData name="Aggie Menezes" userId="74619c95fa3483c9" providerId="LiveId" clId="{20A26620-95D9-894E-AE55-3DE133FE37BE}" dt="2021-03-01T04:05:56.338" v="411"/>
          <ac:inkMkLst>
            <pc:docMk/>
            <pc:sldMk cId="0" sldId="256"/>
            <ac:inkMk id="261" creationId="{76BE10B2-7E20-EE4D-9D60-83436C203AB5}"/>
          </ac:inkMkLst>
        </pc:inkChg>
        <pc:inkChg chg="add">
          <ac:chgData name="Aggie Menezes" userId="74619c95fa3483c9" providerId="LiveId" clId="{20A26620-95D9-894E-AE55-3DE133FE37BE}" dt="2021-03-01T04:05:56.925" v="412"/>
          <ac:inkMkLst>
            <pc:docMk/>
            <pc:sldMk cId="0" sldId="256"/>
            <ac:inkMk id="262" creationId="{544F6EE9-B687-7D45-9AE4-FC55A1850590}"/>
          </ac:inkMkLst>
        </pc:inkChg>
        <pc:inkChg chg="add">
          <ac:chgData name="Aggie Menezes" userId="74619c95fa3483c9" providerId="LiveId" clId="{20A26620-95D9-894E-AE55-3DE133FE37BE}" dt="2021-03-01T04:05:57.188" v="413"/>
          <ac:inkMkLst>
            <pc:docMk/>
            <pc:sldMk cId="0" sldId="256"/>
            <ac:inkMk id="263" creationId="{BA07C001-E712-2C40-AF52-AB1861C7808D}"/>
          </ac:inkMkLst>
        </pc:inkChg>
        <pc:inkChg chg="add">
          <ac:chgData name="Aggie Menezes" userId="74619c95fa3483c9" providerId="LiveId" clId="{20A26620-95D9-894E-AE55-3DE133FE37BE}" dt="2021-03-01T04:05:57.321" v="414"/>
          <ac:inkMkLst>
            <pc:docMk/>
            <pc:sldMk cId="0" sldId="256"/>
            <ac:inkMk id="264" creationId="{5A3E9CA4-E155-BE40-9265-2BC41C92B194}"/>
          </ac:inkMkLst>
        </pc:inkChg>
        <pc:inkChg chg="add">
          <ac:chgData name="Aggie Menezes" userId="74619c95fa3483c9" providerId="LiveId" clId="{20A26620-95D9-894E-AE55-3DE133FE37BE}" dt="2021-03-01T04:05:57.579" v="415"/>
          <ac:inkMkLst>
            <pc:docMk/>
            <pc:sldMk cId="0" sldId="256"/>
            <ac:inkMk id="265" creationId="{0A24F98E-4338-824B-9F45-8C551DED3BF3}"/>
          </ac:inkMkLst>
        </pc:inkChg>
        <pc:inkChg chg="add">
          <ac:chgData name="Aggie Menezes" userId="74619c95fa3483c9" providerId="LiveId" clId="{20A26620-95D9-894E-AE55-3DE133FE37BE}" dt="2021-03-01T04:05:57.936" v="416"/>
          <ac:inkMkLst>
            <pc:docMk/>
            <pc:sldMk cId="0" sldId="256"/>
            <ac:inkMk id="266" creationId="{03F9C154-D52D-AC41-9FB2-292B10AC1D1C}"/>
          </ac:inkMkLst>
        </pc:inkChg>
        <pc:inkChg chg="add">
          <ac:chgData name="Aggie Menezes" userId="74619c95fa3483c9" providerId="LiveId" clId="{20A26620-95D9-894E-AE55-3DE133FE37BE}" dt="2021-03-01T04:05:58.134" v="417"/>
          <ac:inkMkLst>
            <pc:docMk/>
            <pc:sldMk cId="0" sldId="256"/>
            <ac:inkMk id="267" creationId="{871FAC0D-863F-1747-8B8E-C71BF1EF4D9F}"/>
          </ac:inkMkLst>
        </pc:inkChg>
        <pc:inkChg chg="add">
          <ac:chgData name="Aggie Menezes" userId="74619c95fa3483c9" providerId="LiveId" clId="{20A26620-95D9-894E-AE55-3DE133FE37BE}" dt="2021-03-01T04:05:58.263" v="418"/>
          <ac:inkMkLst>
            <pc:docMk/>
            <pc:sldMk cId="0" sldId="256"/>
            <ac:inkMk id="268" creationId="{8007FF80-A51B-4641-B9DE-C3E3EBEAB278}"/>
          </ac:inkMkLst>
        </pc:inkChg>
        <pc:inkChg chg="add">
          <ac:chgData name="Aggie Menezes" userId="74619c95fa3483c9" providerId="LiveId" clId="{20A26620-95D9-894E-AE55-3DE133FE37BE}" dt="2021-03-01T04:05:58.452" v="419"/>
          <ac:inkMkLst>
            <pc:docMk/>
            <pc:sldMk cId="0" sldId="256"/>
            <ac:inkMk id="269" creationId="{D0551702-2B44-A64C-AFAA-E138877E549C}"/>
          </ac:inkMkLst>
        </pc:inkChg>
        <pc:inkChg chg="add">
          <ac:chgData name="Aggie Menezes" userId="74619c95fa3483c9" providerId="LiveId" clId="{20A26620-95D9-894E-AE55-3DE133FE37BE}" dt="2021-03-01T04:05:58.608" v="420"/>
          <ac:inkMkLst>
            <pc:docMk/>
            <pc:sldMk cId="0" sldId="256"/>
            <ac:inkMk id="270" creationId="{28CC9758-3E5C-AF44-910C-92B00713BE65}"/>
          </ac:inkMkLst>
        </pc:inkChg>
        <pc:inkChg chg="add">
          <ac:chgData name="Aggie Menezes" userId="74619c95fa3483c9" providerId="LiveId" clId="{20A26620-95D9-894E-AE55-3DE133FE37BE}" dt="2021-03-01T04:05:58.896" v="421"/>
          <ac:inkMkLst>
            <pc:docMk/>
            <pc:sldMk cId="0" sldId="256"/>
            <ac:inkMk id="271" creationId="{81F42DED-E381-A249-B4EC-2D6619CC0EF8}"/>
          </ac:inkMkLst>
        </pc:inkChg>
        <pc:inkChg chg="add">
          <ac:chgData name="Aggie Menezes" userId="74619c95fa3483c9" providerId="LiveId" clId="{20A26620-95D9-894E-AE55-3DE133FE37BE}" dt="2021-03-01T04:05:59.151" v="422"/>
          <ac:inkMkLst>
            <pc:docMk/>
            <pc:sldMk cId="0" sldId="256"/>
            <ac:inkMk id="272" creationId="{F3BC4770-C296-7548-9603-1880799C06E3}"/>
          </ac:inkMkLst>
        </pc:inkChg>
        <pc:inkChg chg="add">
          <ac:chgData name="Aggie Menezes" userId="74619c95fa3483c9" providerId="LiveId" clId="{20A26620-95D9-894E-AE55-3DE133FE37BE}" dt="2021-03-01T04:05:59.351" v="423"/>
          <ac:inkMkLst>
            <pc:docMk/>
            <pc:sldMk cId="0" sldId="256"/>
            <ac:inkMk id="273" creationId="{A502FDAD-D988-CB4F-82DA-5B9CE0CDE586}"/>
          </ac:inkMkLst>
        </pc:inkChg>
        <pc:inkChg chg="add">
          <ac:chgData name="Aggie Menezes" userId="74619c95fa3483c9" providerId="LiveId" clId="{20A26620-95D9-894E-AE55-3DE133FE37BE}" dt="2021-03-01T04:05:59.517" v="424"/>
          <ac:inkMkLst>
            <pc:docMk/>
            <pc:sldMk cId="0" sldId="256"/>
            <ac:inkMk id="274" creationId="{81361EE3-4590-D442-8A65-3CF6B8617E64}"/>
          </ac:inkMkLst>
        </pc:inkChg>
        <pc:inkChg chg="add">
          <ac:chgData name="Aggie Menezes" userId="74619c95fa3483c9" providerId="LiveId" clId="{20A26620-95D9-894E-AE55-3DE133FE37BE}" dt="2021-03-01T04:06:00.335" v="425"/>
          <ac:inkMkLst>
            <pc:docMk/>
            <pc:sldMk cId="0" sldId="256"/>
            <ac:inkMk id="275" creationId="{E6C76CAC-AA86-7B47-9F95-C150B86FC82D}"/>
          </ac:inkMkLst>
        </pc:inkChg>
        <pc:inkChg chg="add">
          <ac:chgData name="Aggie Menezes" userId="74619c95fa3483c9" providerId="LiveId" clId="{20A26620-95D9-894E-AE55-3DE133FE37BE}" dt="2021-03-01T04:06:01.080" v="426"/>
          <ac:inkMkLst>
            <pc:docMk/>
            <pc:sldMk cId="0" sldId="256"/>
            <ac:inkMk id="276" creationId="{A54880BC-5C4D-7045-B735-2C37EA505E2D}"/>
          </ac:inkMkLst>
        </pc:inkChg>
        <pc:inkChg chg="add">
          <ac:chgData name="Aggie Menezes" userId="74619c95fa3483c9" providerId="LiveId" clId="{20A26620-95D9-894E-AE55-3DE133FE37BE}" dt="2021-03-01T04:06:01.216" v="427"/>
          <ac:inkMkLst>
            <pc:docMk/>
            <pc:sldMk cId="0" sldId="256"/>
            <ac:inkMk id="277" creationId="{7E158297-2439-154A-A924-15EAF1F098D2}"/>
          </ac:inkMkLst>
        </pc:inkChg>
        <pc:inkChg chg="add">
          <ac:chgData name="Aggie Menezes" userId="74619c95fa3483c9" providerId="LiveId" clId="{20A26620-95D9-894E-AE55-3DE133FE37BE}" dt="2021-03-01T04:06:01.470" v="428"/>
          <ac:inkMkLst>
            <pc:docMk/>
            <pc:sldMk cId="0" sldId="256"/>
            <ac:inkMk id="278" creationId="{6880FC60-0276-9643-AA15-92D978DFFF57}"/>
          </ac:inkMkLst>
        </pc:inkChg>
        <pc:inkChg chg="add">
          <ac:chgData name="Aggie Menezes" userId="74619c95fa3483c9" providerId="LiveId" clId="{20A26620-95D9-894E-AE55-3DE133FE37BE}" dt="2021-03-01T04:06:02.337" v="429"/>
          <ac:inkMkLst>
            <pc:docMk/>
            <pc:sldMk cId="0" sldId="256"/>
            <ac:inkMk id="279" creationId="{D37BE3D2-7649-7A4B-9111-051B9278242C}"/>
          </ac:inkMkLst>
        </pc:inkChg>
        <pc:inkChg chg="add">
          <ac:chgData name="Aggie Menezes" userId="74619c95fa3483c9" providerId="LiveId" clId="{20A26620-95D9-894E-AE55-3DE133FE37BE}" dt="2021-03-01T04:06:02.529" v="430"/>
          <ac:inkMkLst>
            <pc:docMk/>
            <pc:sldMk cId="0" sldId="256"/>
            <ac:inkMk id="280" creationId="{A3E09105-8B54-4448-9D3B-9857FDD04B42}"/>
          </ac:inkMkLst>
        </pc:inkChg>
        <pc:inkChg chg="add">
          <ac:chgData name="Aggie Menezes" userId="74619c95fa3483c9" providerId="LiveId" clId="{20A26620-95D9-894E-AE55-3DE133FE37BE}" dt="2021-03-01T04:06:02.704" v="431"/>
          <ac:inkMkLst>
            <pc:docMk/>
            <pc:sldMk cId="0" sldId="256"/>
            <ac:inkMk id="281" creationId="{9B37E594-3B9B-5049-9C25-340695127AC7}"/>
          </ac:inkMkLst>
        </pc:inkChg>
        <pc:inkChg chg="add">
          <ac:chgData name="Aggie Menezes" userId="74619c95fa3483c9" providerId="LiveId" clId="{20A26620-95D9-894E-AE55-3DE133FE37BE}" dt="2021-03-01T04:06:03.145" v="432"/>
          <ac:inkMkLst>
            <pc:docMk/>
            <pc:sldMk cId="0" sldId="256"/>
            <ac:inkMk id="282" creationId="{438E6765-90E4-2445-9E12-15A526BEE4B5}"/>
          </ac:inkMkLst>
        </pc:inkChg>
        <pc:inkChg chg="add">
          <ac:chgData name="Aggie Menezes" userId="74619c95fa3483c9" providerId="LiveId" clId="{20A26620-95D9-894E-AE55-3DE133FE37BE}" dt="2021-03-01T04:06:03.618" v="433"/>
          <ac:inkMkLst>
            <pc:docMk/>
            <pc:sldMk cId="0" sldId="256"/>
            <ac:inkMk id="283" creationId="{075D6E8A-74BA-0146-A542-33793B8667E2}"/>
          </ac:inkMkLst>
        </pc:inkChg>
        <pc:inkChg chg="add">
          <ac:chgData name="Aggie Menezes" userId="74619c95fa3483c9" providerId="LiveId" clId="{20A26620-95D9-894E-AE55-3DE133FE37BE}" dt="2021-03-01T04:06:04.401" v="434"/>
          <ac:inkMkLst>
            <pc:docMk/>
            <pc:sldMk cId="0" sldId="256"/>
            <ac:inkMk id="284" creationId="{B45E193D-35D6-5141-A41D-EA3642D28899}"/>
          </ac:inkMkLst>
        </pc:inkChg>
        <pc:inkChg chg="add">
          <ac:chgData name="Aggie Menezes" userId="74619c95fa3483c9" providerId="LiveId" clId="{20A26620-95D9-894E-AE55-3DE133FE37BE}" dt="2021-03-01T04:06:04.721" v="435"/>
          <ac:inkMkLst>
            <pc:docMk/>
            <pc:sldMk cId="0" sldId="256"/>
            <ac:inkMk id="285" creationId="{CB2A985F-8DDB-8F4A-9784-A3969CAF7DC5}"/>
          </ac:inkMkLst>
        </pc:inkChg>
        <pc:inkChg chg="add">
          <ac:chgData name="Aggie Menezes" userId="74619c95fa3483c9" providerId="LiveId" clId="{20A26620-95D9-894E-AE55-3DE133FE37BE}" dt="2021-03-01T04:07:02.173" v="437"/>
          <ac:inkMkLst>
            <pc:docMk/>
            <pc:sldMk cId="0" sldId="256"/>
            <ac:inkMk id="289" creationId="{2EB53598-5B26-CC42-B67B-4843747AA2B7}"/>
          </ac:inkMkLst>
        </pc:inkChg>
        <pc:inkChg chg="add">
          <ac:chgData name="Aggie Menezes" userId="74619c95fa3483c9" providerId="LiveId" clId="{20A26620-95D9-894E-AE55-3DE133FE37BE}" dt="2021-03-01T04:07:02.573" v="438"/>
          <ac:inkMkLst>
            <pc:docMk/>
            <pc:sldMk cId="0" sldId="256"/>
            <ac:inkMk id="290" creationId="{39690F26-69D0-734B-9C59-F85FE3BDCB06}"/>
          </ac:inkMkLst>
        </pc:inkChg>
        <pc:inkChg chg="add">
          <ac:chgData name="Aggie Menezes" userId="74619c95fa3483c9" providerId="LiveId" clId="{20A26620-95D9-894E-AE55-3DE133FE37BE}" dt="2021-03-01T04:07:02.885" v="439"/>
          <ac:inkMkLst>
            <pc:docMk/>
            <pc:sldMk cId="0" sldId="256"/>
            <ac:inkMk id="291" creationId="{01610835-8F47-0E4E-B7E9-769F4F5B8C0C}"/>
          </ac:inkMkLst>
        </pc:inkChg>
        <pc:inkChg chg="add">
          <ac:chgData name="Aggie Menezes" userId="74619c95fa3483c9" providerId="LiveId" clId="{20A26620-95D9-894E-AE55-3DE133FE37BE}" dt="2021-03-01T04:07:03.081" v="440"/>
          <ac:inkMkLst>
            <pc:docMk/>
            <pc:sldMk cId="0" sldId="256"/>
            <ac:inkMk id="292" creationId="{807CC4B8-F28B-0D4A-BD8C-F2E036E1BC51}"/>
          </ac:inkMkLst>
        </pc:inkChg>
        <pc:inkChg chg="add">
          <ac:chgData name="Aggie Menezes" userId="74619c95fa3483c9" providerId="LiveId" clId="{20A26620-95D9-894E-AE55-3DE133FE37BE}" dt="2021-03-01T04:07:11.156" v="442"/>
          <ac:inkMkLst>
            <pc:docMk/>
            <pc:sldMk cId="0" sldId="256"/>
            <ac:inkMk id="294" creationId="{00B27655-89EB-9446-966F-1AB9548CE5C8}"/>
          </ac:inkMkLst>
        </pc:inkChg>
        <pc:inkChg chg="add">
          <ac:chgData name="Aggie Menezes" userId="74619c95fa3483c9" providerId="LiveId" clId="{20A26620-95D9-894E-AE55-3DE133FE37BE}" dt="2021-03-01T04:07:11.563" v="443"/>
          <ac:inkMkLst>
            <pc:docMk/>
            <pc:sldMk cId="0" sldId="256"/>
            <ac:inkMk id="295" creationId="{DF4C53FC-F808-4647-8093-8C25296CEDC7}"/>
          </ac:inkMkLst>
        </pc:inkChg>
        <pc:inkChg chg="add">
          <ac:chgData name="Aggie Menezes" userId="74619c95fa3483c9" providerId="LiveId" clId="{20A26620-95D9-894E-AE55-3DE133FE37BE}" dt="2021-03-01T04:07:11.897" v="444"/>
          <ac:inkMkLst>
            <pc:docMk/>
            <pc:sldMk cId="0" sldId="256"/>
            <ac:inkMk id="296" creationId="{A2CC0891-12D0-434A-BF78-536CDDDBC31D}"/>
          </ac:inkMkLst>
        </pc:inkChg>
        <pc:inkChg chg="add">
          <ac:chgData name="Aggie Menezes" userId="74619c95fa3483c9" providerId="LiveId" clId="{20A26620-95D9-894E-AE55-3DE133FE37BE}" dt="2021-03-01T04:07:12.114" v="445"/>
          <ac:inkMkLst>
            <pc:docMk/>
            <pc:sldMk cId="0" sldId="256"/>
            <ac:inkMk id="297" creationId="{146FA6BD-5B4A-B24E-AB55-63036AA8CD4F}"/>
          </ac:inkMkLst>
        </pc:inkChg>
        <pc:inkChg chg="add">
          <ac:chgData name="Aggie Menezes" userId="74619c95fa3483c9" providerId="LiveId" clId="{20A26620-95D9-894E-AE55-3DE133FE37BE}" dt="2021-03-01T04:07:13.139" v="446"/>
          <ac:inkMkLst>
            <pc:docMk/>
            <pc:sldMk cId="0" sldId="256"/>
            <ac:inkMk id="298" creationId="{53FF887A-0921-9349-96A6-4DDDCB91BC5D}"/>
          </ac:inkMkLst>
        </pc:inkChg>
        <pc:inkChg chg="add">
          <ac:chgData name="Aggie Menezes" userId="74619c95fa3483c9" providerId="LiveId" clId="{20A26620-95D9-894E-AE55-3DE133FE37BE}" dt="2021-03-01T04:07:13.415" v="447"/>
          <ac:inkMkLst>
            <pc:docMk/>
            <pc:sldMk cId="0" sldId="256"/>
            <ac:inkMk id="299" creationId="{E6BA6346-52EA-6741-98A2-EEA39C40646F}"/>
          </ac:inkMkLst>
        </pc:inkChg>
        <pc:inkChg chg="add topLvl">
          <ac:chgData name="Aggie Menezes" userId="74619c95fa3483c9" providerId="LiveId" clId="{20A26620-95D9-894E-AE55-3DE133FE37BE}" dt="2021-03-01T04:09:42.722" v="506"/>
          <ac:inkMkLst>
            <pc:docMk/>
            <pc:sldMk cId="0" sldId="256"/>
            <ac:inkMk id="301" creationId="{C663F3BE-2AF8-174A-BE9B-ABD7F190244D}"/>
          </ac:inkMkLst>
        </pc:inkChg>
        <pc:inkChg chg="add topLvl">
          <ac:chgData name="Aggie Menezes" userId="74619c95fa3483c9" providerId="LiveId" clId="{20A26620-95D9-894E-AE55-3DE133FE37BE}" dt="2021-03-01T04:09:42.722" v="506"/>
          <ac:inkMkLst>
            <pc:docMk/>
            <pc:sldMk cId="0" sldId="256"/>
            <ac:inkMk id="302" creationId="{D8AB5BE0-1632-5E4A-8496-BD817350F005}"/>
          </ac:inkMkLst>
        </pc:inkChg>
        <pc:inkChg chg="add topLvl">
          <ac:chgData name="Aggie Menezes" userId="74619c95fa3483c9" providerId="LiveId" clId="{20A26620-95D9-894E-AE55-3DE133FE37BE}" dt="2021-03-01T04:09:42.722" v="506"/>
          <ac:inkMkLst>
            <pc:docMk/>
            <pc:sldMk cId="0" sldId="256"/>
            <ac:inkMk id="303" creationId="{7D9C06DC-F1AE-204A-BA8A-DE22C92C4A27}"/>
          </ac:inkMkLst>
        </pc:inkChg>
        <pc:inkChg chg="add topLvl">
          <ac:chgData name="Aggie Menezes" userId="74619c95fa3483c9" providerId="LiveId" clId="{20A26620-95D9-894E-AE55-3DE133FE37BE}" dt="2021-03-01T04:09:42.722" v="506"/>
          <ac:inkMkLst>
            <pc:docMk/>
            <pc:sldMk cId="0" sldId="256"/>
            <ac:inkMk id="304" creationId="{A9817B42-4CF8-AF4D-96AD-1B24BE10035F}"/>
          </ac:inkMkLst>
        </pc:inkChg>
        <pc:inkChg chg="add topLvl">
          <ac:chgData name="Aggie Menezes" userId="74619c95fa3483c9" providerId="LiveId" clId="{20A26620-95D9-894E-AE55-3DE133FE37BE}" dt="2021-03-01T04:09:02.397" v="470"/>
          <ac:inkMkLst>
            <pc:docMk/>
            <pc:sldMk cId="0" sldId="256"/>
            <ac:inkMk id="306" creationId="{2A0F858B-E995-7E40-852E-42959D43FEC9}"/>
          </ac:inkMkLst>
        </pc:inkChg>
        <pc:inkChg chg="add topLvl">
          <ac:chgData name="Aggie Menezes" userId="74619c95fa3483c9" providerId="LiveId" clId="{20A26620-95D9-894E-AE55-3DE133FE37BE}" dt="2021-03-01T04:09:02.397" v="470"/>
          <ac:inkMkLst>
            <pc:docMk/>
            <pc:sldMk cId="0" sldId="256"/>
            <ac:inkMk id="307" creationId="{07FFDD39-E6D4-024E-96D1-870E1C17ADD8}"/>
          </ac:inkMkLst>
        </pc:inkChg>
        <pc:inkChg chg="add topLvl">
          <ac:chgData name="Aggie Menezes" userId="74619c95fa3483c9" providerId="LiveId" clId="{20A26620-95D9-894E-AE55-3DE133FE37BE}" dt="2021-03-01T04:09:02.397" v="470"/>
          <ac:inkMkLst>
            <pc:docMk/>
            <pc:sldMk cId="0" sldId="256"/>
            <ac:inkMk id="308" creationId="{3C350D00-D70D-A947-9CF3-68DA9923ADE8}"/>
          </ac:inkMkLst>
        </pc:inkChg>
        <pc:inkChg chg="add topLvl">
          <ac:chgData name="Aggie Menezes" userId="74619c95fa3483c9" providerId="LiveId" clId="{20A26620-95D9-894E-AE55-3DE133FE37BE}" dt="2021-03-01T04:09:02.397" v="470"/>
          <ac:inkMkLst>
            <pc:docMk/>
            <pc:sldMk cId="0" sldId="256"/>
            <ac:inkMk id="309" creationId="{E26DA40F-3220-A843-A789-778CEF64B63A}"/>
          </ac:inkMkLst>
        </pc:inkChg>
        <pc:inkChg chg="add topLvl">
          <ac:chgData name="Aggie Menezes" userId="74619c95fa3483c9" providerId="LiveId" clId="{20A26620-95D9-894E-AE55-3DE133FE37BE}" dt="2021-03-01T04:09:02.397" v="470"/>
          <ac:inkMkLst>
            <pc:docMk/>
            <pc:sldMk cId="0" sldId="256"/>
            <ac:inkMk id="310" creationId="{AC20A6F6-B503-6948-A37F-B5CA082DF1E1}"/>
          </ac:inkMkLst>
        </pc:inkChg>
        <pc:inkChg chg="add">
          <ac:chgData name="Aggie Menezes" userId="74619c95fa3483c9" providerId="LiveId" clId="{20A26620-95D9-894E-AE55-3DE133FE37BE}" dt="2021-03-01T04:08:53.524" v="459"/>
          <ac:inkMkLst>
            <pc:docMk/>
            <pc:sldMk cId="0" sldId="256"/>
            <ac:inkMk id="311" creationId="{BA8EA4AD-1BE0-9844-9A46-782CB3807EAF}"/>
          </ac:inkMkLst>
        </pc:inkChg>
        <pc:inkChg chg="add">
          <ac:chgData name="Aggie Menezes" userId="74619c95fa3483c9" providerId="LiveId" clId="{20A26620-95D9-894E-AE55-3DE133FE37BE}" dt="2021-03-01T04:08:54.809" v="460"/>
          <ac:inkMkLst>
            <pc:docMk/>
            <pc:sldMk cId="0" sldId="256"/>
            <ac:inkMk id="312" creationId="{F9D1B741-79FD-7A42-8B09-490028ADBB87}"/>
          </ac:inkMkLst>
        </pc:inkChg>
        <pc:inkChg chg="add">
          <ac:chgData name="Aggie Menezes" userId="74619c95fa3483c9" providerId="LiveId" clId="{20A26620-95D9-894E-AE55-3DE133FE37BE}" dt="2021-03-01T04:08:55.460" v="461"/>
          <ac:inkMkLst>
            <pc:docMk/>
            <pc:sldMk cId="0" sldId="256"/>
            <ac:inkMk id="313" creationId="{9F99220F-4D9F-CF47-AD95-43556775AE2C}"/>
          </ac:inkMkLst>
        </pc:inkChg>
        <pc:inkChg chg="add">
          <ac:chgData name="Aggie Menezes" userId="74619c95fa3483c9" providerId="LiveId" clId="{20A26620-95D9-894E-AE55-3DE133FE37BE}" dt="2021-03-01T04:08:59.700" v="463"/>
          <ac:inkMkLst>
            <pc:docMk/>
            <pc:sldMk cId="0" sldId="256"/>
            <ac:inkMk id="316" creationId="{8726D604-9943-A148-823B-18DDB90C8D43}"/>
          </ac:inkMkLst>
        </pc:inkChg>
        <pc:inkChg chg="add">
          <ac:chgData name="Aggie Menezes" userId="74619c95fa3483c9" providerId="LiveId" clId="{20A26620-95D9-894E-AE55-3DE133FE37BE}" dt="2021-03-01T04:09:00.316" v="464"/>
          <ac:inkMkLst>
            <pc:docMk/>
            <pc:sldMk cId="0" sldId="256"/>
            <ac:inkMk id="317" creationId="{C5E82BDD-0263-7242-B30A-B6C33CBAC68E}"/>
          </ac:inkMkLst>
        </pc:inkChg>
        <pc:inkChg chg="add">
          <ac:chgData name="Aggie Menezes" userId="74619c95fa3483c9" providerId="LiveId" clId="{20A26620-95D9-894E-AE55-3DE133FE37BE}" dt="2021-03-01T04:09:00.526" v="465"/>
          <ac:inkMkLst>
            <pc:docMk/>
            <pc:sldMk cId="0" sldId="256"/>
            <ac:inkMk id="318" creationId="{19EF1364-59B2-8F43-BCC8-C173AC9A034D}"/>
          </ac:inkMkLst>
        </pc:inkChg>
        <pc:inkChg chg="add">
          <ac:chgData name="Aggie Menezes" userId="74619c95fa3483c9" providerId="LiveId" clId="{20A26620-95D9-894E-AE55-3DE133FE37BE}" dt="2021-03-01T04:09:00.750" v="466"/>
          <ac:inkMkLst>
            <pc:docMk/>
            <pc:sldMk cId="0" sldId="256"/>
            <ac:inkMk id="319" creationId="{0CA66350-4182-6644-A073-9635997DE09D}"/>
          </ac:inkMkLst>
        </pc:inkChg>
        <pc:inkChg chg="add">
          <ac:chgData name="Aggie Menezes" userId="74619c95fa3483c9" providerId="LiveId" clId="{20A26620-95D9-894E-AE55-3DE133FE37BE}" dt="2021-03-01T04:09:01.134" v="467"/>
          <ac:inkMkLst>
            <pc:docMk/>
            <pc:sldMk cId="0" sldId="256"/>
            <ac:inkMk id="320" creationId="{A14C528F-B923-814D-B759-88FE58C97972}"/>
          </ac:inkMkLst>
        </pc:inkChg>
        <pc:inkChg chg="add">
          <ac:chgData name="Aggie Menezes" userId="74619c95fa3483c9" providerId="LiveId" clId="{20A26620-95D9-894E-AE55-3DE133FE37BE}" dt="2021-03-01T04:09:01.369" v="468"/>
          <ac:inkMkLst>
            <pc:docMk/>
            <pc:sldMk cId="0" sldId="256"/>
            <ac:inkMk id="321" creationId="{1607C22E-9483-6D43-8748-6D00959D674F}"/>
          </ac:inkMkLst>
        </pc:inkChg>
        <pc:inkChg chg="add">
          <ac:chgData name="Aggie Menezes" userId="74619c95fa3483c9" providerId="LiveId" clId="{20A26620-95D9-894E-AE55-3DE133FE37BE}" dt="2021-03-01T04:09:01.725" v="469"/>
          <ac:inkMkLst>
            <pc:docMk/>
            <pc:sldMk cId="0" sldId="256"/>
            <ac:inkMk id="322" creationId="{76FC2E6A-1692-3D46-9B99-910A8407AC46}"/>
          </ac:inkMkLst>
        </pc:inkChg>
        <pc:inkChg chg="add topLvl">
          <ac:chgData name="Aggie Menezes" userId="74619c95fa3483c9" providerId="LiveId" clId="{20A26620-95D9-894E-AE55-3DE133FE37BE}" dt="2021-03-01T04:09:12.347" v="482"/>
          <ac:inkMkLst>
            <pc:docMk/>
            <pc:sldMk cId="0" sldId="256"/>
            <ac:inkMk id="324" creationId="{53916CB5-1D47-174B-A1BA-BCC47D22D60F}"/>
          </ac:inkMkLst>
        </pc:inkChg>
        <pc:inkChg chg="add topLvl">
          <ac:chgData name="Aggie Menezes" userId="74619c95fa3483c9" providerId="LiveId" clId="{20A26620-95D9-894E-AE55-3DE133FE37BE}" dt="2021-03-01T04:09:12.347" v="482"/>
          <ac:inkMkLst>
            <pc:docMk/>
            <pc:sldMk cId="0" sldId="256"/>
            <ac:inkMk id="325" creationId="{34EE0FD0-7891-674C-AF2F-306F72FD83B7}"/>
          </ac:inkMkLst>
        </pc:inkChg>
        <pc:inkChg chg="add topLvl">
          <ac:chgData name="Aggie Menezes" userId="74619c95fa3483c9" providerId="LiveId" clId="{20A26620-95D9-894E-AE55-3DE133FE37BE}" dt="2021-03-01T04:09:12.347" v="482"/>
          <ac:inkMkLst>
            <pc:docMk/>
            <pc:sldMk cId="0" sldId="256"/>
            <ac:inkMk id="326" creationId="{AA385B68-B264-314E-AD66-068B38CB6678}"/>
          </ac:inkMkLst>
        </pc:inkChg>
        <pc:inkChg chg="add topLvl">
          <ac:chgData name="Aggie Menezes" userId="74619c95fa3483c9" providerId="LiveId" clId="{20A26620-95D9-894E-AE55-3DE133FE37BE}" dt="2021-03-01T04:09:12.347" v="482"/>
          <ac:inkMkLst>
            <pc:docMk/>
            <pc:sldMk cId="0" sldId="256"/>
            <ac:inkMk id="328" creationId="{5D79F1C9-4344-E844-9E47-F966FDA1B1FC}"/>
          </ac:inkMkLst>
        </pc:inkChg>
        <pc:inkChg chg="add">
          <ac:chgData name="Aggie Menezes" userId="74619c95fa3483c9" providerId="LiveId" clId="{20A26620-95D9-894E-AE55-3DE133FE37BE}" dt="2021-03-01T04:09:10.119" v="477"/>
          <ac:inkMkLst>
            <pc:docMk/>
            <pc:sldMk cId="0" sldId="256"/>
            <ac:inkMk id="330" creationId="{8E9878B7-1855-964C-86C3-E20A77BEF748}"/>
          </ac:inkMkLst>
        </pc:inkChg>
        <pc:inkChg chg="add">
          <ac:chgData name="Aggie Menezes" userId="74619c95fa3483c9" providerId="LiveId" clId="{20A26620-95D9-894E-AE55-3DE133FE37BE}" dt="2021-03-01T04:09:10.502" v="478"/>
          <ac:inkMkLst>
            <pc:docMk/>
            <pc:sldMk cId="0" sldId="256"/>
            <ac:inkMk id="331" creationId="{39A0EECD-54E2-D747-99A4-11E0E50079F6}"/>
          </ac:inkMkLst>
        </pc:inkChg>
        <pc:inkChg chg="add">
          <ac:chgData name="Aggie Menezes" userId="74619c95fa3483c9" providerId="LiveId" clId="{20A26620-95D9-894E-AE55-3DE133FE37BE}" dt="2021-03-01T04:09:10.770" v="479"/>
          <ac:inkMkLst>
            <pc:docMk/>
            <pc:sldMk cId="0" sldId="256"/>
            <ac:inkMk id="332" creationId="{FB686CF6-12AE-294D-953A-878D7665044C}"/>
          </ac:inkMkLst>
        </pc:inkChg>
        <pc:inkChg chg="add">
          <ac:chgData name="Aggie Menezes" userId="74619c95fa3483c9" providerId="LiveId" clId="{20A26620-95D9-894E-AE55-3DE133FE37BE}" dt="2021-03-01T04:09:11.087" v="480"/>
          <ac:inkMkLst>
            <pc:docMk/>
            <pc:sldMk cId="0" sldId="256"/>
            <ac:inkMk id="333" creationId="{CE8D77AC-0CA2-CB49-A1F8-E104494C6436}"/>
          </ac:inkMkLst>
        </pc:inkChg>
        <pc:inkChg chg="add">
          <ac:chgData name="Aggie Menezes" userId="74619c95fa3483c9" providerId="LiveId" clId="{20A26620-95D9-894E-AE55-3DE133FE37BE}" dt="2021-03-01T04:09:11.674" v="481"/>
          <ac:inkMkLst>
            <pc:docMk/>
            <pc:sldMk cId="0" sldId="256"/>
            <ac:inkMk id="334" creationId="{F0259289-11B3-F54D-A2CE-0D89B893244C}"/>
          </ac:inkMkLst>
        </pc:inkChg>
        <pc:inkChg chg="add">
          <ac:chgData name="Aggie Menezes" userId="74619c95fa3483c9" providerId="LiveId" clId="{20A26620-95D9-894E-AE55-3DE133FE37BE}" dt="2021-03-01T04:09:15.933" v="483"/>
          <ac:inkMkLst>
            <pc:docMk/>
            <pc:sldMk cId="0" sldId="256"/>
            <ac:inkMk id="336" creationId="{40FAF0ED-2E7C-C541-9CF8-1CEEA7FEEDB6}"/>
          </ac:inkMkLst>
        </pc:inkChg>
        <pc:inkChg chg="add">
          <ac:chgData name="Aggie Menezes" userId="74619c95fa3483c9" providerId="LiveId" clId="{20A26620-95D9-894E-AE55-3DE133FE37BE}" dt="2021-03-01T04:09:16.286" v="484"/>
          <ac:inkMkLst>
            <pc:docMk/>
            <pc:sldMk cId="0" sldId="256"/>
            <ac:inkMk id="337" creationId="{9F6CE4F9-49BD-5F4F-AF26-14FEFE11D278}"/>
          </ac:inkMkLst>
        </pc:inkChg>
        <pc:inkChg chg="add">
          <ac:chgData name="Aggie Menezes" userId="74619c95fa3483c9" providerId="LiveId" clId="{20A26620-95D9-894E-AE55-3DE133FE37BE}" dt="2021-03-01T04:09:16.865" v="485"/>
          <ac:inkMkLst>
            <pc:docMk/>
            <pc:sldMk cId="0" sldId="256"/>
            <ac:inkMk id="338" creationId="{68608BC0-9B11-5745-9BB7-D808C19211F7}"/>
          </ac:inkMkLst>
        </pc:inkChg>
        <pc:inkChg chg="add">
          <ac:chgData name="Aggie Menezes" userId="74619c95fa3483c9" providerId="LiveId" clId="{20A26620-95D9-894E-AE55-3DE133FE37BE}" dt="2021-03-01T04:09:17.378" v="486"/>
          <ac:inkMkLst>
            <pc:docMk/>
            <pc:sldMk cId="0" sldId="256"/>
            <ac:inkMk id="339" creationId="{9CE15F06-79CF-CB45-8C64-9FAA836E0F0A}"/>
          </ac:inkMkLst>
        </pc:inkChg>
        <pc:inkChg chg="add">
          <ac:chgData name="Aggie Menezes" userId="74619c95fa3483c9" providerId="LiveId" clId="{20A26620-95D9-894E-AE55-3DE133FE37BE}" dt="2021-03-01T04:09:17.728" v="487"/>
          <ac:inkMkLst>
            <pc:docMk/>
            <pc:sldMk cId="0" sldId="256"/>
            <ac:inkMk id="340" creationId="{C5974A8E-F954-4C4D-A708-83A8501D63DA}"/>
          </ac:inkMkLst>
        </pc:inkChg>
        <pc:inkChg chg="add">
          <ac:chgData name="Aggie Menezes" userId="74619c95fa3483c9" providerId="LiveId" clId="{20A26620-95D9-894E-AE55-3DE133FE37BE}" dt="2021-03-01T04:09:17.950" v="488"/>
          <ac:inkMkLst>
            <pc:docMk/>
            <pc:sldMk cId="0" sldId="256"/>
            <ac:inkMk id="341" creationId="{EFE16292-148B-DB48-B572-90C0D81E16EA}"/>
          </ac:inkMkLst>
        </pc:inkChg>
        <pc:inkChg chg="add">
          <ac:chgData name="Aggie Menezes" userId="74619c95fa3483c9" providerId="LiveId" clId="{20A26620-95D9-894E-AE55-3DE133FE37BE}" dt="2021-03-01T04:09:18.316" v="489"/>
          <ac:inkMkLst>
            <pc:docMk/>
            <pc:sldMk cId="0" sldId="256"/>
            <ac:inkMk id="342" creationId="{E7F33E9A-36AB-D349-98B4-1A42646CF35D}"/>
          </ac:inkMkLst>
        </pc:inkChg>
        <pc:inkChg chg="add topLvl">
          <ac:chgData name="Aggie Menezes" userId="74619c95fa3483c9" providerId="LiveId" clId="{20A26620-95D9-894E-AE55-3DE133FE37BE}" dt="2021-03-01T04:09:38.596" v="498"/>
          <ac:inkMkLst>
            <pc:docMk/>
            <pc:sldMk cId="0" sldId="256"/>
            <ac:inkMk id="344" creationId="{DF097D25-8AA3-F34D-8DE6-8AE27A6CDB79}"/>
          </ac:inkMkLst>
        </pc:inkChg>
        <pc:inkChg chg="add topLvl">
          <ac:chgData name="Aggie Menezes" userId="74619c95fa3483c9" providerId="LiveId" clId="{20A26620-95D9-894E-AE55-3DE133FE37BE}" dt="2021-03-01T04:09:42.722" v="506"/>
          <ac:inkMkLst>
            <pc:docMk/>
            <pc:sldMk cId="0" sldId="256"/>
            <ac:inkMk id="346" creationId="{75ACA170-8AA9-454C-8D84-2B4B5DA64581}"/>
          </ac:inkMkLst>
        </pc:inkChg>
        <pc:inkChg chg="add topLvl">
          <ac:chgData name="Aggie Menezes" userId="74619c95fa3483c9" providerId="LiveId" clId="{20A26620-95D9-894E-AE55-3DE133FE37BE}" dt="2021-03-01T04:09:42.722" v="506"/>
          <ac:inkMkLst>
            <pc:docMk/>
            <pc:sldMk cId="0" sldId="256"/>
            <ac:inkMk id="347" creationId="{4D48DCE5-34C2-4B44-8511-936CAA911089}"/>
          </ac:inkMkLst>
        </pc:inkChg>
        <pc:inkChg chg="add topLvl">
          <ac:chgData name="Aggie Menezes" userId="74619c95fa3483c9" providerId="LiveId" clId="{20A26620-95D9-894E-AE55-3DE133FE37BE}" dt="2021-03-01T04:09:42.722" v="506"/>
          <ac:inkMkLst>
            <pc:docMk/>
            <pc:sldMk cId="0" sldId="256"/>
            <ac:inkMk id="348" creationId="{2FAE861E-BE21-F24F-8E78-9A737001DCF8}"/>
          </ac:inkMkLst>
        </pc:inkChg>
        <pc:inkChg chg="add topLvl">
          <ac:chgData name="Aggie Menezes" userId="74619c95fa3483c9" providerId="LiveId" clId="{20A26620-95D9-894E-AE55-3DE133FE37BE}" dt="2021-03-01T04:09:42.722" v="506"/>
          <ac:inkMkLst>
            <pc:docMk/>
            <pc:sldMk cId="0" sldId="256"/>
            <ac:inkMk id="349" creationId="{36DD9066-6E8B-CD48-8FC5-69542926D5A1}"/>
          </ac:inkMkLst>
        </pc:inkChg>
        <pc:inkChg chg="add topLvl">
          <ac:chgData name="Aggie Menezes" userId="74619c95fa3483c9" providerId="LiveId" clId="{20A26620-95D9-894E-AE55-3DE133FE37BE}" dt="2021-03-01T04:09:42.722" v="506"/>
          <ac:inkMkLst>
            <pc:docMk/>
            <pc:sldMk cId="0" sldId="256"/>
            <ac:inkMk id="350" creationId="{AB3AE9E9-698B-3D40-8D2B-BD7331CA439E}"/>
          </ac:inkMkLst>
        </pc:inkChg>
        <pc:inkChg chg="add">
          <ac:chgData name="Aggie Menezes" userId="74619c95fa3483c9" providerId="LiveId" clId="{20A26620-95D9-894E-AE55-3DE133FE37BE}" dt="2021-03-01T04:09:39.923" v="499"/>
          <ac:inkMkLst>
            <pc:docMk/>
            <pc:sldMk cId="0" sldId="256"/>
            <ac:inkMk id="352" creationId="{CC104518-341B-F243-8C59-8C0AE5BBB494}"/>
          </ac:inkMkLst>
        </pc:inkChg>
        <pc:inkChg chg="add">
          <ac:chgData name="Aggie Menezes" userId="74619c95fa3483c9" providerId="LiveId" clId="{20A26620-95D9-894E-AE55-3DE133FE37BE}" dt="2021-03-01T04:09:40.323" v="500"/>
          <ac:inkMkLst>
            <pc:docMk/>
            <pc:sldMk cId="0" sldId="256"/>
            <ac:inkMk id="353" creationId="{DCF0E65E-B3E7-2D44-B518-3708E384A146}"/>
          </ac:inkMkLst>
        </pc:inkChg>
        <pc:inkChg chg="add">
          <ac:chgData name="Aggie Menezes" userId="74619c95fa3483c9" providerId="LiveId" clId="{20A26620-95D9-894E-AE55-3DE133FE37BE}" dt="2021-03-01T04:09:40.665" v="501"/>
          <ac:inkMkLst>
            <pc:docMk/>
            <pc:sldMk cId="0" sldId="256"/>
            <ac:inkMk id="354" creationId="{7E1C531E-3EF5-8449-8983-911570BD4AD7}"/>
          </ac:inkMkLst>
        </pc:inkChg>
        <pc:inkChg chg="add">
          <ac:chgData name="Aggie Menezes" userId="74619c95fa3483c9" providerId="LiveId" clId="{20A26620-95D9-894E-AE55-3DE133FE37BE}" dt="2021-03-01T04:09:40.917" v="502"/>
          <ac:inkMkLst>
            <pc:docMk/>
            <pc:sldMk cId="0" sldId="256"/>
            <ac:inkMk id="355" creationId="{BB740DB9-6E8B-A64B-BD94-375BB7D712DC}"/>
          </ac:inkMkLst>
        </pc:inkChg>
        <pc:inkChg chg="add">
          <ac:chgData name="Aggie Menezes" userId="74619c95fa3483c9" providerId="LiveId" clId="{20A26620-95D9-894E-AE55-3DE133FE37BE}" dt="2021-03-01T04:09:41.141" v="503"/>
          <ac:inkMkLst>
            <pc:docMk/>
            <pc:sldMk cId="0" sldId="256"/>
            <ac:inkMk id="356" creationId="{F3F007F4-B324-3049-A332-45C56E8C588E}"/>
          </ac:inkMkLst>
        </pc:inkChg>
        <pc:inkChg chg="add">
          <ac:chgData name="Aggie Menezes" userId="74619c95fa3483c9" providerId="LiveId" clId="{20A26620-95D9-894E-AE55-3DE133FE37BE}" dt="2021-03-01T04:09:41.383" v="504"/>
          <ac:inkMkLst>
            <pc:docMk/>
            <pc:sldMk cId="0" sldId="256"/>
            <ac:inkMk id="357" creationId="{A1F45777-6DF3-C943-B1EF-88C20E260B6D}"/>
          </ac:inkMkLst>
        </pc:inkChg>
        <pc:inkChg chg="add">
          <ac:chgData name="Aggie Menezes" userId="74619c95fa3483c9" providerId="LiveId" clId="{20A26620-95D9-894E-AE55-3DE133FE37BE}" dt="2021-03-01T04:09:41.750" v="505"/>
          <ac:inkMkLst>
            <pc:docMk/>
            <pc:sldMk cId="0" sldId="256"/>
            <ac:inkMk id="358" creationId="{8F9210EB-F5C0-E04F-9675-0709914FCB12}"/>
          </ac:inkMkLst>
        </pc:inkChg>
        <pc:inkChg chg="add">
          <ac:chgData name="Aggie Menezes" userId="74619c95fa3483c9" providerId="LiveId" clId="{20A26620-95D9-894E-AE55-3DE133FE37BE}" dt="2021-03-01T04:10:05.523" v="507"/>
          <ac:inkMkLst>
            <pc:docMk/>
            <pc:sldMk cId="0" sldId="256"/>
            <ac:inkMk id="360" creationId="{CF40153C-8317-2B45-9E28-833D8C6D3C0E}"/>
          </ac:inkMkLst>
        </pc:inkChg>
        <pc:inkChg chg="add">
          <ac:chgData name="Aggie Menezes" userId="74619c95fa3483c9" providerId="LiveId" clId="{20A26620-95D9-894E-AE55-3DE133FE37BE}" dt="2021-03-01T04:10:06.038" v="508"/>
          <ac:inkMkLst>
            <pc:docMk/>
            <pc:sldMk cId="0" sldId="256"/>
            <ac:inkMk id="361" creationId="{849A045B-F187-0C47-934A-AEDB3B485E50}"/>
          </ac:inkMkLst>
        </pc:inkChg>
        <pc:inkChg chg="add">
          <ac:chgData name="Aggie Menezes" userId="74619c95fa3483c9" providerId="LiveId" clId="{20A26620-95D9-894E-AE55-3DE133FE37BE}" dt="2021-03-01T04:10:06.255" v="509"/>
          <ac:inkMkLst>
            <pc:docMk/>
            <pc:sldMk cId="0" sldId="256"/>
            <ac:inkMk id="362" creationId="{42D742CB-3C52-494E-B512-B29CA4B5953E}"/>
          </ac:inkMkLst>
        </pc:inkChg>
        <pc:inkChg chg="add">
          <ac:chgData name="Aggie Menezes" userId="74619c95fa3483c9" providerId="LiveId" clId="{20A26620-95D9-894E-AE55-3DE133FE37BE}" dt="2021-03-01T04:10:06.587" v="510"/>
          <ac:inkMkLst>
            <pc:docMk/>
            <pc:sldMk cId="0" sldId="256"/>
            <ac:inkMk id="363" creationId="{0A5E57EE-5DC9-E34A-9C26-C3AA93A8E940}"/>
          </ac:inkMkLst>
        </pc:inkChg>
        <pc:inkChg chg="add">
          <ac:chgData name="Aggie Menezes" userId="74619c95fa3483c9" providerId="LiveId" clId="{20A26620-95D9-894E-AE55-3DE133FE37BE}" dt="2021-03-01T04:10:06.741" v="511"/>
          <ac:inkMkLst>
            <pc:docMk/>
            <pc:sldMk cId="0" sldId="256"/>
            <ac:inkMk id="364" creationId="{0942945C-7C5A-5F43-BFAA-2D8E898DB387}"/>
          </ac:inkMkLst>
        </pc:inkChg>
        <pc:inkChg chg="add">
          <ac:chgData name="Aggie Menezes" userId="74619c95fa3483c9" providerId="LiveId" clId="{20A26620-95D9-894E-AE55-3DE133FE37BE}" dt="2021-03-01T04:10:06.929" v="512"/>
          <ac:inkMkLst>
            <pc:docMk/>
            <pc:sldMk cId="0" sldId="256"/>
            <ac:inkMk id="365" creationId="{E4CA4995-E206-5D43-8796-74E3762F60D1}"/>
          </ac:inkMkLst>
        </pc:inkChg>
        <pc:inkChg chg="add">
          <ac:chgData name="Aggie Menezes" userId="74619c95fa3483c9" providerId="LiveId" clId="{20A26620-95D9-894E-AE55-3DE133FE37BE}" dt="2021-03-01T04:10:07.449" v="513"/>
          <ac:inkMkLst>
            <pc:docMk/>
            <pc:sldMk cId="0" sldId="256"/>
            <ac:inkMk id="366" creationId="{EA93AFEC-9106-6A47-9680-1637D355A588}"/>
          </ac:inkMkLst>
        </pc:inkChg>
        <pc:inkChg chg="add">
          <ac:chgData name="Aggie Menezes" userId="74619c95fa3483c9" providerId="LiveId" clId="{20A26620-95D9-894E-AE55-3DE133FE37BE}" dt="2021-03-01T04:10:08.055" v="514"/>
          <ac:inkMkLst>
            <pc:docMk/>
            <pc:sldMk cId="0" sldId="256"/>
            <ac:inkMk id="367" creationId="{A26E4BB6-9442-2840-B02C-B573849D9A9C}"/>
          </ac:inkMkLst>
        </pc:inkChg>
        <pc:inkChg chg="add">
          <ac:chgData name="Aggie Menezes" userId="74619c95fa3483c9" providerId="LiveId" clId="{20A26620-95D9-894E-AE55-3DE133FE37BE}" dt="2021-03-01T04:10:08.413" v="515"/>
          <ac:inkMkLst>
            <pc:docMk/>
            <pc:sldMk cId="0" sldId="256"/>
            <ac:inkMk id="368" creationId="{03C0CB37-8AC5-B549-A378-1928CC3AB6EE}"/>
          </ac:inkMkLst>
        </pc:inkChg>
        <pc:inkChg chg="add">
          <ac:chgData name="Aggie Menezes" userId="74619c95fa3483c9" providerId="LiveId" clId="{20A26620-95D9-894E-AE55-3DE133FE37BE}" dt="2021-03-01T04:10:08.721" v="516"/>
          <ac:inkMkLst>
            <pc:docMk/>
            <pc:sldMk cId="0" sldId="256"/>
            <ac:inkMk id="369" creationId="{C18BE021-1C42-A24B-86F7-B47CF29EA242}"/>
          </ac:inkMkLst>
        </pc:inkChg>
      </pc:sldChg>
      <pc:sldChg chg="addSp delSp">
        <pc:chgData name="Aggie Menezes" userId="74619c95fa3483c9" providerId="LiveId" clId="{20A26620-95D9-894E-AE55-3DE133FE37BE}" dt="2021-03-22T10:48:03.116" v="2595"/>
        <pc:sldMkLst>
          <pc:docMk/>
          <pc:sldMk cId="0" sldId="257"/>
        </pc:sldMkLst>
        <pc:grpChg chg="add del">
          <ac:chgData name="Aggie Menezes" userId="74619c95fa3483c9" providerId="LiveId" clId="{20A26620-95D9-894E-AE55-3DE133FE37BE}" dt="2021-03-09T02:57:52.249" v="1652"/>
          <ac:grpSpMkLst>
            <pc:docMk/>
            <pc:sldMk cId="0" sldId="257"/>
            <ac:grpSpMk id="5" creationId="{127A776D-08C7-024F-A06C-2A779D8DCF09}"/>
          </ac:grpSpMkLst>
        </pc:grpChg>
        <pc:grpChg chg="add del">
          <ac:chgData name="Aggie Menezes" userId="74619c95fa3483c9" providerId="LiveId" clId="{20A26620-95D9-894E-AE55-3DE133FE37BE}" dt="2021-03-06T04:01:35.549" v="1415"/>
          <ac:grpSpMkLst>
            <pc:docMk/>
            <pc:sldMk cId="0" sldId="257"/>
            <ac:grpSpMk id="8" creationId="{7EEF7504-B3C4-BD42-B196-2299B8A1CE36}"/>
          </ac:grpSpMkLst>
        </pc:grpChg>
        <pc:grpChg chg="add del">
          <ac:chgData name="Aggie Menezes" userId="74619c95fa3483c9" providerId="LiveId" clId="{20A26620-95D9-894E-AE55-3DE133FE37BE}" dt="2021-03-06T04:01:38.668" v="1421"/>
          <ac:grpSpMkLst>
            <pc:docMk/>
            <pc:sldMk cId="0" sldId="257"/>
            <ac:grpSpMk id="10" creationId="{9AADB7BD-0A92-1243-8E94-9F65B4D50608}"/>
          </ac:grpSpMkLst>
        </pc:grpChg>
        <pc:grpChg chg="add del">
          <ac:chgData name="Aggie Menezes" userId="74619c95fa3483c9" providerId="LiveId" clId="{20A26620-95D9-894E-AE55-3DE133FE37BE}" dt="2021-03-22T10:45:55.668" v="2554"/>
          <ac:grpSpMkLst>
            <pc:docMk/>
            <pc:sldMk cId="0" sldId="257"/>
            <ac:grpSpMk id="11" creationId="{2F5740A1-41F8-0D40-8C8A-536007ED8AF9}"/>
          </ac:grpSpMkLst>
        </pc:grpChg>
        <pc:grpChg chg="add del">
          <ac:chgData name="Aggie Menezes" userId="74619c95fa3483c9" providerId="LiveId" clId="{20A26620-95D9-894E-AE55-3DE133FE37BE}" dt="2021-03-09T02:58:28.029" v="1659"/>
          <ac:grpSpMkLst>
            <pc:docMk/>
            <pc:sldMk cId="0" sldId="257"/>
            <ac:grpSpMk id="11" creationId="{54D60C2B-42EA-0547-AB4A-F61A02946B86}"/>
          </ac:grpSpMkLst>
        </pc:grpChg>
        <pc:grpChg chg="add del">
          <ac:chgData name="Aggie Menezes" userId="74619c95fa3483c9" providerId="LiveId" clId="{20A26620-95D9-894E-AE55-3DE133FE37BE}" dt="2021-03-06T04:02:56.180" v="1429"/>
          <ac:grpSpMkLst>
            <pc:docMk/>
            <pc:sldMk cId="0" sldId="257"/>
            <ac:grpSpMk id="16" creationId="{4A217360-46A5-2A4B-8F20-0FC1D2703B03}"/>
          </ac:grpSpMkLst>
        </pc:grpChg>
        <pc:grpChg chg="add del">
          <ac:chgData name="Aggie Menezes" userId="74619c95fa3483c9" providerId="LiveId" clId="{20A26620-95D9-894E-AE55-3DE133FE37BE}" dt="2021-03-09T02:58:28.029" v="1659"/>
          <ac:grpSpMkLst>
            <pc:docMk/>
            <pc:sldMk cId="0" sldId="257"/>
            <ac:grpSpMk id="16" creationId="{C66962BA-BB45-F943-96B0-5EFC4D73A0A3}"/>
          </ac:grpSpMkLst>
        </pc:grpChg>
        <pc:grpChg chg="add del">
          <ac:chgData name="Aggie Menezes" userId="74619c95fa3483c9" providerId="LiveId" clId="{20A26620-95D9-894E-AE55-3DE133FE37BE}" dt="2021-03-22T10:45:44.739" v="2544"/>
          <ac:grpSpMkLst>
            <pc:docMk/>
            <pc:sldMk cId="0" sldId="257"/>
            <ac:grpSpMk id="17" creationId="{908311C5-5F2E-1B4B-8B88-55368F2E7822}"/>
          </ac:grpSpMkLst>
        </pc:grpChg>
        <pc:grpChg chg="add del">
          <ac:chgData name="Aggie Menezes" userId="74619c95fa3483c9" providerId="LiveId" clId="{20A26620-95D9-894E-AE55-3DE133FE37BE}" dt="2021-03-09T02:58:39.321" v="1661"/>
          <ac:grpSpMkLst>
            <pc:docMk/>
            <pc:sldMk cId="0" sldId="257"/>
            <ac:grpSpMk id="18" creationId="{39DEE87E-92D1-B642-9EA5-D4517780169B}"/>
          </ac:grpSpMkLst>
        </pc:grpChg>
        <pc:grpChg chg="add">
          <ac:chgData name="Aggie Menezes" userId="74619c95fa3483c9" providerId="LiveId" clId="{20A26620-95D9-894E-AE55-3DE133FE37BE}" dt="2021-03-09T02:58:39.321" v="1661"/>
          <ac:grpSpMkLst>
            <pc:docMk/>
            <pc:sldMk cId="0" sldId="257"/>
            <ac:grpSpMk id="20" creationId="{5C7B69E0-C8D5-4E4D-B853-EB82BF6F3A65}"/>
          </ac:grpSpMkLst>
        </pc:grpChg>
        <pc:grpChg chg="add del">
          <ac:chgData name="Aggie Menezes" userId="74619c95fa3483c9" providerId="LiveId" clId="{20A26620-95D9-894E-AE55-3DE133FE37BE}" dt="2021-03-06T04:02:59.987" v="1433"/>
          <ac:grpSpMkLst>
            <pc:docMk/>
            <pc:sldMk cId="0" sldId="257"/>
            <ac:grpSpMk id="22" creationId="{3803FB34-BDD8-0943-8943-1039655B330A}"/>
          </ac:grpSpMkLst>
        </pc:grpChg>
        <pc:grpChg chg="add">
          <ac:chgData name="Aggie Menezes" userId="74619c95fa3483c9" providerId="LiveId" clId="{20A26620-95D9-894E-AE55-3DE133FE37BE}" dt="2021-03-22T10:45:44.739" v="2544"/>
          <ac:grpSpMkLst>
            <pc:docMk/>
            <pc:sldMk cId="0" sldId="257"/>
            <ac:grpSpMk id="24" creationId="{8EA6DFE3-DC20-8B4B-89DE-2C5314E4284A}"/>
          </ac:grpSpMkLst>
        </pc:grpChg>
        <pc:grpChg chg="add">
          <ac:chgData name="Aggie Menezes" userId="74619c95fa3483c9" providerId="LiveId" clId="{20A26620-95D9-894E-AE55-3DE133FE37BE}" dt="2021-03-09T02:58:56.446" v="1665"/>
          <ac:grpSpMkLst>
            <pc:docMk/>
            <pc:sldMk cId="0" sldId="257"/>
            <ac:grpSpMk id="24" creationId="{DF732747-0938-9B47-A24B-56D1A8BA2B60}"/>
          </ac:grpSpMkLst>
        </pc:grpChg>
        <pc:grpChg chg="add">
          <ac:chgData name="Aggie Menezes" userId="74619c95fa3483c9" providerId="LiveId" clId="{20A26620-95D9-894E-AE55-3DE133FE37BE}" dt="2021-03-06T04:02:56.180" v="1429"/>
          <ac:grpSpMkLst>
            <pc:docMk/>
            <pc:sldMk cId="0" sldId="257"/>
            <ac:grpSpMk id="24" creationId="{E0686562-E383-CA42-820B-AD3DB61793E7}"/>
          </ac:grpSpMkLst>
        </pc:grpChg>
        <pc:grpChg chg="add">
          <ac:chgData name="Aggie Menezes" userId="74619c95fa3483c9" providerId="LiveId" clId="{20A26620-95D9-894E-AE55-3DE133FE37BE}" dt="2021-03-22T10:45:44.739" v="2544"/>
          <ac:grpSpMkLst>
            <pc:docMk/>
            <pc:sldMk cId="0" sldId="257"/>
            <ac:grpSpMk id="25" creationId="{45EE25CB-95A0-ED48-B965-431569E5558C}"/>
          </ac:grpSpMkLst>
        </pc:grpChg>
        <pc:grpChg chg="add del">
          <ac:chgData name="Aggie Menezes" userId="74619c95fa3483c9" providerId="LiveId" clId="{20A26620-95D9-894E-AE55-3DE133FE37BE}" dt="2021-03-09T02:59:18.959" v="1671"/>
          <ac:grpSpMkLst>
            <pc:docMk/>
            <pc:sldMk cId="0" sldId="257"/>
            <ac:grpSpMk id="28" creationId="{051DDF42-A82B-C84E-83F7-25AE84EB4F85}"/>
          </ac:grpSpMkLst>
        </pc:grpChg>
        <pc:grpChg chg="add del">
          <ac:chgData name="Aggie Menezes" userId="74619c95fa3483c9" providerId="LiveId" clId="{20A26620-95D9-894E-AE55-3DE133FE37BE}" dt="2021-03-06T04:05:12.531" v="1479"/>
          <ac:grpSpMkLst>
            <pc:docMk/>
            <pc:sldMk cId="0" sldId="257"/>
            <ac:grpSpMk id="28" creationId="{C71E13B5-1A53-5B46-A3E6-0E06CAD9A0E7}"/>
          </ac:grpSpMkLst>
        </pc:grpChg>
        <pc:grpChg chg="add del">
          <ac:chgData name="Aggie Menezes" userId="74619c95fa3483c9" providerId="LiveId" clId="{20A26620-95D9-894E-AE55-3DE133FE37BE}" dt="2021-03-09T02:59:29.279" v="1677"/>
          <ac:grpSpMkLst>
            <pc:docMk/>
            <pc:sldMk cId="0" sldId="257"/>
            <ac:grpSpMk id="30" creationId="{CB46A045-5CBE-0142-91E1-C8E5690F1A39}"/>
          </ac:grpSpMkLst>
        </pc:grpChg>
        <pc:grpChg chg="add">
          <ac:chgData name="Aggie Menezes" userId="74619c95fa3483c9" providerId="LiveId" clId="{20A26620-95D9-894E-AE55-3DE133FE37BE}" dt="2021-03-22T10:45:55.668" v="2554"/>
          <ac:grpSpMkLst>
            <pc:docMk/>
            <pc:sldMk cId="0" sldId="257"/>
            <ac:grpSpMk id="35" creationId="{08546C15-4899-B446-8FF1-477798FC87E8}"/>
          </ac:grpSpMkLst>
        </pc:grpChg>
        <pc:grpChg chg="add del">
          <ac:chgData name="Aggie Menezes" userId="74619c95fa3483c9" providerId="LiveId" clId="{20A26620-95D9-894E-AE55-3DE133FE37BE}" dt="2021-03-09T02:59:55.919" v="1682"/>
          <ac:grpSpMkLst>
            <pc:docMk/>
            <pc:sldMk cId="0" sldId="257"/>
            <ac:grpSpMk id="36" creationId="{1380F913-49CC-DB49-A0D2-D93C844C0FF7}"/>
          </ac:grpSpMkLst>
        </pc:grpChg>
        <pc:grpChg chg="add del">
          <ac:chgData name="Aggie Menezes" userId="74619c95fa3483c9" providerId="LiveId" clId="{20A26620-95D9-894E-AE55-3DE133FE37BE}" dt="2021-03-06T04:03:59.716" v="1447"/>
          <ac:grpSpMkLst>
            <pc:docMk/>
            <pc:sldMk cId="0" sldId="257"/>
            <ac:grpSpMk id="37" creationId="{65B932F6-2994-FC49-9B6D-AEBB3263B5D8}"/>
          </ac:grpSpMkLst>
        </pc:grpChg>
        <pc:grpChg chg="add del">
          <ac:chgData name="Aggie Menezes" userId="74619c95fa3483c9" providerId="LiveId" clId="{20A26620-95D9-894E-AE55-3DE133FE37BE}" dt="2021-03-06T04:03:59.716" v="1447"/>
          <ac:grpSpMkLst>
            <pc:docMk/>
            <pc:sldMk cId="0" sldId="257"/>
            <ac:grpSpMk id="38" creationId="{4B55A999-5AB3-254B-B7B0-0A4CC57E2A91}"/>
          </ac:grpSpMkLst>
        </pc:grpChg>
        <pc:grpChg chg="add del">
          <ac:chgData name="Aggie Menezes" userId="74619c95fa3483c9" providerId="LiveId" clId="{20A26620-95D9-894E-AE55-3DE133FE37BE}" dt="2021-03-09T03:00:01.555" v="1687"/>
          <ac:grpSpMkLst>
            <pc:docMk/>
            <pc:sldMk cId="0" sldId="257"/>
            <ac:grpSpMk id="41" creationId="{445D2B8F-2DE8-5743-84F3-D0F269538D65}"/>
          </ac:grpSpMkLst>
        </pc:grpChg>
        <pc:grpChg chg="add del">
          <ac:chgData name="Aggie Menezes" userId="74619c95fa3483c9" providerId="LiveId" clId="{20A26620-95D9-894E-AE55-3DE133FE37BE}" dt="2021-03-06T04:04:09.131" v="1454"/>
          <ac:grpSpMkLst>
            <pc:docMk/>
            <pc:sldMk cId="0" sldId="257"/>
            <ac:grpSpMk id="43" creationId="{6D6B6E2A-3608-E04E-8F47-768C4EB4DB4C}"/>
          </ac:grpSpMkLst>
        </pc:grpChg>
        <pc:grpChg chg="add">
          <ac:chgData name="Aggie Menezes" userId="74619c95fa3483c9" providerId="LiveId" clId="{20A26620-95D9-894E-AE55-3DE133FE37BE}" dt="2021-03-22T10:46:29.203" v="2563"/>
          <ac:grpSpMkLst>
            <pc:docMk/>
            <pc:sldMk cId="0" sldId="257"/>
            <ac:grpSpMk id="44" creationId="{4E614C90-CA0B-1848-A9F6-6B0F3C34706C}"/>
          </ac:grpSpMkLst>
        </pc:grpChg>
        <pc:grpChg chg="add del">
          <ac:chgData name="Aggie Menezes" userId="74619c95fa3483c9" providerId="LiveId" clId="{20A26620-95D9-894E-AE55-3DE133FE37BE}" dt="2021-03-09T03:02:28.683" v="1767"/>
          <ac:grpSpMkLst>
            <pc:docMk/>
            <pc:sldMk cId="0" sldId="257"/>
            <ac:grpSpMk id="46" creationId="{87BA4F46-C49F-5846-8F6B-F8F2DF10177B}"/>
          </ac:grpSpMkLst>
        </pc:grpChg>
        <pc:grpChg chg="add del">
          <ac:chgData name="Aggie Menezes" userId="74619c95fa3483c9" providerId="LiveId" clId="{20A26620-95D9-894E-AE55-3DE133FE37BE}" dt="2021-03-22T10:47:40.761" v="2576"/>
          <ac:grpSpMkLst>
            <pc:docMk/>
            <pc:sldMk cId="0" sldId="257"/>
            <ac:grpSpMk id="49" creationId="{C9A7DFB2-35AB-A64C-A33E-E1674401B349}"/>
          </ac:grpSpMkLst>
        </pc:grpChg>
        <pc:grpChg chg="add del">
          <ac:chgData name="Aggie Menezes" userId="74619c95fa3483c9" providerId="LiveId" clId="{20A26620-95D9-894E-AE55-3DE133FE37BE}" dt="2021-03-09T03:00:08.636" v="1693"/>
          <ac:grpSpMkLst>
            <pc:docMk/>
            <pc:sldMk cId="0" sldId="257"/>
            <ac:grpSpMk id="49" creationId="{FD1B638E-0D62-2145-8EA5-8948B691D87C}"/>
          </ac:grpSpMkLst>
        </pc:grpChg>
        <pc:grpChg chg="add del">
          <ac:chgData name="Aggie Menezes" userId="74619c95fa3483c9" providerId="LiveId" clId="{20A26620-95D9-894E-AE55-3DE133FE37BE}" dt="2021-03-06T04:05:12.531" v="1479"/>
          <ac:grpSpMkLst>
            <pc:docMk/>
            <pc:sldMk cId="0" sldId="257"/>
            <ac:grpSpMk id="50" creationId="{F805FDDF-0F42-8844-AC09-68C8FC7E385A}"/>
          </ac:grpSpMkLst>
        </pc:grpChg>
        <pc:grpChg chg="add">
          <ac:chgData name="Aggie Menezes" userId="74619c95fa3483c9" providerId="LiveId" clId="{20A26620-95D9-894E-AE55-3DE133FE37BE}" dt="2021-03-22T10:47:40.761" v="2576"/>
          <ac:grpSpMkLst>
            <pc:docMk/>
            <pc:sldMk cId="0" sldId="257"/>
            <ac:grpSpMk id="51" creationId="{47574AE8-E625-B048-A12C-CC0FA5B2576F}"/>
          </ac:grpSpMkLst>
        </pc:grpChg>
        <pc:grpChg chg="add del">
          <ac:chgData name="Aggie Menezes" userId="74619c95fa3483c9" providerId="LiveId" clId="{20A26620-95D9-894E-AE55-3DE133FE37BE}" dt="2021-03-09T03:00:13.042" v="1696"/>
          <ac:grpSpMkLst>
            <pc:docMk/>
            <pc:sldMk cId="0" sldId="257"/>
            <ac:grpSpMk id="52" creationId="{581EB6CA-0052-834B-847E-AB77EAF9A91B}"/>
          </ac:grpSpMkLst>
        </pc:grpChg>
        <pc:grpChg chg="add del">
          <ac:chgData name="Aggie Menezes" userId="74619c95fa3483c9" providerId="LiveId" clId="{20A26620-95D9-894E-AE55-3DE133FE37BE}" dt="2021-03-06T04:04:31.370" v="1475"/>
          <ac:grpSpMkLst>
            <pc:docMk/>
            <pc:sldMk cId="0" sldId="257"/>
            <ac:grpSpMk id="54" creationId="{9B709DF1-8554-9644-BD2B-780B554A4098}"/>
          </ac:grpSpMkLst>
        </pc:grpChg>
        <pc:grpChg chg="add del">
          <ac:chgData name="Aggie Menezes" userId="74619c95fa3483c9" providerId="LiveId" clId="{20A26620-95D9-894E-AE55-3DE133FE37BE}" dt="2021-03-09T03:02:05.748" v="1750"/>
          <ac:grpSpMkLst>
            <pc:docMk/>
            <pc:sldMk cId="0" sldId="257"/>
            <ac:grpSpMk id="55" creationId="{40F7E22E-4721-AA41-9170-60C58C1100EF}"/>
          </ac:grpSpMkLst>
        </pc:grpChg>
        <pc:grpChg chg="add del">
          <ac:chgData name="Aggie Menezes" userId="74619c95fa3483c9" providerId="LiveId" clId="{20A26620-95D9-894E-AE55-3DE133FE37BE}" dt="2021-03-09T03:02:05.748" v="1750"/>
          <ac:grpSpMkLst>
            <pc:docMk/>
            <pc:sldMk cId="0" sldId="257"/>
            <ac:grpSpMk id="58" creationId="{873263D4-C982-1A4D-9C88-F95676068503}"/>
          </ac:grpSpMkLst>
        </pc:grpChg>
        <pc:grpChg chg="add">
          <ac:chgData name="Aggie Menezes" userId="74619c95fa3483c9" providerId="LiveId" clId="{20A26620-95D9-894E-AE55-3DE133FE37BE}" dt="2021-03-22T10:47:45.844" v="2583"/>
          <ac:grpSpMkLst>
            <pc:docMk/>
            <pc:sldMk cId="0" sldId="257"/>
            <ac:grpSpMk id="58" creationId="{DAF503E3-F317-804B-8DCF-872BD5B992FD}"/>
          </ac:grpSpMkLst>
        </pc:grpChg>
        <pc:grpChg chg="add">
          <ac:chgData name="Aggie Menezes" userId="74619c95fa3483c9" providerId="LiveId" clId="{20A26620-95D9-894E-AE55-3DE133FE37BE}" dt="2021-03-22T10:47:45.844" v="2583"/>
          <ac:grpSpMkLst>
            <pc:docMk/>
            <pc:sldMk cId="0" sldId="257"/>
            <ac:grpSpMk id="59" creationId="{66179603-438D-4648-B253-37AAD818A3FD}"/>
          </ac:grpSpMkLst>
        </pc:grpChg>
        <pc:grpChg chg="add del">
          <ac:chgData name="Aggie Menezes" userId="74619c95fa3483c9" providerId="LiveId" clId="{20A26620-95D9-894E-AE55-3DE133FE37BE}" dt="2021-03-06T04:04:31.370" v="1475"/>
          <ac:grpSpMkLst>
            <pc:docMk/>
            <pc:sldMk cId="0" sldId="257"/>
            <ac:grpSpMk id="59" creationId="{B38B4542-4BAC-F240-A23B-7BAE3E4DE4FD}"/>
          </ac:grpSpMkLst>
        </pc:grpChg>
        <pc:grpChg chg="add del">
          <ac:chgData name="Aggie Menezes" userId="74619c95fa3483c9" providerId="LiveId" clId="{20A26620-95D9-894E-AE55-3DE133FE37BE}" dt="2021-03-09T03:02:20.505" v="1761"/>
          <ac:grpSpMkLst>
            <pc:docMk/>
            <pc:sldMk cId="0" sldId="257"/>
            <ac:grpSpMk id="60" creationId="{9D38E73A-8114-704E-8F42-5CD427B103E6}"/>
          </ac:grpSpMkLst>
        </pc:grpChg>
        <pc:grpChg chg="add del">
          <ac:chgData name="Aggie Menezes" userId="74619c95fa3483c9" providerId="LiveId" clId="{20A26620-95D9-894E-AE55-3DE133FE37BE}" dt="2021-03-06T04:04:31.370" v="1475"/>
          <ac:grpSpMkLst>
            <pc:docMk/>
            <pc:sldMk cId="0" sldId="257"/>
            <ac:grpSpMk id="64" creationId="{244F7F71-824E-1C4B-84F8-2EC4D343DFC9}"/>
          </ac:grpSpMkLst>
        </pc:grpChg>
        <pc:grpChg chg="add del">
          <ac:chgData name="Aggie Menezes" userId="74619c95fa3483c9" providerId="LiveId" clId="{20A26620-95D9-894E-AE55-3DE133FE37BE}" dt="2021-03-22T10:48:03.116" v="2595"/>
          <ac:grpSpMkLst>
            <pc:docMk/>
            <pc:sldMk cId="0" sldId="257"/>
            <ac:grpSpMk id="64" creationId="{93C84BFA-D2DA-4E44-AB74-7ABF7B2B86FC}"/>
          </ac:grpSpMkLst>
        </pc:grpChg>
        <pc:grpChg chg="add del">
          <ac:chgData name="Aggie Menezes" userId="74619c95fa3483c9" providerId="LiveId" clId="{20A26620-95D9-894E-AE55-3DE133FE37BE}" dt="2021-03-09T03:04:29.105" v="1780"/>
          <ac:grpSpMkLst>
            <pc:docMk/>
            <pc:sldMk cId="0" sldId="257"/>
            <ac:grpSpMk id="65" creationId="{E3D697D5-82DC-4A4E-92C0-3BEA9C3C9C00}"/>
          </ac:grpSpMkLst>
        </pc:grpChg>
        <pc:grpChg chg="add">
          <ac:chgData name="Aggie Menezes" userId="74619c95fa3483c9" providerId="LiveId" clId="{20A26620-95D9-894E-AE55-3DE133FE37BE}" dt="2021-03-22T10:48:03.116" v="2595"/>
          <ac:grpSpMkLst>
            <pc:docMk/>
            <pc:sldMk cId="0" sldId="257"/>
            <ac:grpSpMk id="71" creationId="{26F8B3F7-50F9-474B-B3BE-749DBCC30EFA}"/>
          </ac:grpSpMkLst>
        </pc:grpChg>
        <pc:grpChg chg="add del">
          <ac:chgData name="Aggie Menezes" userId="74619c95fa3483c9" providerId="LiveId" clId="{20A26620-95D9-894E-AE55-3DE133FE37BE}" dt="2021-03-09T03:05:34.712" v="1797"/>
          <ac:grpSpMkLst>
            <pc:docMk/>
            <pc:sldMk cId="0" sldId="257"/>
            <ac:grpSpMk id="71" creationId="{8A61D0EF-A183-DA4C-8C72-FA1E6BF622DB}"/>
          </ac:grpSpMkLst>
        </pc:grpChg>
        <pc:grpChg chg="add">
          <ac:chgData name="Aggie Menezes" userId="74619c95fa3483c9" providerId="LiveId" clId="{20A26620-95D9-894E-AE55-3DE133FE37BE}" dt="2021-03-06T04:04:31.370" v="1475"/>
          <ac:grpSpMkLst>
            <pc:docMk/>
            <pc:sldMk cId="0" sldId="257"/>
            <ac:grpSpMk id="71" creationId="{BFAA91A2-AC74-4C40-A4A4-931B03C89B88}"/>
          </ac:grpSpMkLst>
        </pc:grpChg>
        <pc:grpChg chg="add">
          <ac:chgData name="Aggie Menezes" userId="74619c95fa3483c9" providerId="LiveId" clId="{20A26620-95D9-894E-AE55-3DE133FE37BE}" dt="2021-03-06T04:05:12.531" v="1479"/>
          <ac:grpSpMkLst>
            <pc:docMk/>
            <pc:sldMk cId="0" sldId="257"/>
            <ac:grpSpMk id="75" creationId="{ED11BC63-0E7B-6840-9869-024F30587CF5}"/>
          </ac:grpSpMkLst>
        </pc:grpChg>
        <pc:grpChg chg="add del">
          <ac:chgData name="Aggie Menezes" userId="74619c95fa3483c9" providerId="LiveId" clId="{20A26620-95D9-894E-AE55-3DE133FE37BE}" dt="2021-03-09T03:02:35.044" v="1774"/>
          <ac:grpSpMkLst>
            <pc:docMk/>
            <pc:sldMk cId="0" sldId="257"/>
            <ac:grpSpMk id="77" creationId="{08F86550-99C6-674D-9985-C0C280599626}"/>
          </ac:grpSpMkLst>
        </pc:grpChg>
        <pc:grpChg chg="add del">
          <ac:chgData name="Aggie Menezes" userId="74619c95fa3483c9" providerId="LiveId" clId="{20A26620-95D9-894E-AE55-3DE133FE37BE}" dt="2021-03-09T03:02:37.308" v="1776"/>
          <ac:grpSpMkLst>
            <pc:docMk/>
            <pc:sldMk cId="0" sldId="257"/>
            <ac:grpSpMk id="92" creationId="{E9141565-4A35-C04D-88D3-E606D3B7A5CA}"/>
          </ac:grpSpMkLst>
        </pc:grpChg>
        <pc:grpChg chg="add del">
          <ac:chgData name="Aggie Menezes" userId="74619c95fa3483c9" providerId="LiveId" clId="{20A26620-95D9-894E-AE55-3DE133FE37BE}" dt="2021-03-09T03:06:21.716" v="1805"/>
          <ac:grpSpMkLst>
            <pc:docMk/>
            <pc:sldMk cId="0" sldId="257"/>
            <ac:grpSpMk id="94" creationId="{C07C0681-407A-E341-92C7-E6F719CEDA22}"/>
          </ac:grpSpMkLst>
        </pc:grpChg>
        <pc:grpChg chg="add del">
          <ac:chgData name="Aggie Menezes" userId="74619c95fa3483c9" providerId="LiveId" clId="{20A26620-95D9-894E-AE55-3DE133FE37BE}" dt="2021-03-09T03:04:34.389" v="1786"/>
          <ac:grpSpMkLst>
            <pc:docMk/>
            <pc:sldMk cId="0" sldId="257"/>
            <ac:grpSpMk id="98" creationId="{B90FB51A-DB7B-D94D-A0FD-F70683D459E7}"/>
          </ac:grpSpMkLst>
        </pc:grpChg>
        <pc:grpChg chg="add del">
          <ac:chgData name="Aggie Menezes" userId="74619c95fa3483c9" providerId="LiveId" clId="{20A26620-95D9-894E-AE55-3DE133FE37BE}" dt="2021-03-09T03:04:36.581" v="1788"/>
          <ac:grpSpMkLst>
            <pc:docMk/>
            <pc:sldMk cId="0" sldId="257"/>
            <ac:grpSpMk id="104" creationId="{C2812C71-5324-D64B-A1CA-87011AA59468}"/>
          </ac:grpSpMkLst>
        </pc:grpChg>
        <pc:grpChg chg="add del">
          <ac:chgData name="Aggie Menezes" userId="74619c95fa3483c9" providerId="LiveId" clId="{20A26620-95D9-894E-AE55-3DE133FE37BE}" dt="2021-03-09T03:05:34.712" v="1797"/>
          <ac:grpSpMkLst>
            <pc:docMk/>
            <pc:sldMk cId="0" sldId="257"/>
            <ac:grpSpMk id="106" creationId="{40AC0768-C7E8-4B49-BA23-3464A6296D5B}"/>
          </ac:grpSpMkLst>
        </pc:grpChg>
        <pc:grpChg chg="add">
          <ac:chgData name="Aggie Menezes" userId="74619c95fa3483c9" providerId="LiveId" clId="{20A26620-95D9-894E-AE55-3DE133FE37BE}" dt="2021-03-09T03:04:53.475" v="1791"/>
          <ac:grpSpMkLst>
            <pc:docMk/>
            <pc:sldMk cId="0" sldId="257"/>
            <ac:grpSpMk id="109" creationId="{1A54F711-1EDF-F849-BF19-D6490C2051DB}"/>
          </ac:grpSpMkLst>
        </pc:grpChg>
        <pc:grpChg chg="add del">
          <ac:chgData name="Aggie Menezes" userId="74619c95fa3483c9" providerId="LiveId" clId="{20A26620-95D9-894E-AE55-3DE133FE37BE}" dt="2021-03-09T03:05:42.352" v="1800"/>
          <ac:grpSpMkLst>
            <pc:docMk/>
            <pc:sldMk cId="0" sldId="257"/>
            <ac:grpSpMk id="115" creationId="{1E2FFBBF-6DD6-2C4B-A7C6-569D6DA407FC}"/>
          </ac:grpSpMkLst>
        </pc:grpChg>
        <pc:grpChg chg="add">
          <ac:chgData name="Aggie Menezes" userId="74619c95fa3483c9" providerId="LiveId" clId="{20A26620-95D9-894E-AE55-3DE133FE37BE}" dt="2021-03-09T03:05:42.352" v="1800"/>
          <ac:grpSpMkLst>
            <pc:docMk/>
            <pc:sldMk cId="0" sldId="257"/>
            <ac:grpSpMk id="118" creationId="{E735C962-5D8A-464B-8EFC-20DA298AEFE9}"/>
          </ac:grpSpMkLst>
        </pc:grpChg>
        <pc:grpChg chg="add">
          <ac:chgData name="Aggie Menezes" userId="74619c95fa3483c9" providerId="LiveId" clId="{20A26620-95D9-894E-AE55-3DE133FE37BE}" dt="2021-03-09T03:05:49.473" v="1803"/>
          <ac:grpSpMkLst>
            <pc:docMk/>
            <pc:sldMk cId="0" sldId="257"/>
            <ac:grpSpMk id="128" creationId="{96E42393-036C-0A4D-BDE6-656C23ACCEB5}"/>
          </ac:grpSpMkLst>
        </pc:grpChg>
        <pc:grpChg chg="add del">
          <ac:chgData name="Aggie Menezes" userId="74619c95fa3483c9" providerId="LiveId" clId="{20A26620-95D9-894E-AE55-3DE133FE37BE}" dt="2021-03-09T03:06:24.026" v="1808"/>
          <ac:grpSpMkLst>
            <pc:docMk/>
            <pc:sldMk cId="0" sldId="257"/>
            <ac:grpSpMk id="130" creationId="{548CE09B-2369-374A-8DA1-A47067C5962A}"/>
          </ac:grpSpMkLst>
        </pc:grpChg>
        <pc:grpChg chg="add del">
          <ac:chgData name="Aggie Menezes" userId="74619c95fa3483c9" providerId="LiveId" clId="{20A26620-95D9-894E-AE55-3DE133FE37BE}" dt="2021-03-09T03:06:25.619" v="1810"/>
          <ac:grpSpMkLst>
            <pc:docMk/>
            <pc:sldMk cId="0" sldId="257"/>
            <ac:grpSpMk id="133" creationId="{06B44F75-EFFC-9041-BB21-93ED730DF526}"/>
          </ac:grpSpMkLst>
        </pc:grpChg>
        <pc:grpChg chg="add del">
          <ac:chgData name="Aggie Menezes" userId="74619c95fa3483c9" providerId="LiveId" clId="{20A26620-95D9-894E-AE55-3DE133FE37BE}" dt="2021-03-09T03:06:33.397" v="1815"/>
          <ac:grpSpMkLst>
            <pc:docMk/>
            <pc:sldMk cId="0" sldId="257"/>
            <ac:grpSpMk id="135" creationId="{B279CF73-56CE-6541-986D-1134A48C6D42}"/>
          </ac:grpSpMkLst>
        </pc:grpChg>
        <pc:grpChg chg="add del">
          <ac:chgData name="Aggie Menezes" userId="74619c95fa3483c9" providerId="LiveId" clId="{20A26620-95D9-894E-AE55-3DE133FE37BE}" dt="2021-03-09T03:06:35.469" v="1819"/>
          <ac:grpSpMkLst>
            <pc:docMk/>
            <pc:sldMk cId="0" sldId="257"/>
            <ac:grpSpMk id="142" creationId="{A556D509-B3E8-E24A-9631-D1AD1A5EAA29}"/>
          </ac:grpSpMkLst>
        </pc:grpChg>
        <pc:grpChg chg="add">
          <ac:chgData name="Aggie Menezes" userId="74619c95fa3483c9" providerId="LiveId" clId="{20A26620-95D9-894E-AE55-3DE133FE37BE}" dt="2021-03-09T03:06:35.469" v="1819"/>
          <ac:grpSpMkLst>
            <pc:docMk/>
            <pc:sldMk cId="0" sldId="257"/>
            <ac:grpSpMk id="150" creationId="{4E295D8A-D161-FA40-9377-2A9FFE4FC01B}"/>
          </ac:grpSpMkLst>
        </pc:grpChg>
        <pc:inkChg chg="add topLvl">
          <ac:chgData name="Aggie Menezes" userId="74619c95fa3483c9" providerId="LiveId" clId="{20A26620-95D9-894E-AE55-3DE133FE37BE}" dt="2021-03-06T04:02:56.180" v="1429"/>
          <ac:inkMkLst>
            <pc:docMk/>
            <pc:sldMk cId="0" sldId="257"/>
            <ac:inkMk id="3" creationId="{5A819A94-3CE9-3146-AF16-F0C71A3727C7}"/>
          </ac:inkMkLst>
        </pc:inkChg>
        <pc:inkChg chg="add topLvl">
          <ac:chgData name="Aggie Menezes" userId="74619c95fa3483c9" providerId="LiveId" clId="{20A26620-95D9-894E-AE55-3DE133FE37BE}" dt="2021-03-09T02:58:39.321" v="1661"/>
          <ac:inkMkLst>
            <pc:docMk/>
            <pc:sldMk cId="0" sldId="257"/>
            <ac:inkMk id="3" creationId="{746CDD8B-95E4-4B48-A65C-F797965891DC}"/>
          </ac:inkMkLst>
        </pc:inkChg>
        <pc:inkChg chg="add topLvl">
          <ac:chgData name="Aggie Menezes" userId="74619c95fa3483c9" providerId="LiveId" clId="{20A26620-95D9-894E-AE55-3DE133FE37BE}" dt="2021-03-22T10:45:55.668" v="2554"/>
          <ac:inkMkLst>
            <pc:docMk/>
            <pc:sldMk cId="0" sldId="257"/>
            <ac:inkMk id="3" creationId="{78EFD0AD-3686-894B-857C-BA0A7557A5E1}"/>
          </ac:inkMkLst>
        </pc:inkChg>
        <pc:inkChg chg="add topLvl">
          <ac:chgData name="Aggie Menezes" userId="74619c95fa3483c9" providerId="LiveId" clId="{20A26620-95D9-894E-AE55-3DE133FE37BE}" dt="2021-03-22T10:45:55.668" v="2554"/>
          <ac:inkMkLst>
            <pc:docMk/>
            <pc:sldMk cId="0" sldId="257"/>
            <ac:inkMk id="4" creationId="{4B27ABC9-F4E9-2440-9E5A-2B7C95A063A1}"/>
          </ac:inkMkLst>
        </pc:inkChg>
        <pc:inkChg chg="add topLvl">
          <ac:chgData name="Aggie Menezes" userId="74619c95fa3483c9" providerId="LiveId" clId="{20A26620-95D9-894E-AE55-3DE133FE37BE}" dt="2021-03-06T04:02:56.180" v="1429"/>
          <ac:inkMkLst>
            <pc:docMk/>
            <pc:sldMk cId="0" sldId="257"/>
            <ac:inkMk id="4" creationId="{9D796A45-DF73-4140-BCDF-3E03C56DE942}"/>
          </ac:inkMkLst>
        </pc:inkChg>
        <pc:inkChg chg="add topLvl">
          <ac:chgData name="Aggie Menezes" userId="74619c95fa3483c9" providerId="LiveId" clId="{20A26620-95D9-894E-AE55-3DE133FE37BE}" dt="2021-03-09T02:58:39.321" v="1661"/>
          <ac:inkMkLst>
            <pc:docMk/>
            <pc:sldMk cId="0" sldId="257"/>
            <ac:inkMk id="4" creationId="{FBA3D281-BF72-6D4E-A94C-309EBE6C38BB}"/>
          </ac:inkMkLst>
        </pc:inkChg>
        <pc:inkChg chg="add topLvl">
          <ac:chgData name="Aggie Menezes" userId="74619c95fa3483c9" providerId="LiveId" clId="{20A26620-95D9-894E-AE55-3DE133FE37BE}" dt="2021-03-06T04:02:56.180" v="1429"/>
          <ac:inkMkLst>
            <pc:docMk/>
            <pc:sldMk cId="0" sldId="257"/>
            <ac:inkMk id="5" creationId="{34913B1F-7B05-0F4C-A501-FAA731C2FCB1}"/>
          </ac:inkMkLst>
        </pc:inkChg>
        <pc:inkChg chg="add topLvl">
          <ac:chgData name="Aggie Menezes" userId="74619c95fa3483c9" providerId="LiveId" clId="{20A26620-95D9-894E-AE55-3DE133FE37BE}" dt="2021-03-22T10:45:55.668" v="2554"/>
          <ac:inkMkLst>
            <pc:docMk/>
            <pc:sldMk cId="0" sldId="257"/>
            <ac:inkMk id="5" creationId="{80EEE1A0-B309-7646-929E-5CC59EF9395B}"/>
          </ac:inkMkLst>
        </pc:inkChg>
        <pc:inkChg chg="add topLvl">
          <ac:chgData name="Aggie Menezes" userId="74619c95fa3483c9" providerId="LiveId" clId="{20A26620-95D9-894E-AE55-3DE133FE37BE}" dt="2021-03-06T04:02:56.180" v="1429"/>
          <ac:inkMkLst>
            <pc:docMk/>
            <pc:sldMk cId="0" sldId="257"/>
            <ac:inkMk id="6" creationId="{6C27ED46-648B-6643-AB02-5CB28E04D3A1}"/>
          </ac:inkMkLst>
        </pc:inkChg>
        <pc:inkChg chg="add topLvl">
          <ac:chgData name="Aggie Menezes" userId="74619c95fa3483c9" providerId="LiveId" clId="{20A26620-95D9-894E-AE55-3DE133FE37BE}" dt="2021-03-22T10:45:55.668" v="2554"/>
          <ac:inkMkLst>
            <pc:docMk/>
            <pc:sldMk cId="0" sldId="257"/>
            <ac:inkMk id="6" creationId="{B28F9A3F-15A8-D44F-B274-94DCBB31C946}"/>
          </ac:inkMkLst>
        </pc:inkChg>
        <pc:inkChg chg="add topLvl">
          <ac:chgData name="Aggie Menezes" userId="74619c95fa3483c9" providerId="LiveId" clId="{20A26620-95D9-894E-AE55-3DE133FE37BE}" dt="2021-03-09T02:58:39.321" v="1661"/>
          <ac:inkMkLst>
            <pc:docMk/>
            <pc:sldMk cId="0" sldId="257"/>
            <ac:inkMk id="6" creationId="{D32656EA-4B9D-E94B-A1C7-F6E00A10C017}"/>
          </ac:inkMkLst>
        </pc:inkChg>
        <pc:inkChg chg="add topLvl">
          <ac:chgData name="Aggie Menezes" userId="74619c95fa3483c9" providerId="LiveId" clId="{20A26620-95D9-894E-AE55-3DE133FE37BE}" dt="2021-03-22T10:45:55.668" v="2554"/>
          <ac:inkMkLst>
            <pc:docMk/>
            <pc:sldMk cId="0" sldId="257"/>
            <ac:inkMk id="7" creationId="{2D8208B9-4654-1C42-AA45-9D3898A2B4E5}"/>
          </ac:inkMkLst>
        </pc:inkChg>
        <pc:inkChg chg="add topLvl">
          <ac:chgData name="Aggie Menezes" userId="74619c95fa3483c9" providerId="LiveId" clId="{20A26620-95D9-894E-AE55-3DE133FE37BE}" dt="2021-03-09T02:58:39.321" v="1661"/>
          <ac:inkMkLst>
            <pc:docMk/>
            <pc:sldMk cId="0" sldId="257"/>
            <ac:inkMk id="7" creationId="{916D9B8E-055D-9442-8320-55B798FBF0B4}"/>
          </ac:inkMkLst>
        </pc:inkChg>
        <pc:inkChg chg="add topLvl">
          <ac:chgData name="Aggie Menezes" userId="74619c95fa3483c9" providerId="LiveId" clId="{20A26620-95D9-894E-AE55-3DE133FE37BE}" dt="2021-03-06T04:02:56.180" v="1429"/>
          <ac:inkMkLst>
            <pc:docMk/>
            <pc:sldMk cId="0" sldId="257"/>
            <ac:inkMk id="7" creationId="{C29233AC-5E52-D046-A934-6F202C812BC7}"/>
          </ac:inkMkLst>
        </pc:inkChg>
        <pc:inkChg chg="add topLvl">
          <ac:chgData name="Aggie Menezes" userId="74619c95fa3483c9" providerId="LiveId" clId="{20A26620-95D9-894E-AE55-3DE133FE37BE}" dt="2021-03-06T04:02:56.180" v="1429"/>
          <ac:inkMkLst>
            <pc:docMk/>
            <pc:sldMk cId="0" sldId="257"/>
            <ac:inkMk id="9" creationId="{28B9A1C0-7482-2D40-8582-A4C5EC97C308}"/>
          </ac:inkMkLst>
        </pc:inkChg>
        <pc:inkChg chg="add topLvl">
          <ac:chgData name="Aggie Menezes" userId="74619c95fa3483c9" providerId="LiveId" clId="{20A26620-95D9-894E-AE55-3DE133FE37BE}" dt="2021-03-22T10:45:55.668" v="2554"/>
          <ac:inkMkLst>
            <pc:docMk/>
            <pc:sldMk cId="0" sldId="257"/>
            <ac:inkMk id="9" creationId="{5866BFAD-6E4F-8C4B-AEFF-E3DBA2F827D3}"/>
          </ac:inkMkLst>
        </pc:inkChg>
        <pc:inkChg chg="add topLvl">
          <ac:chgData name="Aggie Menezes" userId="74619c95fa3483c9" providerId="LiveId" clId="{20A26620-95D9-894E-AE55-3DE133FE37BE}" dt="2021-03-09T02:58:39.321" v="1661"/>
          <ac:inkMkLst>
            <pc:docMk/>
            <pc:sldMk cId="0" sldId="257"/>
            <ac:inkMk id="9" creationId="{C3721BD7-90AB-1C4B-BACB-DE5B3BC5A45B}"/>
          </ac:inkMkLst>
        </pc:inkChg>
        <pc:inkChg chg="add topLvl">
          <ac:chgData name="Aggie Menezes" userId="74619c95fa3483c9" providerId="LiveId" clId="{20A26620-95D9-894E-AE55-3DE133FE37BE}" dt="2021-03-22T10:45:55.668" v="2554"/>
          <ac:inkMkLst>
            <pc:docMk/>
            <pc:sldMk cId="0" sldId="257"/>
            <ac:inkMk id="10" creationId="{468EBA69-89A9-374B-838B-A95AC03AA186}"/>
          </ac:inkMkLst>
        </pc:inkChg>
        <pc:inkChg chg="add topLvl">
          <ac:chgData name="Aggie Menezes" userId="74619c95fa3483c9" providerId="LiveId" clId="{20A26620-95D9-894E-AE55-3DE133FE37BE}" dt="2021-03-09T02:58:39.321" v="1661"/>
          <ac:inkMkLst>
            <pc:docMk/>
            <pc:sldMk cId="0" sldId="257"/>
            <ac:inkMk id="10" creationId="{5025731F-3ACE-A142-8075-6DAC8149C096}"/>
          </ac:inkMkLst>
        </pc:inkChg>
        <pc:inkChg chg="add topLvl">
          <ac:chgData name="Aggie Menezes" userId="74619c95fa3483c9" providerId="LiveId" clId="{20A26620-95D9-894E-AE55-3DE133FE37BE}" dt="2021-03-06T04:02:56.180" v="1429"/>
          <ac:inkMkLst>
            <pc:docMk/>
            <pc:sldMk cId="0" sldId="257"/>
            <ac:inkMk id="11" creationId="{CF6CDB72-9A51-E348-9399-5E0F293AB545}"/>
          </ac:inkMkLst>
        </pc:inkChg>
        <pc:inkChg chg="add topLvl">
          <ac:chgData name="Aggie Menezes" userId="74619c95fa3483c9" providerId="LiveId" clId="{20A26620-95D9-894E-AE55-3DE133FE37BE}" dt="2021-03-22T10:45:44.739" v="2544"/>
          <ac:inkMkLst>
            <pc:docMk/>
            <pc:sldMk cId="0" sldId="257"/>
            <ac:inkMk id="12" creationId="{0E17A30C-114A-C84E-A87A-DF367DFDDA3B}"/>
          </ac:inkMkLst>
        </pc:inkChg>
        <pc:inkChg chg="add">
          <ac:chgData name="Aggie Menezes" userId="74619c95fa3483c9" providerId="LiveId" clId="{20A26620-95D9-894E-AE55-3DE133FE37BE}" dt="2021-03-09T02:57:53.922" v="1653"/>
          <ac:inkMkLst>
            <pc:docMk/>
            <pc:sldMk cId="0" sldId="257"/>
            <ac:inkMk id="12" creationId="{974E9F97-ACC7-5C48-9258-B75D05E2D60F}"/>
          </ac:inkMkLst>
        </pc:inkChg>
        <pc:inkChg chg="add topLvl">
          <ac:chgData name="Aggie Menezes" userId="74619c95fa3483c9" providerId="LiveId" clId="{20A26620-95D9-894E-AE55-3DE133FE37BE}" dt="2021-03-06T04:02:56.180" v="1429"/>
          <ac:inkMkLst>
            <pc:docMk/>
            <pc:sldMk cId="0" sldId="257"/>
            <ac:inkMk id="12" creationId="{C7C7DBAB-D284-A642-9525-4471A1B77CB3}"/>
          </ac:inkMkLst>
        </pc:inkChg>
        <pc:inkChg chg="add">
          <ac:chgData name="Aggie Menezes" userId="74619c95fa3483c9" providerId="LiveId" clId="{20A26620-95D9-894E-AE55-3DE133FE37BE}" dt="2021-03-09T02:57:56.126" v="1654"/>
          <ac:inkMkLst>
            <pc:docMk/>
            <pc:sldMk cId="0" sldId="257"/>
            <ac:inkMk id="13" creationId="{1E39CD8E-9660-7B43-BEC2-8E9156BE45FD}"/>
          </ac:inkMkLst>
        </pc:inkChg>
        <pc:inkChg chg="add topLvl">
          <ac:chgData name="Aggie Menezes" userId="74619c95fa3483c9" providerId="LiveId" clId="{20A26620-95D9-894E-AE55-3DE133FE37BE}" dt="2021-03-06T04:02:56.180" v="1429"/>
          <ac:inkMkLst>
            <pc:docMk/>
            <pc:sldMk cId="0" sldId="257"/>
            <ac:inkMk id="13" creationId="{6432E2F6-A4A0-8A4B-9617-37520F19DA75}"/>
          </ac:inkMkLst>
        </pc:inkChg>
        <pc:inkChg chg="add topLvl">
          <ac:chgData name="Aggie Menezes" userId="74619c95fa3483c9" providerId="LiveId" clId="{20A26620-95D9-894E-AE55-3DE133FE37BE}" dt="2021-03-22T10:45:44.739" v="2544"/>
          <ac:inkMkLst>
            <pc:docMk/>
            <pc:sldMk cId="0" sldId="257"/>
            <ac:inkMk id="13" creationId="{A2E7A28B-92FB-FE4F-B40B-20C45815FE01}"/>
          </ac:inkMkLst>
        </pc:inkChg>
        <pc:inkChg chg="add topLvl">
          <ac:chgData name="Aggie Menezes" userId="74619c95fa3483c9" providerId="LiveId" clId="{20A26620-95D9-894E-AE55-3DE133FE37BE}" dt="2021-03-06T04:02:56.180" v="1429"/>
          <ac:inkMkLst>
            <pc:docMk/>
            <pc:sldMk cId="0" sldId="257"/>
            <ac:inkMk id="14" creationId="{8BD8A2B5-86CE-5B45-9FE9-5A18DD5B6A88}"/>
          </ac:inkMkLst>
        </pc:inkChg>
        <pc:inkChg chg="add topLvl">
          <ac:chgData name="Aggie Menezes" userId="74619c95fa3483c9" providerId="LiveId" clId="{20A26620-95D9-894E-AE55-3DE133FE37BE}" dt="2021-03-09T02:58:39.321" v="1661"/>
          <ac:inkMkLst>
            <pc:docMk/>
            <pc:sldMk cId="0" sldId="257"/>
            <ac:inkMk id="14" creationId="{BBB7F0E5-CC89-2E44-8F42-6FC3327DC8F2}"/>
          </ac:inkMkLst>
        </pc:inkChg>
        <pc:inkChg chg="add topLvl">
          <ac:chgData name="Aggie Menezes" userId="74619c95fa3483c9" providerId="LiveId" clId="{20A26620-95D9-894E-AE55-3DE133FE37BE}" dt="2021-03-22T10:45:44.739" v="2544"/>
          <ac:inkMkLst>
            <pc:docMk/>
            <pc:sldMk cId="0" sldId="257"/>
            <ac:inkMk id="14" creationId="{FD098E0A-4503-0546-ACE1-A0705DB8622F}"/>
          </ac:inkMkLst>
        </pc:inkChg>
        <pc:inkChg chg="add topLvl">
          <ac:chgData name="Aggie Menezes" userId="74619c95fa3483c9" providerId="LiveId" clId="{20A26620-95D9-894E-AE55-3DE133FE37BE}" dt="2021-03-09T02:58:39.321" v="1661"/>
          <ac:inkMkLst>
            <pc:docMk/>
            <pc:sldMk cId="0" sldId="257"/>
            <ac:inkMk id="15" creationId="{040CF3A0-E019-104D-B7A2-725396F98DF7}"/>
          </ac:inkMkLst>
        </pc:inkChg>
        <pc:inkChg chg="add topLvl">
          <ac:chgData name="Aggie Menezes" userId="74619c95fa3483c9" providerId="LiveId" clId="{20A26620-95D9-894E-AE55-3DE133FE37BE}" dt="2021-03-06T04:02:56.180" v="1429"/>
          <ac:inkMkLst>
            <pc:docMk/>
            <pc:sldMk cId="0" sldId="257"/>
            <ac:inkMk id="15" creationId="{402BA0E6-6A22-9F4F-AF08-FE5166BB1377}"/>
          </ac:inkMkLst>
        </pc:inkChg>
        <pc:inkChg chg="add topLvl">
          <ac:chgData name="Aggie Menezes" userId="74619c95fa3483c9" providerId="LiveId" clId="{20A26620-95D9-894E-AE55-3DE133FE37BE}" dt="2021-03-22T10:45:44.739" v="2544"/>
          <ac:inkMkLst>
            <pc:docMk/>
            <pc:sldMk cId="0" sldId="257"/>
            <ac:inkMk id="15" creationId="{C37978A2-1DF7-C14B-97A2-694F999C3592}"/>
          </ac:inkMkLst>
        </pc:inkChg>
        <pc:inkChg chg="add topLvl">
          <ac:chgData name="Aggie Menezes" userId="74619c95fa3483c9" providerId="LiveId" clId="{20A26620-95D9-894E-AE55-3DE133FE37BE}" dt="2021-03-22T10:45:44.739" v="2544"/>
          <ac:inkMkLst>
            <pc:docMk/>
            <pc:sldMk cId="0" sldId="257"/>
            <ac:inkMk id="16" creationId="{1A992540-F0D6-6847-8527-B89B6E1BDC16}"/>
          </ac:inkMkLst>
        </pc:inkChg>
        <pc:inkChg chg="add topLvl">
          <ac:chgData name="Aggie Menezes" userId="74619c95fa3483c9" providerId="LiveId" clId="{20A26620-95D9-894E-AE55-3DE133FE37BE}" dt="2021-03-09T02:58:39.321" v="1661"/>
          <ac:inkMkLst>
            <pc:docMk/>
            <pc:sldMk cId="0" sldId="257"/>
            <ac:inkMk id="17" creationId="{614D7E32-381A-3A47-AB43-C2B8D4466BEE}"/>
          </ac:inkMkLst>
        </pc:inkChg>
        <pc:inkChg chg="add topLvl">
          <ac:chgData name="Aggie Menezes" userId="74619c95fa3483c9" providerId="LiveId" clId="{20A26620-95D9-894E-AE55-3DE133FE37BE}" dt="2021-03-06T04:05:12.531" v="1479"/>
          <ac:inkMkLst>
            <pc:docMk/>
            <pc:sldMk cId="0" sldId="257"/>
            <ac:inkMk id="17" creationId="{82D7768F-0AFD-254E-82EF-3CE3670E7EAC}"/>
          </ac:inkMkLst>
        </pc:inkChg>
        <pc:inkChg chg="add">
          <ac:chgData name="Aggie Menezes" userId="74619c95fa3483c9" providerId="LiveId" clId="{20A26620-95D9-894E-AE55-3DE133FE37BE}" dt="2021-03-22T10:45:41.481" v="2538"/>
          <ac:inkMkLst>
            <pc:docMk/>
            <pc:sldMk cId="0" sldId="257"/>
            <ac:inkMk id="18" creationId="{22A8B7B1-0342-9C4A-96FF-2402CFEB3DDF}"/>
          </ac:inkMkLst>
        </pc:inkChg>
        <pc:inkChg chg="add topLvl">
          <ac:chgData name="Aggie Menezes" userId="74619c95fa3483c9" providerId="LiveId" clId="{20A26620-95D9-894E-AE55-3DE133FE37BE}" dt="2021-03-06T04:05:12.531" v="1479"/>
          <ac:inkMkLst>
            <pc:docMk/>
            <pc:sldMk cId="0" sldId="257"/>
            <ac:inkMk id="18" creationId="{2D588595-22E4-1E49-B4D0-CF00C1CC4955}"/>
          </ac:inkMkLst>
        </pc:inkChg>
        <pc:inkChg chg="add">
          <ac:chgData name="Aggie Menezes" userId="74619c95fa3483c9" providerId="LiveId" clId="{20A26620-95D9-894E-AE55-3DE133FE37BE}" dt="2021-03-09T02:58:38.784" v="1660"/>
          <ac:inkMkLst>
            <pc:docMk/>
            <pc:sldMk cId="0" sldId="257"/>
            <ac:inkMk id="19" creationId="{BE8EF4E1-2232-7644-8799-70AC1CA0774E}"/>
          </ac:inkMkLst>
        </pc:inkChg>
        <pc:inkChg chg="add topLvl">
          <ac:chgData name="Aggie Menezes" userId="74619c95fa3483c9" providerId="LiveId" clId="{20A26620-95D9-894E-AE55-3DE133FE37BE}" dt="2021-03-06T04:05:12.531" v="1479"/>
          <ac:inkMkLst>
            <pc:docMk/>
            <pc:sldMk cId="0" sldId="257"/>
            <ac:inkMk id="19" creationId="{D2DF1918-D97A-364D-9B7A-A13AB810FF40}"/>
          </ac:inkMkLst>
        </pc:inkChg>
        <pc:inkChg chg="add">
          <ac:chgData name="Aggie Menezes" userId="74619c95fa3483c9" providerId="LiveId" clId="{20A26620-95D9-894E-AE55-3DE133FE37BE}" dt="2021-03-22T10:45:41.677" v="2539"/>
          <ac:inkMkLst>
            <pc:docMk/>
            <pc:sldMk cId="0" sldId="257"/>
            <ac:inkMk id="19" creationId="{DE61655B-B2C7-0A4D-8C46-F7A6B4289409}"/>
          </ac:inkMkLst>
        </pc:inkChg>
        <pc:inkChg chg="add topLvl">
          <ac:chgData name="Aggie Menezes" userId="74619c95fa3483c9" providerId="LiveId" clId="{20A26620-95D9-894E-AE55-3DE133FE37BE}" dt="2021-03-06T04:05:12.531" v="1479"/>
          <ac:inkMkLst>
            <pc:docMk/>
            <pc:sldMk cId="0" sldId="257"/>
            <ac:inkMk id="20" creationId="{1C2AAB54-F494-5E48-8AED-2E78706F72A3}"/>
          </ac:inkMkLst>
        </pc:inkChg>
        <pc:inkChg chg="add">
          <ac:chgData name="Aggie Menezes" userId="74619c95fa3483c9" providerId="LiveId" clId="{20A26620-95D9-894E-AE55-3DE133FE37BE}" dt="2021-03-22T10:45:42.123" v="2540"/>
          <ac:inkMkLst>
            <pc:docMk/>
            <pc:sldMk cId="0" sldId="257"/>
            <ac:inkMk id="20" creationId="{255DA60B-3F22-9E40-8390-68946939F6E5}"/>
          </ac:inkMkLst>
        </pc:inkChg>
        <pc:inkChg chg="add">
          <ac:chgData name="Aggie Menezes" userId="74619c95fa3483c9" providerId="LiveId" clId="{20A26620-95D9-894E-AE55-3DE133FE37BE}" dt="2021-03-22T10:45:42.897" v="2541"/>
          <ac:inkMkLst>
            <pc:docMk/>
            <pc:sldMk cId="0" sldId="257"/>
            <ac:inkMk id="21" creationId="{12A8E456-9281-F64B-9F24-83220767E6BE}"/>
          </ac:inkMkLst>
        </pc:inkChg>
        <pc:inkChg chg="add">
          <ac:chgData name="Aggie Menezes" userId="74619c95fa3483c9" providerId="LiveId" clId="{20A26620-95D9-894E-AE55-3DE133FE37BE}" dt="2021-03-09T02:58:49.601" v="1662"/>
          <ac:inkMkLst>
            <pc:docMk/>
            <pc:sldMk cId="0" sldId="257"/>
            <ac:inkMk id="21" creationId="{27529E1E-D44C-BF4F-9F0F-965F0D66FF15}"/>
          </ac:inkMkLst>
        </pc:inkChg>
        <pc:inkChg chg="add topLvl">
          <ac:chgData name="Aggie Menezes" userId="74619c95fa3483c9" providerId="LiveId" clId="{20A26620-95D9-894E-AE55-3DE133FE37BE}" dt="2021-03-06T04:05:12.531" v="1479"/>
          <ac:inkMkLst>
            <pc:docMk/>
            <pc:sldMk cId="0" sldId="257"/>
            <ac:inkMk id="21" creationId="{EC8A8FEC-F70F-524B-B178-540C094D6CFE}"/>
          </ac:inkMkLst>
        </pc:inkChg>
        <pc:inkChg chg="add">
          <ac:chgData name="Aggie Menezes" userId="74619c95fa3483c9" providerId="LiveId" clId="{20A26620-95D9-894E-AE55-3DE133FE37BE}" dt="2021-03-22T10:45:43.580" v="2542"/>
          <ac:inkMkLst>
            <pc:docMk/>
            <pc:sldMk cId="0" sldId="257"/>
            <ac:inkMk id="22" creationId="{5D0F2299-A4F7-D34F-A71D-61C36134749F}"/>
          </ac:inkMkLst>
        </pc:inkChg>
        <pc:inkChg chg="add">
          <ac:chgData name="Aggie Menezes" userId="74619c95fa3483c9" providerId="LiveId" clId="{20A26620-95D9-894E-AE55-3DE133FE37BE}" dt="2021-03-09T02:58:53.659" v="1663"/>
          <ac:inkMkLst>
            <pc:docMk/>
            <pc:sldMk cId="0" sldId="257"/>
            <ac:inkMk id="22" creationId="{9D3F0B95-FD65-F843-99BE-4B38A0845F56}"/>
          </ac:inkMkLst>
        </pc:inkChg>
        <pc:inkChg chg="add">
          <ac:chgData name="Aggie Menezes" userId="74619c95fa3483c9" providerId="LiveId" clId="{20A26620-95D9-894E-AE55-3DE133FE37BE}" dt="2021-03-06T04:02:55.616" v="1428"/>
          <ac:inkMkLst>
            <pc:docMk/>
            <pc:sldMk cId="0" sldId="257"/>
            <ac:inkMk id="23" creationId="{347766D1-A5C5-204F-A73A-ECDA2D12C678}"/>
          </ac:inkMkLst>
        </pc:inkChg>
        <pc:inkChg chg="add">
          <ac:chgData name="Aggie Menezes" userId="74619c95fa3483c9" providerId="LiveId" clId="{20A26620-95D9-894E-AE55-3DE133FE37BE}" dt="2021-03-09T02:58:55.920" v="1664"/>
          <ac:inkMkLst>
            <pc:docMk/>
            <pc:sldMk cId="0" sldId="257"/>
            <ac:inkMk id="23" creationId="{769AC58A-2014-7C4E-8F9B-E0A6B5CD4E2B}"/>
          </ac:inkMkLst>
        </pc:inkChg>
        <pc:inkChg chg="add">
          <ac:chgData name="Aggie Menezes" userId="74619c95fa3483c9" providerId="LiveId" clId="{20A26620-95D9-894E-AE55-3DE133FE37BE}" dt="2021-03-22T10:45:43.814" v="2543"/>
          <ac:inkMkLst>
            <pc:docMk/>
            <pc:sldMk cId="0" sldId="257"/>
            <ac:inkMk id="23" creationId="{CAD8FDAE-C793-1245-A7D7-5F52E991B88E}"/>
          </ac:inkMkLst>
        </pc:inkChg>
        <pc:inkChg chg="add topLvl">
          <ac:chgData name="Aggie Menezes" userId="74619c95fa3483c9" providerId="LiveId" clId="{20A26620-95D9-894E-AE55-3DE133FE37BE}" dt="2021-03-09T03:06:35.469" v="1819"/>
          <ac:inkMkLst>
            <pc:docMk/>
            <pc:sldMk cId="0" sldId="257"/>
            <ac:inkMk id="25" creationId="{2DFD4A32-4B0B-6942-BFEE-612B49C102FB}"/>
          </ac:inkMkLst>
        </pc:inkChg>
        <pc:inkChg chg="add topLvl">
          <ac:chgData name="Aggie Menezes" userId="74619c95fa3483c9" providerId="LiveId" clId="{20A26620-95D9-894E-AE55-3DE133FE37BE}" dt="2021-03-06T04:05:12.531" v="1479"/>
          <ac:inkMkLst>
            <pc:docMk/>
            <pc:sldMk cId="0" sldId="257"/>
            <ac:inkMk id="25" creationId="{FD76B153-E911-BB42-8D4A-1DA9BFCABF11}"/>
          </ac:inkMkLst>
        </pc:inkChg>
        <pc:inkChg chg="add">
          <ac:chgData name="Aggie Menezes" userId="74619c95fa3483c9" providerId="LiveId" clId="{20A26620-95D9-894E-AE55-3DE133FE37BE}" dt="2021-03-22T10:45:51.374" v="2545"/>
          <ac:inkMkLst>
            <pc:docMk/>
            <pc:sldMk cId="0" sldId="257"/>
            <ac:inkMk id="26" creationId="{D6FD8789-A843-154D-828A-1727FC8CDA4A}"/>
          </ac:inkMkLst>
        </pc:inkChg>
        <pc:inkChg chg="add topLvl">
          <ac:chgData name="Aggie Menezes" userId="74619c95fa3483c9" providerId="LiveId" clId="{20A26620-95D9-894E-AE55-3DE133FE37BE}" dt="2021-03-09T03:06:35.469" v="1819"/>
          <ac:inkMkLst>
            <pc:docMk/>
            <pc:sldMk cId="0" sldId="257"/>
            <ac:inkMk id="26" creationId="{EB139D58-4E14-FF4D-995A-BB53E72A45AF}"/>
          </ac:inkMkLst>
        </pc:inkChg>
        <pc:inkChg chg="add topLvl">
          <ac:chgData name="Aggie Menezes" userId="74619c95fa3483c9" providerId="LiveId" clId="{20A26620-95D9-894E-AE55-3DE133FE37BE}" dt="2021-03-06T04:05:12.531" v="1479"/>
          <ac:inkMkLst>
            <pc:docMk/>
            <pc:sldMk cId="0" sldId="257"/>
            <ac:inkMk id="26" creationId="{F76346AF-2B46-6140-B003-D4EF52D753A7}"/>
          </ac:inkMkLst>
        </pc:inkChg>
        <pc:inkChg chg="add">
          <ac:chgData name="Aggie Menezes" userId="74619c95fa3483c9" providerId="LiveId" clId="{20A26620-95D9-894E-AE55-3DE133FE37BE}" dt="2021-03-22T10:45:51.958" v="2546"/>
          <ac:inkMkLst>
            <pc:docMk/>
            <pc:sldMk cId="0" sldId="257"/>
            <ac:inkMk id="27" creationId="{568C6568-9897-4041-BB93-F48821818F80}"/>
          </ac:inkMkLst>
        </pc:inkChg>
        <pc:inkChg chg="add topLvl">
          <ac:chgData name="Aggie Menezes" userId="74619c95fa3483c9" providerId="LiveId" clId="{20A26620-95D9-894E-AE55-3DE133FE37BE}" dt="2021-03-06T04:05:12.531" v="1479"/>
          <ac:inkMkLst>
            <pc:docMk/>
            <pc:sldMk cId="0" sldId="257"/>
            <ac:inkMk id="27" creationId="{634E6579-C95A-1343-8043-1CFB7F505D45}"/>
          </ac:inkMkLst>
        </pc:inkChg>
        <pc:inkChg chg="add topLvl">
          <ac:chgData name="Aggie Menezes" userId="74619c95fa3483c9" providerId="LiveId" clId="{20A26620-95D9-894E-AE55-3DE133FE37BE}" dt="2021-03-09T03:06:35.469" v="1819"/>
          <ac:inkMkLst>
            <pc:docMk/>
            <pc:sldMk cId="0" sldId="257"/>
            <ac:inkMk id="27" creationId="{B4ED9313-A314-B043-AF4D-879343C26799}"/>
          </ac:inkMkLst>
        </pc:inkChg>
        <pc:inkChg chg="add">
          <ac:chgData name="Aggie Menezes" userId="74619c95fa3483c9" providerId="LiveId" clId="{20A26620-95D9-894E-AE55-3DE133FE37BE}" dt="2021-03-22T10:45:52.504" v="2547"/>
          <ac:inkMkLst>
            <pc:docMk/>
            <pc:sldMk cId="0" sldId="257"/>
            <ac:inkMk id="28" creationId="{8D049A37-1E7C-8C4E-B878-4884DF2D03CA}"/>
          </ac:inkMkLst>
        </pc:inkChg>
        <pc:inkChg chg="add topLvl">
          <ac:chgData name="Aggie Menezes" userId="74619c95fa3483c9" providerId="LiveId" clId="{20A26620-95D9-894E-AE55-3DE133FE37BE}" dt="2021-03-06T04:04:09.131" v="1454"/>
          <ac:inkMkLst>
            <pc:docMk/>
            <pc:sldMk cId="0" sldId="257"/>
            <ac:inkMk id="29" creationId="{124D40AC-5EAE-8240-A2D6-45B4B9891E8D}"/>
          </ac:inkMkLst>
        </pc:inkChg>
        <pc:inkChg chg="add">
          <ac:chgData name="Aggie Menezes" userId="74619c95fa3483c9" providerId="LiveId" clId="{20A26620-95D9-894E-AE55-3DE133FE37BE}" dt="2021-03-22T10:45:52.807" v="2548"/>
          <ac:inkMkLst>
            <pc:docMk/>
            <pc:sldMk cId="0" sldId="257"/>
            <ac:inkMk id="29" creationId="{A073DB08-5E66-0048-BF85-6AED06B0FBB3}"/>
          </ac:inkMkLst>
        </pc:inkChg>
        <pc:inkChg chg="add topLvl">
          <ac:chgData name="Aggie Menezes" userId="74619c95fa3483c9" providerId="LiveId" clId="{20A26620-95D9-894E-AE55-3DE133FE37BE}" dt="2021-03-09T02:59:29.279" v="1677"/>
          <ac:inkMkLst>
            <pc:docMk/>
            <pc:sldMk cId="0" sldId="257"/>
            <ac:inkMk id="29" creationId="{F35079E4-B8D3-4E4D-9C2F-8332C7FBE35C}"/>
          </ac:inkMkLst>
        </pc:inkChg>
        <pc:inkChg chg="add topLvl">
          <ac:chgData name="Aggie Menezes" userId="74619c95fa3483c9" providerId="LiveId" clId="{20A26620-95D9-894E-AE55-3DE133FE37BE}" dt="2021-03-06T04:04:09.131" v="1454"/>
          <ac:inkMkLst>
            <pc:docMk/>
            <pc:sldMk cId="0" sldId="257"/>
            <ac:inkMk id="30" creationId="{04C667DA-99AA-5C49-95AE-CAB1CB029903}"/>
          </ac:inkMkLst>
        </pc:inkChg>
        <pc:inkChg chg="add">
          <ac:chgData name="Aggie Menezes" userId="74619c95fa3483c9" providerId="LiveId" clId="{20A26620-95D9-894E-AE55-3DE133FE37BE}" dt="2021-03-22T10:45:53.003" v="2549"/>
          <ac:inkMkLst>
            <pc:docMk/>
            <pc:sldMk cId="0" sldId="257"/>
            <ac:inkMk id="30" creationId="{6153E1C2-9C1C-4D47-9191-483D94A6094B}"/>
          </ac:inkMkLst>
        </pc:inkChg>
        <pc:inkChg chg="add topLvl">
          <ac:chgData name="Aggie Menezes" userId="74619c95fa3483c9" providerId="LiveId" clId="{20A26620-95D9-894E-AE55-3DE133FE37BE}" dt="2021-03-06T04:04:09.131" v="1454"/>
          <ac:inkMkLst>
            <pc:docMk/>
            <pc:sldMk cId="0" sldId="257"/>
            <ac:inkMk id="31" creationId="{1E9EC73F-482A-4C44-A714-C0AB22D6F947}"/>
          </ac:inkMkLst>
        </pc:inkChg>
        <pc:inkChg chg="add topLvl">
          <ac:chgData name="Aggie Menezes" userId="74619c95fa3483c9" providerId="LiveId" clId="{20A26620-95D9-894E-AE55-3DE133FE37BE}" dt="2021-03-09T03:06:35.469" v="1819"/>
          <ac:inkMkLst>
            <pc:docMk/>
            <pc:sldMk cId="0" sldId="257"/>
            <ac:inkMk id="31" creationId="{361E19D7-4EC1-E043-958C-99DA8F5C695C}"/>
          </ac:inkMkLst>
        </pc:inkChg>
        <pc:inkChg chg="add">
          <ac:chgData name="Aggie Menezes" userId="74619c95fa3483c9" providerId="LiveId" clId="{20A26620-95D9-894E-AE55-3DE133FE37BE}" dt="2021-03-22T10:45:53.456" v="2550"/>
          <ac:inkMkLst>
            <pc:docMk/>
            <pc:sldMk cId="0" sldId="257"/>
            <ac:inkMk id="31" creationId="{98F7ACE6-EC94-D441-B481-66FF8FCCA079}"/>
          </ac:inkMkLst>
        </pc:inkChg>
        <pc:inkChg chg="add topLvl">
          <ac:chgData name="Aggie Menezes" userId="74619c95fa3483c9" providerId="LiveId" clId="{20A26620-95D9-894E-AE55-3DE133FE37BE}" dt="2021-03-06T04:05:12.531" v="1479"/>
          <ac:inkMkLst>
            <pc:docMk/>
            <pc:sldMk cId="0" sldId="257"/>
            <ac:inkMk id="32" creationId="{2E069D8C-C463-5748-B626-2FB9AAA2C108}"/>
          </ac:inkMkLst>
        </pc:inkChg>
        <pc:inkChg chg="add topLvl">
          <ac:chgData name="Aggie Menezes" userId="74619c95fa3483c9" providerId="LiveId" clId="{20A26620-95D9-894E-AE55-3DE133FE37BE}" dt="2021-03-09T03:06:35.469" v="1819"/>
          <ac:inkMkLst>
            <pc:docMk/>
            <pc:sldMk cId="0" sldId="257"/>
            <ac:inkMk id="32" creationId="{75CBB490-5925-BC49-8911-9097B22392EC}"/>
          </ac:inkMkLst>
        </pc:inkChg>
        <pc:inkChg chg="add">
          <ac:chgData name="Aggie Menezes" userId="74619c95fa3483c9" providerId="LiveId" clId="{20A26620-95D9-894E-AE55-3DE133FE37BE}" dt="2021-03-22T10:45:54.100" v="2551"/>
          <ac:inkMkLst>
            <pc:docMk/>
            <pc:sldMk cId="0" sldId="257"/>
            <ac:inkMk id="32" creationId="{A17ABF0C-A0D9-8045-9569-75B3324CB398}"/>
          </ac:inkMkLst>
        </pc:inkChg>
        <pc:inkChg chg="add">
          <ac:chgData name="Aggie Menezes" userId="74619c95fa3483c9" providerId="LiveId" clId="{20A26620-95D9-894E-AE55-3DE133FE37BE}" dt="2021-03-22T10:45:54.357" v="2552"/>
          <ac:inkMkLst>
            <pc:docMk/>
            <pc:sldMk cId="0" sldId="257"/>
            <ac:inkMk id="33" creationId="{A7A8C9B7-424B-F342-B00B-7A91971EF52C}"/>
          </ac:inkMkLst>
        </pc:inkChg>
        <pc:inkChg chg="add topLvl">
          <ac:chgData name="Aggie Menezes" userId="74619c95fa3483c9" providerId="LiveId" clId="{20A26620-95D9-894E-AE55-3DE133FE37BE}" dt="2021-03-09T03:06:35.469" v="1819"/>
          <ac:inkMkLst>
            <pc:docMk/>
            <pc:sldMk cId="0" sldId="257"/>
            <ac:inkMk id="33" creationId="{B39BFF1C-6D05-0A4D-B412-9FE97FACFA43}"/>
          </ac:inkMkLst>
        </pc:inkChg>
        <pc:inkChg chg="add topLvl">
          <ac:chgData name="Aggie Menezes" userId="74619c95fa3483c9" providerId="LiveId" clId="{20A26620-95D9-894E-AE55-3DE133FE37BE}" dt="2021-03-06T04:05:12.531" v="1479"/>
          <ac:inkMkLst>
            <pc:docMk/>
            <pc:sldMk cId="0" sldId="257"/>
            <ac:inkMk id="33" creationId="{DBAD7EE6-0940-FE45-87B3-8CD1066E9531}"/>
          </ac:inkMkLst>
        </pc:inkChg>
        <pc:inkChg chg="add">
          <ac:chgData name="Aggie Menezes" userId="74619c95fa3483c9" providerId="LiveId" clId="{20A26620-95D9-894E-AE55-3DE133FE37BE}" dt="2021-03-22T10:45:54.883" v="2553"/>
          <ac:inkMkLst>
            <pc:docMk/>
            <pc:sldMk cId="0" sldId="257"/>
            <ac:inkMk id="34" creationId="{0DF3A1AE-7F85-0543-8254-804DB6623BF0}"/>
          </ac:inkMkLst>
        </pc:inkChg>
        <pc:inkChg chg="add topLvl">
          <ac:chgData name="Aggie Menezes" userId="74619c95fa3483c9" providerId="LiveId" clId="{20A26620-95D9-894E-AE55-3DE133FE37BE}" dt="2021-03-09T03:06:35.469" v="1819"/>
          <ac:inkMkLst>
            <pc:docMk/>
            <pc:sldMk cId="0" sldId="257"/>
            <ac:inkMk id="34" creationId="{1AEDC44C-CBCF-E642-834F-FFAC5BB0EA68}"/>
          </ac:inkMkLst>
        </pc:inkChg>
        <pc:inkChg chg="add topLvl">
          <ac:chgData name="Aggie Menezes" userId="74619c95fa3483c9" providerId="LiveId" clId="{20A26620-95D9-894E-AE55-3DE133FE37BE}" dt="2021-03-06T04:05:12.531" v="1479"/>
          <ac:inkMkLst>
            <pc:docMk/>
            <pc:sldMk cId="0" sldId="257"/>
            <ac:inkMk id="34" creationId="{1CCB6830-981C-514A-A79D-EB8569EF9009}"/>
          </ac:inkMkLst>
        </pc:inkChg>
        <pc:inkChg chg="add topLvl">
          <ac:chgData name="Aggie Menezes" userId="74619c95fa3483c9" providerId="LiveId" clId="{20A26620-95D9-894E-AE55-3DE133FE37BE}" dt="2021-03-06T04:05:12.531" v="1479"/>
          <ac:inkMkLst>
            <pc:docMk/>
            <pc:sldMk cId="0" sldId="257"/>
            <ac:inkMk id="35" creationId="{53F1E621-5515-D74D-904A-006A9AC27B6F}"/>
          </ac:inkMkLst>
        </pc:inkChg>
        <pc:inkChg chg="add topLvl">
          <ac:chgData name="Aggie Menezes" userId="74619c95fa3483c9" providerId="LiveId" clId="{20A26620-95D9-894E-AE55-3DE133FE37BE}" dt="2021-03-09T03:06:35.469" v="1819"/>
          <ac:inkMkLst>
            <pc:docMk/>
            <pc:sldMk cId="0" sldId="257"/>
            <ac:inkMk id="35" creationId="{8A38FBF6-6A68-7C40-AFB1-A79666D7FAA6}"/>
          </ac:inkMkLst>
        </pc:inkChg>
        <pc:inkChg chg="add topLvl">
          <ac:chgData name="Aggie Menezes" userId="74619c95fa3483c9" providerId="LiveId" clId="{20A26620-95D9-894E-AE55-3DE133FE37BE}" dt="2021-03-06T04:05:12.531" v="1479"/>
          <ac:inkMkLst>
            <pc:docMk/>
            <pc:sldMk cId="0" sldId="257"/>
            <ac:inkMk id="36" creationId="{7AAB3FF4-C9A2-3F48-8269-EF92B9149E72}"/>
          </ac:inkMkLst>
        </pc:inkChg>
        <pc:inkChg chg="add">
          <ac:chgData name="Aggie Menezes" userId="74619c95fa3483c9" providerId="LiveId" clId="{20A26620-95D9-894E-AE55-3DE133FE37BE}" dt="2021-03-22T10:46:21.710" v="2555"/>
          <ac:inkMkLst>
            <pc:docMk/>
            <pc:sldMk cId="0" sldId="257"/>
            <ac:inkMk id="36" creationId="{F4170115-16C2-A447-9D7B-A3B00259D0E1}"/>
          </ac:inkMkLst>
        </pc:inkChg>
        <pc:inkChg chg="add del">
          <ac:chgData name="Aggie Menezes" userId="74619c95fa3483c9" providerId="LiveId" clId="{20A26620-95D9-894E-AE55-3DE133FE37BE}" dt="2021-03-22T10:46:35.182" v="2569"/>
          <ac:inkMkLst>
            <pc:docMk/>
            <pc:sldMk cId="0" sldId="257"/>
            <ac:inkMk id="37" creationId="{554ECEAA-521B-4C43-BCA0-4DC66BAD6AEB}"/>
          </ac:inkMkLst>
        </pc:inkChg>
        <pc:inkChg chg="add topLvl">
          <ac:chgData name="Aggie Menezes" userId="74619c95fa3483c9" providerId="LiveId" clId="{20A26620-95D9-894E-AE55-3DE133FE37BE}" dt="2021-03-09T03:06:35.469" v="1819"/>
          <ac:inkMkLst>
            <pc:docMk/>
            <pc:sldMk cId="0" sldId="257"/>
            <ac:inkMk id="37" creationId="{A54D084A-2389-B94B-B310-BCD15FED2FB0}"/>
          </ac:inkMkLst>
        </pc:inkChg>
        <pc:inkChg chg="add topLvl">
          <ac:chgData name="Aggie Menezes" userId="74619c95fa3483c9" providerId="LiveId" clId="{20A26620-95D9-894E-AE55-3DE133FE37BE}" dt="2021-03-09T03:06:35.469" v="1819"/>
          <ac:inkMkLst>
            <pc:docMk/>
            <pc:sldMk cId="0" sldId="257"/>
            <ac:inkMk id="38" creationId="{A54BB0DD-9702-3749-9A6C-6AFD1A915F75}"/>
          </ac:inkMkLst>
        </pc:inkChg>
        <pc:inkChg chg="add del">
          <ac:chgData name="Aggie Menezes" userId="74619c95fa3483c9" providerId="LiveId" clId="{20A26620-95D9-894E-AE55-3DE133FE37BE}" dt="2021-03-22T10:46:34.058" v="2567"/>
          <ac:inkMkLst>
            <pc:docMk/>
            <pc:sldMk cId="0" sldId="257"/>
            <ac:inkMk id="38" creationId="{E308FA0E-10C7-7748-A84C-102DB7A139EF}"/>
          </ac:inkMkLst>
        </pc:inkChg>
        <pc:inkChg chg="add topLvl">
          <ac:chgData name="Aggie Menezes" userId="74619c95fa3483c9" providerId="LiveId" clId="{20A26620-95D9-894E-AE55-3DE133FE37BE}" dt="2021-03-09T03:06:35.469" v="1819"/>
          <ac:inkMkLst>
            <pc:docMk/>
            <pc:sldMk cId="0" sldId="257"/>
            <ac:inkMk id="39" creationId="{1D88B021-BB0D-D34F-B35E-D3AC32C3D832}"/>
          </ac:inkMkLst>
        </pc:inkChg>
        <pc:inkChg chg="add topLvl">
          <ac:chgData name="Aggie Menezes" userId="74619c95fa3483c9" providerId="LiveId" clId="{20A26620-95D9-894E-AE55-3DE133FE37BE}" dt="2021-03-06T04:04:09.131" v="1454"/>
          <ac:inkMkLst>
            <pc:docMk/>
            <pc:sldMk cId="0" sldId="257"/>
            <ac:inkMk id="39" creationId="{415B9ADB-FED2-1A4E-92BF-8E9EA31A1DAD}"/>
          </ac:inkMkLst>
        </pc:inkChg>
        <pc:inkChg chg="add del">
          <ac:chgData name="Aggie Menezes" userId="74619c95fa3483c9" providerId="LiveId" clId="{20A26620-95D9-894E-AE55-3DE133FE37BE}" dt="2021-03-22T10:46:34.048" v="2565"/>
          <ac:inkMkLst>
            <pc:docMk/>
            <pc:sldMk cId="0" sldId="257"/>
            <ac:inkMk id="39" creationId="{9CB5349C-32A4-3647-8BB4-F393841759EE}"/>
          </ac:inkMkLst>
        </pc:inkChg>
        <pc:inkChg chg="add topLvl">
          <ac:chgData name="Aggie Menezes" userId="74619c95fa3483c9" providerId="LiveId" clId="{20A26620-95D9-894E-AE55-3DE133FE37BE}" dt="2021-03-09T03:06:35.469" v="1819"/>
          <ac:inkMkLst>
            <pc:docMk/>
            <pc:sldMk cId="0" sldId="257"/>
            <ac:inkMk id="40" creationId="{1C358E3B-799E-1E46-898C-E508D3A22FD6}"/>
          </ac:inkMkLst>
        </pc:inkChg>
        <pc:inkChg chg="add topLvl">
          <ac:chgData name="Aggie Menezes" userId="74619c95fa3483c9" providerId="LiveId" clId="{20A26620-95D9-894E-AE55-3DE133FE37BE}" dt="2021-03-06T04:04:09.131" v="1454"/>
          <ac:inkMkLst>
            <pc:docMk/>
            <pc:sldMk cId="0" sldId="257"/>
            <ac:inkMk id="40" creationId="{6DB15297-E1BE-0045-A290-01A26FED3C5F}"/>
          </ac:inkMkLst>
        </pc:inkChg>
        <pc:inkChg chg="add">
          <ac:chgData name="Aggie Menezes" userId="74619c95fa3483c9" providerId="LiveId" clId="{20A26620-95D9-894E-AE55-3DE133FE37BE}" dt="2021-03-22T10:46:26.415" v="2559"/>
          <ac:inkMkLst>
            <pc:docMk/>
            <pc:sldMk cId="0" sldId="257"/>
            <ac:inkMk id="40" creationId="{BE335812-AABB-0449-8853-EAC50B7145FD}"/>
          </ac:inkMkLst>
        </pc:inkChg>
        <pc:inkChg chg="add del">
          <ac:chgData name="Aggie Menezes" userId="74619c95fa3483c9" providerId="LiveId" clId="{20A26620-95D9-894E-AE55-3DE133FE37BE}" dt="2021-03-22T10:46:34.044" v="2564"/>
          <ac:inkMkLst>
            <pc:docMk/>
            <pc:sldMk cId="0" sldId="257"/>
            <ac:inkMk id="41" creationId="{3F51311C-A68F-0A42-9F38-EC2992D01787}"/>
          </ac:inkMkLst>
        </pc:inkChg>
        <pc:inkChg chg="add topLvl">
          <ac:chgData name="Aggie Menezes" userId="74619c95fa3483c9" providerId="LiveId" clId="{20A26620-95D9-894E-AE55-3DE133FE37BE}" dt="2021-03-06T04:04:09.131" v="1454"/>
          <ac:inkMkLst>
            <pc:docMk/>
            <pc:sldMk cId="0" sldId="257"/>
            <ac:inkMk id="41" creationId="{D00D1F35-AE7C-0D4B-B552-0F5BAF86AFB7}"/>
          </ac:inkMkLst>
        </pc:inkChg>
        <pc:inkChg chg="add del">
          <ac:chgData name="Aggie Menezes" userId="74619c95fa3483c9" providerId="LiveId" clId="{20A26620-95D9-894E-AE55-3DE133FE37BE}" dt="2021-03-22T10:46:34.053" v="2566"/>
          <ac:inkMkLst>
            <pc:docMk/>
            <pc:sldMk cId="0" sldId="257"/>
            <ac:inkMk id="42" creationId="{1C1CE40C-A898-054E-AE22-0B5F060669C3}"/>
          </ac:inkMkLst>
        </pc:inkChg>
        <pc:inkChg chg="add topLvl">
          <ac:chgData name="Aggie Menezes" userId="74619c95fa3483c9" providerId="LiveId" clId="{20A26620-95D9-894E-AE55-3DE133FE37BE}" dt="2021-03-09T03:06:35.469" v="1819"/>
          <ac:inkMkLst>
            <pc:docMk/>
            <pc:sldMk cId="0" sldId="257"/>
            <ac:inkMk id="42" creationId="{3A3A27AE-3D42-8846-821D-F4EC16F201F4}"/>
          </ac:inkMkLst>
        </pc:inkChg>
        <pc:inkChg chg="add topLvl">
          <ac:chgData name="Aggie Menezes" userId="74619c95fa3483c9" providerId="LiveId" clId="{20A26620-95D9-894E-AE55-3DE133FE37BE}" dt="2021-03-06T04:04:09.131" v="1454"/>
          <ac:inkMkLst>
            <pc:docMk/>
            <pc:sldMk cId="0" sldId="257"/>
            <ac:inkMk id="42" creationId="{83A547B6-E017-1740-9706-A858CD73CC01}"/>
          </ac:inkMkLst>
        </pc:inkChg>
        <pc:inkChg chg="add del">
          <ac:chgData name="Aggie Menezes" userId="74619c95fa3483c9" providerId="LiveId" clId="{20A26620-95D9-894E-AE55-3DE133FE37BE}" dt="2021-03-22T10:46:34.062" v="2568"/>
          <ac:inkMkLst>
            <pc:docMk/>
            <pc:sldMk cId="0" sldId="257"/>
            <ac:inkMk id="43" creationId="{500A12AB-79CA-5B4B-AAD2-EB63DE7D3384}"/>
          </ac:inkMkLst>
        </pc:inkChg>
        <pc:inkChg chg="add topLvl">
          <ac:chgData name="Aggie Menezes" userId="74619c95fa3483c9" providerId="LiveId" clId="{20A26620-95D9-894E-AE55-3DE133FE37BE}" dt="2021-03-09T03:06:35.469" v="1819"/>
          <ac:inkMkLst>
            <pc:docMk/>
            <pc:sldMk cId="0" sldId="257"/>
            <ac:inkMk id="43" creationId="{6C83E5E8-1255-AE4C-8114-A956BA5EF679}"/>
          </ac:inkMkLst>
        </pc:inkChg>
        <pc:inkChg chg="add topLvl">
          <ac:chgData name="Aggie Menezes" userId="74619c95fa3483c9" providerId="LiveId" clId="{20A26620-95D9-894E-AE55-3DE133FE37BE}" dt="2021-03-09T03:06:35.469" v="1819"/>
          <ac:inkMkLst>
            <pc:docMk/>
            <pc:sldMk cId="0" sldId="257"/>
            <ac:inkMk id="44" creationId="{13CA37F1-E28D-3643-9D3D-774004762C40}"/>
          </ac:inkMkLst>
        </pc:inkChg>
        <pc:inkChg chg="add topLvl">
          <ac:chgData name="Aggie Menezes" userId="74619c95fa3483c9" providerId="LiveId" clId="{20A26620-95D9-894E-AE55-3DE133FE37BE}" dt="2021-03-06T04:05:12.531" v="1479"/>
          <ac:inkMkLst>
            <pc:docMk/>
            <pc:sldMk cId="0" sldId="257"/>
            <ac:inkMk id="44" creationId="{B35B19B8-C49B-BC44-89A6-9C73FA2456F8}"/>
          </ac:inkMkLst>
        </pc:inkChg>
        <pc:inkChg chg="add topLvl">
          <ac:chgData name="Aggie Menezes" userId="74619c95fa3483c9" providerId="LiveId" clId="{20A26620-95D9-894E-AE55-3DE133FE37BE}" dt="2021-03-22T10:47:40.761" v="2576"/>
          <ac:inkMkLst>
            <pc:docMk/>
            <pc:sldMk cId="0" sldId="257"/>
            <ac:inkMk id="45" creationId="{297D5A3B-26B4-564C-9820-D1A78DB8FD5D}"/>
          </ac:inkMkLst>
        </pc:inkChg>
        <pc:inkChg chg="add topLvl">
          <ac:chgData name="Aggie Menezes" userId="74619c95fa3483c9" providerId="LiveId" clId="{20A26620-95D9-894E-AE55-3DE133FE37BE}" dt="2021-03-06T04:05:12.531" v="1479"/>
          <ac:inkMkLst>
            <pc:docMk/>
            <pc:sldMk cId="0" sldId="257"/>
            <ac:inkMk id="45" creationId="{956118C7-F541-EB43-9DFA-585A151AF6D1}"/>
          </ac:inkMkLst>
        </pc:inkChg>
        <pc:inkChg chg="add topLvl">
          <ac:chgData name="Aggie Menezes" userId="74619c95fa3483c9" providerId="LiveId" clId="{20A26620-95D9-894E-AE55-3DE133FE37BE}" dt="2021-03-09T03:06:35.469" v="1819"/>
          <ac:inkMkLst>
            <pc:docMk/>
            <pc:sldMk cId="0" sldId="257"/>
            <ac:inkMk id="45" creationId="{9819C4F3-7850-304C-B649-65FB4DAF33B8}"/>
          </ac:inkMkLst>
        </pc:inkChg>
        <pc:inkChg chg="add topLvl">
          <ac:chgData name="Aggie Menezes" userId="74619c95fa3483c9" providerId="LiveId" clId="{20A26620-95D9-894E-AE55-3DE133FE37BE}" dt="2021-03-22T10:47:40.761" v="2576"/>
          <ac:inkMkLst>
            <pc:docMk/>
            <pc:sldMk cId="0" sldId="257"/>
            <ac:inkMk id="46" creationId="{0BC0A2E4-77C0-DA43-AE2F-74865FA6936F}"/>
          </ac:inkMkLst>
        </pc:inkChg>
        <pc:inkChg chg="add topLvl">
          <ac:chgData name="Aggie Menezes" userId="74619c95fa3483c9" providerId="LiveId" clId="{20A26620-95D9-894E-AE55-3DE133FE37BE}" dt="2021-03-06T04:05:12.531" v="1479"/>
          <ac:inkMkLst>
            <pc:docMk/>
            <pc:sldMk cId="0" sldId="257"/>
            <ac:inkMk id="46" creationId="{574B2F16-4FA5-6543-B6F0-556421431652}"/>
          </ac:inkMkLst>
        </pc:inkChg>
        <pc:inkChg chg="add topLvl">
          <ac:chgData name="Aggie Menezes" userId="74619c95fa3483c9" providerId="LiveId" clId="{20A26620-95D9-894E-AE55-3DE133FE37BE}" dt="2021-03-09T03:05:42.352" v="1800"/>
          <ac:inkMkLst>
            <pc:docMk/>
            <pc:sldMk cId="0" sldId="257"/>
            <ac:inkMk id="47" creationId="{152BAF1E-A027-DB4E-BEE3-7EE846611692}"/>
          </ac:inkMkLst>
        </pc:inkChg>
        <pc:inkChg chg="add topLvl">
          <ac:chgData name="Aggie Menezes" userId="74619c95fa3483c9" providerId="LiveId" clId="{20A26620-95D9-894E-AE55-3DE133FE37BE}" dt="2021-03-22T10:47:40.761" v="2576"/>
          <ac:inkMkLst>
            <pc:docMk/>
            <pc:sldMk cId="0" sldId="257"/>
            <ac:inkMk id="47" creationId="{42FBD6DF-9A68-B541-B7D9-15628C4923DD}"/>
          </ac:inkMkLst>
        </pc:inkChg>
        <pc:inkChg chg="add topLvl">
          <ac:chgData name="Aggie Menezes" userId="74619c95fa3483c9" providerId="LiveId" clId="{20A26620-95D9-894E-AE55-3DE133FE37BE}" dt="2021-03-06T04:05:12.531" v="1479"/>
          <ac:inkMkLst>
            <pc:docMk/>
            <pc:sldMk cId="0" sldId="257"/>
            <ac:inkMk id="47" creationId="{4B8588B0-01AC-3643-98D8-DB90908BCC7A}"/>
          </ac:inkMkLst>
        </pc:inkChg>
        <pc:inkChg chg="add topLvl">
          <ac:chgData name="Aggie Menezes" userId="74619c95fa3483c9" providerId="LiveId" clId="{20A26620-95D9-894E-AE55-3DE133FE37BE}" dt="2021-03-22T10:47:40.761" v="2576"/>
          <ac:inkMkLst>
            <pc:docMk/>
            <pc:sldMk cId="0" sldId="257"/>
            <ac:inkMk id="48" creationId="{246AB582-F712-6540-BDC3-6F5854DAEC84}"/>
          </ac:inkMkLst>
        </pc:inkChg>
        <pc:inkChg chg="add topLvl">
          <ac:chgData name="Aggie Menezes" userId="74619c95fa3483c9" providerId="LiveId" clId="{20A26620-95D9-894E-AE55-3DE133FE37BE}" dt="2021-03-06T04:05:12.531" v="1479"/>
          <ac:inkMkLst>
            <pc:docMk/>
            <pc:sldMk cId="0" sldId="257"/>
            <ac:inkMk id="48" creationId="{A0D1386A-E56D-CF42-ABDB-5375C4577F61}"/>
          </ac:inkMkLst>
        </pc:inkChg>
        <pc:inkChg chg="add topLvl">
          <ac:chgData name="Aggie Menezes" userId="74619c95fa3483c9" providerId="LiveId" clId="{20A26620-95D9-894E-AE55-3DE133FE37BE}" dt="2021-03-09T03:05:42.352" v="1800"/>
          <ac:inkMkLst>
            <pc:docMk/>
            <pc:sldMk cId="0" sldId="257"/>
            <ac:inkMk id="48" creationId="{CA3CACBD-E284-E84F-9B0F-2740681CD1C9}"/>
          </ac:inkMkLst>
        </pc:inkChg>
        <pc:inkChg chg="add topLvl">
          <ac:chgData name="Aggie Menezes" userId="74619c95fa3483c9" providerId="LiveId" clId="{20A26620-95D9-894E-AE55-3DE133FE37BE}" dt="2021-03-06T04:05:12.531" v="1479"/>
          <ac:inkMkLst>
            <pc:docMk/>
            <pc:sldMk cId="0" sldId="257"/>
            <ac:inkMk id="49" creationId="{87A2AEE2-5A74-8E40-903C-1B7B0B4101E4}"/>
          </ac:inkMkLst>
        </pc:inkChg>
        <pc:inkChg chg="add">
          <ac:chgData name="Aggie Menezes" userId="74619c95fa3483c9" providerId="LiveId" clId="{20A26620-95D9-894E-AE55-3DE133FE37BE}" dt="2021-03-22T10:47:40.222" v="2575"/>
          <ac:inkMkLst>
            <pc:docMk/>
            <pc:sldMk cId="0" sldId="257"/>
            <ac:inkMk id="50" creationId="{1BA751E6-A1E0-6240-96C1-B9A561AA0F79}"/>
          </ac:inkMkLst>
        </pc:inkChg>
        <pc:inkChg chg="add topLvl">
          <ac:chgData name="Aggie Menezes" userId="74619c95fa3483c9" providerId="LiveId" clId="{20A26620-95D9-894E-AE55-3DE133FE37BE}" dt="2021-03-09T03:05:42.352" v="1800"/>
          <ac:inkMkLst>
            <pc:docMk/>
            <pc:sldMk cId="0" sldId="257"/>
            <ac:inkMk id="50" creationId="{E15E7527-2939-2047-BD03-49998C56E495}"/>
          </ac:inkMkLst>
        </pc:inkChg>
        <pc:inkChg chg="add topLvl">
          <ac:chgData name="Aggie Menezes" userId="74619c95fa3483c9" providerId="LiveId" clId="{20A26620-95D9-894E-AE55-3DE133FE37BE}" dt="2021-03-06T04:04:31.370" v="1475"/>
          <ac:inkMkLst>
            <pc:docMk/>
            <pc:sldMk cId="0" sldId="257"/>
            <ac:inkMk id="51" creationId="{0EE73FA6-EF81-DC4A-9528-7ACCC6FECEC7}"/>
          </ac:inkMkLst>
        </pc:inkChg>
        <pc:inkChg chg="add topLvl">
          <ac:chgData name="Aggie Menezes" userId="74619c95fa3483c9" providerId="LiveId" clId="{20A26620-95D9-894E-AE55-3DE133FE37BE}" dt="2021-03-09T03:05:42.352" v="1800"/>
          <ac:inkMkLst>
            <pc:docMk/>
            <pc:sldMk cId="0" sldId="257"/>
            <ac:inkMk id="51" creationId="{7A60A92A-A281-FE4B-BBDA-54BA232507BD}"/>
          </ac:inkMkLst>
        </pc:inkChg>
        <pc:inkChg chg="add topLvl">
          <ac:chgData name="Aggie Menezes" userId="74619c95fa3483c9" providerId="LiveId" clId="{20A26620-95D9-894E-AE55-3DE133FE37BE}" dt="2021-03-06T04:04:31.370" v="1475"/>
          <ac:inkMkLst>
            <pc:docMk/>
            <pc:sldMk cId="0" sldId="257"/>
            <ac:inkMk id="52" creationId="{11BC5D7C-B9DC-EA46-AEB6-20797F6870AC}"/>
          </ac:inkMkLst>
        </pc:inkChg>
        <pc:inkChg chg="add">
          <ac:chgData name="Aggie Menezes" userId="74619c95fa3483c9" providerId="LiveId" clId="{20A26620-95D9-894E-AE55-3DE133FE37BE}" dt="2021-03-22T10:47:41.489" v="2577"/>
          <ac:inkMkLst>
            <pc:docMk/>
            <pc:sldMk cId="0" sldId="257"/>
            <ac:inkMk id="52" creationId="{248D73A1-7DFA-1B41-964D-E47D3731EB4E}"/>
          </ac:inkMkLst>
        </pc:inkChg>
        <pc:inkChg chg="add topLvl">
          <ac:chgData name="Aggie Menezes" userId="74619c95fa3483c9" providerId="LiveId" clId="{20A26620-95D9-894E-AE55-3DE133FE37BE}" dt="2021-03-09T03:05:42.352" v="1800"/>
          <ac:inkMkLst>
            <pc:docMk/>
            <pc:sldMk cId="0" sldId="257"/>
            <ac:inkMk id="53" creationId="{5ED0EAF7-94D9-E245-ACE8-0FA211F71044}"/>
          </ac:inkMkLst>
        </pc:inkChg>
        <pc:inkChg chg="add">
          <ac:chgData name="Aggie Menezes" userId="74619c95fa3483c9" providerId="LiveId" clId="{20A26620-95D9-894E-AE55-3DE133FE37BE}" dt="2021-03-22T10:47:42.233" v="2578"/>
          <ac:inkMkLst>
            <pc:docMk/>
            <pc:sldMk cId="0" sldId="257"/>
            <ac:inkMk id="53" creationId="{78E178E1-6DD2-4845-9E2D-E1D34B56D0CA}"/>
          </ac:inkMkLst>
        </pc:inkChg>
        <pc:inkChg chg="add topLvl">
          <ac:chgData name="Aggie Menezes" userId="74619c95fa3483c9" providerId="LiveId" clId="{20A26620-95D9-894E-AE55-3DE133FE37BE}" dt="2021-03-06T04:04:31.370" v="1475"/>
          <ac:inkMkLst>
            <pc:docMk/>
            <pc:sldMk cId="0" sldId="257"/>
            <ac:inkMk id="53" creationId="{CDBC7025-081A-C743-B832-25BE80D1A479}"/>
          </ac:inkMkLst>
        </pc:inkChg>
        <pc:inkChg chg="add">
          <ac:chgData name="Aggie Menezes" userId="74619c95fa3483c9" providerId="LiveId" clId="{20A26620-95D9-894E-AE55-3DE133FE37BE}" dt="2021-03-22T10:47:42.805" v="2579"/>
          <ac:inkMkLst>
            <pc:docMk/>
            <pc:sldMk cId="0" sldId="257"/>
            <ac:inkMk id="54" creationId="{2EA15306-DEB1-9A4A-B36C-90107D9C6BDA}"/>
          </ac:inkMkLst>
        </pc:inkChg>
        <pc:inkChg chg="add topLvl">
          <ac:chgData name="Aggie Menezes" userId="74619c95fa3483c9" providerId="LiveId" clId="{20A26620-95D9-894E-AE55-3DE133FE37BE}" dt="2021-03-09T03:05:42.352" v="1800"/>
          <ac:inkMkLst>
            <pc:docMk/>
            <pc:sldMk cId="0" sldId="257"/>
            <ac:inkMk id="54" creationId="{73BBFBB2-7426-C445-ACCE-93527CEA4C3B}"/>
          </ac:inkMkLst>
        </pc:inkChg>
        <pc:inkChg chg="add topLvl">
          <ac:chgData name="Aggie Menezes" userId="74619c95fa3483c9" providerId="LiveId" clId="{20A26620-95D9-894E-AE55-3DE133FE37BE}" dt="2021-03-06T04:04:31.370" v="1475"/>
          <ac:inkMkLst>
            <pc:docMk/>
            <pc:sldMk cId="0" sldId="257"/>
            <ac:inkMk id="55" creationId="{A025BA40-FEB7-7D41-9384-F6504DCF96E8}"/>
          </ac:inkMkLst>
        </pc:inkChg>
        <pc:inkChg chg="add">
          <ac:chgData name="Aggie Menezes" userId="74619c95fa3483c9" providerId="LiveId" clId="{20A26620-95D9-894E-AE55-3DE133FE37BE}" dt="2021-03-22T10:47:43.523" v="2580"/>
          <ac:inkMkLst>
            <pc:docMk/>
            <pc:sldMk cId="0" sldId="257"/>
            <ac:inkMk id="55" creationId="{EC131219-6373-984A-8FD0-0ADFD5F01E37}"/>
          </ac:inkMkLst>
        </pc:inkChg>
        <pc:inkChg chg="add topLvl">
          <ac:chgData name="Aggie Menezes" userId="74619c95fa3483c9" providerId="LiveId" clId="{20A26620-95D9-894E-AE55-3DE133FE37BE}" dt="2021-03-09T03:05:42.352" v="1800"/>
          <ac:inkMkLst>
            <pc:docMk/>
            <pc:sldMk cId="0" sldId="257"/>
            <ac:inkMk id="56" creationId="{15732B4F-86E4-364C-8343-49FC79C3CD09}"/>
          </ac:inkMkLst>
        </pc:inkChg>
        <pc:inkChg chg="add">
          <ac:chgData name="Aggie Menezes" userId="74619c95fa3483c9" providerId="LiveId" clId="{20A26620-95D9-894E-AE55-3DE133FE37BE}" dt="2021-03-22T10:47:44.199" v="2581"/>
          <ac:inkMkLst>
            <pc:docMk/>
            <pc:sldMk cId="0" sldId="257"/>
            <ac:inkMk id="56" creationId="{28EB2F6A-798B-C847-AC1D-CAAA53F20F7B}"/>
          </ac:inkMkLst>
        </pc:inkChg>
        <pc:inkChg chg="add topLvl">
          <ac:chgData name="Aggie Menezes" userId="74619c95fa3483c9" providerId="LiveId" clId="{20A26620-95D9-894E-AE55-3DE133FE37BE}" dt="2021-03-06T04:04:31.370" v="1475"/>
          <ac:inkMkLst>
            <pc:docMk/>
            <pc:sldMk cId="0" sldId="257"/>
            <ac:inkMk id="56" creationId="{4D616628-57AA-5049-AF90-96624275727F}"/>
          </ac:inkMkLst>
        </pc:inkChg>
        <pc:inkChg chg="add">
          <ac:chgData name="Aggie Menezes" userId="74619c95fa3483c9" providerId="LiveId" clId="{20A26620-95D9-894E-AE55-3DE133FE37BE}" dt="2021-03-22T10:47:44.867" v="2582"/>
          <ac:inkMkLst>
            <pc:docMk/>
            <pc:sldMk cId="0" sldId="257"/>
            <ac:inkMk id="57" creationId="{28CC3764-7468-A644-BC53-6F32B1034D81}"/>
          </ac:inkMkLst>
        </pc:inkChg>
        <pc:inkChg chg="add topLvl">
          <ac:chgData name="Aggie Menezes" userId="74619c95fa3483c9" providerId="LiveId" clId="{20A26620-95D9-894E-AE55-3DE133FE37BE}" dt="2021-03-06T04:04:31.370" v="1475"/>
          <ac:inkMkLst>
            <pc:docMk/>
            <pc:sldMk cId="0" sldId="257"/>
            <ac:inkMk id="57" creationId="{5F4BA892-93EC-8942-B378-770DE446312F}"/>
          </ac:inkMkLst>
        </pc:inkChg>
        <pc:inkChg chg="add topLvl">
          <ac:chgData name="Aggie Menezes" userId="74619c95fa3483c9" providerId="LiveId" clId="{20A26620-95D9-894E-AE55-3DE133FE37BE}" dt="2021-03-09T03:05:42.352" v="1800"/>
          <ac:inkMkLst>
            <pc:docMk/>
            <pc:sldMk cId="0" sldId="257"/>
            <ac:inkMk id="57" creationId="{FD7C84B9-2414-9B4F-BC97-7E316E46C98A}"/>
          </ac:inkMkLst>
        </pc:inkChg>
        <pc:inkChg chg="add topLvl">
          <ac:chgData name="Aggie Menezes" userId="74619c95fa3483c9" providerId="LiveId" clId="{20A26620-95D9-894E-AE55-3DE133FE37BE}" dt="2021-03-06T04:04:31.370" v="1475"/>
          <ac:inkMkLst>
            <pc:docMk/>
            <pc:sldMk cId="0" sldId="257"/>
            <ac:inkMk id="58" creationId="{265D20BD-E6FE-DF4A-9D1C-C4F5E90B8CB6}"/>
          </ac:inkMkLst>
        </pc:inkChg>
        <pc:inkChg chg="add topLvl">
          <ac:chgData name="Aggie Menezes" userId="74619c95fa3483c9" providerId="LiveId" clId="{20A26620-95D9-894E-AE55-3DE133FE37BE}" dt="2021-03-09T03:02:20.505" v="1761"/>
          <ac:inkMkLst>
            <pc:docMk/>
            <pc:sldMk cId="0" sldId="257"/>
            <ac:inkMk id="59" creationId="{5FE6EEEE-496A-B846-9A89-49AF463D97B6}"/>
          </ac:inkMkLst>
        </pc:inkChg>
        <pc:inkChg chg="add topLvl">
          <ac:chgData name="Aggie Menezes" userId="74619c95fa3483c9" providerId="LiveId" clId="{20A26620-95D9-894E-AE55-3DE133FE37BE}" dt="2021-03-22T10:48:03.116" v="2595"/>
          <ac:inkMkLst>
            <pc:docMk/>
            <pc:sldMk cId="0" sldId="257"/>
            <ac:inkMk id="60" creationId="{3AE5DA1D-FF12-CD4A-9CBA-E5418DB9E7B3}"/>
          </ac:inkMkLst>
        </pc:inkChg>
        <pc:inkChg chg="add topLvl">
          <ac:chgData name="Aggie Menezes" userId="74619c95fa3483c9" providerId="LiveId" clId="{20A26620-95D9-894E-AE55-3DE133FE37BE}" dt="2021-03-06T04:04:31.370" v="1475"/>
          <ac:inkMkLst>
            <pc:docMk/>
            <pc:sldMk cId="0" sldId="257"/>
            <ac:inkMk id="60" creationId="{9F202005-00C0-4E46-8707-1A7C971E3349}"/>
          </ac:inkMkLst>
        </pc:inkChg>
        <pc:inkChg chg="add topLvl">
          <ac:chgData name="Aggie Menezes" userId="74619c95fa3483c9" providerId="LiveId" clId="{20A26620-95D9-894E-AE55-3DE133FE37BE}" dt="2021-03-06T04:04:31.370" v="1475"/>
          <ac:inkMkLst>
            <pc:docMk/>
            <pc:sldMk cId="0" sldId="257"/>
            <ac:inkMk id="61" creationId="{013E123D-6E92-EF41-B613-6DF7A92B1381}"/>
          </ac:inkMkLst>
        </pc:inkChg>
        <pc:inkChg chg="add topLvl">
          <ac:chgData name="Aggie Menezes" userId="74619c95fa3483c9" providerId="LiveId" clId="{20A26620-95D9-894E-AE55-3DE133FE37BE}" dt="2021-03-22T10:48:03.116" v="2595"/>
          <ac:inkMkLst>
            <pc:docMk/>
            <pc:sldMk cId="0" sldId="257"/>
            <ac:inkMk id="61" creationId="{766211F7-F38C-F041-B819-F570BCAFC5FF}"/>
          </ac:inkMkLst>
        </pc:inkChg>
        <pc:inkChg chg="add topLvl">
          <ac:chgData name="Aggie Menezes" userId="74619c95fa3483c9" providerId="LiveId" clId="{20A26620-95D9-894E-AE55-3DE133FE37BE}" dt="2021-03-09T03:05:42.352" v="1800"/>
          <ac:inkMkLst>
            <pc:docMk/>
            <pc:sldMk cId="0" sldId="257"/>
            <ac:inkMk id="61" creationId="{FA147C73-D008-6344-8662-FC8439E7BCC0}"/>
          </ac:inkMkLst>
        </pc:inkChg>
        <pc:inkChg chg="add topLvl">
          <ac:chgData name="Aggie Menezes" userId="74619c95fa3483c9" providerId="LiveId" clId="{20A26620-95D9-894E-AE55-3DE133FE37BE}" dt="2021-03-22T10:48:03.116" v="2595"/>
          <ac:inkMkLst>
            <pc:docMk/>
            <pc:sldMk cId="0" sldId="257"/>
            <ac:inkMk id="62" creationId="{7290FD2E-E459-3B4A-A04C-A954DD9B1227}"/>
          </ac:inkMkLst>
        </pc:inkChg>
        <pc:inkChg chg="add topLvl">
          <ac:chgData name="Aggie Menezes" userId="74619c95fa3483c9" providerId="LiveId" clId="{20A26620-95D9-894E-AE55-3DE133FE37BE}" dt="2021-03-06T04:04:31.370" v="1475"/>
          <ac:inkMkLst>
            <pc:docMk/>
            <pc:sldMk cId="0" sldId="257"/>
            <ac:inkMk id="62" creationId="{8B2262B1-5B83-D241-AF1A-C8A10E52F487}"/>
          </ac:inkMkLst>
        </pc:inkChg>
        <pc:inkChg chg="add topLvl">
          <ac:chgData name="Aggie Menezes" userId="74619c95fa3483c9" providerId="LiveId" clId="{20A26620-95D9-894E-AE55-3DE133FE37BE}" dt="2021-03-09T03:05:42.352" v="1800"/>
          <ac:inkMkLst>
            <pc:docMk/>
            <pc:sldMk cId="0" sldId="257"/>
            <ac:inkMk id="62" creationId="{A0939036-74B6-5045-A0B2-72A68182BA5F}"/>
          </ac:inkMkLst>
        </pc:inkChg>
        <pc:inkChg chg="add topLvl">
          <ac:chgData name="Aggie Menezes" userId="74619c95fa3483c9" providerId="LiveId" clId="{20A26620-95D9-894E-AE55-3DE133FE37BE}" dt="2021-03-09T03:05:42.352" v="1800"/>
          <ac:inkMkLst>
            <pc:docMk/>
            <pc:sldMk cId="0" sldId="257"/>
            <ac:inkMk id="63" creationId="{150740D1-08AB-3B40-9AFC-5FE5484C3A03}"/>
          </ac:inkMkLst>
        </pc:inkChg>
        <pc:inkChg chg="add topLvl">
          <ac:chgData name="Aggie Menezes" userId="74619c95fa3483c9" providerId="LiveId" clId="{20A26620-95D9-894E-AE55-3DE133FE37BE}" dt="2021-03-22T10:48:03.116" v="2595"/>
          <ac:inkMkLst>
            <pc:docMk/>
            <pc:sldMk cId="0" sldId="257"/>
            <ac:inkMk id="63" creationId="{2B5EB9B0-C05B-D347-BE40-50DA76BDFC8B}"/>
          </ac:inkMkLst>
        </pc:inkChg>
        <pc:inkChg chg="add topLvl">
          <ac:chgData name="Aggie Menezes" userId="74619c95fa3483c9" providerId="LiveId" clId="{20A26620-95D9-894E-AE55-3DE133FE37BE}" dt="2021-03-06T04:04:31.370" v="1475"/>
          <ac:inkMkLst>
            <pc:docMk/>
            <pc:sldMk cId="0" sldId="257"/>
            <ac:inkMk id="63" creationId="{EC4DF7CA-CE7A-1549-9B62-B7E744A80E64}"/>
          </ac:inkMkLst>
        </pc:inkChg>
        <pc:inkChg chg="add topLvl">
          <ac:chgData name="Aggie Menezes" userId="74619c95fa3483c9" providerId="LiveId" clId="{20A26620-95D9-894E-AE55-3DE133FE37BE}" dt="2021-03-09T03:05:42.352" v="1800"/>
          <ac:inkMkLst>
            <pc:docMk/>
            <pc:sldMk cId="0" sldId="257"/>
            <ac:inkMk id="64" creationId="{0F41832C-4336-5B4D-86F4-667902B801B7}"/>
          </ac:inkMkLst>
        </pc:inkChg>
        <pc:inkChg chg="add">
          <ac:chgData name="Aggie Menezes" userId="74619c95fa3483c9" providerId="LiveId" clId="{20A26620-95D9-894E-AE55-3DE133FE37BE}" dt="2021-03-06T04:04:29.156" v="1469"/>
          <ac:inkMkLst>
            <pc:docMk/>
            <pc:sldMk cId="0" sldId="257"/>
            <ac:inkMk id="65" creationId="{216C3FE1-FA78-6446-B8B6-FDA9B1A808FF}"/>
          </ac:inkMkLst>
        </pc:inkChg>
        <pc:inkChg chg="add">
          <ac:chgData name="Aggie Menezes" userId="74619c95fa3483c9" providerId="LiveId" clId="{20A26620-95D9-894E-AE55-3DE133FE37BE}" dt="2021-03-22T10:47:59.327" v="2589"/>
          <ac:inkMkLst>
            <pc:docMk/>
            <pc:sldMk cId="0" sldId="257"/>
            <ac:inkMk id="65" creationId="{A0E76BCF-1CE7-EE45-B778-05DA0B936656}"/>
          </ac:inkMkLst>
        </pc:inkChg>
        <pc:inkChg chg="add">
          <ac:chgData name="Aggie Menezes" userId="74619c95fa3483c9" providerId="LiveId" clId="{20A26620-95D9-894E-AE55-3DE133FE37BE}" dt="2021-03-06T04:04:29.668" v="1470"/>
          <ac:inkMkLst>
            <pc:docMk/>
            <pc:sldMk cId="0" sldId="257"/>
            <ac:inkMk id="66" creationId="{05690854-35C0-4042-92F6-94B47CB77F17}"/>
          </ac:inkMkLst>
        </pc:inkChg>
        <pc:inkChg chg="add">
          <ac:chgData name="Aggie Menezes" userId="74619c95fa3483c9" providerId="LiveId" clId="{20A26620-95D9-894E-AE55-3DE133FE37BE}" dt="2021-03-22T10:48:00.013" v="2590"/>
          <ac:inkMkLst>
            <pc:docMk/>
            <pc:sldMk cId="0" sldId="257"/>
            <ac:inkMk id="66" creationId="{E18549D5-FAD6-9547-A6EB-EF500CAF8064}"/>
          </ac:inkMkLst>
        </pc:inkChg>
        <pc:inkChg chg="add topLvl">
          <ac:chgData name="Aggie Menezes" userId="74619c95fa3483c9" providerId="LiveId" clId="{20A26620-95D9-894E-AE55-3DE133FE37BE}" dt="2021-03-09T03:05:42.352" v="1800"/>
          <ac:inkMkLst>
            <pc:docMk/>
            <pc:sldMk cId="0" sldId="257"/>
            <ac:inkMk id="66" creationId="{F70C3BB3-3A70-764F-A974-A72E92EE549B}"/>
          </ac:inkMkLst>
        </pc:inkChg>
        <pc:inkChg chg="add topLvl">
          <ac:chgData name="Aggie Menezes" userId="74619c95fa3483c9" providerId="LiveId" clId="{20A26620-95D9-894E-AE55-3DE133FE37BE}" dt="2021-03-09T03:05:42.352" v="1800"/>
          <ac:inkMkLst>
            <pc:docMk/>
            <pc:sldMk cId="0" sldId="257"/>
            <ac:inkMk id="67" creationId="{2B3698E0-BAB4-0C4B-BCA3-276DC1019F33}"/>
          </ac:inkMkLst>
        </pc:inkChg>
        <pc:inkChg chg="add">
          <ac:chgData name="Aggie Menezes" userId="74619c95fa3483c9" providerId="LiveId" clId="{20A26620-95D9-894E-AE55-3DE133FE37BE}" dt="2021-03-06T04:04:30.022" v="1471"/>
          <ac:inkMkLst>
            <pc:docMk/>
            <pc:sldMk cId="0" sldId="257"/>
            <ac:inkMk id="67" creationId="{56D218FB-9D53-8142-8BA3-F45D2715C197}"/>
          </ac:inkMkLst>
        </pc:inkChg>
        <pc:inkChg chg="add">
          <ac:chgData name="Aggie Menezes" userId="74619c95fa3483c9" providerId="LiveId" clId="{20A26620-95D9-894E-AE55-3DE133FE37BE}" dt="2021-03-22T10:48:00.469" v="2591"/>
          <ac:inkMkLst>
            <pc:docMk/>
            <pc:sldMk cId="0" sldId="257"/>
            <ac:inkMk id="67" creationId="{7BCC374B-2148-5345-A74A-F520A7128170}"/>
          </ac:inkMkLst>
        </pc:inkChg>
        <pc:inkChg chg="add">
          <ac:chgData name="Aggie Menezes" userId="74619c95fa3483c9" providerId="LiveId" clId="{20A26620-95D9-894E-AE55-3DE133FE37BE}" dt="2021-03-22T10:48:01.248" v="2592"/>
          <ac:inkMkLst>
            <pc:docMk/>
            <pc:sldMk cId="0" sldId="257"/>
            <ac:inkMk id="68" creationId="{B83152E7-7D37-F848-9C6D-24082483C839}"/>
          </ac:inkMkLst>
        </pc:inkChg>
        <pc:inkChg chg="add">
          <ac:chgData name="Aggie Menezes" userId="74619c95fa3483c9" providerId="LiveId" clId="{20A26620-95D9-894E-AE55-3DE133FE37BE}" dt="2021-03-06T04:04:30.343" v="1472"/>
          <ac:inkMkLst>
            <pc:docMk/>
            <pc:sldMk cId="0" sldId="257"/>
            <ac:inkMk id="68" creationId="{F588C0A5-15B5-3C46-AC92-3924380397C2}"/>
          </ac:inkMkLst>
        </pc:inkChg>
        <pc:inkChg chg="add topLvl">
          <ac:chgData name="Aggie Menezes" userId="74619c95fa3483c9" providerId="LiveId" clId="{20A26620-95D9-894E-AE55-3DE133FE37BE}" dt="2021-03-09T03:05:42.352" v="1800"/>
          <ac:inkMkLst>
            <pc:docMk/>
            <pc:sldMk cId="0" sldId="257"/>
            <ac:inkMk id="68" creationId="{F698F9D8-F030-244B-95A1-1934B0BC191A}"/>
          </ac:inkMkLst>
        </pc:inkChg>
        <pc:inkChg chg="add">
          <ac:chgData name="Aggie Menezes" userId="74619c95fa3483c9" providerId="LiveId" clId="{20A26620-95D9-894E-AE55-3DE133FE37BE}" dt="2021-03-22T10:48:01.703" v="2593"/>
          <ac:inkMkLst>
            <pc:docMk/>
            <pc:sldMk cId="0" sldId="257"/>
            <ac:inkMk id="69" creationId="{100D5CC3-FB27-4841-9DD8-E7FEA966BCDE}"/>
          </ac:inkMkLst>
        </pc:inkChg>
        <pc:inkChg chg="add">
          <ac:chgData name="Aggie Menezes" userId="74619c95fa3483c9" providerId="LiveId" clId="{20A26620-95D9-894E-AE55-3DE133FE37BE}" dt="2021-03-06T04:04:30.488" v="1473"/>
          <ac:inkMkLst>
            <pc:docMk/>
            <pc:sldMk cId="0" sldId="257"/>
            <ac:inkMk id="69" creationId="{3B585D82-7AF3-064E-AFEC-4B7A6070BA06}"/>
          </ac:inkMkLst>
        </pc:inkChg>
        <pc:inkChg chg="add topLvl">
          <ac:chgData name="Aggie Menezes" userId="74619c95fa3483c9" providerId="LiveId" clId="{20A26620-95D9-894E-AE55-3DE133FE37BE}" dt="2021-03-09T03:05:42.352" v="1800"/>
          <ac:inkMkLst>
            <pc:docMk/>
            <pc:sldMk cId="0" sldId="257"/>
            <ac:inkMk id="69" creationId="{4A7F99AF-8AB4-6C46-9111-BD1E52E2462B}"/>
          </ac:inkMkLst>
        </pc:inkChg>
        <pc:inkChg chg="add topLvl">
          <ac:chgData name="Aggie Menezes" userId="74619c95fa3483c9" providerId="LiveId" clId="{20A26620-95D9-894E-AE55-3DE133FE37BE}" dt="2021-03-09T03:05:42.352" v="1800"/>
          <ac:inkMkLst>
            <pc:docMk/>
            <pc:sldMk cId="0" sldId="257"/>
            <ac:inkMk id="70" creationId="{001B991B-5C5C-F846-97BD-B6EF0FED06CB}"/>
          </ac:inkMkLst>
        </pc:inkChg>
        <pc:inkChg chg="add">
          <ac:chgData name="Aggie Menezes" userId="74619c95fa3483c9" providerId="LiveId" clId="{20A26620-95D9-894E-AE55-3DE133FE37BE}" dt="2021-03-22T10:48:02.152" v="2594"/>
          <ac:inkMkLst>
            <pc:docMk/>
            <pc:sldMk cId="0" sldId="257"/>
            <ac:inkMk id="70" creationId="{2091C626-6AE2-5749-9FFE-D28A23D0ECF6}"/>
          </ac:inkMkLst>
        </pc:inkChg>
        <pc:inkChg chg="add">
          <ac:chgData name="Aggie Menezes" userId="74619c95fa3483c9" providerId="LiveId" clId="{20A26620-95D9-894E-AE55-3DE133FE37BE}" dt="2021-03-06T04:04:30.739" v="1474"/>
          <ac:inkMkLst>
            <pc:docMk/>
            <pc:sldMk cId="0" sldId="257"/>
            <ac:inkMk id="70" creationId="{B455F8B4-8257-2145-B50E-E41B11CD9AF5}"/>
          </ac:inkMkLst>
        </pc:inkChg>
        <pc:inkChg chg="add topLvl">
          <ac:chgData name="Aggie Menezes" userId="74619c95fa3483c9" providerId="LiveId" clId="{20A26620-95D9-894E-AE55-3DE133FE37BE}" dt="2021-03-09T03:06:35.469" v="1819"/>
          <ac:inkMkLst>
            <pc:docMk/>
            <pc:sldMk cId="0" sldId="257"/>
            <ac:inkMk id="72" creationId="{A2A84022-A0F0-B248-840B-E0C8EB475D96}"/>
          </ac:inkMkLst>
        </pc:inkChg>
        <pc:inkChg chg="add">
          <ac:chgData name="Aggie Menezes" userId="74619c95fa3483c9" providerId="LiveId" clId="{20A26620-95D9-894E-AE55-3DE133FE37BE}" dt="2021-03-06T04:05:10.315" v="1476"/>
          <ac:inkMkLst>
            <pc:docMk/>
            <pc:sldMk cId="0" sldId="257"/>
            <ac:inkMk id="72" creationId="{B9F3096C-C6D3-004B-91DC-10A1860F8977}"/>
          </ac:inkMkLst>
        </pc:inkChg>
        <pc:inkChg chg="add topLvl">
          <ac:chgData name="Aggie Menezes" userId="74619c95fa3483c9" providerId="LiveId" clId="{20A26620-95D9-894E-AE55-3DE133FE37BE}" dt="2021-03-09T03:06:35.469" v="1819"/>
          <ac:inkMkLst>
            <pc:docMk/>
            <pc:sldMk cId="0" sldId="257"/>
            <ac:inkMk id="73" creationId="{24ED0539-B044-4046-BA93-CAE72AD1EED6}"/>
          </ac:inkMkLst>
        </pc:inkChg>
        <pc:inkChg chg="add">
          <ac:chgData name="Aggie Menezes" userId="74619c95fa3483c9" providerId="LiveId" clId="{20A26620-95D9-894E-AE55-3DE133FE37BE}" dt="2021-03-06T04:05:11.024" v="1477"/>
          <ac:inkMkLst>
            <pc:docMk/>
            <pc:sldMk cId="0" sldId="257"/>
            <ac:inkMk id="73" creationId="{F8BD6ED8-4233-5142-A733-DEF5D4EB6E65}"/>
          </ac:inkMkLst>
        </pc:inkChg>
        <pc:inkChg chg="add">
          <ac:chgData name="Aggie Menezes" userId="74619c95fa3483c9" providerId="LiveId" clId="{20A26620-95D9-894E-AE55-3DE133FE37BE}" dt="2021-03-06T04:05:11.602" v="1478"/>
          <ac:inkMkLst>
            <pc:docMk/>
            <pc:sldMk cId="0" sldId="257"/>
            <ac:inkMk id="74" creationId="{872FBB52-0F34-A94C-86CA-252B72C9D06E}"/>
          </ac:inkMkLst>
        </pc:inkChg>
        <pc:inkChg chg="add topLvl">
          <ac:chgData name="Aggie Menezes" userId="74619c95fa3483c9" providerId="LiveId" clId="{20A26620-95D9-894E-AE55-3DE133FE37BE}" dt="2021-03-09T03:06:35.469" v="1819"/>
          <ac:inkMkLst>
            <pc:docMk/>
            <pc:sldMk cId="0" sldId="257"/>
            <ac:inkMk id="74" creationId="{F1695EB2-BD5A-3746-AF02-70F0447310ED}"/>
          </ac:inkMkLst>
        </pc:inkChg>
        <pc:inkChg chg="add topLvl">
          <ac:chgData name="Aggie Menezes" userId="74619c95fa3483c9" providerId="LiveId" clId="{20A26620-95D9-894E-AE55-3DE133FE37BE}" dt="2021-03-09T03:06:35.469" v="1819"/>
          <ac:inkMkLst>
            <pc:docMk/>
            <pc:sldMk cId="0" sldId="257"/>
            <ac:inkMk id="75" creationId="{DA96BD3A-7DD5-3442-9BE8-240C3C993B4A}"/>
          </ac:inkMkLst>
        </pc:inkChg>
        <pc:inkChg chg="add topLvl">
          <ac:chgData name="Aggie Menezes" userId="74619c95fa3483c9" providerId="LiveId" clId="{20A26620-95D9-894E-AE55-3DE133FE37BE}" dt="2021-03-09T03:06:35.469" v="1819"/>
          <ac:inkMkLst>
            <pc:docMk/>
            <pc:sldMk cId="0" sldId="257"/>
            <ac:inkMk id="76" creationId="{FD7E3271-00CD-D948-A592-184415A821F8}"/>
          </ac:inkMkLst>
        </pc:inkChg>
        <pc:inkChg chg="add topLvl">
          <ac:chgData name="Aggie Menezes" userId="74619c95fa3483c9" providerId="LiveId" clId="{20A26620-95D9-894E-AE55-3DE133FE37BE}" dt="2021-03-09T03:06:35.469" v="1819"/>
          <ac:inkMkLst>
            <pc:docMk/>
            <pc:sldMk cId="0" sldId="257"/>
            <ac:inkMk id="78" creationId="{C3D968D6-6EA6-5842-BF79-12BD9CC2805F}"/>
          </ac:inkMkLst>
        </pc:inkChg>
        <pc:inkChg chg="add topLvl">
          <ac:chgData name="Aggie Menezes" userId="74619c95fa3483c9" providerId="LiveId" clId="{20A26620-95D9-894E-AE55-3DE133FE37BE}" dt="2021-03-09T03:06:35.469" v="1819"/>
          <ac:inkMkLst>
            <pc:docMk/>
            <pc:sldMk cId="0" sldId="257"/>
            <ac:inkMk id="81" creationId="{912C63F3-EF66-FE46-AC1B-3920EC1DE59A}"/>
          </ac:inkMkLst>
        </pc:inkChg>
        <pc:inkChg chg="add topLvl">
          <ac:chgData name="Aggie Menezes" userId="74619c95fa3483c9" providerId="LiveId" clId="{20A26620-95D9-894E-AE55-3DE133FE37BE}" dt="2021-03-09T03:06:35.469" v="1819"/>
          <ac:inkMkLst>
            <pc:docMk/>
            <pc:sldMk cId="0" sldId="257"/>
            <ac:inkMk id="82" creationId="{5734DAE4-EC99-6840-8CD7-A922C6407978}"/>
          </ac:inkMkLst>
        </pc:inkChg>
        <pc:inkChg chg="add topLvl">
          <ac:chgData name="Aggie Menezes" userId="74619c95fa3483c9" providerId="LiveId" clId="{20A26620-95D9-894E-AE55-3DE133FE37BE}" dt="2021-03-09T03:06:35.469" v="1819"/>
          <ac:inkMkLst>
            <pc:docMk/>
            <pc:sldMk cId="0" sldId="257"/>
            <ac:inkMk id="83" creationId="{9447DEEF-247B-2A4F-944F-C9B415ECBDF2}"/>
          </ac:inkMkLst>
        </pc:inkChg>
        <pc:inkChg chg="add topLvl">
          <ac:chgData name="Aggie Menezes" userId="74619c95fa3483c9" providerId="LiveId" clId="{20A26620-95D9-894E-AE55-3DE133FE37BE}" dt="2021-03-09T03:06:35.469" v="1819"/>
          <ac:inkMkLst>
            <pc:docMk/>
            <pc:sldMk cId="0" sldId="257"/>
            <ac:inkMk id="90" creationId="{99F8BF8E-DDA9-B54A-ABA7-35FD90B1383A}"/>
          </ac:inkMkLst>
        </pc:inkChg>
        <pc:inkChg chg="add topLvl">
          <ac:chgData name="Aggie Menezes" userId="74619c95fa3483c9" providerId="LiveId" clId="{20A26620-95D9-894E-AE55-3DE133FE37BE}" dt="2021-03-09T03:06:35.469" v="1819"/>
          <ac:inkMkLst>
            <pc:docMk/>
            <pc:sldMk cId="0" sldId="257"/>
            <ac:inkMk id="91" creationId="{A08C5621-C3AB-D14D-A81F-4C6860AEA965}"/>
          </ac:inkMkLst>
        </pc:inkChg>
        <pc:inkChg chg="add topLvl">
          <ac:chgData name="Aggie Menezes" userId="74619c95fa3483c9" providerId="LiveId" clId="{20A26620-95D9-894E-AE55-3DE133FE37BE}" dt="2021-03-09T03:06:35.469" v="1819"/>
          <ac:inkMkLst>
            <pc:docMk/>
            <pc:sldMk cId="0" sldId="257"/>
            <ac:inkMk id="93" creationId="{B63BE9D6-9EA1-CC44-9CCC-34FEA520CDD4}"/>
          </ac:inkMkLst>
        </pc:inkChg>
        <pc:inkChg chg="add topLvl">
          <ac:chgData name="Aggie Menezes" userId="74619c95fa3483c9" providerId="LiveId" clId="{20A26620-95D9-894E-AE55-3DE133FE37BE}" dt="2021-03-09T03:05:42.352" v="1800"/>
          <ac:inkMkLst>
            <pc:docMk/>
            <pc:sldMk cId="0" sldId="257"/>
            <ac:inkMk id="95" creationId="{8A3288CC-2028-134F-A709-5F245A492B08}"/>
          </ac:inkMkLst>
        </pc:inkChg>
        <pc:inkChg chg="add topLvl">
          <ac:chgData name="Aggie Menezes" userId="74619c95fa3483c9" providerId="LiveId" clId="{20A26620-95D9-894E-AE55-3DE133FE37BE}" dt="2021-03-09T03:05:42.352" v="1800"/>
          <ac:inkMkLst>
            <pc:docMk/>
            <pc:sldMk cId="0" sldId="257"/>
            <ac:inkMk id="96" creationId="{615CBE18-1BC1-894A-9B67-5E3014FE7B11}"/>
          </ac:inkMkLst>
        </pc:inkChg>
        <pc:inkChg chg="add topLvl">
          <ac:chgData name="Aggie Menezes" userId="74619c95fa3483c9" providerId="LiveId" clId="{20A26620-95D9-894E-AE55-3DE133FE37BE}" dt="2021-03-09T03:05:42.352" v="1800"/>
          <ac:inkMkLst>
            <pc:docMk/>
            <pc:sldMk cId="0" sldId="257"/>
            <ac:inkMk id="97" creationId="{5D6BCCEC-454B-444C-B393-A9C0025DC9B8}"/>
          </ac:inkMkLst>
        </pc:inkChg>
        <pc:inkChg chg="add topLvl">
          <ac:chgData name="Aggie Menezes" userId="74619c95fa3483c9" providerId="LiveId" clId="{20A26620-95D9-894E-AE55-3DE133FE37BE}" dt="2021-03-09T03:05:42.352" v="1800"/>
          <ac:inkMkLst>
            <pc:docMk/>
            <pc:sldMk cId="0" sldId="257"/>
            <ac:inkMk id="99" creationId="{11F30A6A-A255-DA4D-859E-741619F147CA}"/>
          </ac:inkMkLst>
        </pc:inkChg>
        <pc:inkChg chg="add topLvl">
          <ac:chgData name="Aggie Menezes" userId="74619c95fa3483c9" providerId="LiveId" clId="{20A26620-95D9-894E-AE55-3DE133FE37BE}" dt="2021-03-09T03:05:42.352" v="1800"/>
          <ac:inkMkLst>
            <pc:docMk/>
            <pc:sldMk cId="0" sldId="257"/>
            <ac:inkMk id="100" creationId="{4FF71D0B-2D6A-FA45-82B8-1E9BD388F90E}"/>
          </ac:inkMkLst>
        </pc:inkChg>
        <pc:inkChg chg="add topLvl">
          <ac:chgData name="Aggie Menezes" userId="74619c95fa3483c9" providerId="LiveId" clId="{20A26620-95D9-894E-AE55-3DE133FE37BE}" dt="2021-03-09T03:05:42.352" v="1800"/>
          <ac:inkMkLst>
            <pc:docMk/>
            <pc:sldMk cId="0" sldId="257"/>
            <ac:inkMk id="101" creationId="{ED93738E-456C-D640-B882-23154347B1FB}"/>
          </ac:inkMkLst>
        </pc:inkChg>
        <pc:inkChg chg="add topLvl">
          <ac:chgData name="Aggie Menezes" userId="74619c95fa3483c9" providerId="LiveId" clId="{20A26620-95D9-894E-AE55-3DE133FE37BE}" dt="2021-03-09T03:05:42.352" v="1800"/>
          <ac:inkMkLst>
            <pc:docMk/>
            <pc:sldMk cId="0" sldId="257"/>
            <ac:inkMk id="102" creationId="{08CB95CF-C601-F44D-9408-A799888AE843}"/>
          </ac:inkMkLst>
        </pc:inkChg>
        <pc:inkChg chg="add topLvl">
          <ac:chgData name="Aggie Menezes" userId="74619c95fa3483c9" providerId="LiveId" clId="{20A26620-95D9-894E-AE55-3DE133FE37BE}" dt="2021-03-09T03:05:42.352" v="1800"/>
          <ac:inkMkLst>
            <pc:docMk/>
            <pc:sldMk cId="0" sldId="257"/>
            <ac:inkMk id="103" creationId="{29EC95F2-C1EC-ED43-A912-137ECB68423C}"/>
          </ac:inkMkLst>
        </pc:inkChg>
        <pc:inkChg chg="add topLvl">
          <ac:chgData name="Aggie Menezes" userId="74619c95fa3483c9" providerId="LiveId" clId="{20A26620-95D9-894E-AE55-3DE133FE37BE}" dt="2021-03-09T03:05:42.352" v="1800"/>
          <ac:inkMkLst>
            <pc:docMk/>
            <pc:sldMk cId="0" sldId="257"/>
            <ac:inkMk id="105" creationId="{519E7F4E-7D88-DA45-874F-BD95D13416B7}"/>
          </ac:inkMkLst>
        </pc:inkChg>
        <pc:inkChg chg="add">
          <ac:chgData name="Aggie Menezes" userId="74619c95fa3483c9" providerId="LiveId" clId="{20A26620-95D9-894E-AE55-3DE133FE37BE}" dt="2021-03-09T03:04:49.986" v="1789"/>
          <ac:inkMkLst>
            <pc:docMk/>
            <pc:sldMk cId="0" sldId="257"/>
            <ac:inkMk id="107" creationId="{3B1AE6C7-522F-7D45-9014-0A805C6C7AA0}"/>
          </ac:inkMkLst>
        </pc:inkChg>
        <pc:inkChg chg="add">
          <ac:chgData name="Aggie Menezes" userId="74619c95fa3483c9" providerId="LiveId" clId="{20A26620-95D9-894E-AE55-3DE133FE37BE}" dt="2021-03-09T03:04:52.942" v="1790"/>
          <ac:inkMkLst>
            <pc:docMk/>
            <pc:sldMk cId="0" sldId="257"/>
            <ac:inkMk id="108" creationId="{AAC4A30A-BC29-3049-98E3-B8A02251F36D}"/>
          </ac:inkMkLst>
        </pc:inkChg>
        <pc:inkChg chg="add topLvl">
          <ac:chgData name="Aggie Menezes" userId="74619c95fa3483c9" providerId="LiveId" clId="{20A26620-95D9-894E-AE55-3DE133FE37BE}" dt="2021-03-09T03:05:42.352" v="1800"/>
          <ac:inkMkLst>
            <pc:docMk/>
            <pc:sldMk cId="0" sldId="257"/>
            <ac:inkMk id="110" creationId="{35C963FE-E2B7-F443-8EF9-537B6E436169}"/>
          </ac:inkMkLst>
        </pc:inkChg>
        <pc:inkChg chg="add topLvl">
          <ac:chgData name="Aggie Menezes" userId="74619c95fa3483c9" providerId="LiveId" clId="{20A26620-95D9-894E-AE55-3DE133FE37BE}" dt="2021-03-09T03:05:42.352" v="1800"/>
          <ac:inkMkLst>
            <pc:docMk/>
            <pc:sldMk cId="0" sldId="257"/>
            <ac:inkMk id="111" creationId="{7AF1B9DC-A0D5-874A-8E7B-20CCA85DE191}"/>
          </ac:inkMkLst>
        </pc:inkChg>
        <pc:inkChg chg="add topLvl">
          <ac:chgData name="Aggie Menezes" userId="74619c95fa3483c9" providerId="LiveId" clId="{20A26620-95D9-894E-AE55-3DE133FE37BE}" dt="2021-03-09T03:05:42.352" v="1800"/>
          <ac:inkMkLst>
            <pc:docMk/>
            <pc:sldMk cId="0" sldId="257"/>
            <ac:inkMk id="112" creationId="{EBDFAA10-B163-D842-AA41-26A6FEFAEF1E}"/>
          </ac:inkMkLst>
        </pc:inkChg>
        <pc:inkChg chg="add topLvl">
          <ac:chgData name="Aggie Menezes" userId="74619c95fa3483c9" providerId="LiveId" clId="{20A26620-95D9-894E-AE55-3DE133FE37BE}" dt="2021-03-09T03:05:42.352" v="1800"/>
          <ac:inkMkLst>
            <pc:docMk/>
            <pc:sldMk cId="0" sldId="257"/>
            <ac:inkMk id="113" creationId="{F383B7FB-F50D-D64F-B53D-29703B75B308}"/>
          </ac:inkMkLst>
        </pc:inkChg>
        <pc:inkChg chg="add topLvl">
          <ac:chgData name="Aggie Menezes" userId="74619c95fa3483c9" providerId="LiveId" clId="{20A26620-95D9-894E-AE55-3DE133FE37BE}" dt="2021-03-09T03:05:42.352" v="1800"/>
          <ac:inkMkLst>
            <pc:docMk/>
            <pc:sldMk cId="0" sldId="257"/>
            <ac:inkMk id="114" creationId="{27372972-7D84-0343-97CB-14EB6CF9F3B3}"/>
          </ac:inkMkLst>
        </pc:inkChg>
        <pc:inkChg chg="add">
          <ac:chgData name="Aggie Menezes" userId="74619c95fa3483c9" providerId="LiveId" clId="{20A26620-95D9-894E-AE55-3DE133FE37BE}" dt="2021-03-09T03:05:39.633" v="1798"/>
          <ac:inkMkLst>
            <pc:docMk/>
            <pc:sldMk cId="0" sldId="257"/>
            <ac:inkMk id="116" creationId="{5C694BE2-0DFC-144D-AA4D-444B84C26210}"/>
          </ac:inkMkLst>
        </pc:inkChg>
        <pc:inkChg chg="add">
          <ac:chgData name="Aggie Menezes" userId="74619c95fa3483c9" providerId="LiveId" clId="{20A26620-95D9-894E-AE55-3DE133FE37BE}" dt="2021-03-09T03:05:41.239" v="1799"/>
          <ac:inkMkLst>
            <pc:docMk/>
            <pc:sldMk cId="0" sldId="257"/>
            <ac:inkMk id="117" creationId="{5CBCE46C-C12D-D44C-9A51-AEFFB3C9F699}"/>
          </ac:inkMkLst>
        </pc:inkChg>
        <pc:inkChg chg="add">
          <ac:chgData name="Aggie Menezes" userId="74619c95fa3483c9" providerId="LiveId" clId="{20A26620-95D9-894E-AE55-3DE133FE37BE}" dt="2021-03-09T03:05:47.292" v="1801"/>
          <ac:inkMkLst>
            <pc:docMk/>
            <pc:sldMk cId="0" sldId="257"/>
            <ac:inkMk id="119" creationId="{FDC08BBF-5F4F-2945-BBF1-4EE775D931AC}"/>
          </ac:inkMkLst>
        </pc:inkChg>
        <pc:inkChg chg="add">
          <ac:chgData name="Aggie Menezes" userId="74619c95fa3483c9" providerId="LiveId" clId="{20A26620-95D9-894E-AE55-3DE133FE37BE}" dt="2021-03-09T03:05:48.951" v="1802"/>
          <ac:inkMkLst>
            <pc:docMk/>
            <pc:sldMk cId="0" sldId="257"/>
            <ac:inkMk id="120" creationId="{CA858B03-0888-CB4A-9CCC-47C5A2435434}"/>
          </ac:inkMkLst>
        </pc:inkChg>
        <pc:inkChg chg="add topLvl">
          <ac:chgData name="Aggie Menezes" userId="74619c95fa3483c9" providerId="LiveId" clId="{20A26620-95D9-894E-AE55-3DE133FE37BE}" dt="2021-03-09T03:06:35.469" v="1819"/>
          <ac:inkMkLst>
            <pc:docMk/>
            <pc:sldMk cId="0" sldId="257"/>
            <ac:inkMk id="129" creationId="{02CEBD1D-A432-0E48-956B-CCF6F99BF824}"/>
          </ac:inkMkLst>
        </pc:inkChg>
        <pc:inkChg chg="add topLvl">
          <ac:chgData name="Aggie Menezes" userId="74619c95fa3483c9" providerId="LiveId" clId="{20A26620-95D9-894E-AE55-3DE133FE37BE}" dt="2021-03-09T03:06:35.469" v="1819"/>
          <ac:inkMkLst>
            <pc:docMk/>
            <pc:sldMk cId="0" sldId="257"/>
            <ac:inkMk id="131" creationId="{F470D489-55A3-7E48-B70E-BF2C357B15CB}"/>
          </ac:inkMkLst>
        </pc:inkChg>
        <pc:inkChg chg="add topLvl">
          <ac:chgData name="Aggie Menezes" userId="74619c95fa3483c9" providerId="LiveId" clId="{20A26620-95D9-894E-AE55-3DE133FE37BE}" dt="2021-03-09T03:06:35.469" v="1819"/>
          <ac:inkMkLst>
            <pc:docMk/>
            <pc:sldMk cId="0" sldId="257"/>
            <ac:inkMk id="132" creationId="{63B0C031-287F-0249-AB8A-E101A49B65AB}"/>
          </ac:inkMkLst>
        </pc:inkChg>
        <pc:inkChg chg="add topLvl">
          <ac:chgData name="Aggie Menezes" userId="74619c95fa3483c9" providerId="LiveId" clId="{20A26620-95D9-894E-AE55-3DE133FE37BE}" dt="2021-03-09T03:06:35.469" v="1819"/>
          <ac:inkMkLst>
            <pc:docMk/>
            <pc:sldMk cId="0" sldId="257"/>
            <ac:inkMk id="134" creationId="{41AC96E8-2200-9F47-9657-5B0B11E71609}"/>
          </ac:inkMkLst>
        </pc:inkChg>
        <pc:inkChg chg="add topLvl">
          <ac:chgData name="Aggie Menezes" userId="74619c95fa3483c9" providerId="LiveId" clId="{20A26620-95D9-894E-AE55-3DE133FE37BE}" dt="2021-03-09T03:06:35.469" v="1819"/>
          <ac:inkMkLst>
            <pc:docMk/>
            <pc:sldMk cId="0" sldId="257"/>
            <ac:inkMk id="136" creationId="{914A0072-118D-6A45-BD35-82CBB8DC476A}"/>
          </ac:inkMkLst>
        </pc:inkChg>
        <pc:inkChg chg="add topLvl">
          <ac:chgData name="Aggie Menezes" userId="74619c95fa3483c9" providerId="LiveId" clId="{20A26620-95D9-894E-AE55-3DE133FE37BE}" dt="2021-03-09T03:06:35.469" v="1819"/>
          <ac:inkMkLst>
            <pc:docMk/>
            <pc:sldMk cId="0" sldId="257"/>
            <ac:inkMk id="138" creationId="{E2C6EF85-6B65-D249-AD4C-69934CEDA540}"/>
          </ac:inkMkLst>
        </pc:inkChg>
        <pc:inkChg chg="add topLvl">
          <ac:chgData name="Aggie Menezes" userId="74619c95fa3483c9" providerId="LiveId" clId="{20A26620-95D9-894E-AE55-3DE133FE37BE}" dt="2021-03-09T03:06:35.469" v="1819"/>
          <ac:inkMkLst>
            <pc:docMk/>
            <pc:sldMk cId="0" sldId="257"/>
            <ac:inkMk id="139" creationId="{9A1FEFC6-851A-6848-8ADF-E5CACF2043AC}"/>
          </ac:inkMkLst>
        </pc:inkChg>
        <pc:inkChg chg="add topLvl">
          <ac:chgData name="Aggie Menezes" userId="74619c95fa3483c9" providerId="LiveId" clId="{20A26620-95D9-894E-AE55-3DE133FE37BE}" dt="2021-03-09T03:06:35.469" v="1819"/>
          <ac:inkMkLst>
            <pc:docMk/>
            <pc:sldMk cId="0" sldId="257"/>
            <ac:inkMk id="140" creationId="{03DBD69A-942E-F248-A560-FB84AFC8B801}"/>
          </ac:inkMkLst>
        </pc:inkChg>
        <pc:inkChg chg="add">
          <ac:chgData name="Aggie Menezes" userId="74619c95fa3483c9" providerId="LiveId" clId="{20A26620-95D9-894E-AE55-3DE133FE37BE}" dt="2021-03-09T03:06:34.201" v="1816"/>
          <ac:inkMkLst>
            <pc:docMk/>
            <pc:sldMk cId="0" sldId="257"/>
            <ac:inkMk id="147" creationId="{1CADE787-16AF-0D47-9E53-FE93D5D19669}"/>
          </ac:inkMkLst>
        </pc:inkChg>
        <pc:inkChg chg="add">
          <ac:chgData name="Aggie Menezes" userId="74619c95fa3483c9" providerId="LiveId" clId="{20A26620-95D9-894E-AE55-3DE133FE37BE}" dt="2021-03-09T03:06:34.476" v="1817"/>
          <ac:inkMkLst>
            <pc:docMk/>
            <pc:sldMk cId="0" sldId="257"/>
            <ac:inkMk id="148" creationId="{B12E6211-10BB-B74F-81C3-CE979C974D40}"/>
          </ac:inkMkLst>
        </pc:inkChg>
        <pc:inkChg chg="add">
          <ac:chgData name="Aggie Menezes" userId="74619c95fa3483c9" providerId="LiveId" clId="{20A26620-95D9-894E-AE55-3DE133FE37BE}" dt="2021-03-09T03:06:34.691" v="1818"/>
          <ac:inkMkLst>
            <pc:docMk/>
            <pc:sldMk cId="0" sldId="257"/>
            <ac:inkMk id="149" creationId="{03FE6EFC-7C03-3042-9808-2063437FC400}"/>
          </ac:inkMkLst>
        </pc:inkChg>
      </pc:sldChg>
      <pc:sldChg chg="addSp delSp">
        <pc:chgData name="Aggie Menezes" userId="74619c95fa3483c9" providerId="LiveId" clId="{20A26620-95D9-894E-AE55-3DE133FE37BE}" dt="2021-03-22T10:23:22.275" v="2477"/>
        <pc:sldMkLst>
          <pc:docMk/>
          <pc:sldMk cId="541867139" sldId="262"/>
        </pc:sldMkLst>
        <pc:grpChg chg="add">
          <ac:chgData name="Aggie Menezes" userId="74619c95fa3483c9" providerId="LiveId" clId="{20A26620-95D9-894E-AE55-3DE133FE37BE}" dt="2021-03-06T03:11:59.908" v="1183"/>
          <ac:grpSpMkLst>
            <pc:docMk/>
            <pc:sldMk cId="541867139" sldId="262"/>
            <ac:grpSpMk id="32" creationId="{E352DCDE-811D-2243-A095-13E0A0DE1E93}"/>
          </ac:grpSpMkLst>
        </pc:grpChg>
        <pc:grpChg chg="add">
          <ac:chgData name="Aggie Menezes" userId="74619c95fa3483c9" providerId="LiveId" clId="{20A26620-95D9-894E-AE55-3DE133FE37BE}" dt="2021-03-06T03:11:59.908" v="1183"/>
          <ac:grpSpMkLst>
            <pc:docMk/>
            <pc:sldMk cId="541867139" sldId="262"/>
            <ac:grpSpMk id="33" creationId="{62D7E9B9-EE28-6D49-BAFE-DFDF6CA963C3}"/>
          </ac:grpSpMkLst>
        </pc:grpChg>
        <pc:grpChg chg="add">
          <ac:chgData name="Aggie Menezes" userId="74619c95fa3483c9" providerId="LiveId" clId="{20A26620-95D9-894E-AE55-3DE133FE37BE}" dt="2021-03-03T03:18:30.462" v="741"/>
          <ac:grpSpMkLst>
            <pc:docMk/>
            <pc:sldMk cId="541867139" sldId="262"/>
            <ac:grpSpMk id="34" creationId="{F979CC29-9509-2141-81EC-27B749FCBDEB}"/>
          </ac:grpSpMkLst>
        </pc:grpChg>
        <pc:grpChg chg="add del">
          <ac:chgData name="Aggie Menezes" userId="74619c95fa3483c9" providerId="LiveId" clId="{20A26620-95D9-894E-AE55-3DE133FE37BE}" dt="2021-03-03T03:24:11.263" v="837"/>
          <ac:grpSpMkLst>
            <pc:docMk/>
            <pc:sldMk cId="541867139" sldId="262"/>
            <ac:grpSpMk id="37" creationId="{83F84882-8BDC-B049-9F59-FD89073C4A1D}"/>
          </ac:grpSpMkLst>
        </pc:grpChg>
        <pc:grpChg chg="add del">
          <ac:chgData name="Aggie Menezes" userId="74619c95fa3483c9" providerId="LiveId" clId="{20A26620-95D9-894E-AE55-3DE133FE37BE}" dt="2021-03-03T03:24:12.432" v="839"/>
          <ac:grpSpMkLst>
            <pc:docMk/>
            <pc:sldMk cId="541867139" sldId="262"/>
            <ac:grpSpMk id="40" creationId="{F4765B4E-3A08-6E4D-BA41-81FDEF9D0784}"/>
          </ac:grpSpMkLst>
        </pc:grpChg>
        <pc:grpChg chg="add del">
          <ac:chgData name="Aggie Menezes" userId="74619c95fa3483c9" providerId="LiveId" clId="{20A26620-95D9-894E-AE55-3DE133FE37BE}" dt="2021-03-03T03:24:14.007" v="841"/>
          <ac:grpSpMkLst>
            <pc:docMk/>
            <pc:sldMk cId="541867139" sldId="262"/>
            <ac:grpSpMk id="42" creationId="{BD0CEC8F-F556-7E42-BDBD-95182AEEAEFF}"/>
          </ac:grpSpMkLst>
        </pc:grpChg>
        <pc:grpChg chg="add del">
          <ac:chgData name="Aggie Menezes" userId="74619c95fa3483c9" providerId="LiveId" clId="{20A26620-95D9-894E-AE55-3DE133FE37BE}" dt="2021-03-03T03:24:16.415" v="844"/>
          <ac:grpSpMkLst>
            <pc:docMk/>
            <pc:sldMk cId="541867139" sldId="262"/>
            <ac:grpSpMk id="44" creationId="{C725EB72-557E-DB43-9035-89829CC31195}"/>
          </ac:grpSpMkLst>
        </pc:grpChg>
        <pc:grpChg chg="add">
          <ac:chgData name="Aggie Menezes" userId="74619c95fa3483c9" providerId="LiveId" clId="{20A26620-95D9-894E-AE55-3DE133FE37BE}" dt="2021-03-03T03:24:16.415" v="844"/>
          <ac:grpSpMkLst>
            <pc:docMk/>
            <pc:sldMk cId="541867139" sldId="262"/>
            <ac:grpSpMk id="47" creationId="{CDB31494-2189-0542-9E2B-B40216816795}"/>
          </ac:grpSpMkLst>
        </pc:grpChg>
        <pc:grpChg chg="add del">
          <ac:chgData name="Aggie Menezes" userId="74619c95fa3483c9" providerId="LiveId" clId="{20A26620-95D9-894E-AE55-3DE133FE37BE}" dt="2021-03-03T03:25:35.369" v="865"/>
          <ac:grpSpMkLst>
            <pc:docMk/>
            <pc:sldMk cId="541867139" sldId="262"/>
            <ac:grpSpMk id="50" creationId="{5E691A4A-92CD-244E-A4A4-76BD3E0BD5FF}"/>
          </ac:grpSpMkLst>
        </pc:grpChg>
        <pc:grpChg chg="add del">
          <ac:chgData name="Aggie Menezes" userId="74619c95fa3483c9" providerId="LiveId" clId="{20A26620-95D9-894E-AE55-3DE133FE37BE}" dt="2021-03-03T03:25:35.369" v="865"/>
          <ac:grpSpMkLst>
            <pc:docMk/>
            <pc:sldMk cId="541867139" sldId="262"/>
            <ac:grpSpMk id="53" creationId="{04D06519-A0AB-324C-99A1-6CA776E45D33}"/>
          </ac:grpSpMkLst>
        </pc:grpChg>
        <pc:grpChg chg="add del">
          <ac:chgData name="Aggie Menezes" userId="74619c95fa3483c9" providerId="LiveId" clId="{20A26620-95D9-894E-AE55-3DE133FE37BE}" dt="2021-03-03T03:25:35.369" v="865"/>
          <ac:grpSpMkLst>
            <pc:docMk/>
            <pc:sldMk cId="541867139" sldId="262"/>
            <ac:grpSpMk id="56" creationId="{73BD2D3E-56D3-994E-A888-7A0E518D1A21}"/>
          </ac:grpSpMkLst>
        </pc:grpChg>
        <pc:grpChg chg="add del">
          <ac:chgData name="Aggie Menezes" userId="74619c95fa3483c9" providerId="LiveId" clId="{20A26620-95D9-894E-AE55-3DE133FE37BE}" dt="2021-03-03T03:25:27.236" v="860"/>
          <ac:grpSpMkLst>
            <pc:docMk/>
            <pc:sldMk cId="541867139" sldId="262"/>
            <ac:grpSpMk id="61" creationId="{788008FA-A868-C140-A2A0-48184F1F013E}"/>
          </ac:grpSpMkLst>
        </pc:grpChg>
        <pc:grpChg chg="add del">
          <ac:chgData name="Aggie Menezes" userId="74619c95fa3483c9" providerId="LiveId" clId="{20A26620-95D9-894E-AE55-3DE133FE37BE}" dt="2021-03-03T03:25:35.369" v="865"/>
          <ac:grpSpMkLst>
            <pc:docMk/>
            <pc:sldMk cId="541867139" sldId="262"/>
            <ac:grpSpMk id="63" creationId="{EFFC5FD3-D337-3146-BAA6-E2558BBD3F43}"/>
          </ac:grpSpMkLst>
        </pc:grpChg>
        <pc:grpChg chg="add">
          <ac:chgData name="Aggie Menezes" userId="74619c95fa3483c9" providerId="LiveId" clId="{20A26620-95D9-894E-AE55-3DE133FE37BE}" dt="2021-03-03T03:25:35.369" v="865"/>
          <ac:grpSpMkLst>
            <pc:docMk/>
            <pc:sldMk cId="541867139" sldId="262"/>
            <ac:grpSpMk id="68" creationId="{42D85A7F-5226-2444-ADAC-F88E198A4D2F}"/>
          </ac:grpSpMkLst>
        </pc:grpChg>
        <pc:grpChg chg="add">
          <ac:chgData name="Aggie Menezes" userId="74619c95fa3483c9" providerId="LiveId" clId="{20A26620-95D9-894E-AE55-3DE133FE37BE}" dt="2021-03-03T03:25:56.758" v="872"/>
          <ac:grpSpMkLst>
            <pc:docMk/>
            <pc:sldMk cId="541867139" sldId="262"/>
            <ac:grpSpMk id="75" creationId="{735EFAE2-4A62-9C4C-B92E-852F5D8173BF}"/>
          </ac:grpSpMkLst>
        </pc:grpChg>
        <pc:grpChg chg="add">
          <ac:chgData name="Aggie Menezes" userId="74619c95fa3483c9" providerId="LiveId" clId="{20A26620-95D9-894E-AE55-3DE133FE37BE}" dt="2021-03-03T03:26:03.895" v="881"/>
          <ac:grpSpMkLst>
            <pc:docMk/>
            <pc:sldMk cId="541867139" sldId="262"/>
            <ac:grpSpMk id="84" creationId="{CEB3FA03-A83D-8249-96A0-3D73A0195AD5}"/>
          </ac:grpSpMkLst>
        </pc:grpChg>
        <pc:grpChg chg="add del">
          <ac:chgData name="Aggie Menezes" userId="74619c95fa3483c9" providerId="LiveId" clId="{20A26620-95D9-894E-AE55-3DE133FE37BE}" dt="2021-03-03T03:26:37.689" v="906"/>
          <ac:grpSpMkLst>
            <pc:docMk/>
            <pc:sldMk cId="541867139" sldId="262"/>
            <ac:grpSpMk id="87" creationId="{0E21FC5D-AFF7-074E-8578-371C958BAB22}"/>
          </ac:grpSpMkLst>
        </pc:grpChg>
        <pc:grpChg chg="add del">
          <ac:chgData name="Aggie Menezes" userId="74619c95fa3483c9" providerId="LiveId" clId="{20A26620-95D9-894E-AE55-3DE133FE37BE}" dt="2021-03-03T03:26:37.689" v="906"/>
          <ac:grpSpMkLst>
            <pc:docMk/>
            <pc:sldMk cId="541867139" sldId="262"/>
            <ac:grpSpMk id="90" creationId="{31743E5B-2172-704A-835E-D737B0813DEC}"/>
          </ac:grpSpMkLst>
        </pc:grpChg>
        <pc:grpChg chg="add">
          <ac:chgData name="Aggie Menezes" userId="74619c95fa3483c9" providerId="LiveId" clId="{20A26620-95D9-894E-AE55-3DE133FE37BE}" dt="2021-03-03T03:26:30.184" v="892"/>
          <ac:grpSpMkLst>
            <pc:docMk/>
            <pc:sldMk cId="541867139" sldId="262"/>
            <ac:grpSpMk id="95" creationId="{10B48EDC-12F1-2543-B399-BEB718B302C1}"/>
          </ac:grpSpMkLst>
        </pc:grpChg>
        <pc:grpChg chg="add">
          <ac:chgData name="Aggie Menezes" userId="74619c95fa3483c9" providerId="LiveId" clId="{20A26620-95D9-894E-AE55-3DE133FE37BE}" dt="2021-03-03T03:26:32.152" v="895"/>
          <ac:grpSpMkLst>
            <pc:docMk/>
            <pc:sldMk cId="541867139" sldId="262"/>
            <ac:grpSpMk id="98" creationId="{7EFC9BC3-022D-6249-AB41-D576920FAC6C}"/>
          </ac:grpSpMkLst>
        </pc:grpChg>
        <pc:grpChg chg="add del">
          <ac:chgData name="Aggie Menezes" userId="74619c95fa3483c9" providerId="LiveId" clId="{20A26620-95D9-894E-AE55-3DE133FE37BE}" dt="2021-03-03T03:26:43.559" v="908"/>
          <ac:grpSpMkLst>
            <pc:docMk/>
            <pc:sldMk cId="541867139" sldId="262"/>
            <ac:grpSpMk id="109" creationId="{90E507B8-6B6F-AC4F-A64F-AEF637B95F65}"/>
          </ac:grpSpMkLst>
        </pc:grpChg>
        <pc:grpChg chg="add">
          <ac:chgData name="Aggie Menezes" userId="74619c95fa3483c9" providerId="LiveId" clId="{20A26620-95D9-894E-AE55-3DE133FE37BE}" dt="2021-03-03T03:26:37.689" v="906"/>
          <ac:grpSpMkLst>
            <pc:docMk/>
            <pc:sldMk cId="541867139" sldId="262"/>
            <ac:grpSpMk id="110" creationId="{8560497B-4792-EA4C-A40E-E209A4578C5B}"/>
          </ac:grpSpMkLst>
        </pc:grpChg>
        <pc:grpChg chg="add">
          <ac:chgData name="Aggie Menezes" userId="74619c95fa3483c9" providerId="LiveId" clId="{20A26620-95D9-894E-AE55-3DE133FE37BE}" dt="2021-03-03T03:26:37.689" v="906"/>
          <ac:grpSpMkLst>
            <pc:docMk/>
            <pc:sldMk cId="541867139" sldId="262"/>
            <ac:grpSpMk id="111" creationId="{D28A2181-3C8D-DD46-8BE6-1A5EBADEA489}"/>
          </ac:grpSpMkLst>
        </pc:grpChg>
        <pc:grpChg chg="add">
          <ac:chgData name="Aggie Menezes" userId="74619c95fa3483c9" providerId="LiveId" clId="{20A26620-95D9-894E-AE55-3DE133FE37BE}" dt="2021-03-03T03:26:43.559" v="908"/>
          <ac:grpSpMkLst>
            <pc:docMk/>
            <pc:sldMk cId="541867139" sldId="262"/>
            <ac:grpSpMk id="113" creationId="{88958B54-BBB6-DF44-B500-E706C52C312D}"/>
          </ac:grpSpMkLst>
        </pc:grpChg>
        <pc:grpChg chg="add">
          <ac:chgData name="Aggie Menezes" userId="74619c95fa3483c9" providerId="LiveId" clId="{20A26620-95D9-894E-AE55-3DE133FE37BE}" dt="2021-03-03T03:26:49.304" v="914"/>
          <ac:grpSpMkLst>
            <pc:docMk/>
            <pc:sldMk cId="541867139" sldId="262"/>
            <ac:grpSpMk id="119" creationId="{611207E5-4291-9649-AEBC-4D4D14CB70D3}"/>
          </ac:grpSpMkLst>
        </pc:grpChg>
        <pc:inkChg chg="add">
          <ac:chgData name="Aggie Menezes" userId="74619c95fa3483c9" providerId="LiveId" clId="{20A26620-95D9-894E-AE55-3DE133FE37BE}" dt="2021-03-03T03:18:26.722" v="732"/>
          <ac:inkMkLst>
            <pc:docMk/>
            <pc:sldMk cId="541867139" sldId="262"/>
            <ac:inkMk id="4" creationId="{0818F647-0C86-3E43-ADB6-FB84FF368147}"/>
          </ac:inkMkLst>
        </pc:inkChg>
        <pc:inkChg chg="add">
          <ac:chgData name="Aggie Menezes" userId="74619c95fa3483c9" providerId="LiveId" clId="{20A26620-95D9-894E-AE55-3DE133FE37BE}" dt="2021-03-22T10:23:21.696" v="2476"/>
          <ac:inkMkLst>
            <pc:docMk/>
            <pc:sldMk cId="541867139" sldId="262"/>
            <ac:inkMk id="4" creationId="{529E4E82-D656-2245-B6AE-B2CFACC52470}"/>
          </ac:inkMkLst>
        </pc:inkChg>
        <pc:inkChg chg="add">
          <ac:chgData name="Aggie Menezes" userId="74619c95fa3483c9" providerId="LiveId" clId="{20A26620-95D9-894E-AE55-3DE133FE37BE}" dt="2021-03-06T03:08:03.302" v="992" actId="7634"/>
          <ac:inkMkLst>
            <pc:docMk/>
            <pc:sldMk cId="541867139" sldId="262"/>
            <ac:inkMk id="4" creationId="{5CA502F5-BFCC-0A4E-B66C-D902A1616E21}"/>
          </ac:inkMkLst>
        </pc:inkChg>
        <pc:inkChg chg="add">
          <ac:chgData name="Aggie Menezes" userId="74619c95fa3483c9" providerId="LiveId" clId="{20A26620-95D9-894E-AE55-3DE133FE37BE}" dt="2021-03-22T10:23:22.275" v="2477"/>
          <ac:inkMkLst>
            <pc:docMk/>
            <pc:sldMk cId="541867139" sldId="262"/>
            <ac:inkMk id="5" creationId="{515C011F-265B-5D48-BABC-455B9F90535E}"/>
          </ac:inkMkLst>
        </pc:inkChg>
        <pc:inkChg chg="add">
          <ac:chgData name="Aggie Menezes" userId="74619c95fa3483c9" providerId="LiveId" clId="{20A26620-95D9-894E-AE55-3DE133FE37BE}" dt="2021-03-03T03:18:27.299" v="733"/>
          <ac:inkMkLst>
            <pc:docMk/>
            <pc:sldMk cId="541867139" sldId="262"/>
            <ac:inkMk id="5" creationId="{547F739E-833D-524D-97EF-915D712A15E1}"/>
          </ac:inkMkLst>
        </pc:inkChg>
        <pc:inkChg chg="add">
          <ac:chgData name="Aggie Menezes" userId="74619c95fa3483c9" providerId="LiveId" clId="{20A26620-95D9-894E-AE55-3DE133FE37BE}" dt="2021-03-06T03:11:57.196" v="1177"/>
          <ac:inkMkLst>
            <pc:docMk/>
            <pc:sldMk cId="541867139" sldId="262"/>
            <ac:inkMk id="5" creationId="{EA4C3FDD-CEB9-9644-9A1A-042939591169}"/>
          </ac:inkMkLst>
        </pc:inkChg>
        <pc:inkChg chg="add">
          <ac:chgData name="Aggie Menezes" userId="74619c95fa3483c9" providerId="LiveId" clId="{20A26620-95D9-894E-AE55-3DE133FE37BE}" dt="2021-03-03T03:18:27.460" v="734"/>
          <ac:inkMkLst>
            <pc:docMk/>
            <pc:sldMk cId="541867139" sldId="262"/>
            <ac:inkMk id="7" creationId="{2B94C49D-BB81-5640-9A35-75FD900996BE}"/>
          </ac:inkMkLst>
        </pc:inkChg>
        <pc:inkChg chg="add">
          <ac:chgData name="Aggie Menezes" userId="74619c95fa3483c9" providerId="LiveId" clId="{20A26620-95D9-894E-AE55-3DE133FE37BE}" dt="2021-03-06T03:11:57.597" v="1178"/>
          <ac:inkMkLst>
            <pc:docMk/>
            <pc:sldMk cId="541867139" sldId="262"/>
            <ac:inkMk id="7" creationId="{93871B92-13DB-7340-9690-A84FC5F39053}"/>
          </ac:inkMkLst>
        </pc:inkChg>
        <pc:inkChg chg="add">
          <ac:chgData name="Aggie Menezes" userId="74619c95fa3483c9" providerId="LiveId" clId="{20A26620-95D9-894E-AE55-3DE133FE37BE}" dt="2021-03-03T03:18:27.652" v="735"/>
          <ac:inkMkLst>
            <pc:docMk/>
            <pc:sldMk cId="541867139" sldId="262"/>
            <ac:inkMk id="15" creationId="{4E30F698-5C2D-E240-B3F5-F32154ECCC55}"/>
          </ac:inkMkLst>
        </pc:inkChg>
        <pc:inkChg chg="add">
          <ac:chgData name="Aggie Menezes" userId="74619c95fa3483c9" providerId="LiveId" clId="{20A26620-95D9-894E-AE55-3DE133FE37BE}" dt="2021-03-06T03:11:57.811" v="1179"/>
          <ac:inkMkLst>
            <pc:docMk/>
            <pc:sldMk cId="541867139" sldId="262"/>
            <ac:inkMk id="15" creationId="{B414A0B6-57AB-7140-8CBE-8EB0B9BF5866}"/>
          </ac:inkMkLst>
        </pc:inkChg>
        <pc:inkChg chg="add">
          <ac:chgData name="Aggie Menezes" userId="74619c95fa3483c9" providerId="LiveId" clId="{20A26620-95D9-894E-AE55-3DE133FE37BE}" dt="2021-03-06T03:11:58.034" v="1180"/>
          <ac:inkMkLst>
            <pc:docMk/>
            <pc:sldMk cId="541867139" sldId="262"/>
            <ac:inkMk id="21" creationId="{230FD627-C0E4-4345-91AD-52ED3D2A7608}"/>
          </ac:inkMkLst>
        </pc:inkChg>
        <pc:inkChg chg="add">
          <ac:chgData name="Aggie Menezes" userId="74619c95fa3483c9" providerId="LiveId" clId="{20A26620-95D9-894E-AE55-3DE133FE37BE}" dt="2021-03-03T03:18:27.813" v="736"/>
          <ac:inkMkLst>
            <pc:docMk/>
            <pc:sldMk cId="541867139" sldId="262"/>
            <ac:inkMk id="21" creationId="{C664133F-86DF-1142-AB90-058966EE51F9}"/>
          </ac:inkMkLst>
        </pc:inkChg>
        <pc:inkChg chg="add">
          <ac:chgData name="Aggie Menezes" userId="74619c95fa3483c9" providerId="LiveId" clId="{20A26620-95D9-894E-AE55-3DE133FE37BE}" dt="2021-03-03T03:18:28.034" v="737"/>
          <ac:inkMkLst>
            <pc:docMk/>
            <pc:sldMk cId="541867139" sldId="262"/>
            <ac:inkMk id="29" creationId="{7CAD1B33-7E03-F547-99A1-BF23D4F94B92}"/>
          </ac:inkMkLst>
        </pc:inkChg>
        <pc:inkChg chg="add">
          <ac:chgData name="Aggie Menezes" userId="74619c95fa3483c9" providerId="LiveId" clId="{20A26620-95D9-894E-AE55-3DE133FE37BE}" dt="2021-03-06T03:11:58.560" v="1181"/>
          <ac:inkMkLst>
            <pc:docMk/>
            <pc:sldMk cId="541867139" sldId="262"/>
            <ac:inkMk id="29" creationId="{D8CEBF95-D182-F746-8892-797282F8E7C7}"/>
          </ac:inkMkLst>
        </pc:inkChg>
        <pc:inkChg chg="add">
          <ac:chgData name="Aggie Menezes" userId="74619c95fa3483c9" providerId="LiveId" clId="{20A26620-95D9-894E-AE55-3DE133FE37BE}" dt="2021-03-06T03:11:58.977" v="1182"/>
          <ac:inkMkLst>
            <pc:docMk/>
            <pc:sldMk cId="541867139" sldId="262"/>
            <ac:inkMk id="31" creationId="{14AE4BA6-71A2-F94A-978E-D72C4CB12CB8}"/>
          </ac:inkMkLst>
        </pc:inkChg>
        <pc:inkChg chg="add">
          <ac:chgData name="Aggie Menezes" userId="74619c95fa3483c9" providerId="LiveId" clId="{20A26620-95D9-894E-AE55-3DE133FE37BE}" dt="2021-03-03T03:18:28.537" v="738"/>
          <ac:inkMkLst>
            <pc:docMk/>
            <pc:sldMk cId="541867139" sldId="262"/>
            <ac:inkMk id="31" creationId="{F86C4945-C848-6942-AA70-E7F496EC00CD}"/>
          </ac:inkMkLst>
        </pc:inkChg>
        <pc:inkChg chg="add">
          <ac:chgData name="Aggie Menezes" userId="74619c95fa3483c9" providerId="LiveId" clId="{20A26620-95D9-894E-AE55-3DE133FE37BE}" dt="2021-03-03T03:18:28.795" v="739"/>
          <ac:inkMkLst>
            <pc:docMk/>
            <pc:sldMk cId="541867139" sldId="262"/>
            <ac:inkMk id="32" creationId="{18676B84-B935-2143-A9F1-D4E7E189134D}"/>
          </ac:inkMkLst>
        </pc:inkChg>
        <pc:inkChg chg="add">
          <ac:chgData name="Aggie Menezes" userId="74619c95fa3483c9" providerId="LiveId" clId="{20A26620-95D9-894E-AE55-3DE133FE37BE}" dt="2021-03-03T03:18:29.470" v="740"/>
          <ac:inkMkLst>
            <pc:docMk/>
            <pc:sldMk cId="541867139" sldId="262"/>
            <ac:inkMk id="33" creationId="{D23B59FD-1BB8-C642-9F76-6F928E056D39}"/>
          </ac:inkMkLst>
        </pc:inkChg>
        <pc:inkChg chg="add topLvl">
          <ac:chgData name="Aggie Menezes" userId="74619c95fa3483c9" providerId="LiveId" clId="{20A26620-95D9-894E-AE55-3DE133FE37BE}" dt="2021-03-03T03:24:16.415" v="844"/>
          <ac:inkMkLst>
            <pc:docMk/>
            <pc:sldMk cId="541867139" sldId="262"/>
            <ac:inkMk id="35" creationId="{A8FCBECF-639A-FF46-A37F-F21B5F718737}"/>
          </ac:inkMkLst>
        </pc:inkChg>
        <pc:inkChg chg="add topLvl">
          <ac:chgData name="Aggie Menezes" userId="74619c95fa3483c9" providerId="LiveId" clId="{20A26620-95D9-894E-AE55-3DE133FE37BE}" dt="2021-03-03T03:24:16.415" v="844"/>
          <ac:inkMkLst>
            <pc:docMk/>
            <pc:sldMk cId="541867139" sldId="262"/>
            <ac:inkMk id="36" creationId="{2FB1F821-A1BB-CB48-86A8-B7766F060346}"/>
          </ac:inkMkLst>
        </pc:inkChg>
        <pc:inkChg chg="add topLvl">
          <ac:chgData name="Aggie Menezes" userId="74619c95fa3483c9" providerId="LiveId" clId="{20A26620-95D9-894E-AE55-3DE133FE37BE}" dt="2021-03-03T03:24:16.415" v="844"/>
          <ac:inkMkLst>
            <pc:docMk/>
            <pc:sldMk cId="541867139" sldId="262"/>
            <ac:inkMk id="38" creationId="{0E19E747-1BA6-9343-A7CC-CA5DFAE5368D}"/>
          </ac:inkMkLst>
        </pc:inkChg>
        <pc:inkChg chg="add topLvl">
          <ac:chgData name="Aggie Menezes" userId="74619c95fa3483c9" providerId="LiveId" clId="{20A26620-95D9-894E-AE55-3DE133FE37BE}" dt="2021-03-03T03:24:16.415" v="844"/>
          <ac:inkMkLst>
            <pc:docMk/>
            <pc:sldMk cId="541867139" sldId="262"/>
            <ac:inkMk id="39" creationId="{A8CDBBAB-F706-5D41-8A0C-A86959C7F4EE}"/>
          </ac:inkMkLst>
        </pc:inkChg>
        <pc:inkChg chg="add topLvl">
          <ac:chgData name="Aggie Menezes" userId="74619c95fa3483c9" providerId="LiveId" clId="{20A26620-95D9-894E-AE55-3DE133FE37BE}" dt="2021-03-03T03:24:16.415" v="844"/>
          <ac:inkMkLst>
            <pc:docMk/>
            <pc:sldMk cId="541867139" sldId="262"/>
            <ac:inkMk id="41" creationId="{14BE58C4-B79E-D04C-9B0B-E2393AFD6FD2}"/>
          </ac:inkMkLst>
        </pc:inkChg>
        <pc:inkChg chg="add topLvl">
          <ac:chgData name="Aggie Menezes" userId="74619c95fa3483c9" providerId="LiveId" clId="{20A26620-95D9-894E-AE55-3DE133FE37BE}" dt="2021-03-03T03:24:16.415" v="844"/>
          <ac:inkMkLst>
            <pc:docMk/>
            <pc:sldMk cId="541867139" sldId="262"/>
            <ac:inkMk id="43" creationId="{4B12B0AE-DE18-7546-8619-1C760FB23529}"/>
          </ac:inkMkLst>
        </pc:inkChg>
        <pc:inkChg chg="add">
          <ac:chgData name="Aggie Menezes" userId="74619c95fa3483c9" providerId="LiveId" clId="{20A26620-95D9-894E-AE55-3DE133FE37BE}" dt="2021-03-03T03:24:14.834" v="842"/>
          <ac:inkMkLst>
            <pc:docMk/>
            <pc:sldMk cId="541867139" sldId="262"/>
            <ac:inkMk id="45" creationId="{87913588-AF66-FB4A-BDE0-57223D46EDAB}"/>
          </ac:inkMkLst>
        </pc:inkChg>
        <pc:inkChg chg="add">
          <ac:chgData name="Aggie Menezes" userId="74619c95fa3483c9" providerId="LiveId" clId="{20A26620-95D9-894E-AE55-3DE133FE37BE}" dt="2021-03-03T03:24:15.862" v="843"/>
          <ac:inkMkLst>
            <pc:docMk/>
            <pc:sldMk cId="541867139" sldId="262"/>
            <ac:inkMk id="46" creationId="{D46C09F6-AFC3-784B-8159-86CCAFAA2EB3}"/>
          </ac:inkMkLst>
        </pc:inkChg>
        <pc:inkChg chg="add topLvl">
          <ac:chgData name="Aggie Menezes" userId="74619c95fa3483c9" providerId="LiveId" clId="{20A26620-95D9-894E-AE55-3DE133FE37BE}" dt="2021-03-03T03:25:35.369" v="865"/>
          <ac:inkMkLst>
            <pc:docMk/>
            <pc:sldMk cId="541867139" sldId="262"/>
            <ac:inkMk id="48" creationId="{EEB707C0-73FC-504D-A81B-2A9C23497848}"/>
          </ac:inkMkLst>
        </pc:inkChg>
        <pc:inkChg chg="add topLvl">
          <ac:chgData name="Aggie Menezes" userId="74619c95fa3483c9" providerId="LiveId" clId="{20A26620-95D9-894E-AE55-3DE133FE37BE}" dt="2021-03-03T03:25:35.369" v="865"/>
          <ac:inkMkLst>
            <pc:docMk/>
            <pc:sldMk cId="541867139" sldId="262"/>
            <ac:inkMk id="49" creationId="{5DD57601-E416-6E4E-9E0E-FD9DBA68AC53}"/>
          </ac:inkMkLst>
        </pc:inkChg>
        <pc:inkChg chg="add topLvl">
          <ac:chgData name="Aggie Menezes" userId="74619c95fa3483c9" providerId="LiveId" clId="{20A26620-95D9-894E-AE55-3DE133FE37BE}" dt="2021-03-03T03:25:35.369" v="865"/>
          <ac:inkMkLst>
            <pc:docMk/>
            <pc:sldMk cId="541867139" sldId="262"/>
            <ac:inkMk id="51" creationId="{B6C61819-4D08-2648-8896-4B96FD19A33A}"/>
          </ac:inkMkLst>
        </pc:inkChg>
        <pc:inkChg chg="add topLvl">
          <ac:chgData name="Aggie Menezes" userId="74619c95fa3483c9" providerId="LiveId" clId="{20A26620-95D9-894E-AE55-3DE133FE37BE}" dt="2021-03-03T03:25:35.369" v="865"/>
          <ac:inkMkLst>
            <pc:docMk/>
            <pc:sldMk cId="541867139" sldId="262"/>
            <ac:inkMk id="52" creationId="{1614C273-2DED-EA46-B7C2-3C87F5BC58CD}"/>
          </ac:inkMkLst>
        </pc:inkChg>
        <pc:inkChg chg="add topLvl">
          <ac:chgData name="Aggie Menezes" userId="74619c95fa3483c9" providerId="LiveId" clId="{20A26620-95D9-894E-AE55-3DE133FE37BE}" dt="2021-03-03T03:25:35.369" v="865"/>
          <ac:inkMkLst>
            <pc:docMk/>
            <pc:sldMk cId="541867139" sldId="262"/>
            <ac:inkMk id="54" creationId="{8611266D-A0B5-FC4D-A897-58268BC13BE7}"/>
          </ac:inkMkLst>
        </pc:inkChg>
        <pc:inkChg chg="add topLvl">
          <ac:chgData name="Aggie Menezes" userId="74619c95fa3483c9" providerId="LiveId" clId="{20A26620-95D9-894E-AE55-3DE133FE37BE}" dt="2021-03-03T03:25:35.369" v="865"/>
          <ac:inkMkLst>
            <pc:docMk/>
            <pc:sldMk cId="541867139" sldId="262"/>
            <ac:inkMk id="55" creationId="{1BD033FB-DC9D-714D-B303-EC98B1A1746D}"/>
          </ac:inkMkLst>
        </pc:inkChg>
        <pc:inkChg chg="add topLvl">
          <ac:chgData name="Aggie Menezes" userId="74619c95fa3483c9" providerId="LiveId" clId="{20A26620-95D9-894E-AE55-3DE133FE37BE}" dt="2021-03-03T03:25:35.369" v="865"/>
          <ac:inkMkLst>
            <pc:docMk/>
            <pc:sldMk cId="541867139" sldId="262"/>
            <ac:inkMk id="57" creationId="{C4B012C5-E8B6-3542-8F4B-F8881AEBA8D0}"/>
          </ac:inkMkLst>
        </pc:inkChg>
        <pc:inkChg chg="add topLvl">
          <ac:chgData name="Aggie Menezes" userId="74619c95fa3483c9" providerId="LiveId" clId="{20A26620-95D9-894E-AE55-3DE133FE37BE}" dt="2021-03-03T03:25:35.369" v="865"/>
          <ac:inkMkLst>
            <pc:docMk/>
            <pc:sldMk cId="541867139" sldId="262"/>
            <ac:inkMk id="58" creationId="{10197E70-59D1-7245-AFBF-0115EB4B20BF}"/>
          </ac:inkMkLst>
        </pc:inkChg>
        <pc:inkChg chg="add topLvl">
          <ac:chgData name="Aggie Menezes" userId="74619c95fa3483c9" providerId="LiveId" clId="{20A26620-95D9-894E-AE55-3DE133FE37BE}" dt="2021-03-03T03:25:35.369" v="865"/>
          <ac:inkMkLst>
            <pc:docMk/>
            <pc:sldMk cId="541867139" sldId="262"/>
            <ac:inkMk id="59" creationId="{FAC88ABB-E349-694F-A46A-E396EAA1B7AE}"/>
          </ac:inkMkLst>
        </pc:inkChg>
        <pc:inkChg chg="add">
          <ac:chgData name="Aggie Menezes" userId="74619c95fa3483c9" providerId="LiveId" clId="{20A26620-95D9-894E-AE55-3DE133FE37BE}" dt="2021-03-03T03:25:22.093" v="857"/>
          <ac:inkMkLst>
            <pc:docMk/>
            <pc:sldMk cId="541867139" sldId="262"/>
            <ac:inkMk id="60" creationId="{DBBBC901-3FC9-3345-BB46-D6DAAB7402AE}"/>
          </ac:inkMkLst>
        </pc:inkChg>
        <pc:inkChg chg="add topLvl">
          <ac:chgData name="Aggie Menezes" userId="74619c95fa3483c9" providerId="LiveId" clId="{20A26620-95D9-894E-AE55-3DE133FE37BE}" dt="2021-03-03T03:25:35.369" v="865"/>
          <ac:inkMkLst>
            <pc:docMk/>
            <pc:sldMk cId="541867139" sldId="262"/>
            <ac:inkMk id="62" creationId="{30A87679-F65E-9B4A-A6D2-4342EC1EE154}"/>
          </ac:inkMkLst>
        </pc:inkChg>
        <pc:inkChg chg="add">
          <ac:chgData name="Aggie Menezes" userId="74619c95fa3483c9" providerId="LiveId" clId="{20A26620-95D9-894E-AE55-3DE133FE37BE}" dt="2021-03-03T03:25:33.224" v="861"/>
          <ac:inkMkLst>
            <pc:docMk/>
            <pc:sldMk cId="541867139" sldId="262"/>
            <ac:inkMk id="64" creationId="{145A3F88-FCE4-7945-95F7-488B54A125C9}"/>
          </ac:inkMkLst>
        </pc:inkChg>
        <pc:inkChg chg="add">
          <ac:chgData name="Aggie Menezes" userId="74619c95fa3483c9" providerId="LiveId" clId="{20A26620-95D9-894E-AE55-3DE133FE37BE}" dt="2021-03-03T03:25:33.812" v="862"/>
          <ac:inkMkLst>
            <pc:docMk/>
            <pc:sldMk cId="541867139" sldId="262"/>
            <ac:inkMk id="65" creationId="{283F3395-A9F7-D141-9794-486D27903A56}"/>
          </ac:inkMkLst>
        </pc:inkChg>
        <pc:inkChg chg="add">
          <ac:chgData name="Aggie Menezes" userId="74619c95fa3483c9" providerId="LiveId" clId="{20A26620-95D9-894E-AE55-3DE133FE37BE}" dt="2021-03-03T03:25:34.586" v="863"/>
          <ac:inkMkLst>
            <pc:docMk/>
            <pc:sldMk cId="541867139" sldId="262"/>
            <ac:inkMk id="66" creationId="{27F9F31A-9399-2540-B3E0-4CBAE373360C}"/>
          </ac:inkMkLst>
        </pc:inkChg>
        <pc:inkChg chg="add">
          <ac:chgData name="Aggie Menezes" userId="74619c95fa3483c9" providerId="LiveId" clId="{20A26620-95D9-894E-AE55-3DE133FE37BE}" dt="2021-03-03T03:25:34.843" v="864"/>
          <ac:inkMkLst>
            <pc:docMk/>
            <pc:sldMk cId="541867139" sldId="262"/>
            <ac:inkMk id="67" creationId="{395DBAFF-7C2A-0B4F-B6E8-44276A23B16F}"/>
          </ac:inkMkLst>
        </pc:inkChg>
        <pc:inkChg chg="add">
          <ac:chgData name="Aggie Menezes" userId="74619c95fa3483c9" providerId="LiveId" clId="{20A26620-95D9-894E-AE55-3DE133FE37BE}" dt="2021-03-03T03:25:46.671" v="866"/>
          <ac:inkMkLst>
            <pc:docMk/>
            <pc:sldMk cId="541867139" sldId="262"/>
            <ac:inkMk id="69" creationId="{EE4AD6BA-8634-6448-B0F9-BFBEC3A25098}"/>
          </ac:inkMkLst>
        </pc:inkChg>
        <pc:inkChg chg="add">
          <ac:chgData name="Aggie Menezes" userId="74619c95fa3483c9" providerId="LiveId" clId="{20A26620-95D9-894E-AE55-3DE133FE37BE}" dt="2021-03-03T03:25:48.160" v="867"/>
          <ac:inkMkLst>
            <pc:docMk/>
            <pc:sldMk cId="541867139" sldId="262"/>
            <ac:inkMk id="70" creationId="{0A262583-08AA-A642-8C45-E608496568A7}"/>
          </ac:inkMkLst>
        </pc:inkChg>
        <pc:inkChg chg="add">
          <ac:chgData name="Aggie Menezes" userId="74619c95fa3483c9" providerId="LiveId" clId="{20A26620-95D9-894E-AE55-3DE133FE37BE}" dt="2021-03-03T03:25:53.541" v="868"/>
          <ac:inkMkLst>
            <pc:docMk/>
            <pc:sldMk cId="541867139" sldId="262"/>
            <ac:inkMk id="71" creationId="{B8B30961-7FAB-524C-843E-9B90AF5F7D1C}"/>
          </ac:inkMkLst>
        </pc:inkChg>
        <pc:inkChg chg="add">
          <ac:chgData name="Aggie Menezes" userId="74619c95fa3483c9" providerId="LiveId" clId="{20A26620-95D9-894E-AE55-3DE133FE37BE}" dt="2021-03-03T03:25:53.740" v="869"/>
          <ac:inkMkLst>
            <pc:docMk/>
            <pc:sldMk cId="541867139" sldId="262"/>
            <ac:inkMk id="72" creationId="{3F46290E-10D0-804E-ABDC-7DF158C40D9D}"/>
          </ac:inkMkLst>
        </pc:inkChg>
        <pc:inkChg chg="add">
          <ac:chgData name="Aggie Menezes" userId="74619c95fa3483c9" providerId="LiveId" clId="{20A26620-95D9-894E-AE55-3DE133FE37BE}" dt="2021-03-03T03:25:55.015" v="870"/>
          <ac:inkMkLst>
            <pc:docMk/>
            <pc:sldMk cId="541867139" sldId="262"/>
            <ac:inkMk id="73" creationId="{F9892A12-33B5-594E-831B-B97A64990E63}"/>
          </ac:inkMkLst>
        </pc:inkChg>
        <pc:inkChg chg="add">
          <ac:chgData name="Aggie Menezes" userId="74619c95fa3483c9" providerId="LiveId" clId="{20A26620-95D9-894E-AE55-3DE133FE37BE}" dt="2021-03-03T03:25:55.761" v="871"/>
          <ac:inkMkLst>
            <pc:docMk/>
            <pc:sldMk cId="541867139" sldId="262"/>
            <ac:inkMk id="74" creationId="{71230D8A-22AB-3949-89EE-8F0DCC56BD3D}"/>
          </ac:inkMkLst>
        </pc:inkChg>
        <pc:inkChg chg="add">
          <ac:chgData name="Aggie Menezes" userId="74619c95fa3483c9" providerId="LiveId" clId="{20A26620-95D9-894E-AE55-3DE133FE37BE}" dt="2021-03-03T03:25:58.836" v="873"/>
          <ac:inkMkLst>
            <pc:docMk/>
            <pc:sldMk cId="541867139" sldId="262"/>
            <ac:inkMk id="76" creationId="{7893A6DB-B430-7848-8181-826312651D8B}"/>
          </ac:inkMkLst>
        </pc:inkChg>
        <pc:inkChg chg="add">
          <ac:chgData name="Aggie Menezes" userId="74619c95fa3483c9" providerId="LiveId" clId="{20A26620-95D9-894E-AE55-3DE133FE37BE}" dt="2021-03-03T03:25:59.041" v="874"/>
          <ac:inkMkLst>
            <pc:docMk/>
            <pc:sldMk cId="541867139" sldId="262"/>
            <ac:inkMk id="77" creationId="{59DEFD42-5D6A-B549-A890-69517C301165}"/>
          </ac:inkMkLst>
        </pc:inkChg>
        <pc:inkChg chg="add">
          <ac:chgData name="Aggie Menezes" userId="74619c95fa3483c9" providerId="LiveId" clId="{20A26620-95D9-894E-AE55-3DE133FE37BE}" dt="2021-03-03T03:26:00.690" v="875"/>
          <ac:inkMkLst>
            <pc:docMk/>
            <pc:sldMk cId="541867139" sldId="262"/>
            <ac:inkMk id="78" creationId="{82319A1C-BE4A-E142-B64A-09387B68CD9D}"/>
          </ac:inkMkLst>
        </pc:inkChg>
        <pc:inkChg chg="add">
          <ac:chgData name="Aggie Menezes" userId="74619c95fa3483c9" providerId="LiveId" clId="{20A26620-95D9-894E-AE55-3DE133FE37BE}" dt="2021-03-03T03:26:01.561" v="876"/>
          <ac:inkMkLst>
            <pc:docMk/>
            <pc:sldMk cId="541867139" sldId="262"/>
            <ac:inkMk id="79" creationId="{DE03C45A-E881-944C-BC8D-E0ABFBB0C6BC}"/>
          </ac:inkMkLst>
        </pc:inkChg>
        <pc:inkChg chg="add">
          <ac:chgData name="Aggie Menezes" userId="74619c95fa3483c9" providerId="LiveId" clId="{20A26620-95D9-894E-AE55-3DE133FE37BE}" dt="2021-03-03T03:26:01.949" v="877"/>
          <ac:inkMkLst>
            <pc:docMk/>
            <pc:sldMk cId="541867139" sldId="262"/>
            <ac:inkMk id="80" creationId="{B5A7CDFD-ECCB-FB4B-9C7A-41C55689DD49}"/>
          </ac:inkMkLst>
        </pc:inkChg>
        <pc:inkChg chg="add">
          <ac:chgData name="Aggie Menezes" userId="74619c95fa3483c9" providerId="LiveId" clId="{20A26620-95D9-894E-AE55-3DE133FE37BE}" dt="2021-03-03T03:26:02.400" v="878"/>
          <ac:inkMkLst>
            <pc:docMk/>
            <pc:sldMk cId="541867139" sldId="262"/>
            <ac:inkMk id="81" creationId="{42F4F725-443A-0F4D-BAB7-F80BF67CAB85}"/>
          </ac:inkMkLst>
        </pc:inkChg>
        <pc:inkChg chg="add">
          <ac:chgData name="Aggie Menezes" userId="74619c95fa3483c9" providerId="LiveId" clId="{20A26620-95D9-894E-AE55-3DE133FE37BE}" dt="2021-03-03T03:26:02.959" v="879"/>
          <ac:inkMkLst>
            <pc:docMk/>
            <pc:sldMk cId="541867139" sldId="262"/>
            <ac:inkMk id="82" creationId="{C6E05EB6-9E03-F245-979E-9ABF3E7B3320}"/>
          </ac:inkMkLst>
        </pc:inkChg>
        <pc:inkChg chg="add">
          <ac:chgData name="Aggie Menezes" userId="74619c95fa3483c9" providerId="LiveId" clId="{20A26620-95D9-894E-AE55-3DE133FE37BE}" dt="2021-03-03T03:26:03.318" v="880"/>
          <ac:inkMkLst>
            <pc:docMk/>
            <pc:sldMk cId="541867139" sldId="262"/>
            <ac:inkMk id="83" creationId="{47C601C1-B080-BA49-A7F5-FFA627C45856}"/>
          </ac:inkMkLst>
        </pc:inkChg>
        <pc:inkChg chg="add topLvl">
          <ac:chgData name="Aggie Menezes" userId="74619c95fa3483c9" providerId="LiveId" clId="{20A26620-95D9-894E-AE55-3DE133FE37BE}" dt="2021-03-03T03:26:43.559" v="908"/>
          <ac:inkMkLst>
            <pc:docMk/>
            <pc:sldMk cId="541867139" sldId="262"/>
            <ac:inkMk id="85" creationId="{AECE15F8-9AFC-A645-9B24-44036493A4BE}"/>
          </ac:inkMkLst>
        </pc:inkChg>
        <pc:inkChg chg="add topLvl">
          <ac:chgData name="Aggie Menezes" userId="74619c95fa3483c9" providerId="LiveId" clId="{20A26620-95D9-894E-AE55-3DE133FE37BE}" dt="2021-03-03T03:26:43.559" v="908"/>
          <ac:inkMkLst>
            <pc:docMk/>
            <pc:sldMk cId="541867139" sldId="262"/>
            <ac:inkMk id="86" creationId="{A5BA960C-0C1C-C742-96E3-2B04309250EB}"/>
          </ac:inkMkLst>
        </pc:inkChg>
        <pc:inkChg chg="add topLvl">
          <ac:chgData name="Aggie Menezes" userId="74619c95fa3483c9" providerId="LiveId" clId="{20A26620-95D9-894E-AE55-3DE133FE37BE}" dt="2021-03-03T03:26:37.689" v="906"/>
          <ac:inkMkLst>
            <pc:docMk/>
            <pc:sldMk cId="541867139" sldId="262"/>
            <ac:inkMk id="88" creationId="{9083A79A-5924-1245-80A7-EDBAD9FDA13C}"/>
          </ac:inkMkLst>
        </pc:inkChg>
        <pc:inkChg chg="add topLvl">
          <ac:chgData name="Aggie Menezes" userId="74619c95fa3483c9" providerId="LiveId" clId="{20A26620-95D9-894E-AE55-3DE133FE37BE}" dt="2021-03-03T03:26:37.689" v="906"/>
          <ac:inkMkLst>
            <pc:docMk/>
            <pc:sldMk cId="541867139" sldId="262"/>
            <ac:inkMk id="89" creationId="{6379235B-0500-0F47-BA5F-F95CEBA419B7}"/>
          </ac:inkMkLst>
        </pc:inkChg>
        <pc:inkChg chg="add">
          <ac:chgData name="Aggie Menezes" userId="74619c95fa3483c9" providerId="LiveId" clId="{20A26620-95D9-894E-AE55-3DE133FE37BE}" dt="2021-03-03T03:26:28.542" v="888"/>
          <ac:inkMkLst>
            <pc:docMk/>
            <pc:sldMk cId="541867139" sldId="262"/>
            <ac:inkMk id="91" creationId="{89FA0A67-07AD-5F4B-8F4F-AD38DA272F0D}"/>
          </ac:inkMkLst>
        </pc:inkChg>
        <pc:inkChg chg="add">
          <ac:chgData name="Aggie Menezes" userId="74619c95fa3483c9" providerId="LiveId" clId="{20A26620-95D9-894E-AE55-3DE133FE37BE}" dt="2021-03-03T03:26:29.021" v="889"/>
          <ac:inkMkLst>
            <pc:docMk/>
            <pc:sldMk cId="541867139" sldId="262"/>
            <ac:inkMk id="92" creationId="{A689DE17-F062-D84D-A197-64E7DC0CE3CF}"/>
          </ac:inkMkLst>
        </pc:inkChg>
        <pc:inkChg chg="add">
          <ac:chgData name="Aggie Menezes" userId="74619c95fa3483c9" providerId="LiveId" clId="{20A26620-95D9-894E-AE55-3DE133FE37BE}" dt="2021-03-03T03:26:29.200" v="890"/>
          <ac:inkMkLst>
            <pc:docMk/>
            <pc:sldMk cId="541867139" sldId="262"/>
            <ac:inkMk id="93" creationId="{EF3D35D4-1793-9848-854B-1B2C1B4E3FC5}"/>
          </ac:inkMkLst>
        </pc:inkChg>
        <pc:inkChg chg="add">
          <ac:chgData name="Aggie Menezes" userId="74619c95fa3483c9" providerId="LiveId" clId="{20A26620-95D9-894E-AE55-3DE133FE37BE}" dt="2021-03-03T03:26:29.335" v="891"/>
          <ac:inkMkLst>
            <pc:docMk/>
            <pc:sldMk cId="541867139" sldId="262"/>
            <ac:inkMk id="94" creationId="{2FFF18FB-3F4B-1540-A3F3-5F16F4420016}"/>
          </ac:inkMkLst>
        </pc:inkChg>
        <pc:inkChg chg="add">
          <ac:chgData name="Aggie Menezes" userId="74619c95fa3483c9" providerId="LiveId" clId="{20A26620-95D9-894E-AE55-3DE133FE37BE}" dt="2021-03-03T03:26:30.522" v="893"/>
          <ac:inkMkLst>
            <pc:docMk/>
            <pc:sldMk cId="541867139" sldId="262"/>
            <ac:inkMk id="96" creationId="{00191E6D-6224-0F40-A0E6-1366EB6CF9EC}"/>
          </ac:inkMkLst>
        </pc:inkChg>
        <pc:inkChg chg="add">
          <ac:chgData name="Aggie Menezes" userId="74619c95fa3483c9" providerId="LiveId" clId="{20A26620-95D9-894E-AE55-3DE133FE37BE}" dt="2021-03-03T03:26:31.118" v="894"/>
          <ac:inkMkLst>
            <pc:docMk/>
            <pc:sldMk cId="541867139" sldId="262"/>
            <ac:inkMk id="97" creationId="{12698DC4-4D45-7442-9212-830E4359718E}"/>
          </ac:inkMkLst>
        </pc:inkChg>
        <pc:inkChg chg="add">
          <ac:chgData name="Aggie Menezes" userId="74619c95fa3483c9" providerId="LiveId" clId="{20A26620-95D9-894E-AE55-3DE133FE37BE}" dt="2021-03-03T03:26:32.320" v="896"/>
          <ac:inkMkLst>
            <pc:docMk/>
            <pc:sldMk cId="541867139" sldId="262"/>
            <ac:inkMk id="99" creationId="{F423997E-9366-F146-A44F-C5C9D22D4397}"/>
          </ac:inkMkLst>
        </pc:inkChg>
        <pc:inkChg chg="add">
          <ac:chgData name="Aggie Menezes" userId="74619c95fa3483c9" providerId="LiveId" clId="{20A26620-95D9-894E-AE55-3DE133FE37BE}" dt="2021-03-03T03:26:32.935" v="897"/>
          <ac:inkMkLst>
            <pc:docMk/>
            <pc:sldMk cId="541867139" sldId="262"/>
            <ac:inkMk id="100" creationId="{AD7B7076-03B9-D043-AFE7-4454B99183E0}"/>
          </ac:inkMkLst>
        </pc:inkChg>
        <pc:inkChg chg="add">
          <ac:chgData name="Aggie Menezes" userId="74619c95fa3483c9" providerId="LiveId" clId="{20A26620-95D9-894E-AE55-3DE133FE37BE}" dt="2021-03-03T03:26:34.094" v="898"/>
          <ac:inkMkLst>
            <pc:docMk/>
            <pc:sldMk cId="541867139" sldId="262"/>
            <ac:inkMk id="101" creationId="{FBDC8F21-4EB2-D041-A807-DC62BC29EF41}"/>
          </ac:inkMkLst>
        </pc:inkChg>
        <pc:inkChg chg="add">
          <ac:chgData name="Aggie Menezes" userId="74619c95fa3483c9" providerId="LiveId" clId="{20A26620-95D9-894E-AE55-3DE133FE37BE}" dt="2021-03-03T03:26:34.567" v="899"/>
          <ac:inkMkLst>
            <pc:docMk/>
            <pc:sldMk cId="541867139" sldId="262"/>
            <ac:inkMk id="102" creationId="{19451F28-D0E4-D345-94C2-A336CC6874DC}"/>
          </ac:inkMkLst>
        </pc:inkChg>
        <pc:inkChg chg="add">
          <ac:chgData name="Aggie Menezes" userId="74619c95fa3483c9" providerId="LiveId" clId="{20A26620-95D9-894E-AE55-3DE133FE37BE}" dt="2021-03-03T03:26:34.740" v="900"/>
          <ac:inkMkLst>
            <pc:docMk/>
            <pc:sldMk cId="541867139" sldId="262"/>
            <ac:inkMk id="103" creationId="{10E1335F-7B44-D446-A2F4-9C7085678DC4}"/>
          </ac:inkMkLst>
        </pc:inkChg>
        <pc:inkChg chg="add">
          <ac:chgData name="Aggie Menezes" userId="74619c95fa3483c9" providerId="LiveId" clId="{20A26620-95D9-894E-AE55-3DE133FE37BE}" dt="2021-03-03T03:26:34.875" v="901"/>
          <ac:inkMkLst>
            <pc:docMk/>
            <pc:sldMk cId="541867139" sldId="262"/>
            <ac:inkMk id="104" creationId="{FCB5B55C-9925-B14B-B393-0EA205EC56A7}"/>
          </ac:inkMkLst>
        </pc:inkChg>
        <pc:inkChg chg="add">
          <ac:chgData name="Aggie Menezes" userId="74619c95fa3483c9" providerId="LiveId" clId="{20A26620-95D9-894E-AE55-3DE133FE37BE}" dt="2021-03-03T03:26:35.569" v="902"/>
          <ac:inkMkLst>
            <pc:docMk/>
            <pc:sldMk cId="541867139" sldId="262"/>
            <ac:inkMk id="105" creationId="{3A5FF8DC-286F-FE45-BB37-E4DB116D9967}"/>
          </ac:inkMkLst>
        </pc:inkChg>
        <pc:inkChg chg="add">
          <ac:chgData name="Aggie Menezes" userId="74619c95fa3483c9" providerId="LiveId" clId="{20A26620-95D9-894E-AE55-3DE133FE37BE}" dt="2021-03-03T03:26:35.730" v="903"/>
          <ac:inkMkLst>
            <pc:docMk/>
            <pc:sldMk cId="541867139" sldId="262"/>
            <ac:inkMk id="106" creationId="{DB8986F7-755C-C642-AD81-06B943D0386B}"/>
          </ac:inkMkLst>
        </pc:inkChg>
        <pc:inkChg chg="add topLvl">
          <ac:chgData name="Aggie Menezes" userId="74619c95fa3483c9" providerId="LiveId" clId="{20A26620-95D9-894E-AE55-3DE133FE37BE}" dt="2021-03-03T03:26:43.559" v="908"/>
          <ac:inkMkLst>
            <pc:docMk/>
            <pc:sldMk cId="541867139" sldId="262"/>
            <ac:inkMk id="107" creationId="{4A9D231B-A174-2A4D-945E-73C5F2B5F55E}"/>
          </ac:inkMkLst>
        </pc:inkChg>
        <pc:inkChg chg="add topLvl">
          <ac:chgData name="Aggie Menezes" userId="74619c95fa3483c9" providerId="LiveId" clId="{20A26620-95D9-894E-AE55-3DE133FE37BE}" dt="2021-03-03T03:26:43.559" v="908"/>
          <ac:inkMkLst>
            <pc:docMk/>
            <pc:sldMk cId="541867139" sldId="262"/>
            <ac:inkMk id="108" creationId="{DFD2C540-5E66-4246-A4D5-A0F0A1D89E17}"/>
          </ac:inkMkLst>
        </pc:inkChg>
        <pc:inkChg chg="add">
          <ac:chgData name="Aggie Menezes" userId="74619c95fa3483c9" providerId="LiveId" clId="{20A26620-95D9-894E-AE55-3DE133FE37BE}" dt="2021-03-03T03:26:43.031" v="907"/>
          <ac:inkMkLst>
            <pc:docMk/>
            <pc:sldMk cId="541867139" sldId="262"/>
            <ac:inkMk id="112" creationId="{E5734F53-4B38-184E-A17A-BCD07CF860CB}"/>
          </ac:inkMkLst>
        </pc:inkChg>
        <pc:inkChg chg="add">
          <ac:chgData name="Aggie Menezes" userId="74619c95fa3483c9" providerId="LiveId" clId="{20A26620-95D9-894E-AE55-3DE133FE37BE}" dt="2021-03-03T03:26:45.126" v="909"/>
          <ac:inkMkLst>
            <pc:docMk/>
            <pc:sldMk cId="541867139" sldId="262"/>
            <ac:inkMk id="114" creationId="{6226AA11-24C3-6841-B2B6-E3AF7C52E00C}"/>
          </ac:inkMkLst>
        </pc:inkChg>
        <pc:inkChg chg="add">
          <ac:chgData name="Aggie Menezes" userId="74619c95fa3483c9" providerId="LiveId" clId="{20A26620-95D9-894E-AE55-3DE133FE37BE}" dt="2021-03-03T03:26:46.637" v="910"/>
          <ac:inkMkLst>
            <pc:docMk/>
            <pc:sldMk cId="541867139" sldId="262"/>
            <ac:inkMk id="115" creationId="{6DFA4569-2C09-194A-98AE-44D0232AE42E}"/>
          </ac:inkMkLst>
        </pc:inkChg>
        <pc:inkChg chg="add">
          <ac:chgData name="Aggie Menezes" userId="74619c95fa3483c9" providerId="LiveId" clId="{20A26620-95D9-894E-AE55-3DE133FE37BE}" dt="2021-03-03T03:26:47.044" v="911"/>
          <ac:inkMkLst>
            <pc:docMk/>
            <pc:sldMk cId="541867139" sldId="262"/>
            <ac:inkMk id="116" creationId="{C1C298E1-38AB-1948-80F1-BDD9491882A4}"/>
          </ac:inkMkLst>
        </pc:inkChg>
        <pc:inkChg chg="add">
          <ac:chgData name="Aggie Menezes" userId="74619c95fa3483c9" providerId="LiveId" clId="{20A26620-95D9-894E-AE55-3DE133FE37BE}" dt="2021-03-03T03:26:48.111" v="912"/>
          <ac:inkMkLst>
            <pc:docMk/>
            <pc:sldMk cId="541867139" sldId="262"/>
            <ac:inkMk id="117" creationId="{834A19F9-C0AB-CA48-AA59-3455D9FD9A3C}"/>
          </ac:inkMkLst>
        </pc:inkChg>
        <pc:inkChg chg="add">
          <ac:chgData name="Aggie Menezes" userId="74619c95fa3483c9" providerId="LiveId" clId="{20A26620-95D9-894E-AE55-3DE133FE37BE}" dt="2021-03-03T03:26:48.564" v="913"/>
          <ac:inkMkLst>
            <pc:docMk/>
            <pc:sldMk cId="541867139" sldId="262"/>
            <ac:inkMk id="118" creationId="{01D70ADA-1C44-8143-ACEE-FC0A59AFED12}"/>
          </ac:inkMkLst>
        </pc:inkChg>
      </pc:sldChg>
      <pc:sldChg chg="addSp delSp">
        <pc:chgData name="Aggie Menezes" userId="74619c95fa3483c9" providerId="LiveId" clId="{20A26620-95D9-894E-AE55-3DE133FE37BE}" dt="2021-03-22T10:23:26.752" v="2479"/>
        <pc:sldMkLst>
          <pc:docMk/>
          <pc:sldMk cId="33264414" sldId="263"/>
        </pc:sldMkLst>
        <pc:grpChg chg="add">
          <ac:chgData name="Aggie Menezes" userId="74619c95fa3483c9" providerId="LiveId" clId="{20A26620-95D9-894E-AE55-3DE133FE37BE}" dt="2021-03-06T03:12:18.368" v="1189"/>
          <ac:grpSpMkLst>
            <pc:docMk/>
            <pc:sldMk cId="33264414" sldId="263"/>
            <ac:grpSpMk id="31" creationId="{47E877D7-1547-B14A-8784-253B441A84E5}"/>
          </ac:grpSpMkLst>
        </pc:grpChg>
        <pc:grpChg chg="add del">
          <ac:chgData name="Aggie Menezes" userId="74619c95fa3483c9" providerId="LiveId" clId="{20A26620-95D9-894E-AE55-3DE133FE37BE}" dt="2021-03-03T03:16:24.102" v="674"/>
          <ac:grpSpMkLst>
            <pc:docMk/>
            <pc:sldMk cId="33264414" sldId="263"/>
            <ac:grpSpMk id="32" creationId="{D9020BB0-50F6-EA42-9219-F606102928D5}"/>
          </ac:grpSpMkLst>
        </pc:grpChg>
        <pc:grpChg chg="add del">
          <ac:chgData name="Aggie Menezes" userId="74619c95fa3483c9" providerId="LiveId" clId="{20A26620-95D9-894E-AE55-3DE133FE37BE}" dt="2021-03-03T03:16:28.125" v="680"/>
          <ac:grpSpMkLst>
            <pc:docMk/>
            <pc:sldMk cId="33264414" sldId="263"/>
            <ac:grpSpMk id="34" creationId="{512AF126-6685-B044-9B51-8661B0363CA4}"/>
          </ac:grpSpMkLst>
        </pc:grpChg>
        <pc:grpChg chg="add del">
          <ac:chgData name="Aggie Menezes" userId="74619c95fa3483c9" providerId="LiveId" clId="{20A26620-95D9-894E-AE55-3DE133FE37BE}" dt="2021-03-22T10:21:35.066" v="2452"/>
          <ac:grpSpMkLst>
            <pc:docMk/>
            <pc:sldMk cId="33264414" sldId="263"/>
            <ac:grpSpMk id="36" creationId="{71D98A8F-7BC8-294A-AA3F-A3C6FF8C03A9}"/>
          </ac:grpSpMkLst>
        </pc:grpChg>
        <pc:grpChg chg="add del">
          <ac:chgData name="Aggie Menezes" userId="74619c95fa3483c9" providerId="LiveId" clId="{20A26620-95D9-894E-AE55-3DE133FE37BE}" dt="2021-03-03T03:16:28.125" v="680"/>
          <ac:grpSpMkLst>
            <pc:docMk/>
            <pc:sldMk cId="33264414" sldId="263"/>
            <ac:grpSpMk id="38" creationId="{D92459FC-5664-B841-B2FF-A2B78DB23CF1}"/>
          </ac:grpSpMkLst>
        </pc:grpChg>
        <pc:grpChg chg="add">
          <ac:chgData name="Aggie Menezes" userId="74619c95fa3483c9" providerId="LiveId" clId="{20A26620-95D9-894E-AE55-3DE133FE37BE}" dt="2021-03-03T03:16:28.125" v="680"/>
          <ac:grpSpMkLst>
            <pc:docMk/>
            <pc:sldMk cId="33264414" sldId="263"/>
            <ac:grpSpMk id="40" creationId="{43547A9A-C45C-2344-A63A-1340AC8ED5AD}"/>
          </ac:grpSpMkLst>
        </pc:grpChg>
        <pc:grpChg chg="add del">
          <ac:chgData name="Aggie Menezes" userId="74619c95fa3483c9" providerId="LiveId" clId="{20A26620-95D9-894E-AE55-3DE133FE37BE}" dt="2021-03-22T10:21:48.667" v="2465"/>
          <ac:grpSpMkLst>
            <pc:docMk/>
            <pc:sldMk cId="33264414" sldId="263"/>
            <ac:grpSpMk id="42" creationId="{8DCBEE9C-88BA-8045-87C0-A5629D1ADCF3}"/>
          </ac:grpSpMkLst>
        </pc:grpChg>
        <pc:grpChg chg="add">
          <ac:chgData name="Aggie Menezes" userId="74619c95fa3483c9" providerId="LiveId" clId="{20A26620-95D9-894E-AE55-3DE133FE37BE}" dt="2021-03-03T03:19:01.912" v="758"/>
          <ac:grpSpMkLst>
            <pc:docMk/>
            <pc:sldMk cId="33264414" sldId="263"/>
            <ac:grpSpMk id="44" creationId="{D349B785-59FB-F344-BD37-DD7FBF9AC653}"/>
          </ac:grpSpMkLst>
        </pc:grpChg>
        <pc:grpChg chg="add del">
          <ac:chgData name="Aggie Menezes" userId="74619c95fa3483c9" providerId="LiveId" clId="{20A26620-95D9-894E-AE55-3DE133FE37BE}" dt="2021-03-22T10:21:40.919" v="2458"/>
          <ac:grpSpMkLst>
            <pc:docMk/>
            <pc:sldMk cId="33264414" sldId="263"/>
            <ac:grpSpMk id="45" creationId="{A6A1649C-B4F0-E44D-B442-7213D9F97DB3}"/>
          </ac:grpSpMkLst>
        </pc:grpChg>
        <pc:grpChg chg="add del">
          <ac:chgData name="Aggie Menezes" userId="74619c95fa3483c9" providerId="LiveId" clId="{20A26620-95D9-894E-AE55-3DE133FE37BE}" dt="2021-03-22T10:21:48.667" v="2465"/>
          <ac:grpSpMkLst>
            <pc:docMk/>
            <pc:sldMk cId="33264414" sldId="263"/>
            <ac:grpSpMk id="48" creationId="{11D070C8-E537-EF42-A7EC-5ED298F2E245}"/>
          </ac:grpSpMkLst>
        </pc:grpChg>
        <pc:grpChg chg="add del">
          <ac:chgData name="Aggie Menezes" userId="74619c95fa3483c9" providerId="LiveId" clId="{20A26620-95D9-894E-AE55-3DE133FE37BE}" dt="2021-03-22T10:21:47.426" v="2463"/>
          <ac:grpSpMkLst>
            <pc:docMk/>
            <pc:sldMk cId="33264414" sldId="263"/>
            <ac:grpSpMk id="51" creationId="{71BDA095-9440-B54A-9419-A41F46C1A903}"/>
          </ac:grpSpMkLst>
        </pc:grpChg>
        <pc:grpChg chg="add del">
          <ac:chgData name="Aggie Menezes" userId="74619c95fa3483c9" providerId="LiveId" clId="{20A26620-95D9-894E-AE55-3DE133FE37BE}" dt="2021-03-22T10:21:48.667" v="2465"/>
          <ac:grpSpMkLst>
            <pc:docMk/>
            <pc:sldMk cId="33264414" sldId="263"/>
            <ac:grpSpMk id="53" creationId="{52A3AC03-3E90-AE46-8E4E-A58AE6013B6B}"/>
          </ac:grpSpMkLst>
        </pc:grpChg>
        <pc:grpChg chg="add del">
          <ac:chgData name="Aggie Menezes" userId="74619c95fa3483c9" providerId="LiveId" clId="{20A26620-95D9-894E-AE55-3DE133FE37BE}" dt="2021-03-22T10:21:52.909" v="2469"/>
          <ac:grpSpMkLst>
            <pc:docMk/>
            <pc:sldMk cId="33264414" sldId="263"/>
            <ac:grpSpMk id="55" creationId="{28AF7D12-E96B-CC4D-BD1B-FCA22F9E7CA9}"/>
          </ac:grpSpMkLst>
        </pc:grpChg>
        <pc:grpChg chg="add">
          <ac:chgData name="Aggie Menezes" userId="74619c95fa3483c9" providerId="LiveId" clId="{20A26620-95D9-894E-AE55-3DE133FE37BE}" dt="2021-03-03T03:19:06.482" v="769"/>
          <ac:grpSpMkLst>
            <pc:docMk/>
            <pc:sldMk cId="33264414" sldId="263"/>
            <ac:grpSpMk id="55" creationId="{DF82BECC-7489-1140-A781-B2C178393BFA}"/>
          </ac:grpSpMkLst>
        </pc:grpChg>
        <pc:grpChg chg="add">
          <ac:chgData name="Aggie Menezes" userId="74619c95fa3483c9" providerId="LiveId" clId="{20A26620-95D9-894E-AE55-3DE133FE37BE}" dt="2021-03-03T03:19:12.070" v="772"/>
          <ac:grpSpMkLst>
            <pc:docMk/>
            <pc:sldMk cId="33264414" sldId="263"/>
            <ac:grpSpMk id="58" creationId="{95F35807-04B8-764F-A69B-3F7CFEF358EB}"/>
          </ac:grpSpMkLst>
        </pc:grpChg>
        <pc:grpChg chg="add">
          <ac:chgData name="Aggie Menezes" userId="74619c95fa3483c9" providerId="LiveId" clId="{20A26620-95D9-894E-AE55-3DE133FE37BE}" dt="2021-03-22T10:21:52.909" v="2469"/>
          <ac:grpSpMkLst>
            <pc:docMk/>
            <pc:sldMk cId="33264414" sldId="263"/>
            <ac:grpSpMk id="59" creationId="{046E9240-DCA2-744D-B63C-CB500C54813B}"/>
          </ac:grpSpMkLst>
        </pc:grpChg>
        <pc:grpChg chg="add">
          <ac:chgData name="Aggie Menezes" userId="74619c95fa3483c9" providerId="LiveId" clId="{20A26620-95D9-894E-AE55-3DE133FE37BE}" dt="2021-03-22T10:21:54.741" v="2472"/>
          <ac:grpSpMkLst>
            <pc:docMk/>
            <pc:sldMk cId="33264414" sldId="263"/>
            <ac:grpSpMk id="62" creationId="{5A9BCA92-A090-9941-A741-42657B2A7ED8}"/>
          </ac:grpSpMkLst>
        </pc:grpChg>
        <pc:grpChg chg="add">
          <ac:chgData name="Aggie Menezes" userId="74619c95fa3483c9" providerId="LiveId" clId="{20A26620-95D9-894E-AE55-3DE133FE37BE}" dt="2021-03-03T03:19:21.825" v="784"/>
          <ac:grpSpMkLst>
            <pc:docMk/>
            <pc:sldMk cId="33264414" sldId="263"/>
            <ac:grpSpMk id="70" creationId="{A7B8105F-3B7A-2E43-A5C6-B78DE7CB8BCA}"/>
          </ac:grpSpMkLst>
        </pc:grpChg>
        <pc:inkChg chg="add">
          <ac:chgData name="Aggie Menezes" userId="74619c95fa3483c9" providerId="LiveId" clId="{20A26620-95D9-894E-AE55-3DE133FE37BE}" dt="2021-03-22T10:21:03.027" v="2440"/>
          <ac:inkMkLst>
            <pc:docMk/>
            <pc:sldMk cId="33264414" sldId="263"/>
            <ac:inkMk id="4" creationId="{5B5FCB35-7F05-7440-BB82-5399CA93DAB4}"/>
          </ac:inkMkLst>
        </pc:inkChg>
        <pc:inkChg chg="add">
          <ac:chgData name="Aggie Menezes" userId="74619c95fa3483c9" providerId="LiveId" clId="{20A26620-95D9-894E-AE55-3DE133FE37BE}" dt="2021-03-06T03:08:03.302" v="992" actId="7634"/>
          <ac:inkMkLst>
            <pc:docMk/>
            <pc:sldMk cId="33264414" sldId="263"/>
            <ac:inkMk id="4" creationId="{758AD5E9-E798-1946-9543-08B00FF83514}"/>
          </ac:inkMkLst>
        </pc:inkChg>
        <pc:inkChg chg="add">
          <ac:chgData name="Aggie Menezes" userId="74619c95fa3483c9" providerId="LiveId" clId="{20A26620-95D9-894E-AE55-3DE133FE37BE}" dt="2021-03-03T03:15:55.778" v="667"/>
          <ac:inkMkLst>
            <pc:docMk/>
            <pc:sldMk cId="33264414" sldId="263"/>
            <ac:inkMk id="4" creationId="{EF1BE3D1-378A-6448-BB79-C891241E578E}"/>
          </ac:inkMkLst>
        </pc:inkChg>
        <pc:inkChg chg="add">
          <ac:chgData name="Aggie Menezes" userId="74619c95fa3483c9" providerId="LiveId" clId="{20A26620-95D9-894E-AE55-3DE133FE37BE}" dt="2021-03-06T03:12:15.130" v="1186"/>
          <ac:inkMkLst>
            <pc:docMk/>
            <pc:sldMk cId="33264414" sldId="263"/>
            <ac:inkMk id="7" creationId="{1450B4AB-D81E-9E4B-8FD2-13043F60DA3D}"/>
          </ac:inkMkLst>
        </pc:inkChg>
        <pc:inkChg chg="add">
          <ac:chgData name="Aggie Menezes" userId="74619c95fa3483c9" providerId="LiveId" clId="{20A26620-95D9-894E-AE55-3DE133FE37BE}" dt="2021-03-03T03:15:57.269" v="668"/>
          <ac:inkMkLst>
            <pc:docMk/>
            <pc:sldMk cId="33264414" sldId="263"/>
            <ac:inkMk id="7" creationId="{A833A17D-4EBD-B045-8997-C397FE7908A3}"/>
          </ac:inkMkLst>
        </pc:inkChg>
        <pc:inkChg chg="add topLvl">
          <ac:chgData name="Aggie Menezes" userId="74619c95fa3483c9" providerId="LiveId" clId="{20A26620-95D9-894E-AE55-3DE133FE37BE}" dt="2021-03-22T10:21:52.909" v="2469"/>
          <ac:inkMkLst>
            <pc:docMk/>
            <pc:sldMk cId="33264414" sldId="263"/>
            <ac:inkMk id="7" creationId="{C8275252-B107-2E4B-BC3C-BD014585FCD2}"/>
          </ac:inkMkLst>
        </pc:inkChg>
        <pc:inkChg chg="add">
          <ac:chgData name="Aggie Menezes" userId="74619c95fa3483c9" providerId="LiveId" clId="{20A26620-95D9-894E-AE55-3DE133FE37BE}" dt="2021-03-06T03:12:16.379" v="1187"/>
          <ac:inkMkLst>
            <pc:docMk/>
            <pc:sldMk cId="33264414" sldId="263"/>
            <ac:inkMk id="13" creationId="{58EAA0F3-7A59-E24A-9954-C4302D2A01A2}"/>
          </ac:inkMkLst>
        </pc:inkChg>
        <pc:inkChg chg="add">
          <ac:chgData name="Aggie Menezes" userId="74619c95fa3483c9" providerId="LiveId" clId="{20A26620-95D9-894E-AE55-3DE133FE37BE}" dt="2021-03-03T03:16:16.914" v="669"/>
          <ac:inkMkLst>
            <pc:docMk/>
            <pc:sldMk cId="33264414" sldId="263"/>
            <ac:inkMk id="13" creationId="{8906125D-1EB9-EA4B-9E69-337DD1556558}"/>
          </ac:inkMkLst>
        </pc:inkChg>
        <pc:inkChg chg="add topLvl">
          <ac:chgData name="Aggie Menezes" userId="74619c95fa3483c9" providerId="LiveId" clId="{20A26620-95D9-894E-AE55-3DE133FE37BE}" dt="2021-03-22T10:21:52.909" v="2469"/>
          <ac:inkMkLst>
            <pc:docMk/>
            <pc:sldMk cId="33264414" sldId="263"/>
            <ac:inkMk id="13" creationId="{902B11D2-55D1-7A4B-9DBE-33B34D9548CE}"/>
          </ac:inkMkLst>
        </pc:inkChg>
        <pc:inkChg chg="add topLvl">
          <ac:chgData name="Aggie Menezes" userId="74619c95fa3483c9" providerId="LiveId" clId="{20A26620-95D9-894E-AE55-3DE133FE37BE}" dt="2021-03-03T03:16:28.125" v="680"/>
          <ac:inkMkLst>
            <pc:docMk/>
            <pc:sldMk cId="33264414" sldId="263"/>
            <ac:inkMk id="15" creationId="{6A4E029F-4A17-A046-AF82-F27D2EF65590}"/>
          </ac:inkMkLst>
        </pc:inkChg>
        <pc:inkChg chg="add">
          <ac:chgData name="Aggie Menezes" userId="74619c95fa3483c9" providerId="LiveId" clId="{20A26620-95D9-894E-AE55-3DE133FE37BE}" dt="2021-03-06T03:12:17.368" v="1188"/>
          <ac:inkMkLst>
            <pc:docMk/>
            <pc:sldMk cId="33264414" sldId="263"/>
            <ac:inkMk id="15" creationId="{C1993675-859A-EA4E-AACA-F46F8A9D9993}"/>
          </ac:inkMkLst>
        </pc:inkChg>
        <pc:inkChg chg="add topLvl">
          <ac:chgData name="Aggie Menezes" userId="74619c95fa3483c9" providerId="LiveId" clId="{20A26620-95D9-894E-AE55-3DE133FE37BE}" dt="2021-03-22T10:21:52.909" v="2469"/>
          <ac:inkMkLst>
            <pc:docMk/>
            <pc:sldMk cId="33264414" sldId="263"/>
            <ac:inkMk id="15" creationId="{D8B03A38-B801-B64A-97CB-F6DACC38D1DB}"/>
          </ac:inkMkLst>
        </pc:inkChg>
        <pc:inkChg chg="add topLvl">
          <ac:chgData name="Aggie Menezes" userId="74619c95fa3483c9" providerId="LiveId" clId="{20A26620-95D9-894E-AE55-3DE133FE37BE}" dt="2021-03-03T03:16:28.125" v="680"/>
          <ac:inkMkLst>
            <pc:docMk/>
            <pc:sldMk cId="33264414" sldId="263"/>
            <ac:inkMk id="31" creationId="{4D137886-3BC3-ED49-B379-E6AC93BA23A6}"/>
          </ac:inkMkLst>
        </pc:inkChg>
        <pc:inkChg chg="add topLvl">
          <ac:chgData name="Aggie Menezes" userId="74619c95fa3483c9" providerId="LiveId" clId="{20A26620-95D9-894E-AE55-3DE133FE37BE}" dt="2021-03-22T10:21:52.909" v="2469"/>
          <ac:inkMkLst>
            <pc:docMk/>
            <pc:sldMk cId="33264414" sldId="263"/>
            <ac:inkMk id="31" creationId="{91660DAE-8D5F-B647-99A3-E80ED0BF29E0}"/>
          </ac:inkMkLst>
        </pc:inkChg>
        <pc:inkChg chg="add topLvl">
          <ac:chgData name="Aggie Menezes" userId="74619c95fa3483c9" providerId="LiveId" clId="{20A26620-95D9-894E-AE55-3DE133FE37BE}" dt="2021-03-03T03:16:28.125" v="680"/>
          <ac:inkMkLst>
            <pc:docMk/>
            <pc:sldMk cId="33264414" sldId="263"/>
            <ac:inkMk id="33" creationId="{8EC95170-19C4-1B4D-9DC2-5414AFB753B0}"/>
          </ac:inkMkLst>
        </pc:inkChg>
        <pc:inkChg chg="add topLvl">
          <ac:chgData name="Aggie Menezes" userId="74619c95fa3483c9" providerId="LiveId" clId="{20A26620-95D9-894E-AE55-3DE133FE37BE}" dt="2021-03-22T10:21:52.909" v="2469"/>
          <ac:inkMkLst>
            <pc:docMk/>
            <pc:sldMk cId="33264414" sldId="263"/>
            <ac:inkMk id="33" creationId="{EFC82678-F69D-0946-AFFD-737749C992A7}"/>
          </ac:inkMkLst>
        </pc:inkChg>
        <pc:inkChg chg="add topLvl">
          <ac:chgData name="Aggie Menezes" userId="74619c95fa3483c9" providerId="LiveId" clId="{20A26620-95D9-894E-AE55-3DE133FE37BE}" dt="2021-03-03T03:16:28.125" v="680"/>
          <ac:inkMkLst>
            <pc:docMk/>
            <pc:sldMk cId="33264414" sldId="263"/>
            <ac:inkMk id="35" creationId="{3120EE60-0C8F-E240-923B-E90D815D37C5}"/>
          </ac:inkMkLst>
        </pc:inkChg>
        <pc:inkChg chg="add topLvl">
          <ac:chgData name="Aggie Menezes" userId="74619c95fa3483c9" providerId="LiveId" clId="{20A26620-95D9-894E-AE55-3DE133FE37BE}" dt="2021-03-22T10:21:52.909" v="2469"/>
          <ac:inkMkLst>
            <pc:docMk/>
            <pc:sldMk cId="33264414" sldId="263"/>
            <ac:inkMk id="35" creationId="{ED97CA97-659E-E146-AF69-9EB61B7C43AD}"/>
          </ac:inkMkLst>
        </pc:inkChg>
        <pc:inkChg chg="add topLvl">
          <ac:chgData name="Aggie Menezes" userId="74619c95fa3483c9" providerId="LiveId" clId="{20A26620-95D9-894E-AE55-3DE133FE37BE}" dt="2021-03-03T03:16:28.125" v="680"/>
          <ac:inkMkLst>
            <pc:docMk/>
            <pc:sldMk cId="33264414" sldId="263"/>
            <ac:inkMk id="36" creationId="{85D1B67F-D7BF-DE49-892E-ECFF3DFA468B}"/>
          </ac:inkMkLst>
        </pc:inkChg>
        <pc:inkChg chg="add topLvl">
          <ac:chgData name="Aggie Menezes" userId="74619c95fa3483c9" providerId="LiveId" clId="{20A26620-95D9-894E-AE55-3DE133FE37BE}" dt="2021-03-03T03:16:28.125" v="680"/>
          <ac:inkMkLst>
            <pc:docMk/>
            <pc:sldMk cId="33264414" sldId="263"/>
            <ac:inkMk id="37" creationId="{908D5718-72A6-1842-8260-37E60EDB77B1}"/>
          </ac:inkMkLst>
        </pc:inkChg>
        <pc:inkChg chg="add topLvl">
          <ac:chgData name="Aggie Menezes" userId="74619c95fa3483c9" providerId="LiveId" clId="{20A26620-95D9-894E-AE55-3DE133FE37BE}" dt="2021-03-22T10:21:52.909" v="2469"/>
          <ac:inkMkLst>
            <pc:docMk/>
            <pc:sldMk cId="33264414" sldId="263"/>
            <ac:inkMk id="37" creationId="{9C239020-87C8-A342-B92B-437822E87D64}"/>
          </ac:inkMkLst>
        </pc:inkChg>
        <pc:inkChg chg="add topLvl">
          <ac:chgData name="Aggie Menezes" userId="74619c95fa3483c9" providerId="LiveId" clId="{20A26620-95D9-894E-AE55-3DE133FE37BE}" dt="2021-03-22T10:21:52.909" v="2469"/>
          <ac:inkMkLst>
            <pc:docMk/>
            <pc:sldMk cId="33264414" sldId="263"/>
            <ac:inkMk id="39" creationId="{7AD80050-8373-F949-A035-D5F523582BDE}"/>
          </ac:inkMkLst>
        </pc:inkChg>
        <pc:inkChg chg="add">
          <ac:chgData name="Aggie Menezes" userId="74619c95fa3483c9" providerId="LiveId" clId="{20A26620-95D9-894E-AE55-3DE133FE37BE}" dt="2021-03-03T03:16:27.589" v="679"/>
          <ac:inkMkLst>
            <pc:docMk/>
            <pc:sldMk cId="33264414" sldId="263"/>
            <ac:inkMk id="39" creationId="{913C984C-2DD1-734C-B4F8-C0FBC9623794}"/>
          </ac:inkMkLst>
        </pc:inkChg>
        <pc:inkChg chg="add topLvl">
          <ac:chgData name="Aggie Menezes" userId="74619c95fa3483c9" providerId="LiveId" clId="{20A26620-95D9-894E-AE55-3DE133FE37BE}" dt="2021-03-22T10:21:52.909" v="2469"/>
          <ac:inkMkLst>
            <pc:docMk/>
            <pc:sldMk cId="33264414" sldId="263"/>
            <ac:inkMk id="40" creationId="{CE6C4091-D5DB-9443-96C6-E7F649550805}"/>
          </ac:inkMkLst>
        </pc:inkChg>
        <pc:inkChg chg="add">
          <ac:chgData name="Aggie Menezes" userId="74619c95fa3483c9" providerId="LiveId" clId="{20A26620-95D9-894E-AE55-3DE133FE37BE}" dt="2021-03-03T03:19:00.830" v="755"/>
          <ac:inkMkLst>
            <pc:docMk/>
            <pc:sldMk cId="33264414" sldId="263"/>
            <ac:inkMk id="41" creationId="{1FE9C9B2-34E6-664F-BAED-4483E5C9B484}"/>
          </ac:inkMkLst>
        </pc:inkChg>
        <pc:inkChg chg="add topLvl">
          <ac:chgData name="Aggie Menezes" userId="74619c95fa3483c9" providerId="LiveId" clId="{20A26620-95D9-894E-AE55-3DE133FE37BE}" dt="2021-03-22T10:21:52.909" v="2469"/>
          <ac:inkMkLst>
            <pc:docMk/>
            <pc:sldMk cId="33264414" sldId="263"/>
            <ac:inkMk id="41" creationId="{D37461DA-140D-7A42-8C2A-E491BE6AF0C7}"/>
          </ac:inkMkLst>
        </pc:inkChg>
        <pc:inkChg chg="add">
          <ac:chgData name="Aggie Menezes" userId="74619c95fa3483c9" providerId="LiveId" clId="{20A26620-95D9-894E-AE55-3DE133FE37BE}" dt="2021-03-03T03:19:01.013" v="756"/>
          <ac:inkMkLst>
            <pc:docMk/>
            <pc:sldMk cId="33264414" sldId="263"/>
            <ac:inkMk id="42" creationId="{CDE52B7D-1097-1840-BC46-03285BE45972}"/>
          </ac:inkMkLst>
        </pc:inkChg>
        <pc:inkChg chg="add">
          <ac:chgData name="Aggie Menezes" userId="74619c95fa3483c9" providerId="LiveId" clId="{20A26620-95D9-894E-AE55-3DE133FE37BE}" dt="2021-03-03T03:19:01.183" v="757"/>
          <ac:inkMkLst>
            <pc:docMk/>
            <pc:sldMk cId="33264414" sldId="263"/>
            <ac:inkMk id="43" creationId="{CA492065-9C48-E046-95B4-A5D27AFBB2F9}"/>
          </ac:inkMkLst>
        </pc:inkChg>
        <pc:inkChg chg="add topLvl">
          <ac:chgData name="Aggie Menezes" userId="74619c95fa3483c9" providerId="LiveId" clId="{20A26620-95D9-894E-AE55-3DE133FE37BE}" dt="2021-03-22T10:21:52.909" v="2469"/>
          <ac:inkMkLst>
            <pc:docMk/>
            <pc:sldMk cId="33264414" sldId="263"/>
            <ac:inkMk id="43" creationId="{DF19CD4F-6EB5-FF41-B993-8CD6EA062ABA}"/>
          </ac:inkMkLst>
        </pc:inkChg>
        <pc:inkChg chg="add topLvl">
          <ac:chgData name="Aggie Menezes" userId="74619c95fa3483c9" providerId="LiveId" clId="{20A26620-95D9-894E-AE55-3DE133FE37BE}" dt="2021-03-22T10:21:52.909" v="2469"/>
          <ac:inkMkLst>
            <pc:docMk/>
            <pc:sldMk cId="33264414" sldId="263"/>
            <ac:inkMk id="44" creationId="{BF5A6C22-039E-2640-8E28-DBA4BB59E82C}"/>
          </ac:inkMkLst>
        </pc:inkChg>
        <pc:inkChg chg="add">
          <ac:chgData name="Aggie Menezes" userId="74619c95fa3483c9" providerId="LiveId" clId="{20A26620-95D9-894E-AE55-3DE133FE37BE}" dt="2021-03-03T03:19:02.808" v="759"/>
          <ac:inkMkLst>
            <pc:docMk/>
            <pc:sldMk cId="33264414" sldId="263"/>
            <ac:inkMk id="45" creationId="{0833EA0D-AC65-5F4F-8AD9-E5CF6F4FBDC5}"/>
          </ac:inkMkLst>
        </pc:inkChg>
        <pc:inkChg chg="add topLvl">
          <ac:chgData name="Aggie Menezes" userId="74619c95fa3483c9" providerId="LiveId" clId="{20A26620-95D9-894E-AE55-3DE133FE37BE}" dt="2021-03-22T10:21:52.909" v="2469"/>
          <ac:inkMkLst>
            <pc:docMk/>
            <pc:sldMk cId="33264414" sldId="263"/>
            <ac:inkMk id="46" creationId="{BBD13B68-3F35-E144-8118-ED3C148E8D82}"/>
          </ac:inkMkLst>
        </pc:inkChg>
        <pc:inkChg chg="add">
          <ac:chgData name="Aggie Menezes" userId="74619c95fa3483c9" providerId="LiveId" clId="{20A26620-95D9-894E-AE55-3DE133FE37BE}" dt="2021-03-03T03:19:03.038" v="760"/>
          <ac:inkMkLst>
            <pc:docMk/>
            <pc:sldMk cId="33264414" sldId="263"/>
            <ac:inkMk id="46" creationId="{E428D9B4-B19A-EE4C-B276-6333C5BB6A66}"/>
          </ac:inkMkLst>
        </pc:inkChg>
        <pc:inkChg chg="add topLvl">
          <ac:chgData name="Aggie Menezes" userId="74619c95fa3483c9" providerId="LiveId" clId="{20A26620-95D9-894E-AE55-3DE133FE37BE}" dt="2021-03-22T10:21:52.909" v="2469"/>
          <ac:inkMkLst>
            <pc:docMk/>
            <pc:sldMk cId="33264414" sldId="263"/>
            <ac:inkMk id="47" creationId="{31F17926-F744-B049-8920-3FC7B4E66F29}"/>
          </ac:inkMkLst>
        </pc:inkChg>
        <pc:inkChg chg="add">
          <ac:chgData name="Aggie Menezes" userId="74619c95fa3483c9" providerId="LiveId" clId="{20A26620-95D9-894E-AE55-3DE133FE37BE}" dt="2021-03-03T03:19:03.213" v="761"/>
          <ac:inkMkLst>
            <pc:docMk/>
            <pc:sldMk cId="33264414" sldId="263"/>
            <ac:inkMk id="47" creationId="{9DB09F3C-0BFF-1E45-9F88-33CFDFC1CE9A}"/>
          </ac:inkMkLst>
        </pc:inkChg>
        <pc:inkChg chg="add">
          <ac:chgData name="Aggie Menezes" userId="74619c95fa3483c9" providerId="LiveId" clId="{20A26620-95D9-894E-AE55-3DE133FE37BE}" dt="2021-03-03T03:19:03.831" v="762"/>
          <ac:inkMkLst>
            <pc:docMk/>
            <pc:sldMk cId="33264414" sldId="263"/>
            <ac:inkMk id="48" creationId="{95517DF1-0B28-4742-B1A2-C5494EE75503}"/>
          </ac:inkMkLst>
        </pc:inkChg>
        <pc:inkChg chg="add topLvl">
          <ac:chgData name="Aggie Menezes" userId="74619c95fa3483c9" providerId="LiveId" clId="{20A26620-95D9-894E-AE55-3DE133FE37BE}" dt="2021-03-22T10:21:52.909" v="2469"/>
          <ac:inkMkLst>
            <pc:docMk/>
            <pc:sldMk cId="33264414" sldId="263"/>
            <ac:inkMk id="49" creationId="{A3D0AA98-4C73-E84D-B2C6-CB622EE0EB56}"/>
          </ac:inkMkLst>
        </pc:inkChg>
        <pc:inkChg chg="add">
          <ac:chgData name="Aggie Menezes" userId="74619c95fa3483c9" providerId="LiveId" clId="{20A26620-95D9-894E-AE55-3DE133FE37BE}" dt="2021-03-03T03:19:03.997" v="763"/>
          <ac:inkMkLst>
            <pc:docMk/>
            <pc:sldMk cId="33264414" sldId="263"/>
            <ac:inkMk id="49" creationId="{CDC08017-B416-AD49-87AB-662FD1BF84F5}"/>
          </ac:inkMkLst>
        </pc:inkChg>
        <pc:inkChg chg="add topLvl">
          <ac:chgData name="Aggie Menezes" userId="74619c95fa3483c9" providerId="LiveId" clId="{20A26620-95D9-894E-AE55-3DE133FE37BE}" dt="2021-03-22T10:21:52.909" v="2469"/>
          <ac:inkMkLst>
            <pc:docMk/>
            <pc:sldMk cId="33264414" sldId="263"/>
            <ac:inkMk id="50" creationId="{72BD6C58-61AA-D34D-9084-463335C85948}"/>
          </ac:inkMkLst>
        </pc:inkChg>
        <pc:inkChg chg="add">
          <ac:chgData name="Aggie Menezes" userId="74619c95fa3483c9" providerId="LiveId" clId="{20A26620-95D9-894E-AE55-3DE133FE37BE}" dt="2021-03-03T03:19:04.309" v="764"/>
          <ac:inkMkLst>
            <pc:docMk/>
            <pc:sldMk cId="33264414" sldId="263"/>
            <ac:inkMk id="50" creationId="{A5CF1FDE-0D4A-6C4D-9EBA-B7977CC38250}"/>
          </ac:inkMkLst>
        </pc:inkChg>
        <pc:inkChg chg="add">
          <ac:chgData name="Aggie Menezes" userId="74619c95fa3483c9" providerId="LiveId" clId="{20A26620-95D9-894E-AE55-3DE133FE37BE}" dt="2021-03-03T03:19:04.847" v="765"/>
          <ac:inkMkLst>
            <pc:docMk/>
            <pc:sldMk cId="33264414" sldId="263"/>
            <ac:inkMk id="51" creationId="{BC0844D2-7D4F-AB44-8D50-335209580044}"/>
          </ac:inkMkLst>
        </pc:inkChg>
        <pc:inkChg chg="add topLvl">
          <ac:chgData name="Aggie Menezes" userId="74619c95fa3483c9" providerId="LiveId" clId="{20A26620-95D9-894E-AE55-3DE133FE37BE}" dt="2021-03-22T10:21:52.909" v="2469"/>
          <ac:inkMkLst>
            <pc:docMk/>
            <pc:sldMk cId="33264414" sldId="263"/>
            <ac:inkMk id="52" creationId="{B42631E1-5563-AF4E-B946-1A2161E2EF7A}"/>
          </ac:inkMkLst>
        </pc:inkChg>
        <pc:inkChg chg="add">
          <ac:chgData name="Aggie Menezes" userId="74619c95fa3483c9" providerId="LiveId" clId="{20A26620-95D9-894E-AE55-3DE133FE37BE}" dt="2021-03-03T03:19:05.076" v="766"/>
          <ac:inkMkLst>
            <pc:docMk/>
            <pc:sldMk cId="33264414" sldId="263"/>
            <ac:inkMk id="52" creationId="{D73C5FD2-92AE-CD47-B140-1C3F588968E4}"/>
          </ac:inkMkLst>
        </pc:inkChg>
        <pc:inkChg chg="add">
          <ac:chgData name="Aggie Menezes" userId="74619c95fa3483c9" providerId="LiveId" clId="{20A26620-95D9-894E-AE55-3DE133FE37BE}" dt="2021-03-03T03:19:05.501" v="767"/>
          <ac:inkMkLst>
            <pc:docMk/>
            <pc:sldMk cId="33264414" sldId="263"/>
            <ac:inkMk id="53" creationId="{47938112-0C3A-4F4C-9280-96253F6E53C3}"/>
          </ac:inkMkLst>
        </pc:inkChg>
        <pc:inkChg chg="add topLvl">
          <ac:chgData name="Aggie Menezes" userId="74619c95fa3483c9" providerId="LiveId" clId="{20A26620-95D9-894E-AE55-3DE133FE37BE}" dt="2021-03-22T10:21:52.909" v="2469"/>
          <ac:inkMkLst>
            <pc:docMk/>
            <pc:sldMk cId="33264414" sldId="263"/>
            <ac:inkMk id="54" creationId="{454841C6-EE73-884B-A6A6-CC31B9005890}"/>
          </ac:inkMkLst>
        </pc:inkChg>
        <pc:inkChg chg="add">
          <ac:chgData name="Aggie Menezes" userId="74619c95fa3483c9" providerId="LiveId" clId="{20A26620-95D9-894E-AE55-3DE133FE37BE}" dt="2021-03-03T03:19:05.676" v="768"/>
          <ac:inkMkLst>
            <pc:docMk/>
            <pc:sldMk cId="33264414" sldId="263"/>
            <ac:inkMk id="54" creationId="{F2FF8DEF-5BAE-784F-B573-59BF14DA80FD}"/>
          </ac:inkMkLst>
        </pc:inkChg>
        <pc:inkChg chg="add">
          <ac:chgData name="Aggie Menezes" userId="74619c95fa3483c9" providerId="LiveId" clId="{20A26620-95D9-894E-AE55-3DE133FE37BE}" dt="2021-03-03T03:19:11.036" v="770"/>
          <ac:inkMkLst>
            <pc:docMk/>
            <pc:sldMk cId="33264414" sldId="263"/>
            <ac:inkMk id="56" creationId="{4742002D-2D21-F549-8816-92446A23ED33}"/>
          </ac:inkMkLst>
        </pc:inkChg>
        <pc:inkChg chg="add">
          <ac:chgData name="Aggie Menezes" userId="74619c95fa3483c9" providerId="LiveId" clId="{20A26620-95D9-894E-AE55-3DE133FE37BE}" dt="2021-03-22T10:21:51.339" v="2466"/>
          <ac:inkMkLst>
            <pc:docMk/>
            <pc:sldMk cId="33264414" sldId="263"/>
            <ac:inkMk id="56" creationId="{8D99E01D-15AA-AA48-8E78-C15F645745B0}"/>
          </ac:inkMkLst>
        </pc:inkChg>
        <pc:inkChg chg="add">
          <ac:chgData name="Aggie Menezes" userId="74619c95fa3483c9" providerId="LiveId" clId="{20A26620-95D9-894E-AE55-3DE133FE37BE}" dt="2021-03-03T03:19:11.501" v="771"/>
          <ac:inkMkLst>
            <pc:docMk/>
            <pc:sldMk cId="33264414" sldId="263"/>
            <ac:inkMk id="57" creationId="{10407AC6-A382-F043-8684-37C0DA132528}"/>
          </ac:inkMkLst>
        </pc:inkChg>
        <pc:inkChg chg="add">
          <ac:chgData name="Aggie Menezes" userId="74619c95fa3483c9" providerId="LiveId" clId="{20A26620-95D9-894E-AE55-3DE133FE37BE}" dt="2021-03-22T10:21:51.607" v="2467"/>
          <ac:inkMkLst>
            <pc:docMk/>
            <pc:sldMk cId="33264414" sldId="263"/>
            <ac:inkMk id="57" creationId="{7EE92B32-E7F8-E141-952D-8BEA7E063DCD}"/>
          </ac:inkMkLst>
        </pc:inkChg>
        <pc:inkChg chg="add">
          <ac:chgData name="Aggie Menezes" userId="74619c95fa3483c9" providerId="LiveId" clId="{20A26620-95D9-894E-AE55-3DE133FE37BE}" dt="2021-03-22T10:21:52.179" v="2468"/>
          <ac:inkMkLst>
            <pc:docMk/>
            <pc:sldMk cId="33264414" sldId="263"/>
            <ac:inkMk id="58" creationId="{8407384A-5DF1-3F4B-9F5E-F26609426501}"/>
          </ac:inkMkLst>
        </pc:inkChg>
        <pc:inkChg chg="add">
          <ac:chgData name="Aggie Menezes" userId="74619c95fa3483c9" providerId="LiveId" clId="{20A26620-95D9-894E-AE55-3DE133FE37BE}" dt="2021-03-03T03:19:15.893" v="773"/>
          <ac:inkMkLst>
            <pc:docMk/>
            <pc:sldMk cId="33264414" sldId="263"/>
            <ac:inkMk id="59" creationId="{0D14FF9F-8F38-6A40-9733-64CF2F94FA4B}"/>
          </ac:inkMkLst>
        </pc:inkChg>
        <pc:inkChg chg="add">
          <ac:chgData name="Aggie Menezes" userId="74619c95fa3483c9" providerId="LiveId" clId="{20A26620-95D9-894E-AE55-3DE133FE37BE}" dt="2021-03-22T10:21:53.667" v="2470"/>
          <ac:inkMkLst>
            <pc:docMk/>
            <pc:sldMk cId="33264414" sldId="263"/>
            <ac:inkMk id="60" creationId="{0213EA4C-32A0-F447-8D9C-7A21CC21EA19}"/>
          </ac:inkMkLst>
        </pc:inkChg>
        <pc:inkChg chg="add">
          <ac:chgData name="Aggie Menezes" userId="74619c95fa3483c9" providerId="LiveId" clId="{20A26620-95D9-894E-AE55-3DE133FE37BE}" dt="2021-03-03T03:19:16.037" v="774"/>
          <ac:inkMkLst>
            <pc:docMk/>
            <pc:sldMk cId="33264414" sldId="263"/>
            <ac:inkMk id="60" creationId="{6F115EE8-1B79-EF4C-8278-41457A4E7257}"/>
          </ac:inkMkLst>
        </pc:inkChg>
        <pc:inkChg chg="add">
          <ac:chgData name="Aggie Menezes" userId="74619c95fa3483c9" providerId="LiveId" clId="{20A26620-95D9-894E-AE55-3DE133FE37BE}" dt="2021-03-03T03:19:16.779" v="775"/>
          <ac:inkMkLst>
            <pc:docMk/>
            <pc:sldMk cId="33264414" sldId="263"/>
            <ac:inkMk id="61" creationId="{2868CE89-2469-EE41-B4D6-75B05EA4FDFC}"/>
          </ac:inkMkLst>
        </pc:inkChg>
        <pc:inkChg chg="add">
          <ac:chgData name="Aggie Menezes" userId="74619c95fa3483c9" providerId="LiveId" clId="{20A26620-95D9-894E-AE55-3DE133FE37BE}" dt="2021-03-22T10:21:53.967" v="2471"/>
          <ac:inkMkLst>
            <pc:docMk/>
            <pc:sldMk cId="33264414" sldId="263"/>
            <ac:inkMk id="61" creationId="{5B563820-A34F-2743-B690-AEE42FBFFB57}"/>
          </ac:inkMkLst>
        </pc:inkChg>
        <pc:inkChg chg="add">
          <ac:chgData name="Aggie Menezes" userId="74619c95fa3483c9" providerId="LiveId" clId="{20A26620-95D9-894E-AE55-3DE133FE37BE}" dt="2021-03-03T03:19:16.975" v="776"/>
          <ac:inkMkLst>
            <pc:docMk/>
            <pc:sldMk cId="33264414" sldId="263"/>
            <ac:inkMk id="62" creationId="{E51F2387-C1F6-1049-8A9B-BB1B838F4276}"/>
          </ac:inkMkLst>
        </pc:inkChg>
        <pc:inkChg chg="add">
          <ac:chgData name="Aggie Menezes" userId="74619c95fa3483c9" providerId="LiveId" clId="{20A26620-95D9-894E-AE55-3DE133FE37BE}" dt="2021-03-03T03:19:17.598" v="777"/>
          <ac:inkMkLst>
            <pc:docMk/>
            <pc:sldMk cId="33264414" sldId="263"/>
            <ac:inkMk id="63" creationId="{30C59EFC-5241-6242-964D-4F94BAB79801}"/>
          </ac:inkMkLst>
        </pc:inkChg>
        <pc:inkChg chg="add">
          <ac:chgData name="Aggie Menezes" userId="74619c95fa3483c9" providerId="LiveId" clId="{20A26620-95D9-894E-AE55-3DE133FE37BE}" dt="2021-03-22T10:22:08.998" v="2473"/>
          <ac:inkMkLst>
            <pc:docMk/>
            <pc:sldMk cId="33264414" sldId="263"/>
            <ac:inkMk id="63" creationId="{7101AFBF-60A0-3F4F-8A69-331BB621041C}"/>
          </ac:inkMkLst>
        </pc:inkChg>
        <pc:inkChg chg="add">
          <ac:chgData name="Aggie Menezes" userId="74619c95fa3483c9" providerId="LiveId" clId="{20A26620-95D9-894E-AE55-3DE133FE37BE}" dt="2021-03-22T10:23:26.125" v="2478"/>
          <ac:inkMkLst>
            <pc:docMk/>
            <pc:sldMk cId="33264414" sldId="263"/>
            <ac:inkMk id="64" creationId="{1F7A3981-ACB4-5146-A4B3-335D2CE3D237}"/>
          </ac:inkMkLst>
        </pc:inkChg>
        <pc:inkChg chg="add">
          <ac:chgData name="Aggie Menezes" userId="74619c95fa3483c9" providerId="LiveId" clId="{20A26620-95D9-894E-AE55-3DE133FE37BE}" dt="2021-03-03T03:19:18.263" v="778"/>
          <ac:inkMkLst>
            <pc:docMk/>
            <pc:sldMk cId="33264414" sldId="263"/>
            <ac:inkMk id="64" creationId="{ED3CAF59-3D43-7348-BBC2-A0A77063DAE2}"/>
          </ac:inkMkLst>
        </pc:inkChg>
        <pc:inkChg chg="add">
          <ac:chgData name="Aggie Menezes" userId="74619c95fa3483c9" providerId="LiveId" clId="{20A26620-95D9-894E-AE55-3DE133FE37BE}" dt="2021-03-22T10:23:26.752" v="2479"/>
          <ac:inkMkLst>
            <pc:docMk/>
            <pc:sldMk cId="33264414" sldId="263"/>
            <ac:inkMk id="65" creationId="{19ACB3AD-51C7-ED41-9FEE-AE787B7496F3}"/>
          </ac:inkMkLst>
        </pc:inkChg>
        <pc:inkChg chg="add">
          <ac:chgData name="Aggie Menezes" userId="74619c95fa3483c9" providerId="LiveId" clId="{20A26620-95D9-894E-AE55-3DE133FE37BE}" dt="2021-03-03T03:19:18.635" v="779"/>
          <ac:inkMkLst>
            <pc:docMk/>
            <pc:sldMk cId="33264414" sldId="263"/>
            <ac:inkMk id="65" creationId="{A8407826-5415-2944-B17A-4493F0309C86}"/>
          </ac:inkMkLst>
        </pc:inkChg>
        <pc:inkChg chg="add">
          <ac:chgData name="Aggie Menezes" userId="74619c95fa3483c9" providerId="LiveId" clId="{20A26620-95D9-894E-AE55-3DE133FE37BE}" dt="2021-03-03T03:19:19.543" v="780"/>
          <ac:inkMkLst>
            <pc:docMk/>
            <pc:sldMk cId="33264414" sldId="263"/>
            <ac:inkMk id="66" creationId="{68F175DD-B2ED-1D47-A645-EF0A51A9410E}"/>
          </ac:inkMkLst>
        </pc:inkChg>
        <pc:inkChg chg="add">
          <ac:chgData name="Aggie Menezes" userId="74619c95fa3483c9" providerId="LiveId" clId="{20A26620-95D9-894E-AE55-3DE133FE37BE}" dt="2021-03-03T03:19:19.743" v="781"/>
          <ac:inkMkLst>
            <pc:docMk/>
            <pc:sldMk cId="33264414" sldId="263"/>
            <ac:inkMk id="67" creationId="{CF08DC08-6040-C243-8BA1-EAA00E081B15}"/>
          </ac:inkMkLst>
        </pc:inkChg>
        <pc:inkChg chg="add">
          <ac:chgData name="Aggie Menezes" userId="74619c95fa3483c9" providerId="LiveId" clId="{20A26620-95D9-894E-AE55-3DE133FE37BE}" dt="2021-03-03T03:19:20.559" v="782"/>
          <ac:inkMkLst>
            <pc:docMk/>
            <pc:sldMk cId="33264414" sldId="263"/>
            <ac:inkMk id="68" creationId="{EEB4CEDA-2523-4E4A-B323-DC0A8BBADBF0}"/>
          </ac:inkMkLst>
        </pc:inkChg>
        <pc:inkChg chg="add">
          <ac:chgData name="Aggie Menezes" userId="74619c95fa3483c9" providerId="LiveId" clId="{20A26620-95D9-894E-AE55-3DE133FE37BE}" dt="2021-03-03T03:19:21.293" v="783"/>
          <ac:inkMkLst>
            <pc:docMk/>
            <pc:sldMk cId="33264414" sldId="263"/>
            <ac:inkMk id="69" creationId="{78D9CC8E-6DCC-AF42-8669-CB124F909630}"/>
          </ac:inkMkLst>
        </pc:inkChg>
      </pc:sldChg>
      <pc:sldChg chg="addSp delSp">
        <pc:chgData name="Aggie Menezes" userId="74619c95fa3483c9" providerId="LiveId" clId="{20A26620-95D9-894E-AE55-3DE133FE37BE}" dt="2021-03-22T10:25:40.475" v="2510"/>
        <pc:sldMkLst>
          <pc:docMk/>
          <pc:sldMk cId="3741693092" sldId="264"/>
        </pc:sldMkLst>
        <pc:grpChg chg="add del">
          <ac:chgData name="Aggie Menezes" userId="74619c95fa3483c9" providerId="LiveId" clId="{20A26620-95D9-894E-AE55-3DE133FE37BE}" dt="2021-03-06T03:12:39.569" v="1203"/>
          <ac:grpSpMkLst>
            <pc:docMk/>
            <pc:sldMk cId="3741693092" sldId="264"/>
            <ac:grpSpMk id="15" creationId="{8ECDB133-6075-EC45-9CA0-B5BE8D55807B}"/>
          </ac:grpSpMkLst>
        </pc:grpChg>
        <pc:grpChg chg="add del">
          <ac:chgData name="Aggie Menezes" userId="74619c95fa3483c9" providerId="LiveId" clId="{20A26620-95D9-894E-AE55-3DE133FE37BE}" dt="2021-03-09T02:50:34.124" v="1548"/>
          <ac:grpSpMkLst>
            <pc:docMk/>
            <pc:sldMk cId="3741693092" sldId="264"/>
            <ac:grpSpMk id="37" creationId="{E20B7684-BD61-1247-ACF1-C5446796DFF5}"/>
          </ac:grpSpMkLst>
        </pc:grpChg>
        <pc:grpChg chg="add del">
          <ac:chgData name="Aggie Menezes" userId="74619c95fa3483c9" providerId="LiveId" clId="{20A26620-95D9-894E-AE55-3DE133FE37BE}" dt="2021-03-03T03:20:15.197" v="786"/>
          <ac:grpSpMkLst>
            <pc:docMk/>
            <pc:sldMk cId="3741693092" sldId="264"/>
            <ac:grpSpMk id="39" creationId="{3D513567-4EC6-FC48-9FB9-7769E066C417}"/>
          </ac:grpSpMkLst>
        </pc:grpChg>
        <pc:grpChg chg="add del">
          <ac:chgData name="Aggie Menezes" userId="74619c95fa3483c9" providerId="LiveId" clId="{20A26620-95D9-894E-AE55-3DE133FE37BE}" dt="2021-03-03T03:20:15.197" v="786"/>
          <ac:grpSpMkLst>
            <pc:docMk/>
            <pc:sldMk cId="3741693092" sldId="264"/>
            <ac:grpSpMk id="40" creationId="{C6D63A6B-2FB5-CD46-9388-759D2D32B862}"/>
          </ac:grpSpMkLst>
        </pc:grpChg>
        <pc:grpChg chg="add">
          <ac:chgData name="Aggie Menezes" userId="74619c95fa3483c9" providerId="LiveId" clId="{20A26620-95D9-894E-AE55-3DE133FE37BE}" dt="2021-03-09T02:50:34.124" v="1548"/>
          <ac:grpSpMkLst>
            <pc:docMk/>
            <pc:sldMk cId="3741693092" sldId="264"/>
            <ac:grpSpMk id="44" creationId="{1A962FA7-A249-7044-9912-F888F1BD38F4}"/>
          </ac:grpSpMkLst>
        </pc:grpChg>
        <pc:grpChg chg="add">
          <ac:chgData name="Aggie Menezes" userId="74619c95fa3483c9" providerId="LiveId" clId="{20A26620-95D9-894E-AE55-3DE133FE37BE}" dt="2021-03-06T03:12:39.569" v="1203"/>
          <ac:grpSpMkLst>
            <pc:docMk/>
            <pc:sldMk cId="3741693092" sldId="264"/>
            <ac:grpSpMk id="45" creationId="{77D8BE93-E483-B84D-B343-4ED468034C10}"/>
          </ac:grpSpMkLst>
        </pc:grpChg>
        <pc:grpChg chg="add del">
          <ac:chgData name="Aggie Menezes" userId="74619c95fa3483c9" providerId="LiveId" clId="{20A26620-95D9-894E-AE55-3DE133FE37BE}" dt="2021-03-03T03:20:15.197" v="786"/>
          <ac:grpSpMkLst>
            <pc:docMk/>
            <pc:sldMk cId="3741693092" sldId="264"/>
            <ac:grpSpMk id="48" creationId="{6973FA39-A1DA-2547-9AF6-01B9B2A9D95B}"/>
          </ac:grpSpMkLst>
        </pc:grpChg>
        <pc:grpChg chg="add">
          <ac:chgData name="Aggie Menezes" userId="74619c95fa3483c9" providerId="LiveId" clId="{20A26620-95D9-894E-AE55-3DE133FE37BE}" dt="2021-03-09T02:50:37.354" v="1556"/>
          <ac:grpSpMkLst>
            <pc:docMk/>
            <pc:sldMk cId="3741693092" sldId="264"/>
            <ac:grpSpMk id="52" creationId="{87426D54-B6EB-9F4B-A474-D6E9B9E0BB19}"/>
          </ac:grpSpMkLst>
        </pc:grpChg>
        <pc:grpChg chg="add del">
          <ac:chgData name="Aggie Menezes" userId="74619c95fa3483c9" providerId="LiveId" clId="{20A26620-95D9-894E-AE55-3DE133FE37BE}" dt="2021-03-03T03:20:15.197" v="786"/>
          <ac:grpSpMkLst>
            <pc:docMk/>
            <pc:sldMk cId="3741693092" sldId="264"/>
            <ac:grpSpMk id="55" creationId="{8D994C3B-4908-AB45-97EC-240DC7FFF7BD}"/>
          </ac:grpSpMkLst>
        </pc:grpChg>
        <pc:grpChg chg="add del">
          <ac:chgData name="Aggie Menezes" userId="74619c95fa3483c9" providerId="LiveId" clId="{20A26620-95D9-894E-AE55-3DE133FE37BE}" dt="2021-03-03T03:20:15.197" v="786"/>
          <ac:grpSpMkLst>
            <pc:docMk/>
            <pc:sldMk cId="3741693092" sldId="264"/>
            <ac:grpSpMk id="56" creationId="{16A37F5F-2C9F-8644-9723-3A3AD19E7A36}"/>
          </ac:grpSpMkLst>
        </pc:grpChg>
        <pc:grpChg chg="add del">
          <ac:chgData name="Aggie Menezes" userId="74619c95fa3483c9" providerId="LiveId" clId="{20A26620-95D9-894E-AE55-3DE133FE37BE}" dt="2021-03-22T10:24:10.834" v="2505"/>
          <ac:grpSpMkLst>
            <pc:docMk/>
            <pc:sldMk cId="3741693092" sldId="264"/>
            <ac:grpSpMk id="59" creationId="{9605CCAB-4D16-5E41-91E4-01B40553F5D0}"/>
          </ac:grpSpMkLst>
        </pc:grpChg>
        <pc:grpChg chg="add del">
          <ac:chgData name="Aggie Menezes" userId="74619c95fa3483c9" providerId="LiveId" clId="{20A26620-95D9-894E-AE55-3DE133FE37BE}" dt="2021-03-03T03:20:15.197" v="786"/>
          <ac:grpSpMkLst>
            <pc:docMk/>
            <pc:sldMk cId="3741693092" sldId="264"/>
            <ac:grpSpMk id="61" creationId="{F52FA76E-1C39-3D49-B0B7-80E009B2A75A}"/>
          </ac:grpSpMkLst>
        </pc:grpChg>
        <pc:grpChg chg="add del">
          <ac:chgData name="Aggie Menezes" userId="74619c95fa3483c9" providerId="LiveId" clId="{20A26620-95D9-894E-AE55-3DE133FE37BE}" dt="2021-03-22T10:24:10.834" v="2505"/>
          <ac:grpSpMkLst>
            <pc:docMk/>
            <pc:sldMk cId="3741693092" sldId="264"/>
            <ac:grpSpMk id="66" creationId="{B6EF03D9-C25D-CA4B-83F2-B2E5B7B0FE96}"/>
          </ac:grpSpMkLst>
        </pc:grpChg>
        <pc:grpChg chg="add del">
          <ac:chgData name="Aggie Menezes" userId="74619c95fa3483c9" providerId="LiveId" clId="{20A26620-95D9-894E-AE55-3DE133FE37BE}" dt="2021-03-22T10:24:10.834" v="2505"/>
          <ac:grpSpMkLst>
            <pc:docMk/>
            <pc:sldMk cId="3741693092" sldId="264"/>
            <ac:grpSpMk id="67" creationId="{EF100C54-B2AD-2E42-B42A-E1D7108A1E70}"/>
          </ac:grpSpMkLst>
        </pc:grpChg>
        <pc:grpChg chg="add del">
          <ac:chgData name="Aggie Menezes" userId="74619c95fa3483c9" providerId="LiveId" clId="{20A26620-95D9-894E-AE55-3DE133FE37BE}" dt="2021-03-03T03:20:15.197" v="786"/>
          <ac:grpSpMkLst>
            <pc:docMk/>
            <pc:sldMk cId="3741693092" sldId="264"/>
            <ac:grpSpMk id="68" creationId="{82421691-C774-8947-B4A4-59C060D57500}"/>
          </ac:grpSpMkLst>
        </pc:grpChg>
        <pc:grpChg chg="add del">
          <ac:chgData name="Aggie Menezes" userId="74619c95fa3483c9" providerId="LiveId" clId="{20A26620-95D9-894E-AE55-3DE133FE37BE}" dt="2021-03-03T03:20:15.197" v="786"/>
          <ac:grpSpMkLst>
            <pc:docMk/>
            <pc:sldMk cId="3741693092" sldId="264"/>
            <ac:grpSpMk id="69" creationId="{A0601ED7-1D63-E746-84AD-9DE65C08DA2D}"/>
          </ac:grpSpMkLst>
        </pc:grpChg>
        <pc:grpChg chg="add">
          <ac:chgData name="Aggie Menezes" userId="74619c95fa3483c9" providerId="LiveId" clId="{20A26620-95D9-894E-AE55-3DE133FE37BE}" dt="2021-03-03T03:20:15.197" v="786"/>
          <ac:grpSpMkLst>
            <pc:docMk/>
            <pc:sldMk cId="3741693092" sldId="264"/>
            <ac:grpSpMk id="71" creationId="{F6F37D30-A22B-0C47-A01C-7BFA147AF979}"/>
          </ac:grpSpMkLst>
        </pc:grpChg>
        <pc:grpChg chg="add del">
          <ac:chgData name="Aggie Menezes" userId="74619c95fa3483c9" providerId="LiveId" clId="{20A26620-95D9-894E-AE55-3DE133FE37BE}" dt="2021-03-22T10:24:08.953" v="2502"/>
          <ac:grpSpMkLst>
            <pc:docMk/>
            <pc:sldMk cId="3741693092" sldId="264"/>
            <ac:grpSpMk id="72" creationId="{13533A4C-781D-084C-8D84-19F862958CDB}"/>
          </ac:grpSpMkLst>
        </pc:grpChg>
        <pc:grpChg chg="add del">
          <ac:chgData name="Aggie Menezes" userId="74619c95fa3483c9" providerId="LiveId" clId="{20A26620-95D9-894E-AE55-3DE133FE37BE}" dt="2021-03-22T10:24:10.834" v="2505"/>
          <ac:grpSpMkLst>
            <pc:docMk/>
            <pc:sldMk cId="3741693092" sldId="264"/>
            <ac:grpSpMk id="75" creationId="{E80B9E25-9FE0-B24D-8C6B-4C76F9FCF0E1}"/>
          </ac:grpSpMkLst>
        </pc:grpChg>
        <pc:grpChg chg="add del">
          <ac:chgData name="Aggie Menezes" userId="74619c95fa3483c9" providerId="LiveId" clId="{20A26620-95D9-894E-AE55-3DE133FE37BE}" dt="2021-03-03T03:20:29.396" v="794"/>
          <ac:grpSpMkLst>
            <pc:docMk/>
            <pc:sldMk cId="3741693092" sldId="264"/>
            <ac:grpSpMk id="77" creationId="{AD863179-683B-6644-80B7-1FFF2C36D403}"/>
          </ac:grpSpMkLst>
        </pc:grpChg>
        <pc:grpChg chg="add">
          <ac:chgData name="Aggie Menezes" userId="74619c95fa3483c9" providerId="LiveId" clId="{20A26620-95D9-894E-AE55-3DE133FE37BE}" dt="2021-03-22T10:24:10.834" v="2505"/>
          <ac:grpSpMkLst>
            <pc:docMk/>
            <pc:sldMk cId="3741693092" sldId="264"/>
            <ac:grpSpMk id="78" creationId="{DD3B87A7-F9FE-A146-8652-F487A725D70D}"/>
          </ac:grpSpMkLst>
        </pc:grpChg>
        <pc:grpChg chg="add del">
          <ac:chgData name="Aggie Menezes" userId="74619c95fa3483c9" providerId="LiveId" clId="{20A26620-95D9-894E-AE55-3DE133FE37BE}" dt="2021-03-03T03:20:30.402" v="796"/>
          <ac:grpSpMkLst>
            <pc:docMk/>
            <pc:sldMk cId="3741693092" sldId="264"/>
            <ac:grpSpMk id="79" creationId="{A86F9153-42A9-A944-A7D7-85FF69B9EA02}"/>
          </ac:grpSpMkLst>
        </pc:grpChg>
        <pc:grpChg chg="add del">
          <ac:chgData name="Aggie Menezes" userId="74619c95fa3483c9" providerId="LiveId" clId="{20A26620-95D9-894E-AE55-3DE133FE37BE}" dt="2021-03-03T03:20:32.662" v="798"/>
          <ac:grpSpMkLst>
            <pc:docMk/>
            <pc:sldMk cId="3741693092" sldId="264"/>
            <ac:grpSpMk id="81" creationId="{C49B624B-DAD2-9C48-8131-263426A6793F}"/>
          </ac:grpSpMkLst>
        </pc:grpChg>
        <pc:grpChg chg="add">
          <ac:chgData name="Aggie Menezes" userId="74619c95fa3483c9" providerId="LiveId" clId="{20A26620-95D9-894E-AE55-3DE133FE37BE}" dt="2021-03-22T10:25:40.475" v="2510"/>
          <ac:grpSpMkLst>
            <pc:docMk/>
            <pc:sldMk cId="3741693092" sldId="264"/>
            <ac:grpSpMk id="82" creationId="{0EAA21FB-47FF-CE49-9463-3621CE2BB453}"/>
          </ac:grpSpMkLst>
        </pc:grpChg>
        <pc:grpChg chg="add del">
          <ac:chgData name="Aggie Menezes" userId="74619c95fa3483c9" providerId="LiveId" clId="{20A26620-95D9-894E-AE55-3DE133FE37BE}" dt="2021-03-03T03:20:40.897" v="801"/>
          <ac:grpSpMkLst>
            <pc:docMk/>
            <pc:sldMk cId="3741693092" sldId="264"/>
            <ac:grpSpMk id="83" creationId="{8FB3E03B-8D50-1442-BFE6-CE5E9AA59A5F}"/>
          </ac:grpSpMkLst>
        </pc:grpChg>
        <pc:grpChg chg="add del">
          <ac:chgData name="Aggie Menezes" userId="74619c95fa3483c9" providerId="LiveId" clId="{20A26620-95D9-894E-AE55-3DE133FE37BE}" dt="2021-03-03T03:20:44.150" v="805"/>
          <ac:grpSpMkLst>
            <pc:docMk/>
            <pc:sldMk cId="3741693092" sldId="264"/>
            <ac:grpSpMk id="86" creationId="{9DE3F474-8FD5-D443-ADCD-912E9779CDFB}"/>
          </ac:grpSpMkLst>
        </pc:grpChg>
        <pc:grpChg chg="add del">
          <ac:chgData name="Aggie Menezes" userId="74619c95fa3483c9" providerId="LiveId" clId="{20A26620-95D9-894E-AE55-3DE133FE37BE}" dt="2021-03-03T03:20:47.002" v="808"/>
          <ac:grpSpMkLst>
            <pc:docMk/>
            <pc:sldMk cId="3741693092" sldId="264"/>
            <ac:grpSpMk id="90" creationId="{0759F93B-E8F7-F54E-B3CB-564F8F5D5190}"/>
          </ac:grpSpMkLst>
        </pc:grpChg>
        <pc:grpChg chg="add del">
          <ac:chgData name="Aggie Menezes" userId="74619c95fa3483c9" providerId="LiveId" clId="{20A26620-95D9-894E-AE55-3DE133FE37BE}" dt="2021-03-03T03:21:33.666" v="814"/>
          <ac:grpSpMkLst>
            <pc:docMk/>
            <pc:sldMk cId="3741693092" sldId="264"/>
            <ac:grpSpMk id="93" creationId="{69788266-B7CE-0244-83C9-E7267A3D46E8}"/>
          </ac:grpSpMkLst>
        </pc:grpChg>
        <pc:grpChg chg="add del">
          <ac:chgData name="Aggie Menezes" userId="74619c95fa3483c9" providerId="LiveId" clId="{20A26620-95D9-894E-AE55-3DE133FE37BE}" dt="2021-03-03T03:21:33.666" v="814"/>
          <ac:grpSpMkLst>
            <pc:docMk/>
            <pc:sldMk cId="3741693092" sldId="264"/>
            <ac:grpSpMk id="96" creationId="{77F582A3-EA86-B34D-B9DA-FC9769F0F61A}"/>
          </ac:grpSpMkLst>
        </pc:grpChg>
        <pc:grpChg chg="add">
          <ac:chgData name="Aggie Menezes" userId="74619c95fa3483c9" providerId="LiveId" clId="{20A26620-95D9-894E-AE55-3DE133FE37BE}" dt="2021-03-03T03:21:33.666" v="814"/>
          <ac:grpSpMkLst>
            <pc:docMk/>
            <pc:sldMk cId="3741693092" sldId="264"/>
            <ac:grpSpMk id="99" creationId="{8490868F-0749-5B41-9298-FC685E48A218}"/>
          </ac:grpSpMkLst>
        </pc:grpChg>
        <pc:grpChg chg="add del">
          <ac:chgData name="Aggie Menezes" userId="74619c95fa3483c9" providerId="LiveId" clId="{20A26620-95D9-894E-AE55-3DE133FE37BE}" dt="2021-03-03T03:22:11.810" v="822"/>
          <ac:grpSpMkLst>
            <pc:docMk/>
            <pc:sldMk cId="3741693092" sldId="264"/>
            <ac:grpSpMk id="104" creationId="{38B0D5D2-010E-D54E-B855-CC2E15BEE40F}"/>
          </ac:grpSpMkLst>
        </pc:grpChg>
        <pc:grpChg chg="add del">
          <ac:chgData name="Aggie Menezes" userId="74619c95fa3483c9" providerId="LiveId" clId="{20A26620-95D9-894E-AE55-3DE133FE37BE}" dt="2021-03-03T03:22:14.195" v="828"/>
          <ac:grpSpMkLst>
            <pc:docMk/>
            <pc:sldMk cId="3741693092" sldId="264"/>
            <ac:grpSpMk id="107" creationId="{30185E86-B6DD-3D4F-92A7-2D33674AE46D}"/>
          </ac:grpSpMkLst>
        </pc:grpChg>
        <pc:grpChg chg="add del">
          <ac:chgData name="Aggie Menezes" userId="74619c95fa3483c9" providerId="LiveId" clId="{20A26620-95D9-894E-AE55-3DE133FE37BE}" dt="2021-03-03T03:22:18.845" v="830"/>
          <ac:grpSpMkLst>
            <pc:docMk/>
            <pc:sldMk cId="3741693092" sldId="264"/>
            <ac:grpSpMk id="113" creationId="{C64A2A83-E881-0D44-9D17-C056BB58A50C}"/>
          </ac:grpSpMkLst>
        </pc:grpChg>
        <pc:grpChg chg="add">
          <ac:chgData name="Aggie Menezes" userId="74619c95fa3483c9" providerId="LiveId" clId="{20A26620-95D9-894E-AE55-3DE133FE37BE}" dt="2021-03-03T03:22:18.845" v="830"/>
          <ac:grpSpMkLst>
            <pc:docMk/>
            <pc:sldMk cId="3741693092" sldId="264"/>
            <ac:grpSpMk id="115" creationId="{20B8CC7A-1D85-0141-81D9-80179CD14E2C}"/>
          </ac:grpSpMkLst>
        </pc:grpChg>
        <pc:grpChg chg="add del">
          <ac:chgData name="Aggie Menezes" userId="74619c95fa3483c9" providerId="LiveId" clId="{20A26620-95D9-894E-AE55-3DE133FE37BE}" dt="2021-03-03T03:27:19.913" v="933"/>
          <ac:grpSpMkLst>
            <pc:docMk/>
            <pc:sldMk cId="3741693092" sldId="264"/>
            <ac:grpSpMk id="125" creationId="{C7EC1B3A-DB63-7A4C-8A1B-E5AEBFD77821}"/>
          </ac:grpSpMkLst>
        </pc:grpChg>
        <pc:grpChg chg="add del">
          <ac:chgData name="Aggie Menezes" userId="74619c95fa3483c9" providerId="LiveId" clId="{20A26620-95D9-894E-AE55-3DE133FE37BE}" dt="2021-03-03T03:27:27.675" v="945"/>
          <ac:grpSpMkLst>
            <pc:docMk/>
            <pc:sldMk cId="3741693092" sldId="264"/>
            <ac:grpSpMk id="135" creationId="{6D7A6F67-77CA-F64E-9CBC-211565C0503E}"/>
          </ac:grpSpMkLst>
        </pc:grpChg>
        <pc:grpChg chg="add del">
          <ac:chgData name="Aggie Menezes" userId="74619c95fa3483c9" providerId="LiveId" clId="{20A26620-95D9-894E-AE55-3DE133FE37BE}" dt="2021-03-03T03:27:27.675" v="945"/>
          <ac:grpSpMkLst>
            <pc:docMk/>
            <pc:sldMk cId="3741693092" sldId="264"/>
            <ac:grpSpMk id="142" creationId="{B1C5EA45-51C0-EB40-A195-324669CD38A6}"/>
          </ac:grpSpMkLst>
        </pc:grpChg>
        <pc:grpChg chg="add">
          <ac:chgData name="Aggie Menezes" userId="74619c95fa3483c9" providerId="LiveId" clId="{20A26620-95D9-894E-AE55-3DE133FE37BE}" dt="2021-03-03T03:27:27.675" v="945"/>
          <ac:grpSpMkLst>
            <pc:docMk/>
            <pc:sldMk cId="3741693092" sldId="264"/>
            <ac:grpSpMk id="147" creationId="{A5F978A7-2B7F-9843-93EA-C14A88406842}"/>
          </ac:grpSpMkLst>
        </pc:grpChg>
        <pc:grpChg chg="add">
          <ac:chgData name="Aggie Menezes" userId="74619c95fa3483c9" providerId="LiveId" clId="{20A26620-95D9-894E-AE55-3DE133FE37BE}" dt="2021-03-03T03:27:39.174" v="950"/>
          <ac:grpSpMkLst>
            <pc:docMk/>
            <pc:sldMk cId="3741693092" sldId="264"/>
            <ac:grpSpMk id="152" creationId="{31475185-53F9-C54B-BB10-EAF0B0D8F2B6}"/>
          </ac:grpSpMkLst>
        </pc:grpChg>
        <pc:grpChg chg="add">
          <ac:chgData name="Aggie Menezes" userId="74619c95fa3483c9" providerId="LiveId" clId="{20A26620-95D9-894E-AE55-3DE133FE37BE}" dt="2021-03-03T03:27:43.195" v="959"/>
          <ac:grpSpMkLst>
            <pc:docMk/>
            <pc:sldMk cId="3741693092" sldId="264"/>
            <ac:grpSpMk id="161" creationId="{F3B737E8-C8FE-8149-ABB0-A02D2FC122B9}"/>
          </ac:grpSpMkLst>
        </pc:grpChg>
        <pc:grpChg chg="add del">
          <ac:chgData name="Aggie Menezes" userId="74619c95fa3483c9" providerId="LiveId" clId="{20A26620-95D9-894E-AE55-3DE133FE37BE}" dt="2021-03-03T03:27:52.932" v="974"/>
          <ac:grpSpMkLst>
            <pc:docMk/>
            <pc:sldMk cId="3741693092" sldId="264"/>
            <ac:grpSpMk id="171" creationId="{F1CAE1E3-0840-2143-B606-D7B6608D6415}"/>
          </ac:grpSpMkLst>
        </pc:grpChg>
        <pc:grpChg chg="add">
          <ac:chgData name="Aggie Menezes" userId="74619c95fa3483c9" providerId="LiveId" clId="{20A26620-95D9-894E-AE55-3DE133FE37BE}" dt="2021-03-03T03:27:52.932" v="974"/>
          <ac:grpSpMkLst>
            <pc:docMk/>
            <pc:sldMk cId="3741693092" sldId="264"/>
            <ac:grpSpMk id="176" creationId="{7931C75B-432D-5E4E-B49A-26BBCB34CDD4}"/>
          </ac:grpSpMkLst>
        </pc:grpChg>
        <pc:grpChg chg="add">
          <ac:chgData name="Aggie Menezes" userId="74619c95fa3483c9" providerId="LiveId" clId="{20A26620-95D9-894E-AE55-3DE133FE37BE}" dt="2021-03-03T03:28:03.151" v="985"/>
          <ac:grpSpMkLst>
            <pc:docMk/>
            <pc:sldMk cId="3741693092" sldId="264"/>
            <ac:grpSpMk id="187" creationId="{DFCD1276-E6A1-8643-B95C-5D36A94834AF}"/>
          </ac:grpSpMkLst>
        </pc:grpChg>
        <pc:inkChg chg="add">
          <ac:chgData name="Aggie Menezes" userId="74619c95fa3483c9" providerId="LiveId" clId="{20A26620-95D9-894E-AE55-3DE133FE37BE}" dt="2021-03-09T02:50:20.510" v="1536"/>
          <ac:inkMkLst>
            <pc:docMk/>
            <pc:sldMk cId="3741693092" sldId="264"/>
            <ac:inkMk id="4" creationId="{53DE8C50-CAB7-EA40-8D34-252FE3C90F1E}"/>
          </ac:inkMkLst>
        </pc:inkChg>
        <pc:inkChg chg="add topLvl">
          <ac:chgData name="Aggie Menezes" userId="74619c95fa3483c9" providerId="LiveId" clId="{20A26620-95D9-894E-AE55-3DE133FE37BE}" dt="2021-03-03T03:20:15.197" v="786"/>
          <ac:inkMkLst>
            <pc:docMk/>
            <pc:sldMk cId="3741693092" sldId="264"/>
            <ac:inkMk id="4" creationId="{A5123B72-2A20-5147-AB4D-12FE2277C304}"/>
          </ac:inkMkLst>
        </pc:inkChg>
        <pc:inkChg chg="add">
          <ac:chgData name="Aggie Menezes" userId="74619c95fa3483c9" providerId="LiveId" clId="{20A26620-95D9-894E-AE55-3DE133FE37BE}" dt="2021-03-06T03:12:25.765" v="1190"/>
          <ac:inkMkLst>
            <pc:docMk/>
            <pc:sldMk cId="3741693092" sldId="264"/>
            <ac:inkMk id="4" creationId="{AFD577F1-C6B8-734A-A98C-E77C8EB2BC16}"/>
          </ac:inkMkLst>
        </pc:inkChg>
        <pc:inkChg chg="add topLvl">
          <ac:chgData name="Aggie Menezes" userId="74619c95fa3483c9" providerId="LiveId" clId="{20A26620-95D9-894E-AE55-3DE133FE37BE}" dt="2021-03-09T02:50:34.124" v="1548"/>
          <ac:inkMkLst>
            <pc:docMk/>
            <pc:sldMk cId="3741693092" sldId="264"/>
            <ac:inkMk id="5" creationId="{2A63C1F6-411A-A14F-9AD3-F3456C5EE7D8}"/>
          </ac:inkMkLst>
        </pc:inkChg>
        <pc:inkChg chg="add topLvl">
          <ac:chgData name="Aggie Menezes" userId="74619c95fa3483c9" providerId="LiveId" clId="{20A26620-95D9-894E-AE55-3DE133FE37BE}" dt="2021-03-06T03:12:39.569" v="1203"/>
          <ac:inkMkLst>
            <pc:docMk/>
            <pc:sldMk cId="3741693092" sldId="264"/>
            <ac:inkMk id="5" creationId="{7EA13B07-3080-8945-A999-96ADA6B0E548}"/>
          </ac:inkMkLst>
        </pc:inkChg>
        <pc:inkChg chg="add topLvl">
          <ac:chgData name="Aggie Menezes" userId="74619c95fa3483c9" providerId="LiveId" clId="{20A26620-95D9-894E-AE55-3DE133FE37BE}" dt="2021-03-03T03:20:15.197" v="786"/>
          <ac:inkMkLst>
            <pc:docMk/>
            <pc:sldMk cId="3741693092" sldId="264"/>
            <ac:inkMk id="5" creationId="{C55CB240-38B6-164C-95B6-50383CADA70D}"/>
          </ac:inkMkLst>
        </pc:inkChg>
        <pc:inkChg chg="add topLvl">
          <ac:chgData name="Aggie Menezes" userId="74619c95fa3483c9" providerId="LiveId" clId="{20A26620-95D9-894E-AE55-3DE133FE37BE}" dt="2021-03-06T03:12:39.569" v="1203"/>
          <ac:inkMkLst>
            <pc:docMk/>
            <pc:sldMk cId="3741693092" sldId="264"/>
            <ac:inkMk id="7" creationId="{63A95E7C-8B07-5148-9CAC-660BB8FE8FBB}"/>
          </ac:inkMkLst>
        </pc:inkChg>
        <pc:inkChg chg="add">
          <ac:chgData name="Aggie Menezes" userId="74619c95fa3483c9" providerId="LiveId" clId="{20A26620-95D9-894E-AE55-3DE133FE37BE}" dt="2021-03-03T03:17:00.482" v="683"/>
          <ac:inkMkLst>
            <pc:docMk/>
            <pc:sldMk cId="3741693092" sldId="264"/>
            <ac:inkMk id="7" creationId="{B51DDA58-D2D9-EF45-B558-43FAB35C04C0}"/>
          </ac:inkMkLst>
        </pc:inkChg>
        <pc:inkChg chg="add topLvl">
          <ac:chgData name="Aggie Menezes" userId="74619c95fa3483c9" providerId="LiveId" clId="{20A26620-95D9-894E-AE55-3DE133FE37BE}" dt="2021-03-09T02:50:34.124" v="1548"/>
          <ac:inkMkLst>
            <pc:docMk/>
            <pc:sldMk cId="3741693092" sldId="264"/>
            <ac:inkMk id="7" creationId="{BA59601E-1EE1-3342-8BBB-577ED13A8326}"/>
          </ac:inkMkLst>
        </pc:inkChg>
        <pc:inkChg chg="add topLvl">
          <ac:chgData name="Aggie Menezes" userId="74619c95fa3483c9" providerId="LiveId" clId="{20A26620-95D9-894E-AE55-3DE133FE37BE}" dt="2021-03-09T02:50:34.124" v="1548"/>
          <ac:inkMkLst>
            <pc:docMk/>
            <pc:sldMk cId="3741693092" sldId="264"/>
            <ac:inkMk id="9" creationId="{454282B6-B3E7-F14D-9240-F8586F0644AA}"/>
          </ac:inkMkLst>
        </pc:inkChg>
        <pc:inkChg chg="add topLvl">
          <ac:chgData name="Aggie Menezes" userId="74619c95fa3483c9" providerId="LiveId" clId="{20A26620-95D9-894E-AE55-3DE133FE37BE}" dt="2021-03-06T03:12:39.569" v="1203"/>
          <ac:inkMkLst>
            <pc:docMk/>
            <pc:sldMk cId="3741693092" sldId="264"/>
            <ac:inkMk id="9" creationId="{52FB7865-75E0-1E45-BFC4-55FFE3466BFD}"/>
          </ac:inkMkLst>
        </pc:inkChg>
        <pc:inkChg chg="add">
          <ac:chgData name="Aggie Menezes" userId="74619c95fa3483c9" providerId="LiveId" clId="{20A26620-95D9-894E-AE55-3DE133FE37BE}" dt="2021-03-03T03:17:00.624" v="684"/>
          <ac:inkMkLst>
            <pc:docMk/>
            <pc:sldMk cId="3741693092" sldId="264"/>
            <ac:inkMk id="9" creationId="{F5668E1B-373C-CA4B-AB11-581E55229D8E}"/>
          </ac:inkMkLst>
        </pc:inkChg>
        <pc:inkChg chg="add">
          <ac:chgData name="Aggie Menezes" userId="74619c95fa3483c9" providerId="LiveId" clId="{20A26620-95D9-894E-AE55-3DE133FE37BE}" dt="2021-03-03T03:17:00.779" v="685"/>
          <ac:inkMkLst>
            <pc:docMk/>
            <pc:sldMk cId="3741693092" sldId="264"/>
            <ac:inkMk id="13" creationId="{303E5BFE-30AE-8149-BE28-4F63540022F5}"/>
          </ac:inkMkLst>
        </pc:inkChg>
        <pc:inkChg chg="add">
          <ac:chgData name="Aggie Menezes" userId="74619c95fa3483c9" providerId="LiveId" clId="{20A26620-95D9-894E-AE55-3DE133FE37BE}" dt="2021-03-06T03:12:28.007" v="1194"/>
          <ac:inkMkLst>
            <pc:docMk/>
            <pc:sldMk cId="3741693092" sldId="264"/>
            <ac:inkMk id="13" creationId="{4407B9C1-D2C2-9F47-86F4-ECB5D6818FE9}"/>
          </ac:inkMkLst>
        </pc:inkChg>
        <pc:inkChg chg="add topLvl">
          <ac:chgData name="Aggie Menezes" userId="74619c95fa3483c9" providerId="LiveId" clId="{20A26620-95D9-894E-AE55-3DE133FE37BE}" dt="2021-03-09T02:50:34.124" v="1548"/>
          <ac:inkMkLst>
            <pc:docMk/>
            <pc:sldMk cId="3741693092" sldId="264"/>
            <ac:inkMk id="13" creationId="{73FFD4CE-51FF-C741-A09D-E972BB39BBA1}"/>
          </ac:inkMkLst>
        </pc:inkChg>
        <pc:inkChg chg="add topLvl">
          <ac:chgData name="Aggie Menezes" userId="74619c95fa3483c9" providerId="LiveId" clId="{20A26620-95D9-894E-AE55-3DE133FE37BE}" dt="2021-03-03T03:20:15.197" v="786"/>
          <ac:inkMkLst>
            <pc:docMk/>
            <pc:sldMk cId="3741693092" sldId="264"/>
            <ac:inkMk id="15" creationId="{0D9F0624-4ACF-8B4A-A61C-3E20B83FD53D}"/>
          </ac:inkMkLst>
        </pc:inkChg>
        <pc:inkChg chg="add topLvl">
          <ac:chgData name="Aggie Menezes" userId="74619c95fa3483c9" providerId="LiveId" clId="{20A26620-95D9-894E-AE55-3DE133FE37BE}" dt="2021-03-09T02:50:34.124" v="1548"/>
          <ac:inkMkLst>
            <pc:docMk/>
            <pc:sldMk cId="3741693092" sldId="264"/>
            <ac:inkMk id="15" creationId="{92445BFD-7DE4-564F-B55C-C612B2503B1C}"/>
          </ac:inkMkLst>
        </pc:inkChg>
        <pc:inkChg chg="add topLvl">
          <ac:chgData name="Aggie Menezes" userId="74619c95fa3483c9" providerId="LiveId" clId="{20A26620-95D9-894E-AE55-3DE133FE37BE}" dt="2021-03-09T02:50:34.124" v="1548"/>
          <ac:inkMkLst>
            <pc:docMk/>
            <pc:sldMk cId="3741693092" sldId="264"/>
            <ac:inkMk id="17" creationId="{5D2EA148-C42E-704D-8F9C-8C70F1E38A07}"/>
          </ac:inkMkLst>
        </pc:inkChg>
        <pc:inkChg chg="add">
          <ac:chgData name="Aggie Menezes" userId="74619c95fa3483c9" providerId="LiveId" clId="{20A26620-95D9-894E-AE55-3DE133FE37BE}" dt="2021-03-06T03:12:35.763" v="1196"/>
          <ac:inkMkLst>
            <pc:docMk/>
            <pc:sldMk cId="3741693092" sldId="264"/>
            <ac:inkMk id="17" creationId="{686C4267-6E8A-AE45-9B6B-BDE2DB7CB568}"/>
          </ac:inkMkLst>
        </pc:inkChg>
        <pc:inkChg chg="add topLvl">
          <ac:chgData name="Aggie Menezes" userId="74619c95fa3483c9" providerId="LiveId" clId="{20A26620-95D9-894E-AE55-3DE133FE37BE}" dt="2021-03-03T03:20:15.197" v="786"/>
          <ac:inkMkLst>
            <pc:docMk/>
            <pc:sldMk cId="3741693092" sldId="264"/>
            <ac:inkMk id="17" creationId="{E0A447E6-34A8-254B-823E-E8B4A777B344}"/>
          </ac:inkMkLst>
        </pc:inkChg>
        <pc:inkChg chg="add topLvl">
          <ac:chgData name="Aggie Menezes" userId="74619c95fa3483c9" providerId="LiveId" clId="{20A26620-95D9-894E-AE55-3DE133FE37BE}" dt="2021-03-03T03:20:15.197" v="786"/>
          <ac:inkMkLst>
            <pc:docMk/>
            <pc:sldMk cId="3741693092" sldId="264"/>
            <ac:inkMk id="37" creationId="{0AB9ECBB-0360-E14D-8F90-3E05348BC16A}"/>
          </ac:inkMkLst>
        </pc:inkChg>
        <pc:inkChg chg="add topLvl">
          <ac:chgData name="Aggie Menezes" userId="74619c95fa3483c9" providerId="LiveId" clId="{20A26620-95D9-894E-AE55-3DE133FE37BE}" dt="2021-03-22T10:24:10.834" v="2505"/>
          <ac:inkMkLst>
            <pc:docMk/>
            <pc:sldMk cId="3741693092" sldId="264"/>
            <ac:inkMk id="37" creationId="{5F816CC6-CA6D-1840-8C11-8F037FC2D40C}"/>
          </ac:inkMkLst>
        </pc:inkChg>
        <pc:inkChg chg="add">
          <ac:chgData name="Aggie Menezes" userId="74619c95fa3483c9" providerId="LiveId" clId="{20A26620-95D9-894E-AE55-3DE133FE37BE}" dt="2021-03-06T03:12:36.988" v="1197"/>
          <ac:inkMkLst>
            <pc:docMk/>
            <pc:sldMk cId="3741693092" sldId="264"/>
            <ac:inkMk id="37" creationId="{AC93BBBF-6F7A-B347-9C11-7C1FC51C7089}"/>
          </ac:inkMkLst>
        </pc:inkChg>
        <pc:inkChg chg="add">
          <ac:chgData name="Aggie Menezes" userId="74619c95fa3483c9" providerId="LiveId" clId="{20A26620-95D9-894E-AE55-3DE133FE37BE}" dt="2021-03-09T02:50:30.880" v="1544"/>
          <ac:inkMkLst>
            <pc:docMk/>
            <pc:sldMk cId="3741693092" sldId="264"/>
            <ac:inkMk id="38" creationId="{3840683F-A652-B84E-9027-E85AD1185E9B}"/>
          </ac:inkMkLst>
        </pc:inkChg>
        <pc:inkChg chg="add">
          <ac:chgData name="Aggie Menezes" userId="74619c95fa3483c9" providerId="LiveId" clId="{20A26620-95D9-894E-AE55-3DE133FE37BE}" dt="2021-03-06T03:12:37.774" v="1198"/>
          <ac:inkMkLst>
            <pc:docMk/>
            <pc:sldMk cId="3741693092" sldId="264"/>
            <ac:inkMk id="38" creationId="{68D6459D-51CE-894C-9452-A96384924084}"/>
          </ac:inkMkLst>
        </pc:inkChg>
        <pc:inkChg chg="add topLvl">
          <ac:chgData name="Aggie Menezes" userId="74619c95fa3483c9" providerId="LiveId" clId="{20A26620-95D9-894E-AE55-3DE133FE37BE}" dt="2021-03-03T03:20:15.197" v="786"/>
          <ac:inkMkLst>
            <pc:docMk/>
            <pc:sldMk cId="3741693092" sldId="264"/>
            <ac:inkMk id="38" creationId="{98163A44-FCFB-6145-878E-B6F001DF6D0A}"/>
          </ac:inkMkLst>
        </pc:inkChg>
        <pc:inkChg chg="add">
          <ac:chgData name="Aggie Menezes" userId="74619c95fa3483c9" providerId="LiveId" clId="{20A26620-95D9-894E-AE55-3DE133FE37BE}" dt="2021-03-09T02:50:31.466" v="1545"/>
          <ac:inkMkLst>
            <pc:docMk/>
            <pc:sldMk cId="3741693092" sldId="264"/>
            <ac:inkMk id="41" creationId="{3DAC42DD-22C9-D847-AC21-727C91A460A0}"/>
          </ac:inkMkLst>
        </pc:inkChg>
        <pc:inkChg chg="add topLvl">
          <ac:chgData name="Aggie Menezes" userId="74619c95fa3483c9" providerId="LiveId" clId="{20A26620-95D9-894E-AE55-3DE133FE37BE}" dt="2021-03-03T03:20:15.197" v="786"/>
          <ac:inkMkLst>
            <pc:docMk/>
            <pc:sldMk cId="3741693092" sldId="264"/>
            <ac:inkMk id="41" creationId="{A64AF19A-0456-B942-9393-B6E60068AE34}"/>
          </ac:inkMkLst>
        </pc:inkChg>
        <pc:inkChg chg="add">
          <ac:chgData name="Aggie Menezes" userId="74619c95fa3483c9" providerId="LiveId" clId="{20A26620-95D9-894E-AE55-3DE133FE37BE}" dt="2021-03-06T03:12:38.039" v="1199"/>
          <ac:inkMkLst>
            <pc:docMk/>
            <pc:sldMk cId="3741693092" sldId="264"/>
            <ac:inkMk id="41" creationId="{BB7EC626-2AFB-3C4E-A698-BDBCFA9574DC}"/>
          </ac:inkMkLst>
        </pc:inkChg>
        <pc:inkChg chg="add">
          <ac:chgData name="Aggie Menezes" userId="74619c95fa3483c9" providerId="LiveId" clId="{20A26620-95D9-894E-AE55-3DE133FE37BE}" dt="2021-03-09T02:50:32.152" v="1546"/>
          <ac:inkMkLst>
            <pc:docMk/>
            <pc:sldMk cId="3741693092" sldId="264"/>
            <ac:inkMk id="42" creationId="{3D7D6E32-F9A7-3B47-88CA-20F504D3CD86}"/>
          </ac:inkMkLst>
        </pc:inkChg>
        <pc:inkChg chg="add topLvl">
          <ac:chgData name="Aggie Menezes" userId="74619c95fa3483c9" providerId="LiveId" clId="{20A26620-95D9-894E-AE55-3DE133FE37BE}" dt="2021-03-03T03:20:15.197" v="786"/>
          <ac:inkMkLst>
            <pc:docMk/>
            <pc:sldMk cId="3741693092" sldId="264"/>
            <ac:inkMk id="42" creationId="{3F0A8918-63B5-3F42-A087-A3D1D268EF46}"/>
          </ac:inkMkLst>
        </pc:inkChg>
        <pc:inkChg chg="add">
          <ac:chgData name="Aggie Menezes" userId="74619c95fa3483c9" providerId="LiveId" clId="{20A26620-95D9-894E-AE55-3DE133FE37BE}" dt="2021-03-06T03:12:38.214" v="1200"/>
          <ac:inkMkLst>
            <pc:docMk/>
            <pc:sldMk cId="3741693092" sldId="264"/>
            <ac:inkMk id="42" creationId="{BD177895-BFF1-2D43-860A-42E9C65C9FA1}"/>
          </ac:inkMkLst>
        </pc:inkChg>
        <pc:inkChg chg="add">
          <ac:chgData name="Aggie Menezes" userId="74619c95fa3483c9" providerId="LiveId" clId="{20A26620-95D9-894E-AE55-3DE133FE37BE}" dt="2021-03-09T02:50:33.182" v="1547"/>
          <ac:inkMkLst>
            <pc:docMk/>
            <pc:sldMk cId="3741693092" sldId="264"/>
            <ac:inkMk id="43" creationId="{979AE60C-669E-AE43-90F8-5FD3B8C1871D}"/>
          </ac:inkMkLst>
        </pc:inkChg>
        <pc:inkChg chg="add">
          <ac:chgData name="Aggie Menezes" userId="74619c95fa3483c9" providerId="LiveId" clId="{20A26620-95D9-894E-AE55-3DE133FE37BE}" dt="2021-03-06T03:12:38.419" v="1201"/>
          <ac:inkMkLst>
            <pc:docMk/>
            <pc:sldMk cId="3741693092" sldId="264"/>
            <ac:inkMk id="43" creationId="{D3C8FE6B-A675-1248-B318-950E526DCE85}"/>
          </ac:inkMkLst>
        </pc:inkChg>
        <pc:inkChg chg="add topLvl">
          <ac:chgData name="Aggie Menezes" userId="74619c95fa3483c9" providerId="LiveId" clId="{20A26620-95D9-894E-AE55-3DE133FE37BE}" dt="2021-03-03T03:20:15.197" v="786"/>
          <ac:inkMkLst>
            <pc:docMk/>
            <pc:sldMk cId="3741693092" sldId="264"/>
            <ac:inkMk id="43" creationId="{E54C69AC-6EFE-EA44-A720-C83C51138517}"/>
          </ac:inkMkLst>
        </pc:inkChg>
        <pc:inkChg chg="add">
          <ac:chgData name="Aggie Menezes" userId="74619c95fa3483c9" providerId="LiveId" clId="{20A26620-95D9-894E-AE55-3DE133FE37BE}" dt="2021-03-06T03:12:38.593" v="1202"/>
          <ac:inkMkLst>
            <pc:docMk/>
            <pc:sldMk cId="3741693092" sldId="264"/>
            <ac:inkMk id="44" creationId="{02157815-7AA9-8540-ABC2-39A743A061A4}"/>
          </ac:inkMkLst>
        </pc:inkChg>
        <pc:inkChg chg="add topLvl">
          <ac:chgData name="Aggie Menezes" userId="74619c95fa3483c9" providerId="LiveId" clId="{20A26620-95D9-894E-AE55-3DE133FE37BE}" dt="2021-03-03T03:20:15.197" v="786"/>
          <ac:inkMkLst>
            <pc:docMk/>
            <pc:sldMk cId="3741693092" sldId="264"/>
            <ac:inkMk id="44" creationId="{B67F402E-46B5-B14A-B3AC-87B7C40E3075}"/>
          </ac:inkMkLst>
        </pc:inkChg>
        <pc:inkChg chg="add topLvl">
          <ac:chgData name="Aggie Menezes" userId="74619c95fa3483c9" providerId="LiveId" clId="{20A26620-95D9-894E-AE55-3DE133FE37BE}" dt="2021-03-03T03:20:15.197" v="786"/>
          <ac:inkMkLst>
            <pc:docMk/>
            <pc:sldMk cId="3741693092" sldId="264"/>
            <ac:inkMk id="45" creationId="{3C5DEC1C-D42E-FA47-AF18-1E177D07490D}"/>
          </ac:inkMkLst>
        </pc:inkChg>
        <pc:inkChg chg="add">
          <ac:chgData name="Aggie Menezes" userId="74619c95fa3483c9" providerId="LiveId" clId="{20A26620-95D9-894E-AE55-3DE133FE37BE}" dt="2021-03-09T02:50:34.637" v="1549"/>
          <ac:inkMkLst>
            <pc:docMk/>
            <pc:sldMk cId="3741693092" sldId="264"/>
            <ac:inkMk id="45" creationId="{F13BA022-FD73-8443-A8F5-95974B814DDF}"/>
          </ac:inkMkLst>
        </pc:inkChg>
        <pc:inkChg chg="add topLvl">
          <ac:chgData name="Aggie Menezes" userId="74619c95fa3483c9" providerId="LiveId" clId="{20A26620-95D9-894E-AE55-3DE133FE37BE}" dt="2021-03-03T03:20:15.197" v="786"/>
          <ac:inkMkLst>
            <pc:docMk/>
            <pc:sldMk cId="3741693092" sldId="264"/>
            <ac:inkMk id="46" creationId="{678C2E60-2DEC-EC4F-8227-078BEC880D87}"/>
          </ac:inkMkLst>
        </pc:inkChg>
        <pc:inkChg chg="add">
          <ac:chgData name="Aggie Menezes" userId="74619c95fa3483c9" providerId="LiveId" clId="{20A26620-95D9-894E-AE55-3DE133FE37BE}" dt="2021-03-09T02:50:35.197" v="1550"/>
          <ac:inkMkLst>
            <pc:docMk/>
            <pc:sldMk cId="3741693092" sldId="264"/>
            <ac:inkMk id="46" creationId="{B27A34A0-78C1-A749-A48D-B7595951DDD4}"/>
          </ac:inkMkLst>
        </pc:inkChg>
        <pc:inkChg chg="add">
          <ac:chgData name="Aggie Menezes" userId="74619c95fa3483c9" providerId="LiveId" clId="{20A26620-95D9-894E-AE55-3DE133FE37BE}" dt="2021-03-09T02:50:35.367" v="1551"/>
          <ac:inkMkLst>
            <pc:docMk/>
            <pc:sldMk cId="3741693092" sldId="264"/>
            <ac:inkMk id="47" creationId="{0E143B2B-9301-C440-9B91-B0FE36CAC6D7}"/>
          </ac:inkMkLst>
        </pc:inkChg>
        <pc:inkChg chg="add topLvl">
          <ac:chgData name="Aggie Menezes" userId="74619c95fa3483c9" providerId="LiveId" clId="{20A26620-95D9-894E-AE55-3DE133FE37BE}" dt="2021-03-03T03:20:15.197" v="786"/>
          <ac:inkMkLst>
            <pc:docMk/>
            <pc:sldMk cId="3741693092" sldId="264"/>
            <ac:inkMk id="47" creationId="{7BFFB3F7-D688-4C4F-8B70-3B3DAB066848}"/>
          </ac:inkMkLst>
        </pc:inkChg>
        <pc:inkChg chg="add">
          <ac:chgData name="Aggie Menezes" userId="74619c95fa3483c9" providerId="LiveId" clId="{20A26620-95D9-894E-AE55-3DE133FE37BE}" dt="2021-03-09T02:50:35.701" v="1552"/>
          <ac:inkMkLst>
            <pc:docMk/>
            <pc:sldMk cId="3741693092" sldId="264"/>
            <ac:inkMk id="48" creationId="{586B0131-224B-F541-A019-4F1803641D1B}"/>
          </ac:inkMkLst>
        </pc:inkChg>
        <pc:inkChg chg="add">
          <ac:chgData name="Aggie Menezes" userId="74619c95fa3483c9" providerId="LiveId" clId="{20A26620-95D9-894E-AE55-3DE133FE37BE}" dt="2021-03-09T02:50:35.998" v="1553"/>
          <ac:inkMkLst>
            <pc:docMk/>
            <pc:sldMk cId="3741693092" sldId="264"/>
            <ac:inkMk id="49" creationId="{41132A78-C208-F04F-9E10-0201C51C9C44}"/>
          </ac:inkMkLst>
        </pc:inkChg>
        <pc:inkChg chg="add topLvl">
          <ac:chgData name="Aggie Menezes" userId="74619c95fa3483c9" providerId="LiveId" clId="{20A26620-95D9-894E-AE55-3DE133FE37BE}" dt="2021-03-03T03:20:15.197" v="786"/>
          <ac:inkMkLst>
            <pc:docMk/>
            <pc:sldMk cId="3741693092" sldId="264"/>
            <ac:inkMk id="49" creationId="{DD88872D-EFAB-3E4C-A5C8-13A8BFB691B2}"/>
          </ac:inkMkLst>
        </pc:inkChg>
        <pc:inkChg chg="add">
          <ac:chgData name="Aggie Menezes" userId="74619c95fa3483c9" providerId="LiveId" clId="{20A26620-95D9-894E-AE55-3DE133FE37BE}" dt="2021-03-09T02:50:36.396" v="1554"/>
          <ac:inkMkLst>
            <pc:docMk/>
            <pc:sldMk cId="3741693092" sldId="264"/>
            <ac:inkMk id="50" creationId="{621FAD35-38CF-2E4F-8AEA-A0F97BBD3516}"/>
          </ac:inkMkLst>
        </pc:inkChg>
        <pc:inkChg chg="add topLvl">
          <ac:chgData name="Aggie Menezes" userId="74619c95fa3483c9" providerId="LiveId" clId="{20A26620-95D9-894E-AE55-3DE133FE37BE}" dt="2021-03-03T03:20:15.197" v="786"/>
          <ac:inkMkLst>
            <pc:docMk/>
            <pc:sldMk cId="3741693092" sldId="264"/>
            <ac:inkMk id="50" creationId="{F3FF200B-9927-384F-BD64-83DBE6B0AA32}"/>
          </ac:inkMkLst>
        </pc:inkChg>
        <pc:inkChg chg="add topLvl">
          <ac:chgData name="Aggie Menezes" userId="74619c95fa3483c9" providerId="LiveId" clId="{20A26620-95D9-894E-AE55-3DE133FE37BE}" dt="2021-03-03T03:20:15.197" v="786"/>
          <ac:inkMkLst>
            <pc:docMk/>
            <pc:sldMk cId="3741693092" sldId="264"/>
            <ac:inkMk id="51" creationId="{3AFD3C39-EE72-7D48-8A6F-63EACF6CDE78}"/>
          </ac:inkMkLst>
        </pc:inkChg>
        <pc:inkChg chg="add">
          <ac:chgData name="Aggie Menezes" userId="74619c95fa3483c9" providerId="LiveId" clId="{20A26620-95D9-894E-AE55-3DE133FE37BE}" dt="2021-03-09T02:50:36.538" v="1555"/>
          <ac:inkMkLst>
            <pc:docMk/>
            <pc:sldMk cId="3741693092" sldId="264"/>
            <ac:inkMk id="51" creationId="{AB9C2335-7D13-3940-94D3-73D88EC55A40}"/>
          </ac:inkMkLst>
        </pc:inkChg>
        <pc:inkChg chg="add topLvl">
          <ac:chgData name="Aggie Menezes" userId="74619c95fa3483c9" providerId="LiveId" clId="{20A26620-95D9-894E-AE55-3DE133FE37BE}" dt="2021-03-03T03:20:15.197" v="786"/>
          <ac:inkMkLst>
            <pc:docMk/>
            <pc:sldMk cId="3741693092" sldId="264"/>
            <ac:inkMk id="52" creationId="{BE20B92D-ED76-964C-B5C3-69E5F102EC76}"/>
          </ac:inkMkLst>
        </pc:inkChg>
        <pc:inkChg chg="add topLvl">
          <ac:chgData name="Aggie Menezes" userId="74619c95fa3483c9" providerId="LiveId" clId="{20A26620-95D9-894E-AE55-3DE133FE37BE}" dt="2021-03-22T10:24:10.834" v="2505"/>
          <ac:inkMkLst>
            <pc:docMk/>
            <pc:sldMk cId="3741693092" sldId="264"/>
            <ac:inkMk id="53" creationId="{1D0C8EFF-FCE5-0C4A-898B-BD2D614B62B3}"/>
          </ac:inkMkLst>
        </pc:inkChg>
        <pc:inkChg chg="add topLvl">
          <ac:chgData name="Aggie Menezes" userId="74619c95fa3483c9" providerId="LiveId" clId="{20A26620-95D9-894E-AE55-3DE133FE37BE}" dt="2021-03-03T03:20:15.197" v="786"/>
          <ac:inkMkLst>
            <pc:docMk/>
            <pc:sldMk cId="3741693092" sldId="264"/>
            <ac:inkMk id="53" creationId="{57429A7C-19DA-1847-B212-C66017C101C8}"/>
          </ac:inkMkLst>
        </pc:inkChg>
        <pc:inkChg chg="add topLvl">
          <ac:chgData name="Aggie Menezes" userId="74619c95fa3483c9" providerId="LiveId" clId="{20A26620-95D9-894E-AE55-3DE133FE37BE}" dt="2021-03-22T10:24:10.834" v="2505"/>
          <ac:inkMkLst>
            <pc:docMk/>
            <pc:sldMk cId="3741693092" sldId="264"/>
            <ac:inkMk id="54" creationId="{2098997F-25B3-714C-8CF0-EEB093E231FD}"/>
          </ac:inkMkLst>
        </pc:inkChg>
        <pc:inkChg chg="add topLvl">
          <ac:chgData name="Aggie Menezes" userId="74619c95fa3483c9" providerId="LiveId" clId="{20A26620-95D9-894E-AE55-3DE133FE37BE}" dt="2021-03-03T03:20:15.197" v="786"/>
          <ac:inkMkLst>
            <pc:docMk/>
            <pc:sldMk cId="3741693092" sldId="264"/>
            <ac:inkMk id="54" creationId="{B45AE32F-9A49-F244-903E-6CA377EFD5F7}"/>
          </ac:inkMkLst>
        </pc:inkChg>
        <pc:inkChg chg="add topLvl">
          <ac:chgData name="Aggie Menezes" userId="74619c95fa3483c9" providerId="LiveId" clId="{20A26620-95D9-894E-AE55-3DE133FE37BE}" dt="2021-03-22T10:24:10.834" v="2505"/>
          <ac:inkMkLst>
            <pc:docMk/>
            <pc:sldMk cId="3741693092" sldId="264"/>
            <ac:inkMk id="55" creationId="{B9FFB464-6A87-D346-A432-C4A2AD587A79}"/>
          </ac:inkMkLst>
        </pc:inkChg>
        <pc:inkChg chg="add topLvl">
          <ac:chgData name="Aggie Menezes" userId="74619c95fa3483c9" providerId="LiveId" clId="{20A26620-95D9-894E-AE55-3DE133FE37BE}" dt="2021-03-22T10:24:10.834" v="2505"/>
          <ac:inkMkLst>
            <pc:docMk/>
            <pc:sldMk cId="3741693092" sldId="264"/>
            <ac:inkMk id="56" creationId="{E26615B9-E175-3648-93FA-A83C5F4D98A9}"/>
          </ac:inkMkLst>
        </pc:inkChg>
        <pc:inkChg chg="add topLvl">
          <ac:chgData name="Aggie Menezes" userId="74619c95fa3483c9" providerId="LiveId" clId="{20A26620-95D9-894E-AE55-3DE133FE37BE}" dt="2021-03-03T03:20:15.197" v="786"/>
          <ac:inkMkLst>
            <pc:docMk/>
            <pc:sldMk cId="3741693092" sldId="264"/>
            <ac:inkMk id="57" creationId="{1A425829-6A64-0148-81B3-95A0815138CE}"/>
          </ac:inkMkLst>
        </pc:inkChg>
        <pc:inkChg chg="add topLvl">
          <ac:chgData name="Aggie Menezes" userId="74619c95fa3483c9" providerId="LiveId" clId="{20A26620-95D9-894E-AE55-3DE133FE37BE}" dt="2021-03-22T10:24:10.834" v="2505"/>
          <ac:inkMkLst>
            <pc:docMk/>
            <pc:sldMk cId="3741693092" sldId="264"/>
            <ac:inkMk id="57" creationId="{52E808BB-ABB9-FA43-BC36-3819F77B0FD2}"/>
          </ac:inkMkLst>
        </pc:inkChg>
        <pc:inkChg chg="add topLvl">
          <ac:chgData name="Aggie Menezes" userId="74619c95fa3483c9" providerId="LiveId" clId="{20A26620-95D9-894E-AE55-3DE133FE37BE}" dt="2021-03-22T10:24:10.834" v="2505"/>
          <ac:inkMkLst>
            <pc:docMk/>
            <pc:sldMk cId="3741693092" sldId="264"/>
            <ac:inkMk id="58" creationId="{060448F9-4D4B-F24A-B975-9EA3BCF9398D}"/>
          </ac:inkMkLst>
        </pc:inkChg>
        <pc:inkChg chg="add topLvl">
          <ac:chgData name="Aggie Menezes" userId="74619c95fa3483c9" providerId="LiveId" clId="{20A26620-95D9-894E-AE55-3DE133FE37BE}" dt="2021-03-03T03:20:15.197" v="786"/>
          <ac:inkMkLst>
            <pc:docMk/>
            <pc:sldMk cId="3741693092" sldId="264"/>
            <ac:inkMk id="58" creationId="{0C907C4E-361E-ED4B-B396-384C13E374FC}"/>
          </ac:inkMkLst>
        </pc:inkChg>
        <pc:inkChg chg="add topLvl">
          <ac:chgData name="Aggie Menezes" userId="74619c95fa3483c9" providerId="LiveId" clId="{20A26620-95D9-894E-AE55-3DE133FE37BE}" dt="2021-03-03T03:20:15.197" v="786"/>
          <ac:inkMkLst>
            <pc:docMk/>
            <pc:sldMk cId="3741693092" sldId="264"/>
            <ac:inkMk id="59" creationId="{47410DAD-0032-F547-AE4C-3D0A82558087}"/>
          </ac:inkMkLst>
        </pc:inkChg>
        <pc:inkChg chg="add topLvl">
          <ac:chgData name="Aggie Menezes" userId="74619c95fa3483c9" providerId="LiveId" clId="{20A26620-95D9-894E-AE55-3DE133FE37BE}" dt="2021-03-22T10:24:10.834" v="2505"/>
          <ac:inkMkLst>
            <pc:docMk/>
            <pc:sldMk cId="3741693092" sldId="264"/>
            <ac:inkMk id="60" creationId="{8A786EC0-B5F8-E245-A979-EDA5547B19CD}"/>
          </ac:inkMkLst>
        </pc:inkChg>
        <pc:inkChg chg="add topLvl">
          <ac:chgData name="Aggie Menezes" userId="74619c95fa3483c9" providerId="LiveId" clId="{20A26620-95D9-894E-AE55-3DE133FE37BE}" dt="2021-03-03T03:20:15.197" v="786"/>
          <ac:inkMkLst>
            <pc:docMk/>
            <pc:sldMk cId="3741693092" sldId="264"/>
            <ac:inkMk id="60" creationId="{DA3045CD-8167-AC40-A107-79668991BE3A}"/>
          </ac:inkMkLst>
        </pc:inkChg>
        <pc:inkChg chg="add topLvl">
          <ac:chgData name="Aggie Menezes" userId="74619c95fa3483c9" providerId="LiveId" clId="{20A26620-95D9-894E-AE55-3DE133FE37BE}" dt="2021-03-22T10:24:10.834" v="2505"/>
          <ac:inkMkLst>
            <pc:docMk/>
            <pc:sldMk cId="3741693092" sldId="264"/>
            <ac:inkMk id="61" creationId="{F8663262-7C66-8D44-A2D0-F67CF7A6EA88}"/>
          </ac:inkMkLst>
        </pc:inkChg>
        <pc:inkChg chg="add topLvl">
          <ac:chgData name="Aggie Menezes" userId="74619c95fa3483c9" providerId="LiveId" clId="{20A26620-95D9-894E-AE55-3DE133FE37BE}" dt="2021-03-03T03:20:15.197" v="786"/>
          <ac:inkMkLst>
            <pc:docMk/>
            <pc:sldMk cId="3741693092" sldId="264"/>
            <ac:inkMk id="62" creationId="{446A0500-A78C-E44E-B37A-8EC979BE3649}"/>
          </ac:inkMkLst>
        </pc:inkChg>
        <pc:inkChg chg="add topLvl">
          <ac:chgData name="Aggie Menezes" userId="74619c95fa3483c9" providerId="LiveId" clId="{20A26620-95D9-894E-AE55-3DE133FE37BE}" dt="2021-03-22T10:24:10.834" v="2505"/>
          <ac:inkMkLst>
            <pc:docMk/>
            <pc:sldMk cId="3741693092" sldId="264"/>
            <ac:inkMk id="62" creationId="{E42EEDAD-24B6-AE45-9121-BFD39968173A}"/>
          </ac:inkMkLst>
        </pc:inkChg>
        <pc:inkChg chg="add topLvl">
          <ac:chgData name="Aggie Menezes" userId="74619c95fa3483c9" providerId="LiveId" clId="{20A26620-95D9-894E-AE55-3DE133FE37BE}" dt="2021-03-22T10:24:10.834" v="2505"/>
          <ac:inkMkLst>
            <pc:docMk/>
            <pc:sldMk cId="3741693092" sldId="264"/>
            <ac:inkMk id="63" creationId="{5067AE18-F81F-A940-B3BB-FB241FB2FD26}"/>
          </ac:inkMkLst>
        </pc:inkChg>
        <pc:inkChg chg="add topLvl">
          <ac:chgData name="Aggie Menezes" userId="74619c95fa3483c9" providerId="LiveId" clId="{20A26620-95D9-894E-AE55-3DE133FE37BE}" dt="2021-03-03T03:20:15.197" v="786"/>
          <ac:inkMkLst>
            <pc:docMk/>
            <pc:sldMk cId="3741693092" sldId="264"/>
            <ac:inkMk id="63" creationId="{D9F6A2E3-7C45-5746-BEF0-53AF7E59D881}"/>
          </ac:inkMkLst>
        </pc:inkChg>
        <pc:inkChg chg="add topLvl">
          <ac:chgData name="Aggie Menezes" userId="74619c95fa3483c9" providerId="LiveId" clId="{20A26620-95D9-894E-AE55-3DE133FE37BE}" dt="2021-03-22T10:24:10.834" v="2505"/>
          <ac:inkMkLst>
            <pc:docMk/>
            <pc:sldMk cId="3741693092" sldId="264"/>
            <ac:inkMk id="64" creationId="{29E169E0-BD43-E24C-9815-4D93907D8C0C}"/>
          </ac:inkMkLst>
        </pc:inkChg>
        <pc:inkChg chg="add topLvl">
          <ac:chgData name="Aggie Menezes" userId="74619c95fa3483c9" providerId="LiveId" clId="{20A26620-95D9-894E-AE55-3DE133FE37BE}" dt="2021-03-03T03:20:15.197" v="786"/>
          <ac:inkMkLst>
            <pc:docMk/>
            <pc:sldMk cId="3741693092" sldId="264"/>
            <ac:inkMk id="64" creationId="{C12E6779-AEAC-2642-BB35-1D705903D93F}"/>
          </ac:inkMkLst>
        </pc:inkChg>
        <pc:inkChg chg="add topLvl">
          <ac:chgData name="Aggie Menezes" userId="74619c95fa3483c9" providerId="LiveId" clId="{20A26620-95D9-894E-AE55-3DE133FE37BE}" dt="2021-03-22T10:24:10.834" v="2505"/>
          <ac:inkMkLst>
            <pc:docMk/>
            <pc:sldMk cId="3741693092" sldId="264"/>
            <ac:inkMk id="65" creationId="{B13AAB91-3E2D-2649-BC21-9BA6D3C35B8A}"/>
          </ac:inkMkLst>
        </pc:inkChg>
        <pc:inkChg chg="add topLvl">
          <ac:chgData name="Aggie Menezes" userId="74619c95fa3483c9" providerId="LiveId" clId="{20A26620-95D9-894E-AE55-3DE133FE37BE}" dt="2021-03-03T03:20:15.197" v="786"/>
          <ac:inkMkLst>
            <pc:docMk/>
            <pc:sldMk cId="3741693092" sldId="264"/>
            <ac:inkMk id="65" creationId="{BD1728EB-0BDD-834D-BD41-FDFE8CE2824C}"/>
          </ac:inkMkLst>
        </pc:inkChg>
        <pc:inkChg chg="add topLvl">
          <ac:chgData name="Aggie Menezes" userId="74619c95fa3483c9" providerId="LiveId" clId="{20A26620-95D9-894E-AE55-3DE133FE37BE}" dt="2021-03-03T03:20:15.197" v="786"/>
          <ac:inkMkLst>
            <pc:docMk/>
            <pc:sldMk cId="3741693092" sldId="264"/>
            <ac:inkMk id="66" creationId="{77B5E516-B0E1-1D4B-ACD9-E667E4589BAE}"/>
          </ac:inkMkLst>
        </pc:inkChg>
        <pc:inkChg chg="add topLvl">
          <ac:chgData name="Aggie Menezes" userId="74619c95fa3483c9" providerId="LiveId" clId="{20A26620-95D9-894E-AE55-3DE133FE37BE}" dt="2021-03-03T03:20:15.197" v="786"/>
          <ac:inkMkLst>
            <pc:docMk/>
            <pc:sldMk cId="3741693092" sldId="264"/>
            <ac:inkMk id="67" creationId="{5B648728-97C7-1B4F-9E5F-724A4B8CAB36}"/>
          </ac:inkMkLst>
        </pc:inkChg>
        <pc:inkChg chg="add">
          <ac:chgData name="Aggie Menezes" userId="74619c95fa3483c9" providerId="LiveId" clId="{20A26620-95D9-894E-AE55-3DE133FE37BE}" dt="2021-03-22T10:24:05.760" v="2495"/>
          <ac:inkMkLst>
            <pc:docMk/>
            <pc:sldMk cId="3741693092" sldId="264"/>
            <ac:inkMk id="68" creationId="{C63AB82F-7F34-094C-8404-43D4FD17F99A}"/>
          </ac:inkMkLst>
        </pc:inkChg>
        <pc:inkChg chg="add topLvl">
          <ac:chgData name="Aggie Menezes" userId="74619c95fa3483c9" providerId="LiveId" clId="{20A26620-95D9-894E-AE55-3DE133FE37BE}" dt="2021-03-22T10:24:10.834" v="2505"/>
          <ac:inkMkLst>
            <pc:docMk/>
            <pc:sldMk cId="3741693092" sldId="264"/>
            <ac:inkMk id="69" creationId="{F11F5644-806F-DD40-AC5A-A5C6B5897D8C}"/>
          </ac:inkMkLst>
        </pc:inkChg>
        <pc:inkChg chg="add topLvl">
          <ac:chgData name="Aggie Menezes" userId="74619c95fa3483c9" providerId="LiveId" clId="{20A26620-95D9-894E-AE55-3DE133FE37BE}" dt="2021-03-22T10:24:10.834" v="2505"/>
          <ac:inkMkLst>
            <pc:docMk/>
            <pc:sldMk cId="3741693092" sldId="264"/>
            <ac:inkMk id="70" creationId="{2317DA49-33C8-4348-9AEB-8A82CE2080D1}"/>
          </ac:inkMkLst>
        </pc:inkChg>
        <pc:inkChg chg="add">
          <ac:chgData name="Aggie Menezes" userId="74619c95fa3483c9" providerId="LiveId" clId="{20A26620-95D9-894E-AE55-3DE133FE37BE}" dt="2021-03-03T03:20:14.628" v="785"/>
          <ac:inkMkLst>
            <pc:docMk/>
            <pc:sldMk cId="3741693092" sldId="264"/>
            <ac:inkMk id="70" creationId="{CDE48F95-47D5-1049-9410-B740E3DC093C}"/>
          </ac:inkMkLst>
        </pc:inkChg>
        <pc:inkChg chg="add topLvl">
          <ac:chgData name="Aggie Menezes" userId="74619c95fa3483c9" providerId="LiveId" clId="{20A26620-95D9-894E-AE55-3DE133FE37BE}" dt="2021-03-22T10:24:10.834" v="2505"/>
          <ac:inkMkLst>
            <pc:docMk/>
            <pc:sldMk cId="3741693092" sldId="264"/>
            <ac:inkMk id="71" creationId="{B5E4102D-158B-2B4C-AF41-1AA09B2AC4CB}"/>
          </ac:inkMkLst>
        </pc:inkChg>
        <pc:inkChg chg="add topLvl">
          <ac:chgData name="Aggie Menezes" userId="74619c95fa3483c9" providerId="LiveId" clId="{20A26620-95D9-894E-AE55-3DE133FE37BE}" dt="2021-03-03T03:21:33.666" v="814"/>
          <ac:inkMkLst>
            <pc:docMk/>
            <pc:sldMk cId="3741693092" sldId="264"/>
            <ac:inkMk id="72" creationId="{6B27FAFE-5663-AE46-9BB3-7F07FA46D717}"/>
          </ac:inkMkLst>
        </pc:inkChg>
        <pc:inkChg chg="add topLvl">
          <ac:chgData name="Aggie Menezes" userId="74619c95fa3483c9" providerId="LiveId" clId="{20A26620-95D9-894E-AE55-3DE133FE37BE}" dt="2021-03-03T03:21:33.666" v="814"/>
          <ac:inkMkLst>
            <pc:docMk/>
            <pc:sldMk cId="3741693092" sldId="264"/>
            <ac:inkMk id="73" creationId="{4D0502D6-39AF-8A4B-BBAD-4FAD94D13C95}"/>
          </ac:inkMkLst>
        </pc:inkChg>
        <pc:inkChg chg="add topLvl">
          <ac:chgData name="Aggie Menezes" userId="74619c95fa3483c9" providerId="LiveId" clId="{20A26620-95D9-894E-AE55-3DE133FE37BE}" dt="2021-03-22T10:24:10.834" v="2505"/>
          <ac:inkMkLst>
            <pc:docMk/>
            <pc:sldMk cId="3741693092" sldId="264"/>
            <ac:inkMk id="73" creationId="{F6E1AF1C-5492-7940-96CC-90D2663D45CC}"/>
          </ac:inkMkLst>
        </pc:inkChg>
        <pc:inkChg chg="add topLvl">
          <ac:chgData name="Aggie Menezes" userId="74619c95fa3483c9" providerId="LiveId" clId="{20A26620-95D9-894E-AE55-3DE133FE37BE}" dt="2021-03-03T03:21:33.666" v="814"/>
          <ac:inkMkLst>
            <pc:docMk/>
            <pc:sldMk cId="3741693092" sldId="264"/>
            <ac:inkMk id="74" creationId="{3825AD04-C07F-3643-BEA1-331469F23677}"/>
          </ac:inkMkLst>
        </pc:inkChg>
        <pc:inkChg chg="add topLvl">
          <ac:chgData name="Aggie Menezes" userId="74619c95fa3483c9" providerId="LiveId" clId="{20A26620-95D9-894E-AE55-3DE133FE37BE}" dt="2021-03-22T10:24:10.834" v="2505"/>
          <ac:inkMkLst>
            <pc:docMk/>
            <pc:sldMk cId="3741693092" sldId="264"/>
            <ac:inkMk id="74" creationId="{8919FBB5-6E18-784E-8292-DC735B30A82B}"/>
          </ac:inkMkLst>
        </pc:inkChg>
        <pc:inkChg chg="add topLvl">
          <ac:chgData name="Aggie Menezes" userId="74619c95fa3483c9" providerId="LiveId" clId="{20A26620-95D9-894E-AE55-3DE133FE37BE}" dt="2021-03-03T03:21:33.666" v="814"/>
          <ac:inkMkLst>
            <pc:docMk/>
            <pc:sldMk cId="3741693092" sldId="264"/>
            <ac:inkMk id="75" creationId="{22C32E9A-8F25-2940-AAC1-EE2C021F40EC}"/>
          </ac:inkMkLst>
        </pc:inkChg>
        <pc:inkChg chg="add">
          <ac:chgData name="Aggie Menezes" userId="74619c95fa3483c9" providerId="LiveId" clId="{20A26620-95D9-894E-AE55-3DE133FE37BE}" dt="2021-03-22T10:24:09.753" v="2503"/>
          <ac:inkMkLst>
            <pc:docMk/>
            <pc:sldMk cId="3741693092" sldId="264"/>
            <ac:inkMk id="76" creationId="{28091FD6-5810-8F45-9665-C59FA1E7DD1E}"/>
          </ac:inkMkLst>
        </pc:inkChg>
        <pc:inkChg chg="add topLvl">
          <ac:chgData name="Aggie Menezes" userId="74619c95fa3483c9" providerId="LiveId" clId="{20A26620-95D9-894E-AE55-3DE133FE37BE}" dt="2021-03-03T03:21:33.666" v="814"/>
          <ac:inkMkLst>
            <pc:docMk/>
            <pc:sldMk cId="3741693092" sldId="264"/>
            <ac:inkMk id="76" creationId="{B74DA550-6138-A24A-8487-BD0059BC5C75}"/>
          </ac:inkMkLst>
        </pc:inkChg>
        <pc:inkChg chg="add">
          <ac:chgData name="Aggie Menezes" userId="74619c95fa3483c9" providerId="LiveId" clId="{20A26620-95D9-894E-AE55-3DE133FE37BE}" dt="2021-03-22T10:24:10.128" v="2504"/>
          <ac:inkMkLst>
            <pc:docMk/>
            <pc:sldMk cId="3741693092" sldId="264"/>
            <ac:inkMk id="77" creationId="{502B7132-F491-1E40-AD87-8FDC7864963B}"/>
          </ac:inkMkLst>
        </pc:inkChg>
        <pc:inkChg chg="add topLvl">
          <ac:chgData name="Aggie Menezes" userId="74619c95fa3483c9" providerId="LiveId" clId="{20A26620-95D9-894E-AE55-3DE133FE37BE}" dt="2021-03-03T03:21:33.666" v="814"/>
          <ac:inkMkLst>
            <pc:docMk/>
            <pc:sldMk cId="3741693092" sldId="264"/>
            <ac:inkMk id="78" creationId="{7FF4C726-58D9-D949-B307-B81FAE22A1B9}"/>
          </ac:inkMkLst>
        </pc:inkChg>
        <pc:inkChg chg="add">
          <ac:chgData name="Aggie Menezes" userId="74619c95fa3483c9" providerId="LiveId" clId="{20A26620-95D9-894E-AE55-3DE133FE37BE}" dt="2021-03-22T10:25:33.292" v="2507"/>
          <ac:inkMkLst>
            <pc:docMk/>
            <pc:sldMk cId="3741693092" sldId="264"/>
            <ac:inkMk id="79" creationId="{27DE0BC3-C387-B043-AA59-A1ADF186E47F}"/>
          </ac:inkMkLst>
        </pc:inkChg>
        <pc:inkChg chg="add topLvl">
          <ac:chgData name="Aggie Menezes" userId="74619c95fa3483c9" providerId="LiveId" clId="{20A26620-95D9-894E-AE55-3DE133FE37BE}" dt="2021-03-03T03:21:33.666" v="814"/>
          <ac:inkMkLst>
            <pc:docMk/>
            <pc:sldMk cId="3741693092" sldId="264"/>
            <ac:inkMk id="80" creationId="{1767392A-026E-DF4A-98C0-9EA4C11C412F}"/>
          </ac:inkMkLst>
        </pc:inkChg>
        <pc:inkChg chg="add">
          <ac:chgData name="Aggie Menezes" userId="74619c95fa3483c9" providerId="LiveId" clId="{20A26620-95D9-894E-AE55-3DE133FE37BE}" dt="2021-03-22T10:25:38.848" v="2508"/>
          <ac:inkMkLst>
            <pc:docMk/>
            <pc:sldMk cId="3741693092" sldId="264"/>
            <ac:inkMk id="80" creationId="{A5C7C157-1B8D-D841-BEF9-2FDC721FEA99}"/>
          </ac:inkMkLst>
        </pc:inkChg>
        <pc:inkChg chg="add">
          <ac:chgData name="Aggie Menezes" userId="74619c95fa3483c9" providerId="LiveId" clId="{20A26620-95D9-894E-AE55-3DE133FE37BE}" dt="2021-03-22T10:25:39.602" v="2509"/>
          <ac:inkMkLst>
            <pc:docMk/>
            <pc:sldMk cId="3741693092" sldId="264"/>
            <ac:inkMk id="81" creationId="{102CDEEE-E248-8A40-B61D-FBE2513C462E}"/>
          </ac:inkMkLst>
        </pc:inkChg>
        <pc:inkChg chg="add topLvl">
          <ac:chgData name="Aggie Menezes" userId="74619c95fa3483c9" providerId="LiveId" clId="{20A26620-95D9-894E-AE55-3DE133FE37BE}" dt="2021-03-03T03:21:33.666" v="814"/>
          <ac:inkMkLst>
            <pc:docMk/>
            <pc:sldMk cId="3741693092" sldId="264"/>
            <ac:inkMk id="82" creationId="{3ADCFA82-5A8E-574F-B3D9-903E137BC5B3}"/>
          </ac:inkMkLst>
        </pc:inkChg>
        <pc:inkChg chg="add topLvl">
          <ac:chgData name="Aggie Menezes" userId="74619c95fa3483c9" providerId="LiveId" clId="{20A26620-95D9-894E-AE55-3DE133FE37BE}" dt="2021-03-03T03:21:33.666" v="814"/>
          <ac:inkMkLst>
            <pc:docMk/>
            <pc:sldMk cId="3741693092" sldId="264"/>
            <ac:inkMk id="84" creationId="{3F1A16D4-34AE-E442-BA61-2F79DD6EA31C}"/>
          </ac:inkMkLst>
        </pc:inkChg>
        <pc:inkChg chg="add topLvl">
          <ac:chgData name="Aggie Menezes" userId="74619c95fa3483c9" providerId="LiveId" clId="{20A26620-95D9-894E-AE55-3DE133FE37BE}" dt="2021-03-03T03:21:33.666" v="814"/>
          <ac:inkMkLst>
            <pc:docMk/>
            <pc:sldMk cId="3741693092" sldId="264"/>
            <ac:inkMk id="85" creationId="{66783557-4497-3148-985D-995F2BBA5466}"/>
          </ac:inkMkLst>
        </pc:inkChg>
        <pc:inkChg chg="add topLvl">
          <ac:chgData name="Aggie Menezes" userId="74619c95fa3483c9" providerId="LiveId" clId="{20A26620-95D9-894E-AE55-3DE133FE37BE}" dt="2021-03-03T03:21:33.666" v="814"/>
          <ac:inkMkLst>
            <pc:docMk/>
            <pc:sldMk cId="3741693092" sldId="264"/>
            <ac:inkMk id="87" creationId="{F37B7E2B-D663-E743-89A4-E2644BD887F8}"/>
          </ac:inkMkLst>
        </pc:inkChg>
        <pc:inkChg chg="add topLvl">
          <ac:chgData name="Aggie Menezes" userId="74619c95fa3483c9" providerId="LiveId" clId="{20A26620-95D9-894E-AE55-3DE133FE37BE}" dt="2021-03-03T03:21:33.666" v="814"/>
          <ac:inkMkLst>
            <pc:docMk/>
            <pc:sldMk cId="3741693092" sldId="264"/>
            <ac:inkMk id="88" creationId="{3BFB5AFC-9670-F649-9227-27925DF29621}"/>
          </ac:inkMkLst>
        </pc:inkChg>
        <pc:inkChg chg="add topLvl">
          <ac:chgData name="Aggie Menezes" userId="74619c95fa3483c9" providerId="LiveId" clId="{20A26620-95D9-894E-AE55-3DE133FE37BE}" dt="2021-03-03T03:21:33.666" v="814"/>
          <ac:inkMkLst>
            <pc:docMk/>
            <pc:sldMk cId="3741693092" sldId="264"/>
            <ac:inkMk id="89" creationId="{6A2B7294-F87E-EC4A-9923-1B6D234C0F19}"/>
          </ac:inkMkLst>
        </pc:inkChg>
        <pc:inkChg chg="add topLvl">
          <ac:chgData name="Aggie Menezes" userId="74619c95fa3483c9" providerId="LiveId" clId="{20A26620-95D9-894E-AE55-3DE133FE37BE}" dt="2021-03-03T03:21:33.666" v="814"/>
          <ac:inkMkLst>
            <pc:docMk/>
            <pc:sldMk cId="3741693092" sldId="264"/>
            <ac:inkMk id="91" creationId="{7EFE19D6-3DF1-CE45-A560-DB3F7F657162}"/>
          </ac:inkMkLst>
        </pc:inkChg>
        <pc:inkChg chg="add topLvl">
          <ac:chgData name="Aggie Menezes" userId="74619c95fa3483c9" providerId="LiveId" clId="{20A26620-95D9-894E-AE55-3DE133FE37BE}" dt="2021-03-03T03:21:33.666" v="814"/>
          <ac:inkMkLst>
            <pc:docMk/>
            <pc:sldMk cId="3741693092" sldId="264"/>
            <ac:inkMk id="92" creationId="{326C0B7A-620A-8E4D-9A48-4A79628571C7}"/>
          </ac:inkMkLst>
        </pc:inkChg>
        <pc:inkChg chg="add topLvl">
          <ac:chgData name="Aggie Menezes" userId="74619c95fa3483c9" providerId="LiveId" clId="{20A26620-95D9-894E-AE55-3DE133FE37BE}" dt="2021-03-03T03:21:33.666" v="814"/>
          <ac:inkMkLst>
            <pc:docMk/>
            <pc:sldMk cId="3741693092" sldId="264"/>
            <ac:inkMk id="94" creationId="{B9FDC1AB-A130-4B42-9799-EEFACCC3C912}"/>
          </ac:inkMkLst>
        </pc:inkChg>
        <pc:inkChg chg="add topLvl">
          <ac:chgData name="Aggie Menezes" userId="74619c95fa3483c9" providerId="LiveId" clId="{20A26620-95D9-894E-AE55-3DE133FE37BE}" dt="2021-03-03T03:21:33.666" v="814"/>
          <ac:inkMkLst>
            <pc:docMk/>
            <pc:sldMk cId="3741693092" sldId="264"/>
            <ac:inkMk id="95" creationId="{10054CE4-FEDA-AE47-B558-D6214415E6FB}"/>
          </ac:inkMkLst>
        </pc:inkChg>
        <pc:inkChg chg="add">
          <ac:chgData name="Aggie Menezes" userId="74619c95fa3483c9" providerId="LiveId" clId="{20A26620-95D9-894E-AE55-3DE133FE37BE}" dt="2021-03-03T03:21:18.077" v="812"/>
          <ac:inkMkLst>
            <pc:docMk/>
            <pc:sldMk cId="3741693092" sldId="264"/>
            <ac:inkMk id="97" creationId="{F691FBA0-98C5-C743-A1CC-64AEB2A43675}"/>
          </ac:inkMkLst>
        </pc:inkChg>
        <pc:inkChg chg="add">
          <ac:chgData name="Aggie Menezes" userId="74619c95fa3483c9" providerId="LiveId" clId="{20A26620-95D9-894E-AE55-3DE133FE37BE}" dt="2021-03-03T03:21:33.112" v="813"/>
          <ac:inkMkLst>
            <pc:docMk/>
            <pc:sldMk cId="3741693092" sldId="264"/>
            <ac:inkMk id="98" creationId="{1BEF087C-0AD8-E343-9B05-777D9AD91410}"/>
          </ac:inkMkLst>
        </pc:inkChg>
        <pc:inkChg chg="add">
          <ac:chgData name="Aggie Menezes" userId="74619c95fa3483c9" providerId="LiveId" clId="{20A26620-95D9-894E-AE55-3DE133FE37BE}" dt="2021-03-03T03:21:36.231" v="815"/>
          <ac:inkMkLst>
            <pc:docMk/>
            <pc:sldMk cId="3741693092" sldId="264"/>
            <ac:inkMk id="100" creationId="{0702D2DF-3C45-9E43-970D-E7FB292B850C}"/>
          </ac:inkMkLst>
        </pc:inkChg>
        <pc:inkChg chg="add">
          <ac:chgData name="Aggie Menezes" userId="74619c95fa3483c9" providerId="LiveId" clId="{20A26620-95D9-894E-AE55-3DE133FE37BE}" dt="2021-03-03T03:22:01.714" v="816"/>
          <ac:inkMkLst>
            <pc:docMk/>
            <pc:sldMk cId="3741693092" sldId="264"/>
            <ac:inkMk id="101" creationId="{A50B576B-27F6-FE48-A7E7-32CEBB656448}"/>
          </ac:inkMkLst>
        </pc:inkChg>
        <pc:inkChg chg="add topLvl">
          <ac:chgData name="Aggie Menezes" userId="74619c95fa3483c9" providerId="LiveId" clId="{20A26620-95D9-894E-AE55-3DE133FE37BE}" dt="2021-03-03T03:22:18.845" v="830"/>
          <ac:inkMkLst>
            <pc:docMk/>
            <pc:sldMk cId="3741693092" sldId="264"/>
            <ac:inkMk id="102" creationId="{2E025A7C-6514-D24F-8F8B-4F28CFB324AB}"/>
          </ac:inkMkLst>
        </pc:inkChg>
        <pc:inkChg chg="add topLvl">
          <ac:chgData name="Aggie Menezes" userId="74619c95fa3483c9" providerId="LiveId" clId="{20A26620-95D9-894E-AE55-3DE133FE37BE}" dt="2021-03-03T03:22:18.845" v="830"/>
          <ac:inkMkLst>
            <pc:docMk/>
            <pc:sldMk cId="3741693092" sldId="264"/>
            <ac:inkMk id="103" creationId="{A75C3AA4-7485-9B4F-BA2C-2F0D2525CE8F}"/>
          </ac:inkMkLst>
        </pc:inkChg>
        <pc:inkChg chg="add topLvl">
          <ac:chgData name="Aggie Menezes" userId="74619c95fa3483c9" providerId="LiveId" clId="{20A26620-95D9-894E-AE55-3DE133FE37BE}" dt="2021-03-03T03:22:18.845" v="830"/>
          <ac:inkMkLst>
            <pc:docMk/>
            <pc:sldMk cId="3741693092" sldId="264"/>
            <ac:inkMk id="105" creationId="{C4B12471-E516-B142-91D1-ACFE39A72A25}"/>
          </ac:inkMkLst>
        </pc:inkChg>
        <pc:inkChg chg="add topLvl">
          <ac:chgData name="Aggie Menezes" userId="74619c95fa3483c9" providerId="LiveId" clId="{20A26620-95D9-894E-AE55-3DE133FE37BE}" dt="2021-03-03T03:22:18.845" v="830"/>
          <ac:inkMkLst>
            <pc:docMk/>
            <pc:sldMk cId="3741693092" sldId="264"/>
            <ac:inkMk id="106" creationId="{45C7D7A6-3C8F-224E-929A-31032BAD4B8C}"/>
          </ac:inkMkLst>
        </pc:inkChg>
        <pc:inkChg chg="add topLvl">
          <ac:chgData name="Aggie Menezes" userId="74619c95fa3483c9" providerId="LiveId" clId="{20A26620-95D9-894E-AE55-3DE133FE37BE}" dt="2021-03-03T03:22:18.845" v="830"/>
          <ac:inkMkLst>
            <pc:docMk/>
            <pc:sldMk cId="3741693092" sldId="264"/>
            <ac:inkMk id="108" creationId="{347355B9-DBF9-EC47-933D-06D5487B19F5}"/>
          </ac:inkMkLst>
        </pc:inkChg>
        <pc:inkChg chg="add topLvl">
          <ac:chgData name="Aggie Menezes" userId="74619c95fa3483c9" providerId="LiveId" clId="{20A26620-95D9-894E-AE55-3DE133FE37BE}" dt="2021-03-03T03:22:18.845" v="830"/>
          <ac:inkMkLst>
            <pc:docMk/>
            <pc:sldMk cId="3741693092" sldId="264"/>
            <ac:inkMk id="109" creationId="{D93E9C74-6110-184B-823B-90AA65C1A8D6}"/>
          </ac:inkMkLst>
        </pc:inkChg>
        <pc:inkChg chg="add topLvl">
          <ac:chgData name="Aggie Menezes" userId="74619c95fa3483c9" providerId="LiveId" clId="{20A26620-95D9-894E-AE55-3DE133FE37BE}" dt="2021-03-03T03:22:18.845" v="830"/>
          <ac:inkMkLst>
            <pc:docMk/>
            <pc:sldMk cId="3741693092" sldId="264"/>
            <ac:inkMk id="110" creationId="{14792C2E-66EB-6747-8AB9-C16F2B9FAA20}"/>
          </ac:inkMkLst>
        </pc:inkChg>
        <pc:inkChg chg="add topLvl">
          <ac:chgData name="Aggie Menezes" userId="74619c95fa3483c9" providerId="LiveId" clId="{20A26620-95D9-894E-AE55-3DE133FE37BE}" dt="2021-03-03T03:22:18.845" v="830"/>
          <ac:inkMkLst>
            <pc:docMk/>
            <pc:sldMk cId="3741693092" sldId="264"/>
            <ac:inkMk id="111" creationId="{1D7E3140-CFA2-A54B-8388-D965A638655B}"/>
          </ac:inkMkLst>
        </pc:inkChg>
        <pc:inkChg chg="add topLvl">
          <ac:chgData name="Aggie Menezes" userId="74619c95fa3483c9" providerId="LiveId" clId="{20A26620-95D9-894E-AE55-3DE133FE37BE}" dt="2021-03-03T03:22:18.845" v="830"/>
          <ac:inkMkLst>
            <pc:docMk/>
            <pc:sldMk cId="3741693092" sldId="264"/>
            <ac:inkMk id="112" creationId="{30D8FF8C-7604-DA4C-AF13-9F780258DB6D}"/>
          </ac:inkMkLst>
        </pc:inkChg>
        <pc:inkChg chg="add">
          <ac:chgData name="Aggie Menezes" userId="74619c95fa3483c9" providerId="LiveId" clId="{20A26620-95D9-894E-AE55-3DE133FE37BE}" dt="2021-03-03T03:22:18.304" v="829"/>
          <ac:inkMkLst>
            <pc:docMk/>
            <pc:sldMk cId="3741693092" sldId="264"/>
            <ac:inkMk id="114" creationId="{0EC933FA-6E6C-DB40-9810-89EA19AB441F}"/>
          </ac:inkMkLst>
        </pc:inkChg>
        <pc:inkChg chg="add">
          <ac:chgData name="Aggie Menezes" userId="74619c95fa3483c9" providerId="LiveId" clId="{20A26620-95D9-894E-AE55-3DE133FE37BE}" dt="2021-03-03T03:22:21.149" v="831"/>
          <ac:inkMkLst>
            <pc:docMk/>
            <pc:sldMk cId="3741693092" sldId="264"/>
            <ac:inkMk id="116" creationId="{628E52DE-AEE7-2041-97C7-836992996161}"/>
          </ac:inkMkLst>
        </pc:inkChg>
        <pc:inkChg chg="add topLvl">
          <ac:chgData name="Aggie Menezes" userId="74619c95fa3483c9" providerId="LiveId" clId="{20A26620-95D9-894E-AE55-3DE133FE37BE}" dt="2021-03-03T03:27:27.675" v="945"/>
          <ac:inkMkLst>
            <pc:docMk/>
            <pc:sldMk cId="3741693092" sldId="264"/>
            <ac:inkMk id="117" creationId="{0CA5C0B6-26BF-EE42-B361-F383B257DE00}"/>
          </ac:inkMkLst>
        </pc:inkChg>
        <pc:inkChg chg="add topLvl">
          <ac:chgData name="Aggie Menezes" userId="74619c95fa3483c9" providerId="LiveId" clId="{20A26620-95D9-894E-AE55-3DE133FE37BE}" dt="2021-03-03T03:27:27.675" v="945"/>
          <ac:inkMkLst>
            <pc:docMk/>
            <pc:sldMk cId="3741693092" sldId="264"/>
            <ac:inkMk id="118" creationId="{BC6C6908-1876-994A-8C1B-167F7564386B}"/>
          </ac:inkMkLst>
        </pc:inkChg>
        <pc:inkChg chg="add topLvl">
          <ac:chgData name="Aggie Menezes" userId="74619c95fa3483c9" providerId="LiveId" clId="{20A26620-95D9-894E-AE55-3DE133FE37BE}" dt="2021-03-03T03:27:27.675" v="945"/>
          <ac:inkMkLst>
            <pc:docMk/>
            <pc:sldMk cId="3741693092" sldId="264"/>
            <ac:inkMk id="119" creationId="{8691CFAD-6889-C442-8465-30DE900713E5}"/>
          </ac:inkMkLst>
        </pc:inkChg>
        <pc:inkChg chg="add topLvl">
          <ac:chgData name="Aggie Menezes" userId="74619c95fa3483c9" providerId="LiveId" clId="{20A26620-95D9-894E-AE55-3DE133FE37BE}" dt="2021-03-03T03:27:27.675" v="945"/>
          <ac:inkMkLst>
            <pc:docMk/>
            <pc:sldMk cId="3741693092" sldId="264"/>
            <ac:inkMk id="120" creationId="{B36A37F3-1C87-D442-B58A-9F70A5067984}"/>
          </ac:inkMkLst>
        </pc:inkChg>
        <pc:inkChg chg="add topLvl">
          <ac:chgData name="Aggie Menezes" userId="74619c95fa3483c9" providerId="LiveId" clId="{20A26620-95D9-894E-AE55-3DE133FE37BE}" dt="2021-03-03T03:27:27.675" v="945"/>
          <ac:inkMkLst>
            <pc:docMk/>
            <pc:sldMk cId="3741693092" sldId="264"/>
            <ac:inkMk id="121" creationId="{939788E4-D7A9-824F-ADF2-D4DB059245C9}"/>
          </ac:inkMkLst>
        </pc:inkChg>
        <pc:inkChg chg="add topLvl">
          <ac:chgData name="Aggie Menezes" userId="74619c95fa3483c9" providerId="LiveId" clId="{20A26620-95D9-894E-AE55-3DE133FE37BE}" dt="2021-03-03T03:27:27.675" v="945"/>
          <ac:inkMkLst>
            <pc:docMk/>
            <pc:sldMk cId="3741693092" sldId="264"/>
            <ac:inkMk id="122" creationId="{BF9FF012-4C1F-CF4A-9B60-9E6EB2BA17B7}"/>
          </ac:inkMkLst>
        </pc:inkChg>
        <pc:inkChg chg="add topLvl">
          <ac:chgData name="Aggie Menezes" userId="74619c95fa3483c9" providerId="LiveId" clId="{20A26620-95D9-894E-AE55-3DE133FE37BE}" dt="2021-03-03T03:27:27.675" v="945"/>
          <ac:inkMkLst>
            <pc:docMk/>
            <pc:sldMk cId="3741693092" sldId="264"/>
            <ac:inkMk id="123" creationId="{39CE9792-0474-4E41-AE31-96EC35B13CAF}"/>
          </ac:inkMkLst>
        </pc:inkChg>
        <pc:inkChg chg="add topLvl">
          <ac:chgData name="Aggie Menezes" userId="74619c95fa3483c9" providerId="LiveId" clId="{20A26620-95D9-894E-AE55-3DE133FE37BE}" dt="2021-03-03T03:27:27.675" v="945"/>
          <ac:inkMkLst>
            <pc:docMk/>
            <pc:sldMk cId="3741693092" sldId="264"/>
            <ac:inkMk id="124" creationId="{D17F6627-DC47-A445-9B2F-C7902A35B71E}"/>
          </ac:inkMkLst>
        </pc:inkChg>
        <pc:inkChg chg="add topLvl">
          <ac:chgData name="Aggie Menezes" userId="74619c95fa3483c9" providerId="LiveId" clId="{20A26620-95D9-894E-AE55-3DE133FE37BE}" dt="2021-03-03T03:27:27.675" v="945"/>
          <ac:inkMkLst>
            <pc:docMk/>
            <pc:sldMk cId="3741693092" sldId="264"/>
            <ac:inkMk id="126" creationId="{C314ECE4-695B-1547-80A2-F9232E5AED85}"/>
          </ac:inkMkLst>
        </pc:inkChg>
        <pc:inkChg chg="add topLvl">
          <ac:chgData name="Aggie Menezes" userId="74619c95fa3483c9" providerId="LiveId" clId="{20A26620-95D9-894E-AE55-3DE133FE37BE}" dt="2021-03-03T03:27:27.675" v="945"/>
          <ac:inkMkLst>
            <pc:docMk/>
            <pc:sldMk cId="3741693092" sldId="264"/>
            <ac:inkMk id="127" creationId="{82C811E5-CE3C-3E49-9521-55C511B0A2A8}"/>
          </ac:inkMkLst>
        </pc:inkChg>
        <pc:inkChg chg="add topLvl">
          <ac:chgData name="Aggie Menezes" userId="74619c95fa3483c9" providerId="LiveId" clId="{20A26620-95D9-894E-AE55-3DE133FE37BE}" dt="2021-03-03T03:27:27.675" v="945"/>
          <ac:inkMkLst>
            <pc:docMk/>
            <pc:sldMk cId="3741693092" sldId="264"/>
            <ac:inkMk id="128" creationId="{0AC5B6FD-03A8-7A4B-B806-FF610D5765F7}"/>
          </ac:inkMkLst>
        </pc:inkChg>
        <pc:inkChg chg="add topLvl">
          <ac:chgData name="Aggie Menezes" userId="74619c95fa3483c9" providerId="LiveId" clId="{20A26620-95D9-894E-AE55-3DE133FE37BE}" dt="2021-03-03T03:27:27.675" v="945"/>
          <ac:inkMkLst>
            <pc:docMk/>
            <pc:sldMk cId="3741693092" sldId="264"/>
            <ac:inkMk id="129" creationId="{5160731C-5AE6-834A-83F2-DD5D9BBE0763}"/>
          </ac:inkMkLst>
        </pc:inkChg>
        <pc:inkChg chg="add topLvl">
          <ac:chgData name="Aggie Menezes" userId="74619c95fa3483c9" providerId="LiveId" clId="{20A26620-95D9-894E-AE55-3DE133FE37BE}" dt="2021-03-03T03:27:27.675" v="945"/>
          <ac:inkMkLst>
            <pc:docMk/>
            <pc:sldMk cId="3741693092" sldId="264"/>
            <ac:inkMk id="130" creationId="{FBFE466D-56D8-F740-9A34-5562E1B1E0F3}"/>
          </ac:inkMkLst>
        </pc:inkChg>
        <pc:inkChg chg="add topLvl">
          <ac:chgData name="Aggie Menezes" userId="74619c95fa3483c9" providerId="LiveId" clId="{20A26620-95D9-894E-AE55-3DE133FE37BE}" dt="2021-03-03T03:27:27.675" v="945"/>
          <ac:inkMkLst>
            <pc:docMk/>
            <pc:sldMk cId="3741693092" sldId="264"/>
            <ac:inkMk id="131" creationId="{641DFC1A-773D-D44B-B96A-82CE0BAF60E8}"/>
          </ac:inkMkLst>
        </pc:inkChg>
        <pc:inkChg chg="add topLvl">
          <ac:chgData name="Aggie Menezes" userId="74619c95fa3483c9" providerId="LiveId" clId="{20A26620-95D9-894E-AE55-3DE133FE37BE}" dt="2021-03-03T03:27:27.675" v="945"/>
          <ac:inkMkLst>
            <pc:docMk/>
            <pc:sldMk cId="3741693092" sldId="264"/>
            <ac:inkMk id="132" creationId="{36572D87-429C-F24F-874C-3C2C5F575776}"/>
          </ac:inkMkLst>
        </pc:inkChg>
        <pc:inkChg chg="add topLvl">
          <ac:chgData name="Aggie Menezes" userId="74619c95fa3483c9" providerId="LiveId" clId="{20A26620-95D9-894E-AE55-3DE133FE37BE}" dt="2021-03-03T03:27:27.675" v="945"/>
          <ac:inkMkLst>
            <pc:docMk/>
            <pc:sldMk cId="3741693092" sldId="264"/>
            <ac:inkMk id="133" creationId="{ECF57ED2-1D8B-E441-97FA-B47A6EFF4F95}"/>
          </ac:inkMkLst>
        </pc:inkChg>
        <pc:inkChg chg="add topLvl">
          <ac:chgData name="Aggie Menezes" userId="74619c95fa3483c9" providerId="LiveId" clId="{20A26620-95D9-894E-AE55-3DE133FE37BE}" dt="2021-03-03T03:27:27.675" v="945"/>
          <ac:inkMkLst>
            <pc:docMk/>
            <pc:sldMk cId="3741693092" sldId="264"/>
            <ac:inkMk id="134" creationId="{48BD249D-F703-FF41-BA24-ABAD717EF535}"/>
          </ac:inkMkLst>
        </pc:inkChg>
        <pc:inkChg chg="add topLvl">
          <ac:chgData name="Aggie Menezes" userId="74619c95fa3483c9" providerId="LiveId" clId="{20A26620-95D9-894E-AE55-3DE133FE37BE}" dt="2021-03-03T03:27:27.675" v="945"/>
          <ac:inkMkLst>
            <pc:docMk/>
            <pc:sldMk cId="3741693092" sldId="264"/>
            <ac:inkMk id="136" creationId="{B73624CA-E963-2A48-90CF-ADFF594B5DDA}"/>
          </ac:inkMkLst>
        </pc:inkChg>
        <pc:inkChg chg="add topLvl">
          <ac:chgData name="Aggie Menezes" userId="74619c95fa3483c9" providerId="LiveId" clId="{20A26620-95D9-894E-AE55-3DE133FE37BE}" dt="2021-03-03T03:27:27.675" v="945"/>
          <ac:inkMkLst>
            <pc:docMk/>
            <pc:sldMk cId="3741693092" sldId="264"/>
            <ac:inkMk id="137" creationId="{D2099129-CA27-A746-9918-86F1B625A666}"/>
          </ac:inkMkLst>
        </pc:inkChg>
        <pc:inkChg chg="add topLvl">
          <ac:chgData name="Aggie Menezes" userId="74619c95fa3483c9" providerId="LiveId" clId="{20A26620-95D9-894E-AE55-3DE133FE37BE}" dt="2021-03-03T03:27:27.675" v="945"/>
          <ac:inkMkLst>
            <pc:docMk/>
            <pc:sldMk cId="3741693092" sldId="264"/>
            <ac:inkMk id="138" creationId="{C4B67070-C944-7D4C-975B-E1C145CA3333}"/>
          </ac:inkMkLst>
        </pc:inkChg>
        <pc:inkChg chg="add topLvl">
          <ac:chgData name="Aggie Menezes" userId="74619c95fa3483c9" providerId="LiveId" clId="{20A26620-95D9-894E-AE55-3DE133FE37BE}" dt="2021-03-03T03:27:27.675" v="945"/>
          <ac:inkMkLst>
            <pc:docMk/>
            <pc:sldMk cId="3741693092" sldId="264"/>
            <ac:inkMk id="139" creationId="{5529E530-9F9B-2247-B273-26369024FB81}"/>
          </ac:inkMkLst>
        </pc:inkChg>
        <pc:inkChg chg="add topLvl">
          <ac:chgData name="Aggie Menezes" userId="74619c95fa3483c9" providerId="LiveId" clId="{20A26620-95D9-894E-AE55-3DE133FE37BE}" dt="2021-03-03T03:27:27.675" v="945"/>
          <ac:inkMkLst>
            <pc:docMk/>
            <pc:sldMk cId="3741693092" sldId="264"/>
            <ac:inkMk id="140" creationId="{E8D7A3F7-D05E-B149-82CE-782AA81D8E26}"/>
          </ac:inkMkLst>
        </pc:inkChg>
        <pc:inkChg chg="add topLvl">
          <ac:chgData name="Aggie Menezes" userId="74619c95fa3483c9" providerId="LiveId" clId="{20A26620-95D9-894E-AE55-3DE133FE37BE}" dt="2021-03-03T03:27:27.675" v="945"/>
          <ac:inkMkLst>
            <pc:docMk/>
            <pc:sldMk cId="3741693092" sldId="264"/>
            <ac:inkMk id="141" creationId="{E9C79600-67D7-4646-B9DF-099BC236EF80}"/>
          </ac:inkMkLst>
        </pc:inkChg>
        <pc:inkChg chg="add">
          <ac:chgData name="Aggie Menezes" userId="74619c95fa3483c9" providerId="LiveId" clId="{20A26620-95D9-894E-AE55-3DE133FE37BE}" dt="2021-03-03T03:27:24.891" v="941"/>
          <ac:inkMkLst>
            <pc:docMk/>
            <pc:sldMk cId="3741693092" sldId="264"/>
            <ac:inkMk id="143" creationId="{5F1E8948-B458-E24C-800E-98EE3C91F431}"/>
          </ac:inkMkLst>
        </pc:inkChg>
        <pc:inkChg chg="add">
          <ac:chgData name="Aggie Menezes" userId="74619c95fa3483c9" providerId="LiveId" clId="{20A26620-95D9-894E-AE55-3DE133FE37BE}" dt="2021-03-03T03:27:25.090" v="942"/>
          <ac:inkMkLst>
            <pc:docMk/>
            <pc:sldMk cId="3741693092" sldId="264"/>
            <ac:inkMk id="144" creationId="{B1AC7DA0-D95E-BB44-A98A-7BAD9B915C69}"/>
          </ac:inkMkLst>
        </pc:inkChg>
        <pc:inkChg chg="add">
          <ac:chgData name="Aggie Menezes" userId="74619c95fa3483c9" providerId="LiveId" clId="{20A26620-95D9-894E-AE55-3DE133FE37BE}" dt="2021-03-03T03:27:25.545" v="943"/>
          <ac:inkMkLst>
            <pc:docMk/>
            <pc:sldMk cId="3741693092" sldId="264"/>
            <ac:inkMk id="145" creationId="{A1026ECD-CCA4-E545-9590-8F03765623B0}"/>
          </ac:inkMkLst>
        </pc:inkChg>
        <pc:inkChg chg="add">
          <ac:chgData name="Aggie Menezes" userId="74619c95fa3483c9" providerId="LiveId" clId="{20A26620-95D9-894E-AE55-3DE133FE37BE}" dt="2021-03-03T03:27:26.657" v="944"/>
          <ac:inkMkLst>
            <pc:docMk/>
            <pc:sldMk cId="3741693092" sldId="264"/>
            <ac:inkMk id="146" creationId="{3EA6FD96-365E-CE4A-836D-288F01B73A46}"/>
          </ac:inkMkLst>
        </pc:inkChg>
        <pc:inkChg chg="add">
          <ac:chgData name="Aggie Menezes" userId="74619c95fa3483c9" providerId="LiveId" clId="{20A26620-95D9-894E-AE55-3DE133FE37BE}" dt="2021-03-03T03:27:37.565" v="946"/>
          <ac:inkMkLst>
            <pc:docMk/>
            <pc:sldMk cId="3741693092" sldId="264"/>
            <ac:inkMk id="148" creationId="{491DACB2-6520-CF42-9DD3-5BFE4E34F9EC}"/>
          </ac:inkMkLst>
        </pc:inkChg>
        <pc:inkChg chg="add">
          <ac:chgData name="Aggie Menezes" userId="74619c95fa3483c9" providerId="LiveId" clId="{20A26620-95D9-894E-AE55-3DE133FE37BE}" dt="2021-03-03T03:27:38.132" v="947"/>
          <ac:inkMkLst>
            <pc:docMk/>
            <pc:sldMk cId="3741693092" sldId="264"/>
            <ac:inkMk id="149" creationId="{DD72F643-868B-5C4A-B8FF-05E0CEB3B628}"/>
          </ac:inkMkLst>
        </pc:inkChg>
        <pc:inkChg chg="add">
          <ac:chgData name="Aggie Menezes" userId="74619c95fa3483c9" providerId="LiveId" clId="{20A26620-95D9-894E-AE55-3DE133FE37BE}" dt="2021-03-03T03:27:38.274" v="948"/>
          <ac:inkMkLst>
            <pc:docMk/>
            <pc:sldMk cId="3741693092" sldId="264"/>
            <ac:inkMk id="150" creationId="{B29688D6-C91D-7C48-8062-2FEFC63D8769}"/>
          </ac:inkMkLst>
        </pc:inkChg>
        <pc:inkChg chg="add">
          <ac:chgData name="Aggie Menezes" userId="74619c95fa3483c9" providerId="LiveId" clId="{20A26620-95D9-894E-AE55-3DE133FE37BE}" dt="2021-03-03T03:27:38.413" v="949"/>
          <ac:inkMkLst>
            <pc:docMk/>
            <pc:sldMk cId="3741693092" sldId="264"/>
            <ac:inkMk id="151" creationId="{A702B07D-AA1E-F745-A107-6C93B0D87428}"/>
          </ac:inkMkLst>
        </pc:inkChg>
        <pc:inkChg chg="add">
          <ac:chgData name="Aggie Menezes" userId="74619c95fa3483c9" providerId="LiveId" clId="{20A26620-95D9-894E-AE55-3DE133FE37BE}" dt="2021-03-03T03:27:39.398" v="951"/>
          <ac:inkMkLst>
            <pc:docMk/>
            <pc:sldMk cId="3741693092" sldId="264"/>
            <ac:inkMk id="153" creationId="{7BDE3B0A-A274-FB45-A180-F20F4A91A7D3}"/>
          </ac:inkMkLst>
        </pc:inkChg>
        <pc:inkChg chg="add">
          <ac:chgData name="Aggie Menezes" userId="74619c95fa3483c9" providerId="LiveId" clId="{20A26620-95D9-894E-AE55-3DE133FE37BE}" dt="2021-03-03T03:27:39.707" v="952"/>
          <ac:inkMkLst>
            <pc:docMk/>
            <pc:sldMk cId="3741693092" sldId="264"/>
            <ac:inkMk id="154" creationId="{B3A1CE16-E415-9341-A930-A51FDF8E639F}"/>
          </ac:inkMkLst>
        </pc:inkChg>
        <pc:inkChg chg="add">
          <ac:chgData name="Aggie Menezes" userId="74619c95fa3483c9" providerId="LiveId" clId="{20A26620-95D9-894E-AE55-3DE133FE37BE}" dt="2021-03-03T03:27:39.957" v="953"/>
          <ac:inkMkLst>
            <pc:docMk/>
            <pc:sldMk cId="3741693092" sldId="264"/>
            <ac:inkMk id="155" creationId="{B1FCDEB1-0A30-004C-995A-F532F6D464A8}"/>
          </ac:inkMkLst>
        </pc:inkChg>
        <pc:inkChg chg="add">
          <ac:chgData name="Aggie Menezes" userId="74619c95fa3483c9" providerId="LiveId" clId="{20A26620-95D9-894E-AE55-3DE133FE37BE}" dt="2021-03-03T03:27:40.137" v="954"/>
          <ac:inkMkLst>
            <pc:docMk/>
            <pc:sldMk cId="3741693092" sldId="264"/>
            <ac:inkMk id="156" creationId="{90CC7AEC-13EE-BE4A-BD14-6CA6BCAF5617}"/>
          </ac:inkMkLst>
        </pc:inkChg>
        <pc:inkChg chg="add">
          <ac:chgData name="Aggie Menezes" userId="74619c95fa3483c9" providerId="LiveId" clId="{20A26620-95D9-894E-AE55-3DE133FE37BE}" dt="2021-03-03T03:27:41.220" v="955"/>
          <ac:inkMkLst>
            <pc:docMk/>
            <pc:sldMk cId="3741693092" sldId="264"/>
            <ac:inkMk id="157" creationId="{99C898C7-B5E2-0344-B8F5-A2EDCC548FAE}"/>
          </ac:inkMkLst>
        </pc:inkChg>
        <pc:inkChg chg="add">
          <ac:chgData name="Aggie Menezes" userId="74619c95fa3483c9" providerId="LiveId" clId="{20A26620-95D9-894E-AE55-3DE133FE37BE}" dt="2021-03-03T03:27:41.412" v="956"/>
          <ac:inkMkLst>
            <pc:docMk/>
            <pc:sldMk cId="3741693092" sldId="264"/>
            <ac:inkMk id="158" creationId="{A8E3B70F-E6F8-294A-97AA-C4081A80E694}"/>
          </ac:inkMkLst>
        </pc:inkChg>
        <pc:inkChg chg="add">
          <ac:chgData name="Aggie Menezes" userId="74619c95fa3483c9" providerId="LiveId" clId="{20A26620-95D9-894E-AE55-3DE133FE37BE}" dt="2021-03-03T03:27:41.811" v="957"/>
          <ac:inkMkLst>
            <pc:docMk/>
            <pc:sldMk cId="3741693092" sldId="264"/>
            <ac:inkMk id="159" creationId="{B12C2A6F-B65C-2245-84CA-4D102BC1DF37}"/>
          </ac:inkMkLst>
        </pc:inkChg>
        <pc:inkChg chg="add">
          <ac:chgData name="Aggie Menezes" userId="74619c95fa3483c9" providerId="LiveId" clId="{20A26620-95D9-894E-AE55-3DE133FE37BE}" dt="2021-03-03T03:27:42.373" v="958"/>
          <ac:inkMkLst>
            <pc:docMk/>
            <pc:sldMk cId="3741693092" sldId="264"/>
            <ac:inkMk id="160" creationId="{52FDF3E8-9DDB-FC42-AB15-CFD3677AE1FE}"/>
          </ac:inkMkLst>
        </pc:inkChg>
        <pc:inkChg chg="add topLvl">
          <ac:chgData name="Aggie Menezes" userId="74619c95fa3483c9" providerId="LiveId" clId="{20A26620-95D9-894E-AE55-3DE133FE37BE}" dt="2021-03-03T03:27:52.932" v="974"/>
          <ac:inkMkLst>
            <pc:docMk/>
            <pc:sldMk cId="3741693092" sldId="264"/>
            <ac:inkMk id="162" creationId="{D047C3C3-CA0B-A446-95A1-032FE3717CDD}"/>
          </ac:inkMkLst>
        </pc:inkChg>
        <pc:inkChg chg="add topLvl">
          <ac:chgData name="Aggie Menezes" userId="74619c95fa3483c9" providerId="LiveId" clId="{20A26620-95D9-894E-AE55-3DE133FE37BE}" dt="2021-03-03T03:27:52.932" v="974"/>
          <ac:inkMkLst>
            <pc:docMk/>
            <pc:sldMk cId="3741693092" sldId="264"/>
            <ac:inkMk id="163" creationId="{F0FB4084-4451-ED48-A012-17FCF93DD7C2}"/>
          </ac:inkMkLst>
        </pc:inkChg>
        <pc:inkChg chg="add topLvl">
          <ac:chgData name="Aggie Menezes" userId="74619c95fa3483c9" providerId="LiveId" clId="{20A26620-95D9-894E-AE55-3DE133FE37BE}" dt="2021-03-03T03:27:52.932" v="974"/>
          <ac:inkMkLst>
            <pc:docMk/>
            <pc:sldMk cId="3741693092" sldId="264"/>
            <ac:inkMk id="164" creationId="{E91D0314-6D65-7C48-907E-CC7C128F6903}"/>
          </ac:inkMkLst>
        </pc:inkChg>
        <pc:inkChg chg="add topLvl">
          <ac:chgData name="Aggie Menezes" userId="74619c95fa3483c9" providerId="LiveId" clId="{20A26620-95D9-894E-AE55-3DE133FE37BE}" dt="2021-03-03T03:27:52.932" v="974"/>
          <ac:inkMkLst>
            <pc:docMk/>
            <pc:sldMk cId="3741693092" sldId="264"/>
            <ac:inkMk id="165" creationId="{8D170C58-CCCA-034C-8601-BFFABEDDFF58}"/>
          </ac:inkMkLst>
        </pc:inkChg>
        <pc:inkChg chg="add topLvl">
          <ac:chgData name="Aggie Menezes" userId="74619c95fa3483c9" providerId="LiveId" clId="{20A26620-95D9-894E-AE55-3DE133FE37BE}" dt="2021-03-03T03:27:52.932" v="974"/>
          <ac:inkMkLst>
            <pc:docMk/>
            <pc:sldMk cId="3741693092" sldId="264"/>
            <ac:inkMk id="166" creationId="{335C5771-4A80-7040-8ED5-7C95FD9D80AC}"/>
          </ac:inkMkLst>
        </pc:inkChg>
        <pc:inkChg chg="add topLvl">
          <ac:chgData name="Aggie Menezes" userId="74619c95fa3483c9" providerId="LiveId" clId="{20A26620-95D9-894E-AE55-3DE133FE37BE}" dt="2021-03-03T03:27:52.932" v="974"/>
          <ac:inkMkLst>
            <pc:docMk/>
            <pc:sldMk cId="3741693092" sldId="264"/>
            <ac:inkMk id="167" creationId="{1E2CED9C-AEFC-3042-AC06-EABFD899AE4A}"/>
          </ac:inkMkLst>
        </pc:inkChg>
        <pc:inkChg chg="add topLvl">
          <ac:chgData name="Aggie Menezes" userId="74619c95fa3483c9" providerId="LiveId" clId="{20A26620-95D9-894E-AE55-3DE133FE37BE}" dt="2021-03-03T03:27:52.932" v="974"/>
          <ac:inkMkLst>
            <pc:docMk/>
            <pc:sldMk cId="3741693092" sldId="264"/>
            <ac:inkMk id="168" creationId="{31287F69-16AB-FE4F-AE1E-CB125B50BF09}"/>
          </ac:inkMkLst>
        </pc:inkChg>
        <pc:inkChg chg="add topLvl">
          <ac:chgData name="Aggie Menezes" userId="74619c95fa3483c9" providerId="LiveId" clId="{20A26620-95D9-894E-AE55-3DE133FE37BE}" dt="2021-03-03T03:27:52.932" v="974"/>
          <ac:inkMkLst>
            <pc:docMk/>
            <pc:sldMk cId="3741693092" sldId="264"/>
            <ac:inkMk id="169" creationId="{92B84FDF-869D-AE46-A6AE-C83DBF5AE759}"/>
          </ac:inkMkLst>
        </pc:inkChg>
        <pc:inkChg chg="add topLvl">
          <ac:chgData name="Aggie Menezes" userId="74619c95fa3483c9" providerId="LiveId" clId="{20A26620-95D9-894E-AE55-3DE133FE37BE}" dt="2021-03-03T03:27:52.932" v="974"/>
          <ac:inkMkLst>
            <pc:docMk/>
            <pc:sldMk cId="3741693092" sldId="264"/>
            <ac:inkMk id="170" creationId="{D421C57F-2AF3-4540-AB6A-1E168BCF2F0F}"/>
          </ac:inkMkLst>
        </pc:inkChg>
        <pc:inkChg chg="add">
          <ac:chgData name="Aggie Menezes" userId="74619c95fa3483c9" providerId="LiveId" clId="{20A26620-95D9-894E-AE55-3DE133FE37BE}" dt="2021-03-03T03:27:50.688" v="970"/>
          <ac:inkMkLst>
            <pc:docMk/>
            <pc:sldMk cId="3741693092" sldId="264"/>
            <ac:inkMk id="172" creationId="{F6F9DDCE-37E7-B64D-8EA3-953BDF831D72}"/>
          </ac:inkMkLst>
        </pc:inkChg>
        <pc:inkChg chg="add">
          <ac:chgData name="Aggie Menezes" userId="74619c95fa3483c9" providerId="LiveId" clId="{20A26620-95D9-894E-AE55-3DE133FE37BE}" dt="2021-03-03T03:27:51.130" v="971"/>
          <ac:inkMkLst>
            <pc:docMk/>
            <pc:sldMk cId="3741693092" sldId="264"/>
            <ac:inkMk id="173" creationId="{78BC5BE0-E2AC-1943-9551-A2774B252F79}"/>
          </ac:inkMkLst>
        </pc:inkChg>
        <pc:inkChg chg="add">
          <ac:chgData name="Aggie Menezes" userId="74619c95fa3483c9" providerId="LiveId" clId="{20A26620-95D9-894E-AE55-3DE133FE37BE}" dt="2021-03-03T03:27:51.704" v="972"/>
          <ac:inkMkLst>
            <pc:docMk/>
            <pc:sldMk cId="3741693092" sldId="264"/>
            <ac:inkMk id="174" creationId="{8B6E682A-6941-B54B-8E8A-EEC50ED22D62}"/>
          </ac:inkMkLst>
        </pc:inkChg>
        <pc:inkChg chg="add">
          <ac:chgData name="Aggie Menezes" userId="74619c95fa3483c9" providerId="LiveId" clId="{20A26620-95D9-894E-AE55-3DE133FE37BE}" dt="2021-03-03T03:27:52.015" v="973"/>
          <ac:inkMkLst>
            <pc:docMk/>
            <pc:sldMk cId="3741693092" sldId="264"/>
            <ac:inkMk id="175" creationId="{2D017FEC-88FA-1848-9FBC-179D89BA07AE}"/>
          </ac:inkMkLst>
        </pc:inkChg>
        <pc:inkChg chg="add">
          <ac:chgData name="Aggie Menezes" userId="74619c95fa3483c9" providerId="LiveId" clId="{20A26620-95D9-894E-AE55-3DE133FE37BE}" dt="2021-03-03T03:27:56.738" v="975"/>
          <ac:inkMkLst>
            <pc:docMk/>
            <pc:sldMk cId="3741693092" sldId="264"/>
            <ac:inkMk id="177" creationId="{E9C0AC63-C4E6-0E46-836F-7A5DC8416012}"/>
          </ac:inkMkLst>
        </pc:inkChg>
        <pc:inkChg chg="add">
          <ac:chgData name="Aggie Menezes" userId="74619c95fa3483c9" providerId="LiveId" clId="{20A26620-95D9-894E-AE55-3DE133FE37BE}" dt="2021-03-03T03:27:57.241" v="976"/>
          <ac:inkMkLst>
            <pc:docMk/>
            <pc:sldMk cId="3741693092" sldId="264"/>
            <ac:inkMk id="178" creationId="{580B148B-1340-CE46-8730-1DF277AC1FF8}"/>
          </ac:inkMkLst>
        </pc:inkChg>
        <pc:inkChg chg="add">
          <ac:chgData name="Aggie Menezes" userId="74619c95fa3483c9" providerId="LiveId" clId="{20A26620-95D9-894E-AE55-3DE133FE37BE}" dt="2021-03-03T03:27:58.080" v="977"/>
          <ac:inkMkLst>
            <pc:docMk/>
            <pc:sldMk cId="3741693092" sldId="264"/>
            <ac:inkMk id="179" creationId="{FC8E8F23-D72C-DC4E-9F07-E69F6E0DB5E6}"/>
          </ac:inkMkLst>
        </pc:inkChg>
        <pc:inkChg chg="add">
          <ac:chgData name="Aggie Menezes" userId="74619c95fa3483c9" providerId="LiveId" clId="{20A26620-95D9-894E-AE55-3DE133FE37BE}" dt="2021-03-03T03:27:58.264" v="978"/>
          <ac:inkMkLst>
            <pc:docMk/>
            <pc:sldMk cId="3741693092" sldId="264"/>
            <ac:inkMk id="180" creationId="{7DBA3C70-A0FE-B449-B6EF-08A63C6ACC20}"/>
          </ac:inkMkLst>
        </pc:inkChg>
        <pc:inkChg chg="add">
          <ac:chgData name="Aggie Menezes" userId="74619c95fa3483c9" providerId="LiveId" clId="{20A26620-95D9-894E-AE55-3DE133FE37BE}" dt="2021-03-03T03:27:58.945" v="979"/>
          <ac:inkMkLst>
            <pc:docMk/>
            <pc:sldMk cId="3741693092" sldId="264"/>
            <ac:inkMk id="181" creationId="{EDCB382B-A32F-6544-86D7-30A60A7A4FDD}"/>
          </ac:inkMkLst>
        </pc:inkChg>
        <pc:inkChg chg="add">
          <ac:chgData name="Aggie Menezes" userId="74619c95fa3483c9" providerId="LiveId" clId="{20A26620-95D9-894E-AE55-3DE133FE37BE}" dt="2021-03-03T03:27:59.121" v="980"/>
          <ac:inkMkLst>
            <pc:docMk/>
            <pc:sldMk cId="3741693092" sldId="264"/>
            <ac:inkMk id="182" creationId="{27D935F3-4805-C24E-8F3D-2EDC714D7CB1}"/>
          </ac:inkMkLst>
        </pc:inkChg>
        <pc:inkChg chg="add">
          <ac:chgData name="Aggie Menezes" userId="74619c95fa3483c9" providerId="LiveId" clId="{20A26620-95D9-894E-AE55-3DE133FE37BE}" dt="2021-03-03T03:28:00.217" v="981"/>
          <ac:inkMkLst>
            <pc:docMk/>
            <pc:sldMk cId="3741693092" sldId="264"/>
            <ac:inkMk id="183" creationId="{C8073B19-908B-1947-A7C6-B61D7ADBE781}"/>
          </ac:inkMkLst>
        </pc:inkChg>
        <pc:inkChg chg="add">
          <ac:chgData name="Aggie Menezes" userId="74619c95fa3483c9" providerId="LiveId" clId="{20A26620-95D9-894E-AE55-3DE133FE37BE}" dt="2021-03-03T03:28:00.856" v="982"/>
          <ac:inkMkLst>
            <pc:docMk/>
            <pc:sldMk cId="3741693092" sldId="264"/>
            <ac:inkMk id="184" creationId="{283D7BC1-7CDC-C24B-AD19-1AB6DC37A979}"/>
          </ac:inkMkLst>
        </pc:inkChg>
        <pc:inkChg chg="add">
          <ac:chgData name="Aggie Menezes" userId="74619c95fa3483c9" providerId="LiveId" clId="{20A26620-95D9-894E-AE55-3DE133FE37BE}" dt="2021-03-03T03:28:01.655" v="983"/>
          <ac:inkMkLst>
            <pc:docMk/>
            <pc:sldMk cId="3741693092" sldId="264"/>
            <ac:inkMk id="185" creationId="{4B617538-385D-F648-A33B-AF2A75E26500}"/>
          </ac:inkMkLst>
        </pc:inkChg>
        <pc:inkChg chg="add">
          <ac:chgData name="Aggie Menezes" userId="74619c95fa3483c9" providerId="LiveId" clId="{20A26620-95D9-894E-AE55-3DE133FE37BE}" dt="2021-03-03T03:28:02.155" v="984"/>
          <ac:inkMkLst>
            <pc:docMk/>
            <pc:sldMk cId="3741693092" sldId="264"/>
            <ac:inkMk id="186" creationId="{807BDD71-CA66-7F42-8BFF-EC22ABDD1B79}"/>
          </ac:inkMkLst>
        </pc:inkChg>
      </pc:sldChg>
      <pc:sldChg chg="addSp delSp">
        <pc:chgData name="Aggie Menezes" userId="74619c95fa3483c9" providerId="LiveId" clId="{20A26620-95D9-894E-AE55-3DE133FE37BE}" dt="2021-03-22T10:23:17.843" v="2475"/>
        <pc:sldMkLst>
          <pc:docMk/>
          <pc:sldMk cId="1205249829" sldId="265"/>
        </pc:sldMkLst>
        <pc:grpChg chg="add">
          <ac:chgData name="Aggie Menezes" userId="74619c95fa3483c9" providerId="LiveId" clId="{20A26620-95D9-894E-AE55-3DE133FE37BE}" dt="2021-03-06T03:11:44.570" v="1173"/>
          <ac:grpSpMkLst>
            <pc:docMk/>
            <pc:sldMk cId="1205249829" sldId="265"/>
            <ac:grpSpMk id="9" creationId="{A41FD69B-54BB-A247-9AB1-016F36025170}"/>
          </ac:grpSpMkLst>
        </pc:grpChg>
        <pc:grpChg chg="add del">
          <ac:chgData name="Aggie Menezes" userId="74619c95fa3483c9" providerId="LiveId" clId="{20A26620-95D9-894E-AE55-3DE133FE37BE}" dt="2021-03-22T10:19:03.435" v="2428"/>
          <ac:grpSpMkLst>
            <pc:docMk/>
            <pc:sldMk cId="1205249829" sldId="265"/>
            <ac:grpSpMk id="13" creationId="{DB499A6A-C691-DA4F-94C6-FE5E06E44E9E}"/>
          </ac:grpSpMkLst>
        </pc:grpChg>
        <pc:grpChg chg="add del">
          <ac:chgData name="Aggie Menezes" userId="74619c95fa3483c9" providerId="LiveId" clId="{20A26620-95D9-894E-AE55-3DE133FE37BE}" dt="2021-03-22T10:19:06.748" v="2431"/>
          <ac:grpSpMkLst>
            <pc:docMk/>
            <pc:sldMk cId="1205249829" sldId="265"/>
            <ac:grpSpMk id="35" creationId="{C41D1F95-B69B-224F-988E-CE4C0B92E963}"/>
          </ac:grpSpMkLst>
        </pc:grpChg>
        <pc:grpChg chg="add del">
          <ac:chgData name="Aggie Menezes" userId="74619c95fa3483c9" providerId="LiveId" clId="{20A26620-95D9-894E-AE55-3DE133FE37BE}" dt="2021-03-03T03:18:48.435" v="754"/>
          <ac:grpSpMkLst>
            <pc:docMk/>
            <pc:sldMk cId="1205249829" sldId="265"/>
            <ac:grpSpMk id="37" creationId="{57A5AD5B-D8F3-5E45-B6D8-669C7735C25D}"/>
          </ac:grpSpMkLst>
        </pc:grpChg>
        <pc:grpChg chg="add del">
          <ac:chgData name="Aggie Menezes" userId="74619c95fa3483c9" providerId="LiveId" clId="{20A26620-95D9-894E-AE55-3DE133FE37BE}" dt="2021-03-22T10:19:08.642" v="2433"/>
          <ac:grpSpMkLst>
            <pc:docMk/>
            <pc:sldMk cId="1205249829" sldId="265"/>
            <ac:grpSpMk id="39" creationId="{5CA43EAF-0BDB-8A4D-A392-4848DC995634}"/>
          </ac:grpSpMkLst>
        </pc:grpChg>
        <pc:grpChg chg="add del">
          <ac:chgData name="Aggie Menezes" userId="74619c95fa3483c9" providerId="LiveId" clId="{20A26620-95D9-894E-AE55-3DE133FE37BE}" dt="2021-03-22T10:19:16.152" v="2439"/>
          <ac:grpSpMkLst>
            <pc:docMk/>
            <pc:sldMk cId="1205249829" sldId="265"/>
            <ac:grpSpMk id="41" creationId="{BFD01DB0-3ABE-044E-B027-C963331BEFFE}"/>
          </ac:grpSpMkLst>
        </pc:grpChg>
        <pc:grpChg chg="add del">
          <ac:chgData name="Aggie Menezes" userId="74619c95fa3483c9" providerId="LiveId" clId="{20A26620-95D9-894E-AE55-3DE133FE37BE}" dt="2021-03-22T10:19:16.152" v="2439"/>
          <ac:grpSpMkLst>
            <pc:docMk/>
            <pc:sldMk cId="1205249829" sldId="265"/>
            <ac:grpSpMk id="44" creationId="{066E8673-377A-7A46-9DE2-4559C3F8AC37}"/>
          </ac:grpSpMkLst>
        </pc:grpChg>
        <pc:grpChg chg="add">
          <ac:chgData name="Aggie Menezes" userId="74619c95fa3483c9" providerId="LiveId" clId="{20A26620-95D9-894E-AE55-3DE133FE37BE}" dt="2021-03-22T10:19:16.152" v="2439"/>
          <ac:grpSpMkLst>
            <pc:docMk/>
            <pc:sldMk cId="1205249829" sldId="265"/>
            <ac:grpSpMk id="47" creationId="{AB3D3A49-27F1-844C-8660-DAF95CBAF785}"/>
          </ac:grpSpMkLst>
        </pc:grpChg>
        <pc:grpChg chg="add">
          <ac:chgData name="Aggie Menezes" userId="74619c95fa3483c9" providerId="LiveId" clId="{20A26620-95D9-894E-AE55-3DE133FE37BE}" dt="2021-03-03T03:18:48.435" v="754"/>
          <ac:grpSpMkLst>
            <pc:docMk/>
            <pc:sldMk cId="1205249829" sldId="265"/>
            <ac:grpSpMk id="50" creationId="{EE9F916C-CB8B-0643-B769-7AA901F606D0}"/>
          </ac:grpSpMkLst>
        </pc:grpChg>
        <pc:inkChg chg="add topLvl">
          <ac:chgData name="Aggie Menezes" userId="74619c95fa3483c9" providerId="LiveId" clId="{20A26620-95D9-894E-AE55-3DE133FE37BE}" dt="2021-03-03T03:18:48.435" v="754"/>
          <ac:inkMkLst>
            <pc:docMk/>
            <pc:sldMk cId="1205249829" sldId="265"/>
            <ac:inkMk id="4" creationId="{64938DBF-8492-AE48-B0AC-EA5B2FE1F602}"/>
          </ac:inkMkLst>
        </pc:inkChg>
        <pc:inkChg chg="add">
          <ac:chgData name="Aggie Menezes" userId="74619c95fa3483c9" providerId="LiveId" clId="{20A26620-95D9-894E-AE55-3DE133FE37BE}" dt="2021-03-06T03:08:03.302" v="992" actId="7634"/>
          <ac:inkMkLst>
            <pc:docMk/>
            <pc:sldMk cId="1205249829" sldId="265"/>
            <ac:inkMk id="4" creationId="{67875EA3-5B5D-F44D-B07E-DA213A4EB389}"/>
          </ac:inkMkLst>
        </pc:inkChg>
        <pc:inkChg chg="add topLvl">
          <ac:chgData name="Aggie Menezes" userId="74619c95fa3483c9" providerId="LiveId" clId="{20A26620-95D9-894E-AE55-3DE133FE37BE}" dt="2021-03-22T10:19:16.152" v="2439"/>
          <ac:inkMkLst>
            <pc:docMk/>
            <pc:sldMk cId="1205249829" sldId="265"/>
            <ac:inkMk id="4" creationId="{82983244-FFC1-F041-85D6-CD7560AD8595}"/>
          </ac:inkMkLst>
        </pc:inkChg>
        <pc:inkChg chg="add">
          <ac:chgData name="Aggie Menezes" userId="74619c95fa3483c9" providerId="LiveId" clId="{20A26620-95D9-894E-AE55-3DE133FE37BE}" dt="2021-03-06T03:11:42.955" v="1171"/>
          <ac:inkMkLst>
            <pc:docMk/>
            <pc:sldMk cId="1205249829" sldId="265"/>
            <ac:inkMk id="5" creationId="{1D5B3E10-D700-A54A-B487-208509E37F79}"/>
          </ac:inkMkLst>
        </pc:inkChg>
        <pc:inkChg chg="add topLvl">
          <ac:chgData name="Aggie Menezes" userId="74619c95fa3483c9" providerId="LiveId" clId="{20A26620-95D9-894E-AE55-3DE133FE37BE}" dt="2021-03-03T03:18:48.435" v="754"/>
          <ac:inkMkLst>
            <pc:docMk/>
            <pc:sldMk cId="1205249829" sldId="265"/>
            <ac:inkMk id="5" creationId="{6A2C6BE1-3490-AE47-A9AE-2EF18DDF1522}"/>
          </ac:inkMkLst>
        </pc:inkChg>
        <pc:inkChg chg="add topLvl">
          <ac:chgData name="Aggie Menezes" userId="74619c95fa3483c9" providerId="LiveId" clId="{20A26620-95D9-894E-AE55-3DE133FE37BE}" dt="2021-03-22T10:19:16.152" v="2439"/>
          <ac:inkMkLst>
            <pc:docMk/>
            <pc:sldMk cId="1205249829" sldId="265"/>
            <ac:inkMk id="5" creationId="{D801E9C8-6598-DE45-87E4-4E69FD921C5B}"/>
          </ac:inkMkLst>
        </pc:inkChg>
        <pc:inkChg chg="add topLvl">
          <ac:chgData name="Aggie Menezes" userId="74619c95fa3483c9" providerId="LiveId" clId="{20A26620-95D9-894E-AE55-3DE133FE37BE}" dt="2021-03-03T03:18:48.435" v="754"/>
          <ac:inkMkLst>
            <pc:docMk/>
            <pc:sldMk cId="1205249829" sldId="265"/>
            <ac:inkMk id="7" creationId="{374C8963-1C14-0640-B5E8-14EB7374C346}"/>
          </ac:inkMkLst>
        </pc:inkChg>
        <pc:inkChg chg="add topLvl">
          <ac:chgData name="Aggie Menezes" userId="74619c95fa3483c9" providerId="LiveId" clId="{20A26620-95D9-894E-AE55-3DE133FE37BE}" dt="2021-03-22T10:19:16.152" v="2439"/>
          <ac:inkMkLst>
            <pc:docMk/>
            <pc:sldMk cId="1205249829" sldId="265"/>
            <ac:inkMk id="7" creationId="{C5A67666-D5A4-004E-A4B5-2A3EE75E4DE5}"/>
          </ac:inkMkLst>
        </pc:inkChg>
        <pc:inkChg chg="add">
          <ac:chgData name="Aggie Menezes" userId="74619c95fa3483c9" providerId="LiveId" clId="{20A26620-95D9-894E-AE55-3DE133FE37BE}" dt="2021-03-06T03:11:43.848" v="1172"/>
          <ac:inkMkLst>
            <pc:docMk/>
            <pc:sldMk cId="1205249829" sldId="265"/>
            <ac:inkMk id="7" creationId="{EC33D338-5A6D-5A49-B42E-CC16A317C5EB}"/>
          </ac:inkMkLst>
        </pc:inkChg>
        <pc:inkChg chg="add topLvl">
          <ac:chgData name="Aggie Menezes" userId="74619c95fa3483c9" providerId="LiveId" clId="{20A26620-95D9-894E-AE55-3DE133FE37BE}" dt="2021-03-22T10:19:16.152" v="2439"/>
          <ac:inkMkLst>
            <pc:docMk/>
            <pc:sldMk cId="1205249829" sldId="265"/>
            <ac:inkMk id="9" creationId="{1D3D73C4-7D09-F84F-92AA-CD779C02CCB8}"/>
          </ac:inkMkLst>
        </pc:inkChg>
        <pc:inkChg chg="add topLvl">
          <ac:chgData name="Aggie Menezes" userId="74619c95fa3483c9" providerId="LiveId" clId="{20A26620-95D9-894E-AE55-3DE133FE37BE}" dt="2021-03-03T03:18:48.435" v="754"/>
          <ac:inkMkLst>
            <pc:docMk/>
            <pc:sldMk cId="1205249829" sldId="265"/>
            <ac:inkMk id="9" creationId="{C9161772-E17C-0845-B9D4-9F91E5ED9EF3}"/>
          </ac:inkMkLst>
        </pc:inkChg>
        <pc:inkChg chg="add topLvl">
          <ac:chgData name="Aggie Menezes" userId="74619c95fa3483c9" providerId="LiveId" clId="{20A26620-95D9-894E-AE55-3DE133FE37BE}" dt="2021-03-03T03:18:48.435" v="754"/>
          <ac:inkMkLst>
            <pc:docMk/>
            <pc:sldMk cId="1205249829" sldId="265"/>
            <ac:inkMk id="13" creationId="{129FF5CA-26D6-B543-A00E-3A61FD5F270F}"/>
          </ac:inkMkLst>
        </pc:inkChg>
        <pc:inkChg chg="add topLvl">
          <ac:chgData name="Aggie Menezes" userId="74619c95fa3483c9" providerId="LiveId" clId="{20A26620-95D9-894E-AE55-3DE133FE37BE}" dt="2021-03-03T03:18:48.435" v="754"/>
          <ac:inkMkLst>
            <pc:docMk/>
            <pc:sldMk cId="1205249829" sldId="265"/>
            <ac:inkMk id="15" creationId="{35E35482-BEDB-CE4E-B85C-390180DECD5E}"/>
          </ac:inkMkLst>
        </pc:inkChg>
        <pc:inkChg chg="add topLvl">
          <ac:chgData name="Aggie Menezes" userId="74619c95fa3483c9" providerId="LiveId" clId="{20A26620-95D9-894E-AE55-3DE133FE37BE}" dt="2021-03-22T10:19:16.152" v="2439"/>
          <ac:inkMkLst>
            <pc:docMk/>
            <pc:sldMk cId="1205249829" sldId="265"/>
            <ac:inkMk id="15" creationId="{3764A08B-68AE-F846-B3BD-8110B9E02CE8}"/>
          </ac:inkMkLst>
        </pc:inkChg>
        <pc:inkChg chg="add topLvl">
          <ac:chgData name="Aggie Menezes" userId="74619c95fa3483c9" providerId="LiveId" clId="{20A26620-95D9-894E-AE55-3DE133FE37BE}" dt="2021-03-22T10:19:16.152" v="2439"/>
          <ac:inkMkLst>
            <pc:docMk/>
            <pc:sldMk cId="1205249829" sldId="265"/>
            <ac:inkMk id="20" creationId="{328E25DB-71F6-E446-8503-1F8F41FEA679}"/>
          </ac:inkMkLst>
        </pc:inkChg>
        <pc:inkChg chg="add topLvl">
          <ac:chgData name="Aggie Menezes" userId="74619c95fa3483c9" providerId="LiveId" clId="{20A26620-95D9-894E-AE55-3DE133FE37BE}" dt="2021-03-03T03:18:48.435" v="754"/>
          <ac:inkMkLst>
            <pc:docMk/>
            <pc:sldMk cId="1205249829" sldId="265"/>
            <ac:inkMk id="20" creationId="{EA8030C9-9BDC-D540-A300-BC51F146BF49}"/>
          </ac:inkMkLst>
        </pc:inkChg>
        <pc:inkChg chg="add topLvl">
          <ac:chgData name="Aggie Menezes" userId="74619c95fa3483c9" providerId="LiveId" clId="{20A26620-95D9-894E-AE55-3DE133FE37BE}" dt="2021-03-22T10:19:16.152" v="2439"/>
          <ac:inkMkLst>
            <pc:docMk/>
            <pc:sldMk cId="1205249829" sldId="265"/>
            <ac:inkMk id="24" creationId="{7AA33268-4EB3-E74A-B470-83B90300B925}"/>
          </ac:inkMkLst>
        </pc:inkChg>
        <pc:inkChg chg="add topLvl">
          <ac:chgData name="Aggie Menezes" userId="74619c95fa3483c9" providerId="LiveId" clId="{20A26620-95D9-894E-AE55-3DE133FE37BE}" dt="2021-03-03T03:18:48.435" v="754"/>
          <ac:inkMkLst>
            <pc:docMk/>
            <pc:sldMk cId="1205249829" sldId="265"/>
            <ac:inkMk id="24" creationId="{F2F9EB3C-116D-DE45-AEE4-D6FC321D7EF6}"/>
          </ac:inkMkLst>
        </pc:inkChg>
        <pc:inkChg chg="add topLvl">
          <ac:chgData name="Aggie Menezes" userId="74619c95fa3483c9" providerId="LiveId" clId="{20A26620-95D9-894E-AE55-3DE133FE37BE}" dt="2021-03-22T10:19:16.152" v="2439"/>
          <ac:inkMkLst>
            <pc:docMk/>
            <pc:sldMk cId="1205249829" sldId="265"/>
            <ac:inkMk id="25" creationId="{EB413C3F-0B7A-0D4F-BBA0-B4E791E1BC18}"/>
          </ac:inkMkLst>
        </pc:inkChg>
        <pc:inkChg chg="add topLvl">
          <ac:chgData name="Aggie Menezes" userId="74619c95fa3483c9" providerId="LiveId" clId="{20A26620-95D9-894E-AE55-3DE133FE37BE}" dt="2021-03-03T03:18:48.435" v="754"/>
          <ac:inkMkLst>
            <pc:docMk/>
            <pc:sldMk cId="1205249829" sldId="265"/>
            <ac:inkMk id="25" creationId="{FAA2B3F6-41CB-C94D-ADB3-6F2A83FF82DF}"/>
          </ac:inkMkLst>
        </pc:inkChg>
        <pc:inkChg chg="add topLvl">
          <ac:chgData name="Aggie Menezes" userId="74619c95fa3483c9" providerId="LiveId" clId="{20A26620-95D9-894E-AE55-3DE133FE37BE}" dt="2021-03-22T10:19:16.152" v="2439"/>
          <ac:inkMkLst>
            <pc:docMk/>
            <pc:sldMk cId="1205249829" sldId="265"/>
            <ac:inkMk id="32" creationId="{20164433-D9B2-494C-806D-CE76CD51ECAB}"/>
          </ac:inkMkLst>
        </pc:inkChg>
        <pc:inkChg chg="add topLvl">
          <ac:chgData name="Aggie Menezes" userId="74619c95fa3483c9" providerId="LiveId" clId="{20A26620-95D9-894E-AE55-3DE133FE37BE}" dt="2021-03-03T03:18:48.435" v="754"/>
          <ac:inkMkLst>
            <pc:docMk/>
            <pc:sldMk cId="1205249829" sldId="265"/>
            <ac:inkMk id="32" creationId="{41CFFA4E-8248-6943-8B93-3DEF5FE01C0A}"/>
          </ac:inkMkLst>
        </pc:inkChg>
        <pc:inkChg chg="add topLvl">
          <ac:chgData name="Aggie Menezes" userId="74619c95fa3483c9" providerId="LiveId" clId="{20A26620-95D9-894E-AE55-3DE133FE37BE}" dt="2021-03-22T10:19:16.152" v="2439"/>
          <ac:inkMkLst>
            <pc:docMk/>
            <pc:sldMk cId="1205249829" sldId="265"/>
            <ac:inkMk id="34" creationId="{1593E164-3792-9E4F-B2A4-6CA45ADB38BF}"/>
          </ac:inkMkLst>
        </pc:inkChg>
        <pc:inkChg chg="add topLvl">
          <ac:chgData name="Aggie Menezes" userId="74619c95fa3483c9" providerId="LiveId" clId="{20A26620-95D9-894E-AE55-3DE133FE37BE}" dt="2021-03-03T03:18:48.435" v="754"/>
          <ac:inkMkLst>
            <pc:docMk/>
            <pc:sldMk cId="1205249829" sldId="265"/>
            <ac:inkMk id="34" creationId="{8DEC618D-0019-0A4B-95FE-37CD3B2EFE60}"/>
          </ac:inkMkLst>
        </pc:inkChg>
        <pc:inkChg chg="add topLvl">
          <ac:chgData name="Aggie Menezes" userId="74619c95fa3483c9" providerId="LiveId" clId="{20A26620-95D9-894E-AE55-3DE133FE37BE}" dt="2021-03-03T03:18:48.435" v="754"/>
          <ac:inkMkLst>
            <pc:docMk/>
            <pc:sldMk cId="1205249829" sldId="265"/>
            <ac:inkMk id="35" creationId="{45A7029F-B46B-0845-AD62-E55D2AD60205}"/>
          </ac:inkMkLst>
        </pc:inkChg>
        <pc:inkChg chg="add topLvl">
          <ac:chgData name="Aggie Menezes" userId="74619c95fa3483c9" providerId="LiveId" clId="{20A26620-95D9-894E-AE55-3DE133FE37BE}" dt="2021-03-03T03:18:48.435" v="754"/>
          <ac:inkMkLst>
            <pc:docMk/>
            <pc:sldMk cId="1205249829" sldId="265"/>
            <ac:inkMk id="36" creationId="{7BC7FE43-157E-114C-8C96-609D700594A0}"/>
          </ac:inkMkLst>
        </pc:inkChg>
        <pc:inkChg chg="add">
          <ac:chgData name="Aggie Menezes" userId="74619c95fa3483c9" providerId="LiveId" clId="{20A26620-95D9-894E-AE55-3DE133FE37BE}" dt="2021-03-22T10:19:04.829" v="2429"/>
          <ac:inkMkLst>
            <pc:docMk/>
            <pc:sldMk cId="1205249829" sldId="265"/>
            <ac:inkMk id="36" creationId="{7BF9356E-F364-D74E-B9F9-251ADBDDD669}"/>
          </ac:inkMkLst>
        </pc:inkChg>
        <pc:inkChg chg="add topLvl">
          <ac:chgData name="Aggie Menezes" userId="74619c95fa3483c9" providerId="LiveId" clId="{20A26620-95D9-894E-AE55-3DE133FE37BE}" dt="2021-03-22T10:19:16.152" v="2439"/>
          <ac:inkMkLst>
            <pc:docMk/>
            <pc:sldMk cId="1205249829" sldId="265"/>
            <ac:inkMk id="38" creationId="{5E7F81E8-7DF5-7A40-866C-EB543B629869}"/>
          </ac:inkMkLst>
        </pc:inkChg>
        <pc:inkChg chg="add">
          <ac:chgData name="Aggie Menezes" userId="74619c95fa3483c9" providerId="LiveId" clId="{20A26620-95D9-894E-AE55-3DE133FE37BE}" dt="2021-03-03T03:18:43.057" v="742"/>
          <ac:inkMkLst>
            <pc:docMk/>
            <pc:sldMk cId="1205249829" sldId="265"/>
            <ac:inkMk id="38" creationId="{ACA63294-8E83-2246-8483-60FFD8AB756D}"/>
          </ac:inkMkLst>
        </pc:inkChg>
        <pc:inkChg chg="add">
          <ac:chgData name="Aggie Menezes" userId="74619c95fa3483c9" providerId="LiveId" clId="{20A26620-95D9-894E-AE55-3DE133FE37BE}" dt="2021-03-03T03:18:43.506" v="743"/>
          <ac:inkMkLst>
            <pc:docMk/>
            <pc:sldMk cId="1205249829" sldId="265"/>
            <ac:inkMk id="39" creationId="{B125D7F1-7483-5F4A-9BDD-9306180A911B}"/>
          </ac:inkMkLst>
        </pc:inkChg>
        <pc:inkChg chg="add">
          <ac:chgData name="Aggie Menezes" userId="74619c95fa3483c9" providerId="LiveId" clId="{20A26620-95D9-894E-AE55-3DE133FE37BE}" dt="2021-03-03T03:18:44.078" v="744"/>
          <ac:inkMkLst>
            <pc:docMk/>
            <pc:sldMk cId="1205249829" sldId="265"/>
            <ac:inkMk id="40" creationId="{20ECA189-D704-054C-87B9-816743E5C99B}"/>
          </ac:inkMkLst>
        </pc:inkChg>
        <pc:inkChg chg="add topLvl">
          <ac:chgData name="Aggie Menezes" userId="74619c95fa3483c9" providerId="LiveId" clId="{20A26620-95D9-894E-AE55-3DE133FE37BE}" dt="2021-03-22T10:19:16.152" v="2439"/>
          <ac:inkMkLst>
            <pc:docMk/>
            <pc:sldMk cId="1205249829" sldId="265"/>
            <ac:inkMk id="40" creationId="{AA9D6C5A-BA47-2845-89C7-537C0C25185A}"/>
          </ac:inkMkLst>
        </pc:inkChg>
        <pc:inkChg chg="add">
          <ac:chgData name="Aggie Menezes" userId="74619c95fa3483c9" providerId="LiveId" clId="{20A26620-95D9-894E-AE55-3DE133FE37BE}" dt="2021-03-03T03:18:44.297" v="745"/>
          <ac:inkMkLst>
            <pc:docMk/>
            <pc:sldMk cId="1205249829" sldId="265"/>
            <ac:inkMk id="41" creationId="{33D8546F-A30F-3240-8BDA-7D5252304E5D}"/>
          </ac:inkMkLst>
        </pc:inkChg>
        <pc:inkChg chg="add">
          <ac:chgData name="Aggie Menezes" userId="74619c95fa3483c9" providerId="LiveId" clId="{20A26620-95D9-894E-AE55-3DE133FE37BE}" dt="2021-03-03T03:18:44.482" v="746"/>
          <ac:inkMkLst>
            <pc:docMk/>
            <pc:sldMk cId="1205249829" sldId="265"/>
            <ac:inkMk id="42" creationId="{78B859BB-DBC2-0946-A4F5-66379EE6760F}"/>
          </ac:inkMkLst>
        </pc:inkChg>
        <pc:inkChg chg="add topLvl">
          <ac:chgData name="Aggie Menezes" userId="74619c95fa3483c9" providerId="LiveId" clId="{20A26620-95D9-894E-AE55-3DE133FE37BE}" dt="2021-03-22T10:19:16.152" v="2439"/>
          <ac:inkMkLst>
            <pc:docMk/>
            <pc:sldMk cId="1205249829" sldId="265"/>
            <ac:inkMk id="42" creationId="{9CB81A60-52F9-B445-956C-E728FC72D184}"/>
          </ac:inkMkLst>
        </pc:inkChg>
        <pc:inkChg chg="add">
          <ac:chgData name="Aggie Menezes" userId="74619c95fa3483c9" providerId="LiveId" clId="{20A26620-95D9-894E-AE55-3DE133FE37BE}" dt="2021-03-03T03:18:44.853" v="747"/>
          <ac:inkMkLst>
            <pc:docMk/>
            <pc:sldMk cId="1205249829" sldId="265"/>
            <ac:inkMk id="43" creationId="{BDF84C0E-8B4D-F54F-820F-B4D02D911998}"/>
          </ac:inkMkLst>
        </pc:inkChg>
        <pc:inkChg chg="add topLvl">
          <ac:chgData name="Aggie Menezes" userId="74619c95fa3483c9" providerId="LiveId" clId="{20A26620-95D9-894E-AE55-3DE133FE37BE}" dt="2021-03-22T10:19:16.152" v="2439"/>
          <ac:inkMkLst>
            <pc:docMk/>
            <pc:sldMk cId="1205249829" sldId="265"/>
            <ac:inkMk id="43" creationId="{EA94DC39-E912-814E-813C-5CA6CD094C71}"/>
          </ac:inkMkLst>
        </pc:inkChg>
        <pc:inkChg chg="add">
          <ac:chgData name="Aggie Menezes" userId="74619c95fa3483c9" providerId="LiveId" clId="{20A26620-95D9-894E-AE55-3DE133FE37BE}" dt="2021-03-03T03:18:45.650" v="748"/>
          <ac:inkMkLst>
            <pc:docMk/>
            <pc:sldMk cId="1205249829" sldId="265"/>
            <ac:inkMk id="44" creationId="{4AE50BFB-5ABC-B84F-9CA0-C02DACD6FEF2}"/>
          </ac:inkMkLst>
        </pc:inkChg>
        <pc:inkChg chg="add">
          <ac:chgData name="Aggie Menezes" userId="74619c95fa3483c9" providerId="LiveId" clId="{20A26620-95D9-894E-AE55-3DE133FE37BE}" dt="2021-03-22T10:19:13.988" v="2437"/>
          <ac:inkMkLst>
            <pc:docMk/>
            <pc:sldMk cId="1205249829" sldId="265"/>
            <ac:inkMk id="45" creationId="{5D98CBCA-EB04-E341-AD07-2A661E708657}"/>
          </ac:inkMkLst>
        </pc:inkChg>
        <pc:inkChg chg="add">
          <ac:chgData name="Aggie Menezes" userId="74619c95fa3483c9" providerId="LiveId" clId="{20A26620-95D9-894E-AE55-3DE133FE37BE}" dt="2021-03-03T03:18:46.163" v="749"/>
          <ac:inkMkLst>
            <pc:docMk/>
            <pc:sldMk cId="1205249829" sldId="265"/>
            <ac:inkMk id="45" creationId="{8FE8A945-DE4C-AA41-9AFA-995B0AC8B0FA}"/>
          </ac:inkMkLst>
        </pc:inkChg>
        <pc:inkChg chg="add">
          <ac:chgData name="Aggie Menezes" userId="74619c95fa3483c9" providerId="LiveId" clId="{20A26620-95D9-894E-AE55-3DE133FE37BE}" dt="2021-03-03T03:18:46.955" v="750"/>
          <ac:inkMkLst>
            <pc:docMk/>
            <pc:sldMk cId="1205249829" sldId="265"/>
            <ac:inkMk id="46" creationId="{12E05C2A-1B1F-5043-B4AD-FAB4D8F4636E}"/>
          </ac:inkMkLst>
        </pc:inkChg>
        <pc:inkChg chg="add">
          <ac:chgData name="Aggie Menezes" userId="74619c95fa3483c9" providerId="LiveId" clId="{20A26620-95D9-894E-AE55-3DE133FE37BE}" dt="2021-03-22T10:19:15.567" v="2438"/>
          <ac:inkMkLst>
            <pc:docMk/>
            <pc:sldMk cId="1205249829" sldId="265"/>
            <ac:inkMk id="46" creationId="{C1ABC6BE-CDA3-234D-96B5-B982275D4E35}"/>
          </ac:inkMkLst>
        </pc:inkChg>
        <pc:inkChg chg="add">
          <ac:chgData name="Aggie Menezes" userId="74619c95fa3483c9" providerId="LiveId" clId="{20A26620-95D9-894E-AE55-3DE133FE37BE}" dt="2021-03-03T03:18:47.330" v="751"/>
          <ac:inkMkLst>
            <pc:docMk/>
            <pc:sldMk cId="1205249829" sldId="265"/>
            <ac:inkMk id="47" creationId="{F47E2A83-4C40-CE45-97B4-BB62103523DC}"/>
          </ac:inkMkLst>
        </pc:inkChg>
        <pc:inkChg chg="add">
          <ac:chgData name="Aggie Menezes" userId="74619c95fa3483c9" providerId="LiveId" clId="{20A26620-95D9-894E-AE55-3DE133FE37BE}" dt="2021-03-03T03:18:47.499" v="752"/>
          <ac:inkMkLst>
            <pc:docMk/>
            <pc:sldMk cId="1205249829" sldId="265"/>
            <ac:inkMk id="48" creationId="{45ACB79A-8A8C-4A4B-8087-38AF89D0864D}"/>
          </ac:inkMkLst>
        </pc:inkChg>
        <pc:inkChg chg="add">
          <ac:chgData name="Aggie Menezes" userId="74619c95fa3483c9" providerId="LiveId" clId="{20A26620-95D9-894E-AE55-3DE133FE37BE}" dt="2021-03-22T10:23:17.262" v="2474"/>
          <ac:inkMkLst>
            <pc:docMk/>
            <pc:sldMk cId="1205249829" sldId="265"/>
            <ac:inkMk id="48" creationId="{8C86E3A2-FB33-E34A-AF9E-F0F1594A9F89}"/>
          </ac:inkMkLst>
        </pc:inkChg>
        <pc:inkChg chg="add">
          <ac:chgData name="Aggie Menezes" userId="74619c95fa3483c9" providerId="LiveId" clId="{20A26620-95D9-894E-AE55-3DE133FE37BE}" dt="2021-03-22T10:23:17.843" v="2475"/>
          <ac:inkMkLst>
            <pc:docMk/>
            <pc:sldMk cId="1205249829" sldId="265"/>
            <ac:inkMk id="49" creationId="{471DF5D3-9813-694D-A6E1-EAAA89C5FDAE}"/>
          </ac:inkMkLst>
        </pc:inkChg>
        <pc:inkChg chg="add">
          <ac:chgData name="Aggie Menezes" userId="74619c95fa3483c9" providerId="LiveId" clId="{20A26620-95D9-894E-AE55-3DE133FE37BE}" dt="2021-03-03T03:18:47.804" v="753"/>
          <ac:inkMkLst>
            <pc:docMk/>
            <pc:sldMk cId="1205249829" sldId="265"/>
            <ac:inkMk id="49" creationId="{CD83570D-8251-AA46-9E20-DD3CB46422BD}"/>
          </ac:inkMkLst>
        </pc:inkChg>
      </pc:sldChg>
      <pc:sldChg chg="addSp delSp">
        <pc:chgData name="Aggie Menezes" userId="74619c95fa3483c9" providerId="LiveId" clId="{20A26620-95D9-894E-AE55-3DE133FE37BE}" dt="2021-03-22T11:40:12.461" v="2942"/>
        <pc:sldMkLst>
          <pc:docMk/>
          <pc:sldMk cId="661312419" sldId="267"/>
        </pc:sldMkLst>
        <pc:grpChg chg="add del">
          <ac:chgData name="Aggie Menezes" userId="74619c95fa3483c9" providerId="LiveId" clId="{20A26620-95D9-894E-AE55-3DE133FE37BE}" dt="2021-03-22T11:38:27.460" v="2890"/>
          <ac:grpSpMkLst>
            <pc:docMk/>
            <pc:sldMk cId="661312419" sldId="267"/>
            <ac:grpSpMk id="8" creationId="{2CB8DBAB-E0E6-3543-B4B4-908CB1C49965}"/>
          </ac:grpSpMkLst>
        </pc:grpChg>
        <pc:grpChg chg="add del">
          <ac:chgData name="Aggie Menezes" userId="74619c95fa3483c9" providerId="LiveId" clId="{20A26620-95D9-894E-AE55-3DE133FE37BE}" dt="2021-03-22T11:38:29.205" v="2892"/>
          <ac:grpSpMkLst>
            <pc:docMk/>
            <pc:sldMk cId="661312419" sldId="267"/>
            <ac:grpSpMk id="10" creationId="{79BCC7DC-FD92-1B40-AA9E-13BCA0D51AE0}"/>
          </ac:grpSpMkLst>
        </pc:grpChg>
        <pc:grpChg chg="add del">
          <ac:chgData name="Aggie Menezes" userId="74619c95fa3483c9" providerId="LiveId" clId="{20A26620-95D9-894E-AE55-3DE133FE37BE}" dt="2021-03-22T11:38:38.413" v="2898"/>
          <ac:grpSpMkLst>
            <pc:docMk/>
            <pc:sldMk cId="661312419" sldId="267"/>
            <ac:grpSpMk id="12" creationId="{2E9734FA-A9F8-8948-82D4-AA25695D8C8B}"/>
          </ac:grpSpMkLst>
        </pc:grpChg>
        <pc:grpChg chg="add del">
          <ac:chgData name="Aggie Menezes" userId="74619c95fa3483c9" providerId="LiveId" clId="{20A26620-95D9-894E-AE55-3DE133FE37BE}" dt="2021-03-22T11:38:58.027" v="2901"/>
          <ac:grpSpMkLst>
            <pc:docMk/>
            <pc:sldMk cId="661312419" sldId="267"/>
            <ac:grpSpMk id="18" creationId="{70BE7C57-9A74-0642-8F40-5147A6C7EFDE}"/>
          </ac:grpSpMkLst>
        </pc:grpChg>
        <pc:grpChg chg="add">
          <ac:chgData name="Aggie Menezes" userId="74619c95fa3483c9" providerId="LiveId" clId="{20A26620-95D9-894E-AE55-3DE133FE37BE}" dt="2021-03-22T11:38:58.027" v="2901"/>
          <ac:grpSpMkLst>
            <pc:docMk/>
            <pc:sldMk cId="661312419" sldId="267"/>
            <ac:grpSpMk id="21" creationId="{81F68C68-6210-0B43-AE8E-5A3B008F15AC}"/>
          </ac:grpSpMkLst>
        </pc:grpChg>
        <pc:grpChg chg="add del">
          <ac:chgData name="Aggie Menezes" userId="74619c95fa3483c9" providerId="LiveId" clId="{20A26620-95D9-894E-AE55-3DE133FE37BE}" dt="2021-03-22T11:39:15.596" v="2918"/>
          <ac:grpSpMkLst>
            <pc:docMk/>
            <pc:sldMk cId="661312419" sldId="267"/>
            <ac:grpSpMk id="35" creationId="{4287D8C1-CB32-9947-9040-320AFEA7D28F}"/>
          </ac:grpSpMkLst>
        </pc:grpChg>
        <pc:grpChg chg="add del">
          <ac:chgData name="Aggie Menezes" userId="74619c95fa3483c9" providerId="LiveId" clId="{20A26620-95D9-894E-AE55-3DE133FE37BE}" dt="2021-03-22T11:39:18.377" v="2921"/>
          <ac:grpSpMkLst>
            <pc:docMk/>
            <pc:sldMk cId="661312419" sldId="267"/>
            <ac:grpSpMk id="38" creationId="{29608C92-7900-FB4C-A5E6-E8F7F28A203F}"/>
          </ac:grpSpMkLst>
        </pc:grpChg>
        <pc:grpChg chg="add del">
          <ac:chgData name="Aggie Menezes" userId="74619c95fa3483c9" providerId="LiveId" clId="{20A26620-95D9-894E-AE55-3DE133FE37BE}" dt="2021-03-22T11:39:23.530" v="2931"/>
          <ac:grpSpMkLst>
            <pc:docMk/>
            <pc:sldMk cId="661312419" sldId="267"/>
            <ac:grpSpMk id="41" creationId="{65742551-87E6-1144-8C0D-8880B998CA4F}"/>
          </ac:grpSpMkLst>
        </pc:grpChg>
        <pc:grpChg chg="add del">
          <ac:chgData name="Aggie Menezes" userId="74619c95fa3483c9" providerId="LiveId" clId="{20A26620-95D9-894E-AE55-3DE133FE37BE}" dt="2021-03-22T11:39:43.796" v="2934"/>
          <ac:grpSpMkLst>
            <pc:docMk/>
            <pc:sldMk cId="661312419" sldId="267"/>
            <ac:grpSpMk id="51" creationId="{2C3EE564-B68D-9342-8EAF-BAA4A6DD5FFC}"/>
          </ac:grpSpMkLst>
        </pc:grpChg>
        <pc:grpChg chg="add">
          <ac:chgData name="Aggie Menezes" userId="74619c95fa3483c9" providerId="LiveId" clId="{20A26620-95D9-894E-AE55-3DE133FE37BE}" dt="2021-03-22T11:39:43.796" v="2934"/>
          <ac:grpSpMkLst>
            <pc:docMk/>
            <pc:sldMk cId="661312419" sldId="267"/>
            <ac:grpSpMk id="54" creationId="{674E20F1-D75F-FA4A-843A-9A1F3125C8AB}"/>
          </ac:grpSpMkLst>
        </pc:grpChg>
        <pc:grpChg chg="add del">
          <ac:chgData name="Aggie Menezes" userId="74619c95fa3483c9" providerId="LiveId" clId="{20A26620-95D9-894E-AE55-3DE133FE37BE}" dt="2021-03-22T11:40:09.260" v="2939"/>
          <ac:grpSpMkLst>
            <pc:docMk/>
            <pc:sldMk cId="661312419" sldId="267"/>
            <ac:grpSpMk id="57" creationId="{A55C29E5-B01F-6240-9AEB-EE1DB4B4A018}"/>
          </ac:grpSpMkLst>
        </pc:grpChg>
        <pc:grpChg chg="add del">
          <ac:chgData name="Aggie Menezes" userId="74619c95fa3483c9" providerId="LiveId" clId="{20A26620-95D9-894E-AE55-3DE133FE37BE}" dt="2021-03-22T11:40:12.461" v="2942"/>
          <ac:grpSpMkLst>
            <pc:docMk/>
            <pc:sldMk cId="661312419" sldId="267"/>
            <ac:grpSpMk id="59" creationId="{AE3D7471-AB8C-3340-9999-E2C050B4BF6C}"/>
          </ac:grpSpMkLst>
        </pc:grpChg>
        <pc:grpChg chg="add">
          <ac:chgData name="Aggie Menezes" userId="74619c95fa3483c9" providerId="LiveId" clId="{20A26620-95D9-894E-AE55-3DE133FE37BE}" dt="2021-03-22T11:40:12.461" v="2942"/>
          <ac:grpSpMkLst>
            <pc:docMk/>
            <pc:sldMk cId="661312419" sldId="267"/>
            <ac:grpSpMk id="62" creationId="{19465574-D8B9-424F-B836-C95A8A38F589}"/>
          </ac:grpSpMkLst>
        </pc:grpChg>
        <pc:inkChg chg="add">
          <ac:chgData name="Aggie Menezes" userId="74619c95fa3483c9" providerId="LiveId" clId="{20A26620-95D9-894E-AE55-3DE133FE37BE}" dt="2021-03-22T11:37:55.202" v="2884"/>
          <ac:inkMkLst>
            <pc:docMk/>
            <pc:sldMk cId="661312419" sldId="267"/>
            <ac:inkMk id="3" creationId="{36712D6F-39C5-7C43-A16D-345CDCAB8D29}"/>
          </ac:inkMkLst>
        </pc:inkChg>
        <pc:inkChg chg="add">
          <ac:chgData name="Aggie Menezes" userId="74619c95fa3483c9" providerId="LiveId" clId="{20A26620-95D9-894E-AE55-3DE133FE37BE}" dt="2021-03-06T03:21:32.002" v="1206" actId="7634"/>
          <ac:inkMkLst>
            <pc:docMk/>
            <pc:sldMk cId="661312419" sldId="267"/>
            <ac:inkMk id="3" creationId="{93B6D042-E21D-E346-9E5A-012DBB3A86AC}"/>
          </ac:inkMkLst>
        </pc:inkChg>
        <pc:inkChg chg="add">
          <ac:chgData name="Aggie Menezes" userId="74619c95fa3483c9" providerId="LiveId" clId="{20A26620-95D9-894E-AE55-3DE133FE37BE}" dt="2021-03-22T11:38:00.999" v="2885"/>
          <ac:inkMkLst>
            <pc:docMk/>
            <pc:sldMk cId="661312419" sldId="267"/>
            <ac:inkMk id="4" creationId="{B5DE9399-DA14-384E-9DFD-32D8F4BBB6F2}"/>
          </ac:inkMkLst>
        </pc:inkChg>
        <pc:inkChg chg="add topLvl">
          <ac:chgData name="Aggie Menezes" userId="74619c95fa3483c9" providerId="LiveId" clId="{20A26620-95D9-894E-AE55-3DE133FE37BE}" dt="2021-03-22T11:38:58.027" v="2901"/>
          <ac:inkMkLst>
            <pc:docMk/>
            <pc:sldMk cId="661312419" sldId="267"/>
            <ac:inkMk id="6" creationId="{996BCA4E-9E83-7240-B6EC-63336408C233}"/>
          </ac:inkMkLst>
        </pc:inkChg>
        <pc:inkChg chg="add topLvl">
          <ac:chgData name="Aggie Menezes" userId="74619c95fa3483c9" providerId="LiveId" clId="{20A26620-95D9-894E-AE55-3DE133FE37BE}" dt="2021-03-22T11:38:58.027" v="2901"/>
          <ac:inkMkLst>
            <pc:docMk/>
            <pc:sldMk cId="661312419" sldId="267"/>
            <ac:inkMk id="7" creationId="{83D13FE8-BB4E-3547-BA1B-A0C57ED5AA68}"/>
          </ac:inkMkLst>
        </pc:inkChg>
        <pc:inkChg chg="add topLvl">
          <ac:chgData name="Aggie Menezes" userId="74619c95fa3483c9" providerId="LiveId" clId="{20A26620-95D9-894E-AE55-3DE133FE37BE}" dt="2021-03-22T11:38:38.413" v="2898"/>
          <ac:inkMkLst>
            <pc:docMk/>
            <pc:sldMk cId="661312419" sldId="267"/>
            <ac:inkMk id="9" creationId="{5D4D7BA6-3845-9D44-BDB7-C8EB73B0428D}"/>
          </ac:inkMkLst>
        </pc:inkChg>
        <pc:inkChg chg="add topLvl">
          <ac:chgData name="Aggie Menezes" userId="74619c95fa3483c9" providerId="LiveId" clId="{20A26620-95D9-894E-AE55-3DE133FE37BE}" dt="2021-03-22T11:38:38.413" v="2898"/>
          <ac:inkMkLst>
            <pc:docMk/>
            <pc:sldMk cId="661312419" sldId="267"/>
            <ac:inkMk id="11" creationId="{9D902063-DB2B-0045-B372-1D208E18C419}"/>
          </ac:inkMkLst>
        </pc:inkChg>
        <pc:inkChg chg="add topLvl">
          <ac:chgData name="Aggie Menezes" userId="74619c95fa3483c9" providerId="LiveId" clId="{20A26620-95D9-894E-AE55-3DE133FE37BE}" dt="2021-03-22T11:38:58.027" v="2901"/>
          <ac:inkMkLst>
            <pc:docMk/>
            <pc:sldMk cId="661312419" sldId="267"/>
            <ac:inkMk id="13" creationId="{8C7E2A73-8D33-5441-8268-D2EAE69658EA}"/>
          </ac:inkMkLst>
        </pc:inkChg>
        <pc:inkChg chg="add topLvl">
          <ac:chgData name="Aggie Menezes" userId="74619c95fa3483c9" providerId="LiveId" clId="{20A26620-95D9-894E-AE55-3DE133FE37BE}" dt="2021-03-22T11:38:58.027" v="2901"/>
          <ac:inkMkLst>
            <pc:docMk/>
            <pc:sldMk cId="661312419" sldId="267"/>
            <ac:inkMk id="14" creationId="{7AF9C217-7811-AA43-A7AE-BC684FDEADA1}"/>
          </ac:inkMkLst>
        </pc:inkChg>
        <pc:inkChg chg="add topLvl">
          <ac:chgData name="Aggie Menezes" userId="74619c95fa3483c9" providerId="LiveId" clId="{20A26620-95D9-894E-AE55-3DE133FE37BE}" dt="2021-03-22T11:38:58.027" v="2901"/>
          <ac:inkMkLst>
            <pc:docMk/>
            <pc:sldMk cId="661312419" sldId="267"/>
            <ac:inkMk id="15" creationId="{B5456EB8-9FF5-EF4B-A1BB-760E2CD9874B}"/>
          </ac:inkMkLst>
        </pc:inkChg>
        <pc:inkChg chg="add topLvl">
          <ac:chgData name="Aggie Menezes" userId="74619c95fa3483c9" providerId="LiveId" clId="{20A26620-95D9-894E-AE55-3DE133FE37BE}" dt="2021-03-22T11:38:58.027" v="2901"/>
          <ac:inkMkLst>
            <pc:docMk/>
            <pc:sldMk cId="661312419" sldId="267"/>
            <ac:inkMk id="16" creationId="{C626216C-7C87-664C-8959-E040E82A6EE5}"/>
          </ac:inkMkLst>
        </pc:inkChg>
        <pc:inkChg chg="add topLvl">
          <ac:chgData name="Aggie Menezes" userId="74619c95fa3483c9" providerId="LiveId" clId="{20A26620-95D9-894E-AE55-3DE133FE37BE}" dt="2021-03-22T11:38:58.027" v="2901"/>
          <ac:inkMkLst>
            <pc:docMk/>
            <pc:sldMk cId="661312419" sldId="267"/>
            <ac:inkMk id="17" creationId="{82BAFC01-3314-4B40-BC53-FA7B4EE5B947}"/>
          </ac:inkMkLst>
        </pc:inkChg>
        <pc:inkChg chg="add">
          <ac:chgData name="Aggie Menezes" userId="74619c95fa3483c9" providerId="LiveId" clId="{20A26620-95D9-894E-AE55-3DE133FE37BE}" dt="2021-03-22T11:38:55.348" v="2899"/>
          <ac:inkMkLst>
            <pc:docMk/>
            <pc:sldMk cId="661312419" sldId="267"/>
            <ac:inkMk id="19" creationId="{278D71A2-08B6-404B-9931-96CFFA4259D6}"/>
          </ac:inkMkLst>
        </pc:inkChg>
        <pc:inkChg chg="add">
          <ac:chgData name="Aggie Menezes" userId="74619c95fa3483c9" providerId="LiveId" clId="{20A26620-95D9-894E-AE55-3DE133FE37BE}" dt="2021-03-22T11:38:57.114" v="2900"/>
          <ac:inkMkLst>
            <pc:docMk/>
            <pc:sldMk cId="661312419" sldId="267"/>
            <ac:inkMk id="20" creationId="{FB4DB5FB-AFDE-624E-8A30-338773F16148}"/>
          </ac:inkMkLst>
        </pc:inkChg>
        <pc:inkChg chg="add topLvl">
          <ac:chgData name="Aggie Menezes" userId="74619c95fa3483c9" providerId="LiveId" clId="{20A26620-95D9-894E-AE55-3DE133FE37BE}" dt="2021-03-22T11:39:43.796" v="2934"/>
          <ac:inkMkLst>
            <pc:docMk/>
            <pc:sldMk cId="661312419" sldId="267"/>
            <ac:inkMk id="22" creationId="{A608541B-A2CF-4C4D-8D34-DC5AF31FC9C1}"/>
          </ac:inkMkLst>
        </pc:inkChg>
        <pc:inkChg chg="add topLvl">
          <ac:chgData name="Aggie Menezes" userId="74619c95fa3483c9" providerId="LiveId" clId="{20A26620-95D9-894E-AE55-3DE133FE37BE}" dt="2021-03-22T11:39:43.796" v="2934"/>
          <ac:inkMkLst>
            <pc:docMk/>
            <pc:sldMk cId="661312419" sldId="267"/>
            <ac:inkMk id="23" creationId="{26A97080-FD85-0740-A3D4-08B86912C11B}"/>
          </ac:inkMkLst>
        </pc:inkChg>
        <pc:inkChg chg="add topLvl">
          <ac:chgData name="Aggie Menezes" userId="74619c95fa3483c9" providerId="LiveId" clId="{20A26620-95D9-894E-AE55-3DE133FE37BE}" dt="2021-03-22T11:39:43.796" v="2934"/>
          <ac:inkMkLst>
            <pc:docMk/>
            <pc:sldMk cId="661312419" sldId="267"/>
            <ac:inkMk id="24" creationId="{FA3AD3AC-2307-9C48-B825-1062E8C1E0CC}"/>
          </ac:inkMkLst>
        </pc:inkChg>
        <pc:inkChg chg="add topLvl">
          <ac:chgData name="Aggie Menezes" userId="74619c95fa3483c9" providerId="LiveId" clId="{20A26620-95D9-894E-AE55-3DE133FE37BE}" dt="2021-03-22T11:39:43.796" v="2934"/>
          <ac:inkMkLst>
            <pc:docMk/>
            <pc:sldMk cId="661312419" sldId="267"/>
            <ac:inkMk id="25" creationId="{9305AAA7-BAEF-F246-88B4-09D8B3FF12E9}"/>
          </ac:inkMkLst>
        </pc:inkChg>
        <pc:inkChg chg="add topLvl">
          <ac:chgData name="Aggie Menezes" userId="74619c95fa3483c9" providerId="LiveId" clId="{20A26620-95D9-894E-AE55-3DE133FE37BE}" dt="2021-03-22T11:39:43.796" v="2934"/>
          <ac:inkMkLst>
            <pc:docMk/>
            <pc:sldMk cId="661312419" sldId="267"/>
            <ac:inkMk id="26" creationId="{390DAC38-90CC-C745-9F00-10B2E90FAB51}"/>
          </ac:inkMkLst>
        </pc:inkChg>
        <pc:inkChg chg="add topLvl">
          <ac:chgData name="Aggie Menezes" userId="74619c95fa3483c9" providerId="LiveId" clId="{20A26620-95D9-894E-AE55-3DE133FE37BE}" dt="2021-03-22T11:39:43.796" v="2934"/>
          <ac:inkMkLst>
            <pc:docMk/>
            <pc:sldMk cId="661312419" sldId="267"/>
            <ac:inkMk id="27" creationId="{8334C095-1E28-1F4C-AD68-95B8762426EC}"/>
          </ac:inkMkLst>
        </pc:inkChg>
        <pc:inkChg chg="add topLvl">
          <ac:chgData name="Aggie Menezes" userId="74619c95fa3483c9" providerId="LiveId" clId="{20A26620-95D9-894E-AE55-3DE133FE37BE}" dt="2021-03-22T11:39:43.796" v="2934"/>
          <ac:inkMkLst>
            <pc:docMk/>
            <pc:sldMk cId="661312419" sldId="267"/>
            <ac:inkMk id="28" creationId="{B6C2D5C4-6142-104D-9F07-39CD0404FD7D}"/>
          </ac:inkMkLst>
        </pc:inkChg>
        <pc:inkChg chg="add topLvl">
          <ac:chgData name="Aggie Menezes" userId="74619c95fa3483c9" providerId="LiveId" clId="{20A26620-95D9-894E-AE55-3DE133FE37BE}" dt="2021-03-22T11:39:43.796" v="2934"/>
          <ac:inkMkLst>
            <pc:docMk/>
            <pc:sldMk cId="661312419" sldId="267"/>
            <ac:inkMk id="29" creationId="{B0002864-E024-1E43-8839-A4056B1C0A81}"/>
          </ac:inkMkLst>
        </pc:inkChg>
        <pc:inkChg chg="add topLvl">
          <ac:chgData name="Aggie Menezes" userId="74619c95fa3483c9" providerId="LiveId" clId="{20A26620-95D9-894E-AE55-3DE133FE37BE}" dt="2021-03-22T11:39:43.796" v="2934"/>
          <ac:inkMkLst>
            <pc:docMk/>
            <pc:sldMk cId="661312419" sldId="267"/>
            <ac:inkMk id="30" creationId="{88935318-5AC7-F246-A05E-533F08D59BA0}"/>
          </ac:inkMkLst>
        </pc:inkChg>
        <pc:inkChg chg="add topLvl">
          <ac:chgData name="Aggie Menezes" userId="74619c95fa3483c9" providerId="LiveId" clId="{20A26620-95D9-894E-AE55-3DE133FE37BE}" dt="2021-03-22T11:39:43.796" v="2934"/>
          <ac:inkMkLst>
            <pc:docMk/>
            <pc:sldMk cId="661312419" sldId="267"/>
            <ac:inkMk id="31" creationId="{C1555201-A27A-044A-B01C-A728A72E407F}"/>
          </ac:inkMkLst>
        </pc:inkChg>
        <pc:inkChg chg="add topLvl">
          <ac:chgData name="Aggie Menezes" userId="74619c95fa3483c9" providerId="LiveId" clId="{20A26620-95D9-894E-AE55-3DE133FE37BE}" dt="2021-03-22T11:39:43.796" v="2934"/>
          <ac:inkMkLst>
            <pc:docMk/>
            <pc:sldMk cId="661312419" sldId="267"/>
            <ac:inkMk id="32" creationId="{1D735BD4-F4D7-1446-B956-C39F59275FED}"/>
          </ac:inkMkLst>
        </pc:inkChg>
        <pc:inkChg chg="add topLvl">
          <ac:chgData name="Aggie Menezes" userId="74619c95fa3483c9" providerId="LiveId" clId="{20A26620-95D9-894E-AE55-3DE133FE37BE}" dt="2021-03-22T11:39:43.796" v="2934"/>
          <ac:inkMkLst>
            <pc:docMk/>
            <pc:sldMk cId="661312419" sldId="267"/>
            <ac:inkMk id="33" creationId="{C53A667F-E413-0746-A590-2C5CA3CF5B57}"/>
          </ac:inkMkLst>
        </pc:inkChg>
        <pc:inkChg chg="add topLvl">
          <ac:chgData name="Aggie Menezes" userId="74619c95fa3483c9" providerId="LiveId" clId="{20A26620-95D9-894E-AE55-3DE133FE37BE}" dt="2021-03-22T11:39:43.796" v="2934"/>
          <ac:inkMkLst>
            <pc:docMk/>
            <pc:sldMk cId="661312419" sldId="267"/>
            <ac:inkMk id="34" creationId="{AA7E3652-E880-A14F-982A-41EBD0350494}"/>
          </ac:inkMkLst>
        </pc:inkChg>
        <pc:inkChg chg="add topLvl">
          <ac:chgData name="Aggie Menezes" userId="74619c95fa3483c9" providerId="LiveId" clId="{20A26620-95D9-894E-AE55-3DE133FE37BE}" dt="2021-03-22T11:39:43.796" v="2934"/>
          <ac:inkMkLst>
            <pc:docMk/>
            <pc:sldMk cId="661312419" sldId="267"/>
            <ac:inkMk id="36" creationId="{2ADACE63-A1CC-DF48-9438-73D87A311C5F}"/>
          </ac:inkMkLst>
        </pc:inkChg>
        <pc:inkChg chg="add topLvl">
          <ac:chgData name="Aggie Menezes" userId="74619c95fa3483c9" providerId="LiveId" clId="{20A26620-95D9-894E-AE55-3DE133FE37BE}" dt="2021-03-22T11:39:43.796" v="2934"/>
          <ac:inkMkLst>
            <pc:docMk/>
            <pc:sldMk cId="661312419" sldId="267"/>
            <ac:inkMk id="37" creationId="{04CCBA70-D36F-8445-979E-05C3D9554C38}"/>
          </ac:inkMkLst>
        </pc:inkChg>
        <pc:inkChg chg="add topLvl">
          <ac:chgData name="Aggie Menezes" userId="74619c95fa3483c9" providerId="LiveId" clId="{20A26620-95D9-894E-AE55-3DE133FE37BE}" dt="2021-03-22T11:39:43.796" v="2934"/>
          <ac:inkMkLst>
            <pc:docMk/>
            <pc:sldMk cId="661312419" sldId="267"/>
            <ac:inkMk id="39" creationId="{1B66A625-37E6-5143-B89B-3B3E2EE0F450}"/>
          </ac:inkMkLst>
        </pc:inkChg>
        <pc:inkChg chg="add topLvl">
          <ac:chgData name="Aggie Menezes" userId="74619c95fa3483c9" providerId="LiveId" clId="{20A26620-95D9-894E-AE55-3DE133FE37BE}" dt="2021-03-22T11:39:43.796" v="2934"/>
          <ac:inkMkLst>
            <pc:docMk/>
            <pc:sldMk cId="661312419" sldId="267"/>
            <ac:inkMk id="40" creationId="{FA8A141B-BA76-2C41-84AB-2D7C4F5DB5E3}"/>
          </ac:inkMkLst>
        </pc:inkChg>
        <pc:inkChg chg="add topLvl">
          <ac:chgData name="Aggie Menezes" userId="74619c95fa3483c9" providerId="LiveId" clId="{20A26620-95D9-894E-AE55-3DE133FE37BE}" dt="2021-03-22T11:39:43.796" v="2934"/>
          <ac:inkMkLst>
            <pc:docMk/>
            <pc:sldMk cId="661312419" sldId="267"/>
            <ac:inkMk id="42" creationId="{F5CFF388-EC81-634B-97D0-718B83B7C647}"/>
          </ac:inkMkLst>
        </pc:inkChg>
        <pc:inkChg chg="add topLvl">
          <ac:chgData name="Aggie Menezes" userId="74619c95fa3483c9" providerId="LiveId" clId="{20A26620-95D9-894E-AE55-3DE133FE37BE}" dt="2021-03-22T11:39:43.796" v="2934"/>
          <ac:inkMkLst>
            <pc:docMk/>
            <pc:sldMk cId="661312419" sldId="267"/>
            <ac:inkMk id="43" creationId="{7CAC7A8B-35E0-9D4B-8926-4725A51E3065}"/>
          </ac:inkMkLst>
        </pc:inkChg>
        <pc:inkChg chg="add topLvl">
          <ac:chgData name="Aggie Menezes" userId="74619c95fa3483c9" providerId="LiveId" clId="{20A26620-95D9-894E-AE55-3DE133FE37BE}" dt="2021-03-22T11:39:43.796" v="2934"/>
          <ac:inkMkLst>
            <pc:docMk/>
            <pc:sldMk cId="661312419" sldId="267"/>
            <ac:inkMk id="44" creationId="{3785380A-12A6-8144-BF93-CB714B388698}"/>
          </ac:inkMkLst>
        </pc:inkChg>
        <pc:inkChg chg="add topLvl">
          <ac:chgData name="Aggie Menezes" userId="74619c95fa3483c9" providerId="LiveId" clId="{20A26620-95D9-894E-AE55-3DE133FE37BE}" dt="2021-03-22T11:39:43.796" v="2934"/>
          <ac:inkMkLst>
            <pc:docMk/>
            <pc:sldMk cId="661312419" sldId="267"/>
            <ac:inkMk id="45" creationId="{87745316-4D3A-AA4A-BD50-8FB5FC40FA47}"/>
          </ac:inkMkLst>
        </pc:inkChg>
        <pc:inkChg chg="add topLvl">
          <ac:chgData name="Aggie Menezes" userId="74619c95fa3483c9" providerId="LiveId" clId="{20A26620-95D9-894E-AE55-3DE133FE37BE}" dt="2021-03-22T11:39:43.796" v="2934"/>
          <ac:inkMkLst>
            <pc:docMk/>
            <pc:sldMk cId="661312419" sldId="267"/>
            <ac:inkMk id="46" creationId="{C54DDA1F-DCDB-0C4D-B420-93038043D0F6}"/>
          </ac:inkMkLst>
        </pc:inkChg>
        <pc:inkChg chg="add topLvl">
          <ac:chgData name="Aggie Menezes" userId="74619c95fa3483c9" providerId="LiveId" clId="{20A26620-95D9-894E-AE55-3DE133FE37BE}" dt="2021-03-22T11:39:43.796" v="2934"/>
          <ac:inkMkLst>
            <pc:docMk/>
            <pc:sldMk cId="661312419" sldId="267"/>
            <ac:inkMk id="47" creationId="{DB28A4B0-932D-EB4A-B2FF-4D8FEB94EB20}"/>
          </ac:inkMkLst>
        </pc:inkChg>
        <pc:inkChg chg="add topLvl">
          <ac:chgData name="Aggie Menezes" userId="74619c95fa3483c9" providerId="LiveId" clId="{20A26620-95D9-894E-AE55-3DE133FE37BE}" dt="2021-03-22T11:39:43.796" v="2934"/>
          <ac:inkMkLst>
            <pc:docMk/>
            <pc:sldMk cId="661312419" sldId="267"/>
            <ac:inkMk id="48" creationId="{35F231E6-8C00-ED4D-BC63-3AC561B752A6}"/>
          </ac:inkMkLst>
        </pc:inkChg>
        <pc:inkChg chg="add topLvl">
          <ac:chgData name="Aggie Menezes" userId="74619c95fa3483c9" providerId="LiveId" clId="{20A26620-95D9-894E-AE55-3DE133FE37BE}" dt="2021-03-22T11:39:43.796" v="2934"/>
          <ac:inkMkLst>
            <pc:docMk/>
            <pc:sldMk cId="661312419" sldId="267"/>
            <ac:inkMk id="49" creationId="{B10D4ABE-E405-6540-AD62-0205B580ABC0}"/>
          </ac:inkMkLst>
        </pc:inkChg>
        <pc:inkChg chg="add topLvl">
          <ac:chgData name="Aggie Menezes" userId="74619c95fa3483c9" providerId="LiveId" clId="{20A26620-95D9-894E-AE55-3DE133FE37BE}" dt="2021-03-22T11:39:43.796" v="2934"/>
          <ac:inkMkLst>
            <pc:docMk/>
            <pc:sldMk cId="661312419" sldId="267"/>
            <ac:inkMk id="50" creationId="{AE15D453-7245-9A48-9FE4-DBC3993D63D5}"/>
          </ac:inkMkLst>
        </pc:inkChg>
        <pc:inkChg chg="add">
          <ac:chgData name="Aggie Menezes" userId="74619c95fa3483c9" providerId="LiveId" clId="{20A26620-95D9-894E-AE55-3DE133FE37BE}" dt="2021-03-22T11:39:42.137" v="2932"/>
          <ac:inkMkLst>
            <pc:docMk/>
            <pc:sldMk cId="661312419" sldId="267"/>
            <ac:inkMk id="52" creationId="{7CDA308E-7D3C-F249-AA61-E731CA8FC24B}"/>
          </ac:inkMkLst>
        </pc:inkChg>
        <pc:inkChg chg="add">
          <ac:chgData name="Aggie Menezes" userId="74619c95fa3483c9" providerId="LiveId" clId="{20A26620-95D9-894E-AE55-3DE133FE37BE}" dt="2021-03-22T11:39:42.792" v="2933"/>
          <ac:inkMkLst>
            <pc:docMk/>
            <pc:sldMk cId="661312419" sldId="267"/>
            <ac:inkMk id="53" creationId="{1AB20544-FF8C-D84F-9CEB-AE63F6B78AC4}"/>
          </ac:inkMkLst>
        </pc:inkChg>
        <pc:inkChg chg="add topLvl">
          <ac:chgData name="Aggie Menezes" userId="74619c95fa3483c9" providerId="LiveId" clId="{20A26620-95D9-894E-AE55-3DE133FE37BE}" dt="2021-03-22T11:40:12.461" v="2942"/>
          <ac:inkMkLst>
            <pc:docMk/>
            <pc:sldMk cId="661312419" sldId="267"/>
            <ac:inkMk id="55" creationId="{52959CEF-2AF3-CF47-81FF-6BC8D0966E58}"/>
          </ac:inkMkLst>
        </pc:inkChg>
        <pc:inkChg chg="add topLvl">
          <ac:chgData name="Aggie Menezes" userId="74619c95fa3483c9" providerId="LiveId" clId="{20A26620-95D9-894E-AE55-3DE133FE37BE}" dt="2021-03-22T11:40:12.461" v="2942"/>
          <ac:inkMkLst>
            <pc:docMk/>
            <pc:sldMk cId="661312419" sldId="267"/>
            <ac:inkMk id="56" creationId="{22559010-F5E5-D04C-A991-8C2B53D54883}"/>
          </ac:inkMkLst>
        </pc:inkChg>
        <pc:inkChg chg="add topLvl">
          <ac:chgData name="Aggie Menezes" userId="74619c95fa3483c9" providerId="LiveId" clId="{20A26620-95D9-894E-AE55-3DE133FE37BE}" dt="2021-03-22T11:40:12.461" v="2942"/>
          <ac:inkMkLst>
            <pc:docMk/>
            <pc:sldMk cId="661312419" sldId="267"/>
            <ac:inkMk id="58" creationId="{B8F2B7B9-8A08-0C48-94E5-57051D3F9479}"/>
          </ac:inkMkLst>
        </pc:inkChg>
        <pc:inkChg chg="add">
          <ac:chgData name="Aggie Menezes" userId="74619c95fa3483c9" providerId="LiveId" clId="{20A26620-95D9-894E-AE55-3DE133FE37BE}" dt="2021-03-22T11:40:10.312" v="2940"/>
          <ac:inkMkLst>
            <pc:docMk/>
            <pc:sldMk cId="661312419" sldId="267"/>
            <ac:inkMk id="60" creationId="{F43F0F23-44A9-164A-ABA7-014A688F81CB}"/>
          </ac:inkMkLst>
        </pc:inkChg>
        <pc:inkChg chg="add">
          <ac:chgData name="Aggie Menezes" userId="74619c95fa3483c9" providerId="LiveId" clId="{20A26620-95D9-894E-AE55-3DE133FE37BE}" dt="2021-03-22T11:40:11.416" v="2941"/>
          <ac:inkMkLst>
            <pc:docMk/>
            <pc:sldMk cId="661312419" sldId="267"/>
            <ac:inkMk id="61" creationId="{56C70A96-F1F4-E441-9471-752694A8E49C}"/>
          </ac:inkMkLst>
        </pc:inkChg>
      </pc:sldChg>
      <pc:sldChg chg="addSp delSp modSp">
        <pc:chgData name="Aggie Menezes" userId="74619c95fa3483c9" providerId="LiveId" clId="{20A26620-95D9-894E-AE55-3DE133FE37BE}" dt="2021-03-22T10:31:21.711" v="2512" actId="688"/>
        <pc:sldMkLst>
          <pc:docMk/>
          <pc:sldMk cId="1726260024" sldId="268"/>
        </pc:sldMkLst>
        <pc:spChg chg="mod">
          <ac:chgData name="Aggie Menezes" userId="74619c95fa3483c9" providerId="LiveId" clId="{20A26620-95D9-894E-AE55-3DE133FE37BE}" dt="2021-03-22T10:31:21.711" v="2512" actId="688"/>
          <ac:spMkLst>
            <pc:docMk/>
            <pc:sldMk cId="1726260024" sldId="268"/>
            <ac:spMk id="175" creationId="{00000000-0000-0000-0000-000000000000}"/>
          </ac:spMkLst>
        </pc:spChg>
        <pc:grpChg chg="add del">
          <ac:chgData name="Aggie Menezes" userId="74619c95fa3483c9" providerId="LiveId" clId="{20A26620-95D9-894E-AE55-3DE133FE37BE}" dt="2021-03-06T03:39:56.737" v="1220"/>
          <ac:grpSpMkLst>
            <pc:docMk/>
            <pc:sldMk cId="1726260024" sldId="268"/>
            <ac:grpSpMk id="9" creationId="{720A2ED4-29D8-CB44-A1FF-A0F52B60762D}"/>
          </ac:grpSpMkLst>
        </pc:grpChg>
        <pc:grpChg chg="add del">
          <ac:chgData name="Aggie Menezes" userId="74619c95fa3483c9" providerId="LiveId" clId="{20A26620-95D9-894E-AE55-3DE133FE37BE}" dt="2021-03-06T03:39:56.737" v="1220"/>
          <ac:grpSpMkLst>
            <pc:docMk/>
            <pc:sldMk cId="1726260024" sldId="268"/>
            <ac:grpSpMk id="14" creationId="{4385FA07-02FF-7C4C-B147-B704DB543768}"/>
          </ac:grpSpMkLst>
        </pc:grpChg>
        <pc:grpChg chg="add del">
          <ac:chgData name="Aggie Menezes" userId="74619c95fa3483c9" providerId="LiveId" clId="{20A26620-95D9-894E-AE55-3DE133FE37BE}" dt="2021-03-09T02:47:20.675" v="1515"/>
          <ac:grpSpMkLst>
            <pc:docMk/>
            <pc:sldMk cId="1726260024" sldId="268"/>
            <ac:grpSpMk id="14" creationId="{F07EC076-17D2-5148-8517-EB0B255776C1}"/>
          </ac:grpSpMkLst>
        </pc:grpChg>
        <pc:grpChg chg="add del">
          <ac:chgData name="Aggie Menezes" userId="74619c95fa3483c9" providerId="LiveId" clId="{20A26620-95D9-894E-AE55-3DE133FE37BE}" dt="2021-03-06T03:40:20.443" v="1234"/>
          <ac:grpSpMkLst>
            <pc:docMk/>
            <pc:sldMk cId="1726260024" sldId="268"/>
            <ac:grpSpMk id="17" creationId="{8952B1E1-78B3-5946-B331-1174CCDDE662}"/>
          </ac:grpSpMkLst>
        </pc:grpChg>
        <pc:grpChg chg="add del">
          <ac:chgData name="Aggie Menezes" userId="74619c95fa3483c9" providerId="LiveId" clId="{20A26620-95D9-894E-AE55-3DE133FE37BE}" dt="2021-03-06T03:40:20.443" v="1234"/>
          <ac:grpSpMkLst>
            <pc:docMk/>
            <pc:sldMk cId="1726260024" sldId="268"/>
            <ac:grpSpMk id="18" creationId="{CA7CD837-8D34-D346-9318-6CC80040312A}"/>
          </ac:grpSpMkLst>
        </pc:grpChg>
        <pc:grpChg chg="add del">
          <ac:chgData name="Aggie Menezes" userId="74619c95fa3483c9" providerId="LiveId" clId="{20A26620-95D9-894E-AE55-3DE133FE37BE}" dt="2021-03-06T03:40:15.501" v="1232"/>
          <ac:grpSpMkLst>
            <pc:docMk/>
            <pc:sldMk cId="1726260024" sldId="268"/>
            <ac:grpSpMk id="21" creationId="{FA14A514-85E1-DA4B-A62C-9DDAA7586BFD}"/>
          </ac:grpSpMkLst>
        </pc:grpChg>
        <pc:grpChg chg="add">
          <ac:chgData name="Aggie Menezes" userId="74619c95fa3483c9" providerId="LiveId" clId="{20A26620-95D9-894E-AE55-3DE133FE37BE}" dt="2021-03-09T02:47:20.675" v="1515"/>
          <ac:grpSpMkLst>
            <pc:docMk/>
            <pc:sldMk cId="1726260024" sldId="268"/>
            <ac:grpSpMk id="22" creationId="{DF45EB13-639C-2640-9C66-EACE033F59DB}"/>
          </ac:grpSpMkLst>
        </pc:grpChg>
        <pc:grpChg chg="add del">
          <ac:chgData name="Aggie Menezes" userId="74619c95fa3483c9" providerId="LiveId" clId="{20A26620-95D9-894E-AE55-3DE133FE37BE}" dt="2021-03-06T03:40:15.501" v="1232"/>
          <ac:grpSpMkLst>
            <pc:docMk/>
            <pc:sldMk cId="1726260024" sldId="268"/>
            <ac:grpSpMk id="24" creationId="{4773376F-4018-6E45-B3A7-6904AC134405}"/>
          </ac:grpSpMkLst>
        </pc:grpChg>
        <pc:grpChg chg="add del">
          <ac:chgData name="Aggie Menezes" userId="74619c95fa3483c9" providerId="LiveId" clId="{20A26620-95D9-894E-AE55-3DE133FE37BE}" dt="2021-03-06T03:40:15.501" v="1232"/>
          <ac:grpSpMkLst>
            <pc:docMk/>
            <pc:sldMk cId="1726260024" sldId="268"/>
            <ac:grpSpMk id="27" creationId="{7E48C178-E779-7B4A-A235-A2BF724F2025}"/>
          </ac:grpSpMkLst>
        </pc:grpChg>
        <pc:grpChg chg="add del">
          <ac:chgData name="Aggie Menezes" userId="74619c95fa3483c9" providerId="LiveId" clId="{20A26620-95D9-894E-AE55-3DE133FE37BE}" dt="2021-03-06T03:40:20.443" v="1234"/>
          <ac:grpSpMkLst>
            <pc:docMk/>
            <pc:sldMk cId="1726260024" sldId="268"/>
            <ac:grpSpMk id="30" creationId="{9A4049E4-17D4-5748-8B1F-51BE2E3B16F5}"/>
          </ac:grpSpMkLst>
        </pc:grpChg>
        <pc:grpChg chg="add del">
          <ac:chgData name="Aggie Menezes" userId="74619c95fa3483c9" providerId="LiveId" clId="{20A26620-95D9-894E-AE55-3DE133FE37BE}" dt="2021-03-06T03:40:25.035" v="1239"/>
          <ac:grpSpMkLst>
            <pc:docMk/>
            <pc:sldMk cId="1726260024" sldId="268"/>
            <ac:grpSpMk id="32" creationId="{C6C17DA4-CF73-6745-B27C-17D257146CD5}"/>
          </ac:grpSpMkLst>
        </pc:grpChg>
        <pc:grpChg chg="add">
          <ac:chgData name="Aggie Menezes" userId="74619c95fa3483c9" providerId="LiveId" clId="{20A26620-95D9-894E-AE55-3DE133FE37BE}" dt="2021-03-09T02:47:24.558" v="1526"/>
          <ac:grpSpMkLst>
            <pc:docMk/>
            <pc:sldMk cId="1726260024" sldId="268"/>
            <ac:grpSpMk id="33" creationId="{5DD53810-8CAB-6C4D-BAC4-B88D2D256D5C}"/>
          </ac:grpSpMkLst>
        </pc:grpChg>
        <pc:grpChg chg="add del">
          <ac:chgData name="Aggie Menezes" userId="74619c95fa3483c9" providerId="LiveId" clId="{20A26620-95D9-894E-AE55-3DE133FE37BE}" dt="2021-03-06T03:41:40.351" v="1306"/>
          <ac:grpSpMkLst>
            <pc:docMk/>
            <pc:sldMk cId="1726260024" sldId="268"/>
            <ac:grpSpMk id="37" creationId="{49F2DE62-69EF-864E-9E8F-1D956DBFBEBE}"/>
          </ac:grpSpMkLst>
        </pc:grpChg>
        <pc:grpChg chg="add del">
          <ac:chgData name="Aggie Menezes" userId="74619c95fa3483c9" providerId="LiveId" clId="{20A26620-95D9-894E-AE55-3DE133FE37BE}" dt="2021-03-06T03:41:40.284" v="1281"/>
          <ac:grpSpMkLst>
            <pc:docMk/>
            <pc:sldMk cId="1726260024" sldId="268"/>
            <ac:grpSpMk id="40" creationId="{7D1C5499-7165-A949-9241-CF581F2076EB}"/>
          </ac:grpSpMkLst>
        </pc:grpChg>
        <pc:grpChg chg="add del">
          <ac:chgData name="Aggie Menezes" userId="74619c95fa3483c9" providerId="LiveId" clId="{20A26620-95D9-894E-AE55-3DE133FE37BE}" dt="2021-03-06T03:41:40.317" v="1292"/>
          <ac:grpSpMkLst>
            <pc:docMk/>
            <pc:sldMk cId="1726260024" sldId="268"/>
            <ac:grpSpMk id="43" creationId="{954B1F48-B720-504E-9FFA-99EF716813E9}"/>
          </ac:grpSpMkLst>
        </pc:grpChg>
        <pc:grpChg chg="add del">
          <ac:chgData name="Aggie Menezes" userId="74619c95fa3483c9" providerId="LiveId" clId="{20A26620-95D9-894E-AE55-3DE133FE37BE}" dt="2021-03-06T03:41:48.911" v="1323"/>
          <ac:grpSpMkLst>
            <pc:docMk/>
            <pc:sldMk cId="1726260024" sldId="268"/>
            <ac:grpSpMk id="47" creationId="{996A61B8-AB12-8740-A7BC-1868F60BB7E7}"/>
          </ac:grpSpMkLst>
        </pc:grpChg>
        <pc:grpChg chg="add del">
          <ac:chgData name="Aggie Menezes" userId="74619c95fa3483c9" providerId="LiveId" clId="{20A26620-95D9-894E-AE55-3DE133FE37BE}" dt="2021-03-06T03:41:04.579" v="1265"/>
          <ac:grpSpMkLst>
            <pc:docMk/>
            <pc:sldMk cId="1726260024" sldId="268"/>
            <ac:grpSpMk id="60" creationId="{A58543CE-1A5B-494A-81F2-F0799161DE15}"/>
          </ac:grpSpMkLst>
        </pc:grpChg>
        <pc:grpChg chg="add del">
          <ac:chgData name="Aggie Menezes" userId="74619c95fa3483c9" providerId="LiveId" clId="{20A26620-95D9-894E-AE55-3DE133FE37BE}" dt="2021-03-06T03:41:41.725" v="1317"/>
          <ac:grpSpMkLst>
            <pc:docMk/>
            <pc:sldMk cId="1726260024" sldId="268"/>
            <ac:grpSpMk id="63" creationId="{8628C616-DCD9-D941-90CF-5887B16B8BAA}"/>
          </ac:grpSpMkLst>
        </pc:grpChg>
        <pc:grpChg chg="add del">
          <ac:chgData name="Aggie Menezes" userId="74619c95fa3483c9" providerId="LiveId" clId="{20A26620-95D9-894E-AE55-3DE133FE37BE}" dt="2021-03-06T03:41:41.722" v="1316"/>
          <ac:grpSpMkLst>
            <pc:docMk/>
            <pc:sldMk cId="1726260024" sldId="268"/>
            <ac:grpSpMk id="71" creationId="{064BD75C-6B89-A546-A05E-9645DF4BA50E}"/>
          </ac:grpSpMkLst>
        </pc:grpChg>
        <pc:grpChg chg="add del">
          <ac:chgData name="Aggie Menezes" userId="74619c95fa3483c9" providerId="LiveId" clId="{20A26620-95D9-894E-AE55-3DE133FE37BE}" dt="2021-03-06T03:41:59.909" v="1330"/>
          <ac:grpSpMkLst>
            <pc:docMk/>
            <pc:sldMk cId="1726260024" sldId="268"/>
            <ac:grpSpMk id="74" creationId="{6C3EF814-FA8D-A34F-976A-AE643736B772}"/>
          </ac:grpSpMkLst>
        </pc:grpChg>
        <pc:grpChg chg="add del">
          <ac:chgData name="Aggie Menezes" userId="74619c95fa3483c9" providerId="LiveId" clId="{20A26620-95D9-894E-AE55-3DE133FE37BE}" dt="2021-03-06T03:44:43.587" v="1384"/>
          <ac:grpSpMkLst>
            <pc:docMk/>
            <pc:sldMk cId="1726260024" sldId="268"/>
            <ac:grpSpMk id="77" creationId="{867CEE38-5B77-6C4F-AE29-6C139D3EF8FF}"/>
          </ac:grpSpMkLst>
        </pc:grpChg>
        <pc:grpChg chg="add">
          <ac:chgData name="Aggie Menezes" userId="74619c95fa3483c9" providerId="LiveId" clId="{20A26620-95D9-894E-AE55-3DE133FE37BE}" dt="2021-03-06T03:42:17.010" v="1335"/>
          <ac:grpSpMkLst>
            <pc:docMk/>
            <pc:sldMk cId="1726260024" sldId="268"/>
            <ac:grpSpMk id="82" creationId="{F97C1E70-72E6-BE4A-AE6A-4E68E1B71D31}"/>
          </ac:grpSpMkLst>
        </pc:grpChg>
        <pc:grpChg chg="add">
          <ac:chgData name="Aggie Menezes" userId="74619c95fa3483c9" providerId="LiveId" clId="{20A26620-95D9-894E-AE55-3DE133FE37BE}" dt="2021-03-06T03:42:32.417" v="1342"/>
          <ac:grpSpMkLst>
            <pc:docMk/>
            <pc:sldMk cId="1726260024" sldId="268"/>
            <ac:grpSpMk id="89" creationId="{50D809CF-8361-1145-BE3F-C0936B74964E}"/>
          </ac:grpSpMkLst>
        </pc:grpChg>
        <pc:grpChg chg="add del">
          <ac:chgData name="Aggie Menezes" userId="74619c95fa3483c9" providerId="LiveId" clId="{20A26620-95D9-894E-AE55-3DE133FE37BE}" dt="2021-03-06T03:43:40.498" v="1356"/>
          <ac:grpSpMkLst>
            <pc:docMk/>
            <pc:sldMk cId="1726260024" sldId="268"/>
            <ac:grpSpMk id="96" creationId="{276529ED-72A2-EC4B-8212-5BF7C8494149}"/>
          </ac:grpSpMkLst>
        </pc:grpChg>
        <pc:grpChg chg="add del">
          <ac:chgData name="Aggie Menezes" userId="74619c95fa3483c9" providerId="LiveId" clId="{20A26620-95D9-894E-AE55-3DE133FE37BE}" dt="2021-03-06T03:43:41.877" v="1358"/>
          <ac:grpSpMkLst>
            <pc:docMk/>
            <pc:sldMk cId="1726260024" sldId="268"/>
            <ac:grpSpMk id="100" creationId="{D879C35E-15E8-B54E-9256-7C511ABC7EBB}"/>
          </ac:grpSpMkLst>
        </pc:grpChg>
        <pc:grpChg chg="add">
          <ac:chgData name="Aggie Menezes" userId="74619c95fa3483c9" providerId="LiveId" clId="{20A26620-95D9-894E-AE55-3DE133FE37BE}" dt="2021-03-06T03:44:10.438" v="1374"/>
          <ac:grpSpMkLst>
            <pc:docMk/>
            <pc:sldMk cId="1726260024" sldId="268"/>
            <ac:grpSpMk id="110" creationId="{EE265E0A-BDB1-CA49-A1FE-21D0134468D6}"/>
          </ac:grpSpMkLst>
        </pc:grpChg>
        <pc:grpChg chg="add">
          <ac:chgData name="Aggie Menezes" userId="74619c95fa3483c9" providerId="LiveId" clId="{20A26620-95D9-894E-AE55-3DE133FE37BE}" dt="2021-03-06T03:44:10.438" v="1374"/>
          <ac:grpSpMkLst>
            <pc:docMk/>
            <pc:sldMk cId="1726260024" sldId="268"/>
            <ac:grpSpMk id="111" creationId="{7A67FF68-830A-474C-8833-96FA3D48E053}"/>
          </ac:grpSpMkLst>
        </pc:grpChg>
        <pc:grpChg chg="add">
          <ac:chgData name="Aggie Menezes" userId="74619c95fa3483c9" providerId="LiveId" clId="{20A26620-95D9-894E-AE55-3DE133FE37BE}" dt="2021-03-06T03:44:19.088" v="1376"/>
          <ac:grpSpMkLst>
            <pc:docMk/>
            <pc:sldMk cId="1726260024" sldId="268"/>
            <ac:grpSpMk id="113" creationId="{7574CFE5-00AA-3B4A-B7B2-DCB7339935CA}"/>
          </ac:grpSpMkLst>
        </pc:grpChg>
        <pc:grpChg chg="add del">
          <ac:chgData name="Aggie Menezes" userId="74619c95fa3483c9" providerId="LiveId" clId="{20A26620-95D9-894E-AE55-3DE133FE37BE}" dt="2021-03-06T03:44:45.890" v="1392"/>
          <ac:grpSpMkLst>
            <pc:docMk/>
            <pc:sldMk cId="1726260024" sldId="268"/>
            <ac:grpSpMk id="120" creationId="{0149A2B8-9274-3045-97A4-9D37B5DEBF84}"/>
          </ac:grpSpMkLst>
        </pc:grpChg>
        <pc:grpChg chg="add del">
          <ac:chgData name="Aggie Menezes" userId="74619c95fa3483c9" providerId="LiveId" clId="{20A26620-95D9-894E-AE55-3DE133FE37BE}" dt="2021-03-06T03:44:47.766" v="1394"/>
          <ac:grpSpMkLst>
            <pc:docMk/>
            <pc:sldMk cId="1726260024" sldId="268"/>
            <ac:grpSpMk id="202" creationId="{EECEC80F-86FE-A44E-958F-4E2BFA7F329E}"/>
          </ac:grpSpMkLst>
        </pc:grpChg>
        <pc:grpChg chg="add">
          <ac:chgData name="Aggie Menezes" userId="74619c95fa3483c9" providerId="LiveId" clId="{20A26620-95D9-894E-AE55-3DE133FE37BE}" dt="2021-03-06T03:44:47.766" v="1394"/>
          <ac:grpSpMkLst>
            <pc:docMk/>
            <pc:sldMk cId="1726260024" sldId="268"/>
            <ac:grpSpMk id="204" creationId="{080304AB-70A6-2E46-AC8B-EA89C19236E7}"/>
          </ac:grpSpMkLst>
        </pc:grpChg>
        <pc:inkChg chg="add del topLvl">
          <ac:chgData name="Aggie Menezes" userId="74619c95fa3483c9" providerId="LiveId" clId="{20A26620-95D9-894E-AE55-3DE133FE37BE}" dt="2021-03-06T03:41:40.294" v="1284"/>
          <ac:inkMkLst>
            <pc:docMk/>
            <pc:sldMk cId="1726260024" sldId="268"/>
            <ac:inkMk id="4" creationId="{1D9DA0FF-2CCB-A34E-BE57-54611E7D8C9B}"/>
          </ac:inkMkLst>
        </pc:inkChg>
        <pc:inkChg chg="add del topLvl">
          <ac:chgData name="Aggie Menezes" userId="74619c95fa3483c9" providerId="LiveId" clId="{20A26620-95D9-894E-AE55-3DE133FE37BE}" dt="2021-03-06T03:41:40.281" v="1280"/>
          <ac:inkMkLst>
            <pc:docMk/>
            <pc:sldMk cId="1726260024" sldId="268"/>
            <ac:inkMk id="5" creationId="{27AEC4B7-41F5-1543-92DD-5FB55DF529C4}"/>
          </ac:inkMkLst>
        </pc:inkChg>
        <pc:inkChg chg="add">
          <ac:chgData name="Aggie Menezes" userId="74619c95fa3483c9" providerId="LiveId" clId="{20A26620-95D9-894E-AE55-3DE133FE37BE}" dt="2021-03-09T02:47:01.177" v="1498"/>
          <ac:inkMkLst>
            <pc:docMk/>
            <pc:sldMk cId="1726260024" sldId="268"/>
            <ac:inkMk id="5" creationId="{8F578D9A-538E-B24D-A919-B045B8660A2B}"/>
          </ac:inkMkLst>
        </pc:inkChg>
        <pc:inkChg chg="add topLvl">
          <ac:chgData name="Aggie Menezes" userId="74619c95fa3483c9" providerId="LiveId" clId="{20A26620-95D9-894E-AE55-3DE133FE37BE}" dt="2021-03-09T02:47:20.675" v="1515"/>
          <ac:inkMkLst>
            <pc:docMk/>
            <pc:sldMk cId="1726260024" sldId="268"/>
            <ac:inkMk id="6" creationId="{5495E319-8D61-6746-866F-27A94EC662AF}"/>
          </ac:inkMkLst>
        </pc:inkChg>
        <pc:inkChg chg="add del topLvl">
          <ac:chgData name="Aggie Menezes" userId="74619c95fa3483c9" providerId="LiveId" clId="{20A26620-95D9-894E-AE55-3DE133FE37BE}" dt="2021-03-06T03:41:40.344" v="1303"/>
          <ac:inkMkLst>
            <pc:docMk/>
            <pc:sldMk cId="1726260024" sldId="268"/>
            <ac:inkMk id="6" creationId="{64C861CE-84AC-9C4E-A8F0-9416B7808DC8}"/>
          </ac:inkMkLst>
        </pc:inkChg>
        <pc:inkChg chg="add del topLvl">
          <ac:chgData name="Aggie Menezes" userId="74619c95fa3483c9" providerId="LiveId" clId="{20A26620-95D9-894E-AE55-3DE133FE37BE}" dt="2021-03-06T03:41:40.318" v="1293"/>
          <ac:inkMkLst>
            <pc:docMk/>
            <pc:sldMk cId="1726260024" sldId="268"/>
            <ac:inkMk id="7" creationId="{3DB16821-0C6A-7241-868D-DE6621CCBC7E}"/>
          </ac:inkMkLst>
        </pc:inkChg>
        <pc:inkChg chg="add topLvl">
          <ac:chgData name="Aggie Menezes" userId="74619c95fa3483c9" providerId="LiveId" clId="{20A26620-95D9-894E-AE55-3DE133FE37BE}" dt="2021-03-09T02:47:20.675" v="1515"/>
          <ac:inkMkLst>
            <pc:docMk/>
            <pc:sldMk cId="1726260024" sldId="268"/>
            <ac:inkMk id="7" creationId="{414B6EA9-16D5-8949-9E1A-06FA21CFE475}"/>
          </ac:inkMkLst>
        </pc:inkChg>
        <pc:inkChg chg="add del topLvl">
          <ac:chgData name="Aggie Menezes" userId="74619c95fa3483c9" providerId="LiveId" clId="{20A26620-95D9-894E-AE55-3DE133FE37BE}" dt="2021-03-06T03:41:40.330" v="1297"/>
          <ac:inkMkLst>
            <pc:docMk/>
            <pc:sldMk cId="1726260024" sldId="268"/>
            <ac:inkMk id="8" creationId="{38D16385-755A-3E4F-AA81-C3CA0580894E}"/>
          </ac:inkMkLst>
        </pc:inkChg>
        <pc:inkChg chg="add topLvl">
          <ac:chgData name="Aggie Menezes" userId="74619c95fa3483c9" providerId="LiveId" clId="{20A26620-95D9-894E-AE55-3DE133FE37BE}" dt="2021-03-09T02:47:20.675" v="1515"/>
          <ac:inkMkLst>
            <pc:docMk/>
            <pc:sldMk cId="1726260024" sldId="268"/>
            <ac:inkMk id="8" creationId="{9AD03A7D-F554-404A-B071-952132ABE9DD}"/>
          </ac:inkMkLst>
        </pc:inkChg>
        <pc:inkChg chg="add topLvl">
          <ac:chgData name="Aggie Menezes" userId="74619c95fa3483c9" providerId="LiveId" clId="{20A26620-95D9-894E-AE55-3DE133FE37BE}" dt="2021-03-09T02:47:20.675" v="1515"/>
          <ac:inkMkLst>
            <pc:docMk/>
            <pc:sldMk cId="1726260024" sldId="268"/>
            <ac:inkMk id="9" creationId="{B295C535-09D5-C64B-839E-2AB328AED3DF}"/>
          </ac:inkMkLst>
        </pc:inkChg>
        <pc:inkChg chg="add del topLvl">
          <ac:chgData name="Aggie Menezes" userId="74619c95fa3483c9" providerId="LiveId" clId="{20A26620-95D9-894E-AE55-3DE133FE37BE}" dt="2021-03-06T03:41:40.292" v="1283"/>
          <ac:inkMkLst>
            <pc:docMk/>
            <pc:sldMk cId="1726260024" sldId="268"/>
            <ac:inkMk id="10" creationId="{23A45159-3C5D-9341-98C6-144A3F82061C}"/>
          </ac:inkMkLst>
        </pc:inkChg>
        <pc:inkChg chg="add topLvl">
          <ac:chgData name="Aggie Menezes" userId="74619c95fa3483c9" providerId="LiveId" clId="{20A26620-95D9-894E-AE55-3DE133FE37BE}" dt="2021-03-09T02:47:20.675" v="1515"/>
          <ac:inkMkLst>
            <pc:docMk/>
            <pc:sldMk cId="1726260024" sldId="268"/>
            <ac:inkMk id="10" creationId="{D799E230-9AF0-2049-BFA6-722F0829F8F2}"/>
          </ac:inkMkLst>
        </pc:inkChg>
        <pc:inkChg chg="add topLvl">
          <ac:chgData name="Aggie Menezes" userId="74619c95fa3483c9" providerId="LiveId" clId="{20A26620-95D9-894E-AE55-3DE133FE37BE}" dt="2021-03-09T02:47:20.675" v="1515"/>
          <ac:inkMkLst>
            <pc:docMk/>
            <pc:sldMk cId="1726260024" sldId="268"/>
            <ac:inkMk id="11" creationId="{1DA4214E-7BE2-8B4A-A5EB-FAEF1D5190DD}"/>
          </ac:inkMkLst>
        </pc:inkChg>
        <pc:inkChg chg="add del topLvl">
          <ac:chgData name="Aggie Menezes" userId="74619c95fa3483c9" providerId="LiveId" clId="{20A26620-95D9-894E-AE55-3DE133FE37BE}" dt="2021-03-06T03:41:40.337" v="1300"/>
          <ac:inkMkLst>
            <pc:docMk/>
            <pc:sldMk cId="1726260024" sldId="268"/>
            <ac:inkMk id="11" creationId="{30E75699-6720-644C-81DE-0F1E4C581556}"/>
          </ac:inkMkLst>
        </pc:inkChg>
        <pc:inkChg chg="add topLvl">
          <ac:chgData name="Aggie Menezes" userId="74619c95fa3483c9" providerId="LiveId" clId="{20A26620-95D9-894E-AE55-3DE133FE37BE}" dt="2021-03-09T02:47:20.675" v="1515"/>
          <ac:inkMkLst>
            <pc:docMk/>
            <pc:sldMk cId="1726260024" sldId="268"/>
            <ac:inkMk id="12" creationId="{8F0B0D35-CA7C-2C40-BE51-7E11119B14A8}"/>
          </ac:inkMkLst>
        </pc:inkChg>
        <pc:inkChg chg="add del topLvl">
          <ac:chgData name="Aggie Menezes" userId="74619c95fa3483c9" providerId="LiveId" clId="{20A26620-95D9-894E-AE55-3DE133FE37BE}" dt="2021-03-06T03:41:40.332" v="1298"/>
          <ac:inkMkLst>
            <pc:docMk/>
            <pc:sldMk cId="1726260024" sldId="268"/>
            <ac:inkMk id="12" creationId="{B2FDF7E1-6D2F-5146-92A7-104A737BC9F8}"/>
          </ac:inkMkLst>
        </pc:inkChg>
        <pc:inkChg chg="add topLvl">
          <ac:chgData name="Aggie Menezes" userId="74619c95fa3483c9" providerId="LiveId" clId="{20A26620-95D9-894E-AE55-3DE133FE37BE}" dt="2021-03-09T02:47:20.675" v="1515"/>
          <ac:inkMkLst>
            <pc:docMk/>
            <pc:sldMk cId="1726260024" sldId="268"/>
            <ac:inkMk id="13" creationId="{73AF04DB-3219-074B-A435-DE26A267FE80}"/>
          </ac:inkMkLst>
        </pc:inkChg>
        <pc:inkChg chg="add del topLvl">
          <ac:chgData name="Aggie Menezes" userId="74619c95fa3483c9" providerId="LiveId" clId="{20A26620-95D9-894E-AE55-3DE133FE37BE}" dt="2021-03-06T03:41:40.271" v="1276"/>
          <ac:inkMkLst>
            <pc:docMk/>
            <pc:sldMk cId="1726260024" sldId="268"/>
            <ac:inkMk id="13" creationId="{911831F5-1C84-0A47-B538-7A2CD274ECE9}"/>
          </ac:inkMkLst>
        </pc:inkChg>
        <pc:inkChg chg="add">
          <ac:chgData name="Aggie Menezes" userId="74619c95fa3483c9" providerId="LiveId" clId="{20A26620-95D9-894E-AE55-3DE133FE37BE}" dt="2021-03-09T02:47:18.436" v="1508"/>
          <ac:inkMkLst>
            <pc:docMk/>
            <pc:sldMk cId="1726260024" sldId="268"/>
            <ac:inkMk id="15" creationId="{BCE02017-4B7C-5D49-B3A2-213142E19049}"/>
          </ac:inkMkLst>
        </pc:inkChg>
        <pc:inkChg chg="add del topLvl">
          <ac:chgData name="Aggie Menezes" userId="74619c95fa3483c9" providerId="LiveId" clId="{20A26620-95D9-894E-AE55-3DE133FE37BE}" dt="2021-03-06T03:41:40.366" v="1312"/>
          <ac:inkMkLst>
            <pc:docMk/>
            <pc:sldMk cId="1726260024" sldId="268"/>
            <ac:inkMk id="15" creationId="{F0A9BBFB-9BB7-7046-BDF3-C601A7D0984F}"/>
          </ac:inkMkLst>
        </pc:inkChg>
        <pc:inkChg chg="add">
          <ac:chgData name="Aggie Menezes" userId="74619c95fa3483c9" providerId="LiveId" clId="{20A26620-95D9-894E-AE55-3DE133FE37BE}" dt="2021-03-09T02:47:18.614" v="1509"/>
          <ac:inkMkLst>
            <pc:docMk/>
            <pc:sldMk cId="1726260024" sldId="268"/>
            <ac:inkMk id="16" creationId="{D51F1546-5B32-A74B-BC1E-BA5867454664}"/>
          </ac:inkMkLst>
        </pc:inkChg>
        <pc:inkChg chg="add del topLvl">
          <ac:chgData name="Aggie Menezes" userId="74619c95fa3483c9" providerId="LiveId" clId="{20A26620-95D9-894E-AE55-3DE133FE37BE}" dt="2021-03-06T03:41:40.346" v="1304"/>
          <ac:inkMkLst>
            <pc:docMk/>
            <pc:sldMk cId="1726260024" sldId="268"/>
            <ac:inkMk id="16" creationId="{E376F7D6-A169-5848-B3A7-E515A385D393}"/>
          </ac:inkMkLst>
        </pc:inkChg>
        <pc:inkChg chg="add">
          <ac:chgData name="Aggie Menezes" userId="74619c95fa3483c9" providerId="LiveId" clId="{20A26620-95D9-894E-AE55-3DE133FE37BE}" dt="2021-03-09T02:47:18.804" v="1510"/>
          <ac:inkMkLst>
            <pc:docMk/>
            <pc:sldMk cId="1726260024" sldId="268"/>
            <ac:inkMk id="17" creationId="{09DC272E-E745-9545-B3A7-28326DDE5363}"/>
          </ac:inkMkLst>
        </pc:inkChg>
        <pc:inkChg chg="add">
          <ac:chgData name="Aggie Menezes" userId="74619c95fa3483c9" providerId="LiveId" clId="{20A26620-95D9-894E-AE55-3DE133FE37BE}" dt="2021-03-09T02:47:18.968" v="1511"/>
          <ac:inkMkLst>
            <pc:docMk/>
            <pc:sldMk cId="1726260024" sldId="268"/>
            <ac:inkMk id="18" creationId="{0F2B09F1-65B2-B143-93BF-C83F1E3BE1AC}"/>
          </ac:inkMkLst>
        </pc:inkChg>
        <pc:inkChg chg="add del topLvl">
          <ac:chgData name="Aggie Menezes" userId="74619c95fa3483c9" providerId="LiveId" clId="{20A26620-95D9-894E-AE55-3DE133FE37BE}" dt="2021-03-06T03:41:40.277" v="1278"/>
          <ac:inkMkLst>
            <pc:docMk/>
            <pc:sldMk cId="1726260024" sldId="268"/>
            <ac:inkMk id="19" creationId="{1B25B484-D73A-2941-8805-0405F489BB6B}"/>
          </ac:inkMkLst>
        </pc:inkChg>
        <pc:inkChg chg="add">
          <ac:chgData name="Aggie Menezes" userId="74619c95fa3483c9" providerId="LiveId" clId="{20A26620-95D9-894E-AE55-3DE133FE37BE}" dt="2021-03-09T02:47:19.133" v="1512"/>
          <ac:inkMkLst>
            <pc:docMk/>
            <pc:sldMk cId="1726260024" sldId="268"/>
            <ac:inkMk id="19" creationId="{E70E60F4-3253-8643-A9C4-CDCA1BC19EB7}"/>
          </ac:inkMkLst>
        </pc:inkChg>
        <pc:inkChg chg="add del topLvl">
          <ac:chgData name="Aggie Menezes" userId="74619c95fa3483c9" providerId="LiveId" clId="{20A26620-95D9-894E-AE55-3DE133FE37BE}" dt="2021-03-06T03:41:40.290" v="1282"/>
          <ac:inkMkLst>
            <pc:docMk/>
            <pc:sldMk cId="1726260024" sldId="268"/>
            <ac:inkMk id="20" creationId="{E1CF4B9D-7BAE-FE4D-8F2B-20C3A33949A3}"/>
          </ac:inkMkLst>
        </pc:inkChg>
        <pc:inkChg chg="add">
          <ac:chgData name="Aggie Menezes" userId="74619c95fa3483c9" providerId="LiveId" clId="{20A26620-95D9-894E-AE55-3DE133FE37BE}" dt="2021-03-09T02:47:19.536" v="1513"/>
          <ac:inkMkLst>
            <pc:docMk/>
            <pc:sldMk cId="1726260024" sldId="268"/>
            <ac:inkMk id="20" creationId="{E55BC3B3-B062-AC4B-9EAE-FC0C98B384ED}"/>
          </ac:inkMkLst>
        </pc:inkChg>
        <pc:inkChg chg="add">
          <ac:chgData name="Aggie Menezes" userId="74619c95fa3483c9" providerId="LiveId" clId="{20A26620-95D9-894E-AE55-3DE133FE37BE}" dt="2021-03-09T02:47:19.669" v="1514"/>
          <ac:inkMkLst>
            <pc:docMk/>
            <pc:sldMk cId="1726260024" sldId="268"/>
            <ac:inkMk id="21" creationId="{2EA14728-5134-8946-B82C-719B0EC50721}"/>
          </ac:inkMkLst>
        </pc:inkChg>
        <pc:inkChg chg="add del topLvl">
          <ac:chgData name="Aggie Menezes" userId="74619c95fa3483c9" providerId="LiveId" clId="{20A26620-95D9-894E-AE55-3DE133FE37BE}" dt="2021-03-06T03:41:40.308" v="1289"/>
          <ac:inkMkLst>
            <pc:docMk/>
            <pc:sldMk cId="1726260024" sldId="268"/>
            <ac:inkMk id="22" creationId="{57F9B9D6-C704-1B47-B7CB-41C92E9547C4}"/>
          </ac:inkMkLst>
        </pc:inkChg>
        <pc:inkChg chg="add">
          <ac:chgData name="Aggie Menezes" userId="74619c95fa3483c9" providerId="LiveId" clId="{20A26620-95D9-894E-AE55-3DE133FE37BE}" dt="2021-03-09T02:47:21.856" v="1516"/>
          <ac:inkMkLst>
            <pc:docMk/>
            <pc:sldMk cId="1726260024" sldId="268"/>
            <ac:inkMk id="23" creationId="{0D0BE98E-4AEF-F940-8DB4-3B1E57C8FDD7}"/>
          </ac:inkMkLst>
        </pc:inkChg>
        <pc:inkChg chg="add del topLvl">
          <ac:chgData name="Aggie Menezes" userId="74619c95fa3483c9" providerId="LiveId" clId="{20A26620-95D9-894E-AE55-3DE133FE37BE}" dt="2021-03-06T03:41:40.343" v="1302"/>
          <ac:inkMkLst>
            <pc:docMk/>
            <pc:sldMk cId="1726260024" sldId="268"/>
            <ac:inkMk id="23" creationId="{87F50D16-DFF4-F540-8702-32C833B909AD}"/>
          </ac:inkMkLst>
        </pc:inkChg>
        <pc:inkChg chg="add">
          <ac:chgData name="Aggie Menezes" userId="74619c95fa3483c9" providerId="LiveId" clId="{20A26620-95D9-894E-AE55-3DE133FE37BE}" dt="2021-03-09T02:47:22.204" v="1517"/>
          <ac:inkMkLst>
            <pc:docMk/>
            <pc:sldMk cId="1726260024" sldId="268"/>
            <ac:inkMk id="24" creationId="{0B3CEE28-C8F7-7541-9A2F-4508E56693CD}"/>
          </ac:inkMkLst>
        </pc:inkChg>
        <pc:inkChg chg="add">
          <ac:chgData name="Aggie Menezes" userId="74619c95fa3483c9" providerId="LiveId" clId="{20A26620-95D9-894E-AE55-3DE133FE37BE}" dt="2021-03-09T02:47:22.392" v="1518"/>
          <ac:inkMkLst>
            <pc:docMk/>
            <pc:sldMk cId="1726260024" sldId="268"/>
            <ac:inkMk id="25" creationId="{7328712D-544B-1347-AA47-759552E2141C}"/>
          </ac:inkMkLst>
        </pc:inkChg>
        <pc:inkChg chg="add del topLvl">
          <ac:chgData name="Aggie Menezes" userId="74619c95fa3483c9" providerId="LiveId" clId="{20A26620-95D9-894E-AE55-3DE133FE37BE}" dt="2021-03-06T03:41:40.279" v="1279"/>
          <ac:inkMkLst>
            <pc:docMk/>
            <pc:sldMk cId="1726260024" sldId="268"/>
            <ac:inkMk id="25" creationId="{8902A1E9-1D72-644E-A9BF-55B30489F2F6}"/>
          </ac:inkMkLst>
        </pc:inkChg>
        <pc:inkChg chg="add">
          <ac:chgData name="Aggie Menezes" userId="74619c95fa3483c9" providerId="LiveId" clId="{20A26620-95D9-894E-AE55-3DE133FE37BE}" dt="2021-03-09T02:47:22.572" v="1519"/>
          <ac:inkMkLst>
            <pc:docMk/>
            <pc:sldMk cId="1726260024" sldId="268"/>
            <ac:inkMk id="26" creationId="{442B9E6B-2B16-6E4C-9B9D-F9067B217EEB}"/>
          </ac:inkMkLst>
        </pc:inkChg>
        <pc:inkChg chg="add del topLvl">
          <ac:chgData name="Aggie Menezes" userId="74619c95fa3483c9" providerId="LiveId" clId="{20A26620-95D9-894E-AE55-3DE133FE37BE}" dt="2021-03-06T03:41:40.351" v="1306"/>
          <ac:inkMkLst>
            <pc:docMk/>
            <pc:sldMk cId="1726260024" sldId="268"/>
            <ac:inkMk id="26" creationId="{EA803C7F-07A9-9641-B1CA-75E7D8031D51}"/>
          </ac:inkMkLst>
        </pc:inkChg>
        <pc:inkChg chg="add">
          <ac:chgData name="Aggie Menezes" userId="74619c95fa3483c9" providerId="LiveId" clId="{20A26620-95D9-894E-AE55-3DE133FE37BE}" dt="2021-03-09T02:47:22.747" v="1520"/>
          <ac:inkMkLst>
            <pc:docMk/>
            <pc:sldMk cId="1726260024" sldId="268"/>
            <ac:inkMk id="27" creationId="{8A51A464-0138-104E-B64B-31CB146A3558}"/>
          </ac:inkMkLst>
        </pc:inkChg>
        <pc:inkChg chg="add del topLvl">
          <ac:chgData name="Aggie Menezes" userId="74619c95fa3483c9" providerId="LiveId" clId="{20A26620-95D9-894E-AE55-3DE133FE37BE}" dt="2021-03-06T03:41:40.270" v="1275"/>
          <ac:inkMkLst>
            <pc:docMk/>
            <pc:sldMk cId="1726260024" sldId="268"/>
            <ac:inkMk id="28" creationId="{077B1770-F29C-8648-B0B0-016E5BAD51C5}"/>
          </ac:inkMkLst>
        </pc:inkChg>
        <pc:inkChg chg="add">
          <ac:chgData name="Aggie Menezes" userId="74619c95fa3483c9" providerId="LiveId" clId="{20A26620-95D9-894E-AE55-3DE133FE37BE}" dt="2021-03-09T02:47:22.897" v="1521"/>
          <ac:inkMkLst>
            <pc:docMk/>
            <pc:sldMk cId="1726260024" sldId="268"/>
            <ac:inkMk id="28" creationId="{5945B5E4-4905-8F4A-82A6-00CE8BC25163}"/>
          </ac:inkMkLst>
        </pc:inkChg>
        <pc:inkChg chg="add del topLvl">
          <ac:chgData name="Aggie Menezes" userId="74619c95fa3483c9" providerId="LiveId" clId="{20A26620-95D9-894E-AE55-3DE133FE37BE}" dt="2021-03-06T03:41:40.314" v="1291"/>
          <ac:inkMkLst>
            <pc:docMk/>
            <pc:sldMk cId="1726260024" sldId="268"/>
            <ac:inkMk id="29" creationId="{4371FEB2-A1D7-8746-B4C0-BBB36EE22F1F}"/>
          </ac:inkMkLst>
        </pc:inkChg>
        <pc:inkChg chg="add">
          <ac:chgData name="Aggie Menezes" userId="74619c95fa3483c9" providerId="LiveId" clId="{20A26620-95D9-894E-AE55-3DE133FE37BE}" dt="2021-03-09T02:47:23.064" v="1522"/>
          <ac:inkMkLst>
            <pc:docMk/>
            <pc:sldMk cId="1726260024" sldId="268"/>
            <ac:inkMk id="29" creationId="{FC19375B-4B4C-8243-9AF4-9789C216FA83}"/>
          </ac:inkMkLst>
        </pc:inkChg>
        <pc:inkChg chg="add">
          <ac:chgData name="Aggie Menezes" userId="74619c95fa3483c9" providerId="LiveId" clId="{20A26620-95D9-894E-AE55-3DE133FE37BE}" dt="2021-03-09T02:47:23.226" v="1523"/>
          <ac:inkMkLst>
            <pc:docMk/>
            <pc:sldMk cId="1726260024" sldId="268"/>
            <ac:inkMk id="30" creationId="{E3E3352B-2D36-E143-B11E-3F493704E25C}"/>
          </ac:inkMkLst>
        </pc:inkChg>
        <pc:inkChg chg="add del topLvl">
          <ac:chgData name="Aggie Menezes" userId="74619c95fa3483c9" providerId="LiveId" clId="{20A26620-95D9-894E-AE55-3DE133FE37BE}" dt="2021-03-06T03:41:40.301" v="1286"/>
          <ac:inkMkLst>
            <pc:docMk/>
            <pc:sldMk cId="1726260024" sldId="268"/>
            <ac:inkMk id="31" creationId="{620CD32A-E14A-2547-ADCA-8DBC58A2FAF9}"/>
          </ac:inkMkLst>
        </pc:inkChg>
        <pc:inkChg chg="add">
          <ac:chgData name="Aggie Menezes" userId="74619c95fa3483c9" providerId="LiveId" clId="{20A26620-95D9-894E-AE55-3DE133FE37BE}" dt="2021-03-09T02:47:23.396" v="1524"/>
          <ac:inkMkLst>
            <pc:docMk/>
            <pc:sldMk cId="1726260024" sldId="268"/>
            <ac:inkMk id="31" creationId="{7CFB99B5-0439-E84B-8C2B-5D23D896498D}"/>
          </ac:inkMkLst>
        </pc:inkChg>
        <pc:inkChg chg="add">
          <ac:chgData name="Aggie Menezes" userId="74619c95fa3483c9" providerId="LiveId" clId="{20A26620-95D9-894E-AE55-3DE133FE37BE}" dt="2021-03-09T02:47:23.597" v="1525"/>
          <ac:inkMkLst>
            <pc:docMk/>
            <pc:sldMk cId="1726260024" sldId="268"/>
            <ac:inkMk id="32" creationId="{C6699F36-5692-A447-A580-B45185538AB8}"/>
          </ac:inkMkLst>
        </pc:inkChg>
        <pc:inkChg chg="add del">
          <ac:chgData name="Aggie Menezes" userId="74619c95fa3483c9" providerId="LiveId" clId="{20A26620-95D9-894E-AE55-3DE133FE37BE}" dt="2021-03-06T03:41:40.354" v="1307"/>
          <ac:inkMkLst>
            <pc:docMk/>
            <pc:sldMk cId="1726260024" sldId="268"/>
            <ac:inkMk id="33" creationId="{BBE46B3F-87F6-D249-9327-D6C425C1B574}"/>
          </ac:inkMkLst>
        </pc:inkChg>
        <pc:inkChg chg="add del topLvl">
          <ac:chgData name="Aggie Menezes" userId="74619c95fa3483c9" providerId="LiveId" clId="{20A26620-95D9-894E-AE55-3DE133FE37BE}" dt="2021-03-06T03:41:40.356" v="1308"/>
          <ac:inkMkLst>
            <pc:docMk/>
            <pc:sldMk cId="1726260024" sldId="268"/>
            <ac:inkMk id="34" creationId="{AF604CEC-49ED-D54E-B9B0-AE7B51F90347}"/>
          </ac:inkMkLst>
        </pc:inkChg>
        <pc:inkChg chg="add">
          <ac:chgData name="Aggie Menezes" userId="74619c95fa3483c9" providerId="LiveId" clId="{20A26620-95D9-894E-AE55-3DE133FE37BE}" dt="2021-03-09T02:47:25.921" v="1527"/>
          <ac:inkMkLst>
            <pc:docMk/>
            <pc:sldMk cId="1726260024" sldId="268"/>
            <ac:inkMk id="34" creationId="{CCD8F4CB-0E65-B044-A260-72C9644506A6}"/>
          </ac:inkMkLst>
        </pc:inkChg>
        <pc:inkChg chg="add del">
          <ac:chgData name="Aggie Menezes" userId="74619c95fa3483c9" providerId="LiveId" clId="{20A26620-95D9-894E-AE55-3DE133FE37BE}" dt="2021-03-06T03:41:40.268" v="1274"/>
          <ac:inkMkLst>
            <pc:docMk/>
            <pc:sldMk cId="1726260024" sldId="268"/>
            <ac:inkMk id="35" creationId="{3A4FFAE6-2B6E-0B46-B07A-B83763F67EC8}"/>
          </ac:inkMkLst>
        </pc:inkChg>
        <pc:inkChg chg="add">
          <ac:chgData name="Aggie Menezes" userId="74619c95fa3483c9" providerId="LiveId" clId="{20A26620-95D9-894E-AE55-3DE133FE37BE}" dt="2021-03-09T02:47:32.665" v="1528"/>
          <ac:inkMkLst>
            <pc:docMk/>
            <pc:sldMk cId="1726260024" sldId="268"/>
            <ac:inkMk id="35" creationId="{8A20A3CD-244A-2C43-BE1B-38091B5CAF2F}"/>
          </ac:inkMkLst>
        </pc:inkChg>
        <pc:inkChg chg="add">
          <ac:chgData name="Aggie Menezes" userId="74619c95fa3483c9" providerId="LiveId" clId="{20A26620-95D9-894E-AE55-3DE133FE37BE}" dt="2021-03-09T02:47:35.356" v="1529"/>
          <ac:inkMkLst>
            <pc:docMk/>
            <pc:sldMk cId="1726260024" sldId="268"/>
            <ac:inkMk id="36" creationId="{3EE4FB85-5EFB-4A48-AF35-EB488925C57A}"/>
          </ac:inkMkLst>
        </pc:inkChg>
        <pc:inkChg chg="add del">
          <ac:chgData name="Aggie Menezes" userId="74619c95fa3483c9" providerId="LiveId" clId="{20A26620-95D9-894E-AE55-3DE133FE37BE}" dt="2021-03-06T03:41:40.303" v="1287"/>
          <ac:inkMkLst>
            <pc:docMk/>
            <pc:sldMk cId="1726260024" sldId="268"/>
            <ac:inkMk id="36" creationId="{BB43D5CA-5D0F-C54F-B68B-B27C463C51BD}"/>
          </ac:inkMkLst>
        </pc:inkChg>
        <pc:inkChg chg="add">
          <ac:chgData name="Aggie Menezes" userId="74619c95fa3483c9" providerId="LiveId" clId="{20A26620-95D9-894E-AE55-3DE133FE37BE}" dt="2021-03-09T02:47:58.199" v="1530"/>
          <ac:inkMkLst>
            <pc:docMk/>
            <pc:sldMk cId="1726260024" sldId="268"/>
            <ac:inkMk id="37" creationId="{8ACE0A4C-52AB-6146-8E17-61349CB8FDB0}"/>
          </ac:inkMkLst>
        </pc:inkChg>
        <pc:inkChg chg="add del topLvl">
          <ac:chgData name="Aggie Menezes" userId="74619c95fa3483c9" providerId="LiveId" clId="{20A26620-95D9-894E-AE55-3DE133FE37BE}" dt="2021-03-06T03:41:40.321" v="1294"/>
          <ac:inkMkLst>
            <pc:docMk/>
            <pc:sldMk cId="1726260024" sldId="268"/>
            <ac:inkMk id="38" creationId="{D60817C1-3F58-FA49-9D1E-4C3B3C4090B9}"/>
          </ac:inkMkLst>
        </pc:inkChg>
        <pc:inkChg chg="add">
          <ac:chgData name="Aggie Menezes" userId="74619c95fa3483c9" providerId="LiveId" clId="{20A26620-95D9-894E-AE55-3DE133FE37BE}" dt="2021-03-09T02:48:00.007" v="1531"/>
          <ac:inkMkLst>
            <pc:docMk/>
            <pc:sldMk cId="1726260024" sldId="268"/>
            <ac:inkMk id="38" creationId="{E97D8F31-CDBD-4446-8BBB-E11CB1CD0C04}"/>
          </ac:inkMkLst>
        </pc:inkChg>
        <pc:inkChg chg="add">
          <ac:chgData name="Aggie Menezes" userId="74619c95fa3483c9" providerId="LiveId" clId="{20A26620-95D9-894E-AE55-3DE133FE37BE}" dt="2021-03-09T02:48:09.140" v="1532"/>
          <ac:inkMkLst>
            <pc:docMk/>
            <pc:sldMk cId="1726260024" sldId="268"/>
            <ac:inkMk id="39" creationId="{89B1B3BF-3733-504B-9D74-2DA06A63EE91}"/>
          </ac:inkMkLst>
        </pc:inkChg>
        <pc:inkChg chg="add del topLvl">
          <ac:chgData name="Aggie Menezes" userId="74619c95fa3483c9" providerId="LiveId" clId="{20A26620-95D9-894E-AE55-3DE133FE37BE}" dt="2021-03-06T03:41:40.284" v="1281"/>
          <ac:inkMkLst>
            <pc:docMk/>
            <pc:sldMk cId="1726260024" sldId="268"/>
            <ac:inkMk id="39" creationId="{B618E002-A924-2441-A436-E3F78E994987}"/>
          </ac:inkMkLst>
        </pc:inkChg>
        <pc:inkChg chg="add">
          <ac:chgData name="Aggie Menezes" userId="74619c95fa3483c9" providerId="LiveId" clId="{20A26620-95D9-894E-AE55-3DE133FE37BE}" dt="2021-03-09T02:48:15.324" v="1533"/>
          <ac:inkMkLst>
            <pc:docMk/>
            <pc:sldMk cId="1726260024" sldId="268"/>
            <ac:inkMk id="40" creationId="{1D8C78E0-74B5-234D-8F18-B529E49C7EFA}"/>
          </ac:inkMkLst>
        </pc:inkChg>
        <pc:inkChg chg="add">
          <ac:chgData name="Aggie Menezes" userId="74619c95fa3483c9" providerId="LiveId" clId="{20A26620-95D9-894E-AE55-3DE133FE37BE}" dt="2021-03-09T02:49:30.389" v="1534"/>
          <ac:inkMkLst>
            <pc:docMk/>
            <pc:sldMk cId="1726260024" sldId="268"/>
            <ac:inkMk id="41" creationId="{0107B66D-55E6-2047-86F2-EDA360B4AB40}"/>
          </ac:inkMkLst>
        </pc:inkChg>
        <pc:inkChg chg="add del topLvl">
          <ac:chgData name="Aggie Menezes" userId="74619c95fa3483c9" providerId="LiveId" clId="{20A26620-95D9-894E-AE55-3DE133FE37BE}" dt="2021-03-06T03:41:40.317" v="1292"/>
          <ac:inkMkLst>
            <pc:docMk/>
            <pc:sldMk cId="1726260024" sldId="268"/>
            <ac:inkMk id="41" creationId="{CF5C9867-769F-3E4F-8AA0-2CFEB8AB016F}"/>
          </ac:inkMkLst>
        </pc:inkChg>
        <pc:inkChg chg="add topLvl">
          <ac:chgData name="Aggie Menezes" userId="74619c95fa3483c9" providerId="LiveId" clId="{20A26620-95D9-894E-AE55-3DE133FE37BE}" dt="2021-03-06T03:41:40.317" v="1292"/>
          <ac:inkMkLst>
            <pc:docMk/>
            <pc:sldMk cId="1726260024" sldId="268"/>
            <ac:inkMk id="42" creationId="{04FEFC69-A296-4F49-B7F8-BE1AC8E611EC}"/>
          </ac:inkMkLst>
        </pc:inkChg>
        <pc:inkChg chg="add del topLvl">
          <ac:chgData name="Aggie Menezes" userId="74619c95fa3483c9" providerId="LiveId" clId="{20A26620-95D9-894E-AE55-3DE133FE37BE}" dt="2021-03-06T03:41:48.913" v="1324"/>
          <ac:inkMkLst>
            <pc:docMk/>
            <pc:sldMk cId="1726260024" sldId="268"/>
            <ac:inkMk id="44" creationId="{792682AB-0560-404C-8663-170161EC7167}"/>
          </ac:inkMkLst>
        </pc:inkChg>
        <pc:inkChg chg="add del topLvl">
          <ac:chgData name="Aggie Menezes" userId="74619c95fa3483c9" providerId="LiveId" clId="{20A26620-95D9-894E-AE55-3DE133FE37BE}" dt="2021-03-06T03:41:48.911" v="1323"/>
          <ac:inkMkLst>
            <pc:docMk/>
            <pc:sldMk cId="1726260024" sldId="268"/>
            <ac:inkMk id="45" creationId="{34B95488-A3B2-9E4A-8ED3-B7978DABE6EA}"/>
          </ac:inkMkLst>
        </pc:inkChg>
        <pc:inkChg chg="add del">
          <ac:chgData name="Aggie Menezes" userId="74619c95fa3483c9" providerId="LiveId" clId="{20A26620-95D9-894E-AE55-3DE133FE37BE}" dt="2021-03-06T03:41:48.907" v="1322"/>
          <ac:inkMkLst>
            <pc:docMk/>
            <pc:sldMk cId="1726260024" sldId="268"/>
            <ac:inkMk id="46" creationId="{5C348AC8-BFA5-D34B-9418-C653E02086D2}"/>
          </ac:inkMkLst>
        </pc:inkChg>
        <pc:inkChg chg="add del">
          <ac:chgData name="Aggie Menezes" userId="74619c95fa3483c9" providerId="LiveId" clId="{20A26620-95D9-894E-AE55-3DE133FE37BE}" dt="2021-03-06T03:41:48.903" v="1320"/>
          <ac:inkMkLst>
            <pc:docMk/>
            <pc:sldMk cId="1726260024" sldId="268"/>
            <ac:inkMk id="48" creationId="{C3962AD0-833F-6644-B35A-7749023EE305}"/>
          </ac:inkMkLst>
        </pc:inkChg>
        <pc:inkChg chg="add del">
          <ac:chgData name="Aggie Menezes" userId="74619c95fa3483c9" providerId="LiveId" clId="{20A26620-95D9-894E-AE55-3DE133FE37BE}" dt="2021-03-06T03:41:48.905" v="1321"/>
          <ac:inkMkLst>
            <pc:docMk/>
            <pc:sldMk cId="1726260024" sldId="268"/>
            <ac:inkMk id="49" creationId="{49DF0ED4-7814-064A-9978-289032A9F34B}"/>
          </ac:inkMkLst>
        </pc:inkChg>
        <pc:inkChg chg="add del topLvl">
          <ac:chgData name="Aggie Menezes" userId="74619c95fa3483c9" providerId="LiveId" clId="{20A26620-95D9-894E-AE55-3DE133FE37BE}" dt="2021-03-06T03:41:40.360" v="1310"/>
          <ac:inkMkLst>
            <pc:docMk/>
            <pc:sldMk cId="1726260024" sldId="268"/>
            <ac:inkMk id="50" creationId="{EB33D13B-985B-E344-8062-6F7A7768518E}"/>
          </ac:inkMkLst>
        </pc:inkChg>
        <pc:inkChg chg="add del topLvl">
          <ac:chgData name="Aggie Menezes" userId="74619c95fa3483c9" providerId="LiveId" clId="{20A26620-95D9-894E-AE55-3DE133FE37BE}" dt="2021-03-06T03:41:40.335" v="1299"/>
          <ac:inkMkLst>
            <pc:docMk/>
            <pc:sldMk cId="1726260024" sldId="268"/>
            <ac:inkMk id="51" creationId="{30EDE981-F24B-E84B-B856-6DF1C86CD2CF}"/>
          </ac:inkMkLst>
        </pc:inkChg>
        <pc:inkChg chg="add del topLvl">
          <ac:chgData name="Aggie Menezes" userId="74619c95fa3483c9" providerId="LiveId" clId="{20A26620-95D9-894E-AE55-3DE133FE37BE}" dt="2021-03-06T03:41:40.299" v="1285"/>
          <ac:inkMkLst>
            <pc:docMk/>
            <pc:sldMk cId="1726260024" sldId="268"/>
            <ac:inkMk id="52" creationId="{E0CD9C64-EB0F-B94F-9360-54E511EE2898}"/>
          </ac:inkMkLst>
        </pc:inkChg>
        <pc:inkChg chg="add del topLvl">
          <ac:chgData name="Aggie Menezes" userId="74619c95fa3483c9" providerId="LiveId" clId="{20A26620-95D9-894E-AE55-3DE133FE37BE}" dt="2021-03-06T03:41:40.340" v="1301"/>
          <ac:inkMkLst>
            <pc:docMk/>
            <pc:sldMk cId="1726260024" sldId="268"/>
            <ac:inkMk id="53" creationId="{0BD48B98-39AC-E34A-B071-90296AE149DE}"/>
          </ac:inkMkLst>
        </pc:inkChg>
        <pc:inkChg chg="add del topLvl">
          <ac:chgData name="Aggie Menezes" userId="74619c95fa3483c9" providerId="LiveId" clId="{20A26620-95D9-894E-AE55-3DE133FE37BE}" dt="2021-03-06T03:41:40.348" v="1305"/>
          <ac:inkMkLst>
            <pc:docMk/>
            <pc:sldMk cId="1726260024" sldId="268"/>
            <ac:inkMk id="54" creationId="{A624337B-91DF-DE47-9F66-E49F861AC313}"/>
          </ac:inkMkLst>
        </pc:inkChg>
        <pc:inkChg chg="add del topLvl">
          <ac:chgData name="Aggie Menezes" userId="74619c95fa3483c9" providerId="LiveId" clId="{20A26620-95D9-894E-AE55-3DE133FE37BE}" dt="2021-03-06T03:41:42.345" v="1319"/>
          <ac:inkMkLst>
            <pc:docMk/>
            <pc:sldMk cId="1726260024" sldId="268"/>
            <ac:inkMk id="55" creationId="{C654E5AB-72A5-B147-A2B8-34ECF73D68F6}"/>
          </ac:inkMkLst>
        </pc:inkChg>
        <pc:inkChg chg="add del topLvl">
          <ac:chgData name="Aggie Menezes" userId="74619c95fa3483c9" providerId="LiveId" clId="{20A26620-95D9-894E-AE55-3DE133FE37BE}" dt="2021-03-06T03:41:40.275" v="1277"/>
          <ac:inkMkLst>
            <pc:docMk/>
            <pc:sldMk cId="1726260024" sldId="268"/>
            <ac:inkMk id="56" creationId="{0CD41CE8-394A-C642-8A14-3FD6ACFBFCD2}"/>
          </ac:inkMkLst>
        </pc:inkChg>
        <pc:inkChg chg="add del topLvl">
          <ac:chgData name="Aggie Menezes" userId="74619c95fa3483c9" providerId="LiveId" clId="{20A26620-95D9-894E-AE55-3DE133FE37BE}" dt="2021-03-06T03:41:40.312" v="1290"/>
          <ac:inkMkLst>
            <pc:docMk/>
            <pc:sldMk cId="1726260024" sldId="268"/>
            <ac:inkMk id="57" creationId="{7C636AE0-C3A2-F647-AA58-1B24CB748E6B}"/>
          </ac:inkMkLst>
        </pc:inkChg>
        <pc:inkChg chg="add del topLvl">
          <ac:chgData name="Aggie Menezes" userId="74619c95fa3483c9" providerId="LiveId" clId="{20A26620-95D9-894E-AE55-3DE133FE37BE}" dt="2021-03-06T03:41:40.325" v="1295"/>
          <ac:inkMkLst>
            <pc:docMk/>
            <pc:sldMk cId="1726260024" sldId="268"/>
            <ac:inkMk id="58" creationId="{AD34D143-DC57-CB49-BEB2-86C7CC4BB992}"/>
          </ac:inkMkLst>
        </pc:inkChg>
        <pc:inkChg chg="add del topLvl">
          <ac:chgData name="Aggie Menezes" userId="74619c95fa3483c9" providerId="LiveId" clId="{20A26620-95D9-894E-AE55-3DE133FE37BE}" dt="2021-03-06T03:41:41.725" v="1317"/>
          <ac:inkMkLst>
            <pc:docMk/>
            <pc:sldMk cId="1726260024" sldId="268"/>
            <ac:inkMk id="59" creationId="{AF88405E-2E45-E74D-911C-94150BA65E3D}"/>
          </ac:inkMkLst>
        </pc:inkChg>
        <pc:inkChg chg="add del">
          <ac:chgData name="Aggie Menezes" userId="74619c95fa3483c9" providerId="LiveId" clId="{20A26620-95D9-894E-AE55-3DE133FE37BE}" dt="2021-03-06T03:41:40.368" v="1313"/>
          <ac:inkMkLst>
            <pc:docMk/>
            <pc:sldMk cId="1726260024" sldId="268"/>
            <ac:inkMk id="61" creationId="{0DC08C46-215A-744A-9A92-61DE81DB2683}"/>
          </ac:inkMkLst>
        </pc:inkChg>
        <pc:inkChg chg="add del">
          <ac:chgData name="Aggie Menezes" userId="74619c95fa3483c9" providerId="LiveId" clId="{20A26620-95D9-894E-AE55-3DE133FE37BE}" dt="2021-03-06T03:41:40.328" v="1296"/>
          <ac:inkMkLst>
            <pc:docMk/>
            <pc:sldMk cId="1726260024" sldId="268"/>
            <ac:inkMk id="62" creationId="{4D871DD6-8C9A-1343-AC9A-27C8CA2F30B0}"/>
          </ac:inkMkLst>
        </pc:inkChg>
        <pc:inkChg chg="add del">
          <ac:chgData name="Aggie Menezes" userId="74619c95fa3483c9" providerId="LiveId" clId="{20A26620-95D9-894E-AE55-3DE133FE37BE}" dt="2021-03-06T03:41:40.358" v="1309"/>
          <ac:inkMkLst>
            <pc:docMk/>
            <pc:sldMk cId="1726260024" sldId="268"/>
            <ac:inkMk id="64" creationId="{173FBF6C-693C-1A44-B691-362A1EAB98B5}"/>
          </ac:inkMkLst>
        </pc:inkChg>
        <pc:inkChg chg="add del">
          <ac:chgData name="Aggie Menezes" userId="74619c95fa3483c9" providerId="LiveId" clId="{20A26620-95D9-894E-AE55-3DE133FE37BE}" dt="2021-03-06T03:41:41.718" v="1315"/>
          <ac:inkMkLst>
            <pc:docMk/>
            <pc:sldMk cId="1726260024" sldId="268"/>
            <ac:inkMk id="65" creationId="{D5389FD2-63D2-3940-8971-9BCFB67CC3F9}"/>
          </ac:inkMkLst>
        </pc:inkChg>
        <pc:inkChg chg="add del topLvl">
          <ac:chgData name="Aggie Menezes" userId="74619c95fa3483c9" providerId="LiveId" clId="{20A26620-95D9-894E-AE55-3DE133FE37BE}" dt="2021-03-06T03:41:41.722" v="1316"/>
          <ac:inkMkLst>
            <pc:docMk/>
            <pc:sldMk cId="1726260024" sldId="268"/>
            <ac:inkMk id="66" creationId="{B06C5E24-BB0F-A946-8E4E-2494A6565B1D}"/>
          </ac:inkMkLst>
        </pc:inkChg>
        <pc:inkChg chg="add del">
          <ac:chgData name="Aggie Menezes" userId="74619c95fa3483c9" providerId="LiveId" clId="{20A26620-95D9-894E-AE55-3DE133FE37BE}" dt="2021-03-06T03:41:40.364" v="1311"/>
          <ac:inkMkLst>
            <pc:docMk/>
            <pc:sldMk cId="1726260024" sldId="268"/>
            <ac:inkMk id="67" creationId="{542EDF00-C57D-7644-AB53-54CA51F4F8C6}"/>
          </ac:inkMkLst>
        </pc:inkChg>
        <pc:inkChg chg="add del">
          <ac:chgData name="Aggie Menezes" userId="74619c95fa3483c9" providerId="LiveId" clId="{20A26620-95D9-894E-AE55-3DE133FE37BE}" dt="2021-03-06T03:41:40.306" v="1288"/>
          <ac:inkMkLst>
            <pc:docMk/>
            <pc:sldMk cId="1726260024" sldId="268"/>
            <ac:inkMk id="68" creationId="{67D232BB-E8D8-5C4F-B3F6-6EC0775B32E1}"/>
          </ac:inkMkLst>
        </pc:inkChg>
        <pc:inkChg chg="add del topLvl">
          <ac:chgData name="Aggie Menezes" userId="74619c95fa3483c9" providerId="LiveId" clId="{20A26620-95D9-894E-AE55-3DE133FE37BE}" dt="2021-03-06T03:41:41.728" v="1318"/>
          <ac:inkMkLst>
            <pc:docMk/>
            <pc:sldMk cId="1726260024" sldId="268"/>
            <ac:inkMk id="69" creationId="{6DFFF38E-7B37-F94A-A8C8-003CA010669F}"/>
          </ac:inkMkLst>
        </pc:inkChg>
        <pc:inkChg chg="add del">
          <ac:chgData name="Aggie Menezes" userId="74619c95fa3483c9" providerId="LiveId" clId="{20A26620-95D9-894E-AE55-3DE133FE37BE}" dt="2021-03-06T03:41:41.714" v="1314"/>
          <ac:inkMkLst>
            <pc:docMk/>
            <pc:sldMk cId="1726260024" sldId="268"/>
            <ac:inkMk id="70" creationId="{70B7CAF6-9B3B-FD43-8AE5-7318F2568449}"/>
          </ac:inkMkLst>
        </pc:inkChg>
        <pc:inkChg chg="add topLvl">
          <ac:chgData name="Aggie Menezes" userId="74619c95fa3483c9" providerId="LiveId" clId="{20A26620-95D9-894E-AE55-3DE133FE37BE}" dt="2021-03-06T03:44:47.766" v="1394"/>
          <ac:inkMkLst>
            <pc:docMk/>
            <pc:sldMk cId="1726260024" sldId="268"/>
            <ac:inkMk id="72" creationId="{75B27131-CB21-614B-98DF-7740DC8A9E40}"/>
          </ac:inkMkLst>
        </pc:inkChg>
        <pc:inkChg chg="add topLvl">
          <ac:chgData name="Aggie Menezes" userId="74619c95fa3483c9" providerId="LiveId" clId="{20A26620-95D9-894E-AE55-3DE133FE37BE}" dt="2021-03-06T03:44:47.766" v="1394"/>
          <ac:inkMkLst>
            <pc:docMk/>
            <pc:sldMk cId="1726260024" sldId="268"/>
            <ac:inkMk id="73" creationId="{5B1F4D5B-A8F0-C14C-8849-16FCDE2D7C2D}"/>
          </ac:inkMkLst>
        </pc:inkChg>
        <pc:inkChg chg="add topLvl">
          <ac:chgData name="Aggie Menezes" userId="74619c95fa3483c9" providerId="LiveId" clId="{20A26620-95D9-894E-AE55-3DE133FE37BE}" dt="2021-03-06T03:44:47.766" v="1394"/>
          <ac:inkMkLst>
            <pc:docMk/>
            <pc:sldMk cId="1726260024" sldId="268"/>
            <ac:inkMk id="75" creationId="{2DBDDBBE-D09B-CB41-9FDF-ECD2F8F15423}"/>
          </ac:inkMkLst>
        </pc:inkChg>
        <pc:inkChg chg="add topLvl">
          <ac:chgData name="Aggie Menezes" userId="74619c95fa3483c9" providerId="LiveId" clId="{20A26620-95D9-894E-AE55-3DE133FE37BE}" dt="2021-03-06T03:44:47.766" v="1394"/>
          <ac:inkMkLst>
            <pc:docMk/>
            <pc:sldMk cId="1726260024" sldId="268"/>
            <ac:inkMk id="76" creationId="{AE7ECBC7-25FC-CD40-B378-FD73098B2F0C}"/>
          </ac:inkMkLst>
        </pc:inkChg>
        <pc:inkChg chg="add">
          <ac:chgData name="Aggie Menezes" userId="74619c95fa3483c9" providerId="LiveId" clId="{20A26620-95D9-894E-AE55-3DE133FE37BE}" dt="2021-03-06T03:42:12.557" v="1331"/>
          <ac:inkMkLst>
            <pc:docMk/>
            <pc:sldMk cId="1726260024" sldId="268"/>
            <ac:inkMk id="78" creationId="{9ABE4207-183C-EC4A-A276-EE85287209EC}"/>
          </ac:inkMkLst>
        </pc:inkChg>
        <pc:inkChg chg="add">
          <ac:chgData name="Aggie Menezes" userId="74619c95fa3483c9" providerId="LiveId" clId="{20A26620-95D9-894E-AE55-3DE133FE37BE}" dt="2021-03-06T03:42:14.848" v="1332"/>
          <ac:inkMkLst>
            <pc:docMk/>
            <pc:sldMk cId="1726260024" sldId="268"/>
            <ac:inkMk id="79" creationId="{077FC71E-73EC-7344-9CB6-82DBC92AF485}"/>
          </ac:inkMkLst>
        </pc:inkChg>
        <pc:inkChg chg="add">
          <ac:chgData name="Aggie Menezes" userId="74619c95fa3483c9" providerId="LiveId" clId="{20A26620-95D9-894E-AE55-3DE133FE37BE}" dt="2021-03-06T03:42:15.784" v="1333"/>
          <ac:inkMkLst>
            <pc:docMk/>
            <pc:sldMk cId="1726260024" sldId="268"/>
            <ac:inkMk id="80" creationId="{0CDBCCC7-CD6F-544F-88DF-52D05074FDAB}"/>
          </ac:inkMkLst>
        </pc:inkChg>
        <pc:inkChg chg="add">
          <ac:chgData name="Aggie Menezes" userId="74619c95fa3483c9" providerId="LiveId" clId="{20A26620-95D9-894E-AE55-3DE133FE37BE}" dt="2021-03-06T03:42:16.188" v="1334"/>
          <ac:inkMkLst>
            <pc:docMk/>
            <pc:sldMk cId="1726260024" sldId="268"/>
            <ac:inkMk id="81" creationId="{78BB1726-E6A7-6A4A-A047-0E1253D2C450}"/>
          </ac:inkMkLst>
        </pc:inkChg>
        <pc:inkChg chg="add del">
          <ac:chgData name="Aggie Menezes" userId="74619c95fa3483c9" providerId="LiveId" clId="{20A26620-95D9-894E-AE55-3DE133FE37BE}" dt="2021-03-06T03:43:57.614" v="1365"/>
          <ac:inkMkLst>
            <pc:docMk/>
            <pc:sldMk cId="1726260024" sldId="268"/>
            <ac:inkMk id="83" creationId="{225B018B-0781-4340-89A5-D2E9E85B9F1E}"/>
          </ac:inkMkLst>
        </pc:inkChg>
        <pc:inkChg chg="add">
          <ac:chgData name="Aggie Menezes" userId="74619c95fa3483c9" providerId="LiveId" clId="{20A26620-95D9-894E-AE55-3DE133FE37BE}" dt="2021-03-06T03:42:30.746" v="1337"/>
          <ac:inkMkLst>
            <pc:docMk/>
            <pc:sldMk cId="1726260024" sldId="268"/>
            <ac:inkMk id="84" creationId="{DECDD2CF-EA67-454F-A69B-311C083F9AF3}"/>
          </ac:inkMkLst>
        </pc:inkChg>
        <pc:inkChg chg="add">
          <ac:chgData name="Aggie Menezes" userId="74619c95fa3483c9" providerId="LiveId" clId="{20A26620-95D9-894E-AE55-3DE133FE37BE}" dt="2021-03-06T03:42:30.945" v="1338"/>
          <ac:inkMkLst>
            <pc:docMk/>
            <pc:sldMk cId="1726260024" sldId="268"/>
            <ac:inkMk id="85" creationId="{CAFC0B67-9855-8244-AA22-45B933C43DF0}"/>
          </ac:inkMkLst>
        </pc:inkChg>
        <pc:inkChg chg="add">
          <ac:chgData name="Aggie Menezes" userId="74619c95fa3483c9" providerId="LiveId" clId="{20A26620-95D9-894E-AE55-3DE133FE37BE}" dt="2021-03-06T03:42:31.098" v="1339"/>
          <ac:inkMkLst>
            <pc:docMk/>
            <pc:sldMk cId="1726260024" sldId="268"/>
            <ac:inkMk id="86" creationId="{4CD944E9-87E6-A44E-A900-6E3E69BEDE3D}"/>
          </ac:inkMkLst>
        </pc:inkChg>
        <pc:inkChg chg="add">
          <ac:chgData name="Aggie Menezes" userId="74619c95fa3483c9" providerId="LiveId" clId="{20A26620-95D9-894E-AE55-3DE133FE37BE}" dt="2021-03-06T03:42:31.261" v="1340"/>
          <ac:inkMkLst>
            <pc:docMk/>
            <pc:sldMk cId="1726260024" sldId="268"/>
            <ac:inkMk id="87" creationId="{7A23B68E-C649-3D4C-A2A8-81A5EE61EB1F}"/>
          </ac:inkMkLst>
        </pc:inkChg>
        <pc:inkChg chg="add">
          <ac:chgData name="Aggie Menezes" userId="74619c95fa3483c9" providerId="LiveId" clId="{20A26620-95D9-894E-AE55-3DE133FE37BE}" dt="2021-03-06T03:42:31.432" v="1341"/>
          <ac:inkMkLst>
            <pc:docMk/>
            <pc:sldMk cId="1726260024" sldId="268"/>
            <ac:inkMk id="88" creationId="{72B5226A-BDAF-6F47-A581-BA17EEE27266}"/>
          </ac:inkMkLst>
        </pc:inkChg>
        <pc:inkChg chg="add">
          <ac:chgData name="Aggie Menezes" userId="74619c95fa3483c9" providerId="LiveId" clId="{20A26620-95D9-894E-AE55-3DE133FE37BE}" dt="2021-03-06T03:42:34.909" v="1343"/>
          <ac:inkMkLst>
            <pc:docMk/>
            <pc:sldMk cId="1726260024" sldId="268"/>
            <ac:inkMk id="90" creationId="{F0D5997E-21D6-D247-8273-611CBFB9C144}"/>
          </ac:inkMkLst>
        </pc:inkChg>
        <pc:inkChg chg="add">
          <ac:chgData name="Aggie Menezes" userId="74619c95fa3483c9" providerId="LiveId" clId="{20A26620-95D9-894E-AE55-3DE133FE37BE}" dt="2021-03-06T03:43:00.127" v="1344"/>
          <ac:inkMkLst>
            <pc:docMk/>
            <pc:sldMk cId="1726260024" sldId="268"/>
            <ac:inkMk id="91" creationId="{662C5A1D-07B3-7445-A99D-50DDF5AD785B}"/>
          </ac:inkMkLst>
        </pc:inkChg>
        <pc:inkChg chg="add">
          <ac:chgData name="Aggie Menezes" userId="74619c95fa3483c9" providerId="LiveId" clId="{20A26620-95D9-894E-AE55-3DE133FE37BE}" dt="2021-03-06T03:43:01.346" v="1345"/>
          <ac:inkMkLst>
            <pc:docMk/>
            <pc:sldMk cId="1726260024" sldId="268"/>
            <ac:inkMk id="92" creationId="{F726F5A9-42EA-3C45-9B30-67657F18DFED}"/>
          </ac:inkMkLst>
        </pc:inkChg>
        <pc:inkChg chg="add del">
          <ac:chgData name="Aggie Menezes" userId="74619c95fa3483c9" providerId="LiveId" clId="{20A26620-95D9-894E-AE55-3DE133FE37BE}" dt="2021-03-06T03:43:43.220" v="1361"/>
          <ac:inkMkLst>
            <pc:docMk/>
            <pc:sldMk cId="1726260024" sldId="268"/>
            <ac:inkMk id="93" creationId="{7A9F8C4D-0739-9844-A430-0320A6311D69}"/>
          </ac:inkMkLst>
        </pc:inkChg>
        <pc:inkChg chg="add del topLvl">
          <ac:chgData name="Aggie Menezes" userId="74619c95fa3483c9" providerId="LiveId" clId="{20A26620-95D9-894E-AE55-3DE133FE37BE}" dt="2021-03-06T03:43:40.498" v="1356"/>
          <ac:inkMkLst>
            <pc:docMk/>
            <pc:sldMk cId="1726260024" sldId="268"/>
            <ac:inkMk id="94" creationId="{93DDECFB-00DB-2240-A94B-1E3A07806023}"/>
          </ac:inkMkLst>
        </pc:inkChg>
        <pc:inkChg chg="add del topLvl">
          <ac:chgData name="Aggie Menezes" userId="74619c95fa3483c9" providerId="LiveId" clId="{20A26620-95D9-894E-AE55-3DE133FE37BE}" dt="2021-03-06T03:43:42.440" v="1360"/>
          <ac:inkMkLst>
            <pc:docMk/>
            <pc:sldMk cId="1726260024" sldId="268"/>
            <ac:inkMk id="95" creationId="{9C9C45C2-8694-0E4C-80EA-39F208361531}"/>
          </ac:inkMkLst>
        </pc:inkChg>
        <pc:inkChg chg="add del topLvl">
          <ac:chgData name="Aggie Menezes" userId="74619c95fa3483c9" providerId="LiveId" clId="{20A26620-95D9-894E-AE55-3DE133FE37BE}" dt="2021-03-06T03:43:41.877" v="1358"/>
          <ac:inkMkLst>
            <pc:docMk/>
            <pc:sldMk cId="1726260024" sldId="268"/>
            <ac:inkMk id="97" creationId="{A3F95B67-E1E0-4A4E-9069-17D88C52612B}"/>
          </ac:inkMkLst>
        </pc:inkChg>
        <pc:inkChg chg="add del topLvl">
          <ac:chgData name="Aggie Menezes" userId="74619c95fa3483c9" providerId="LiveId" clId="{20A26620-95D9-894E-AE55-3DE133FE37BE}" dt="2021-03-06T03:43:41.880" v="1359"/>
          <ac:inkMkLst>
            <pc:docMk/>
            <pc:sldMk cId="1726260024" sldId="268"/>
            <ac:inkMk id="98" creationId="{9095F433-B84E-B849-B7BC-1391DEB5AD7E}"/>
          </ac:inkMkLst>
        </pc:inkChg>
        <pc:inkChg chg="add del">
          <ac:chgData name="Aggie Menezes" userId="74619c95fa3483c9" providerId="LiveId" clId="{20A26620-95D9-894E-AE55-3DE133FE37BE}" dt="2021-03-06T03:43:41.356" v="1357"/>
          <ac:inkMkLst>
            <pc:docMk/>
            <pc:sldMk cId="1726260024" sldId="268"/>
            <ac:inkMk id="99" creationId="{CFFAFC5B-15E2-2A45-870A-4DED5551055D}"/>
          </ac:inkMkLst>
        </pc:inkChg>
        <pc:inkChg chg="add del">
          <ac:chgData name="Aggie Menezes" userId="74619c95fa3483c9" providerId="LiveId" clId="{20A26620-95D9-894E-AE55-3DE133FE37BE}" dt="2021-03-06T03:43:39.603" v="1355"/>
          <ac:inkMkLst>
            <pc:docMk/>
            <pc:sldMk cId="1726260024" sldId="268"/>
            <ac:inkMk id="101" creationId="{68A9A5EB-B40B-D74D-84EC-E5D423880FE0}"/>
          </ac:inkMkLst>
        </pc:inkChg>
        <pc:inkChg chg="add">
          <ac:chgData name="Aggie Menezes" userId="74619c95fa3483c9" providerId="LiveId" clId="{20A26620-95D9-894E-AE55-3DE133FE37BE}" dt="2021-03-06T03:44:02.313" v="1366"/>
          <ac:inkMkLst>
            <pc:docMk/>
            <pc:sldMk cId="1726260024" sldId="268"/>
            <ac:inkMk id="102" creationId="{B0F56BF1-6A45-3544-B4F3-CBB0219F804E}"/>
          </ac:inkMkLst>
        </pc:inkChg>
        <pc:inkChg chg="add">
          <ac:chgData name="Aggie Menezes" userId="74619c95fa3483c9" providerId="LiveId" clId="{20A26620-95D9-894E-AE55-3DE133FE37BE}" dt="2021-03-06T03:44:04.025" v="1367"/>
          <ac:inkMkLst>
            <pc:docMk/>
            <pc:sldMk cId="1726260024" sldId="268"/>
            <ac:inkMk id="103" creationId="{DCC50B05-083B-FE44-A51F-921E481B99F4}"/>
          </ac:inkMkLst>
        </pc:inkChg>
        <pc:inkChg chg="add">
          <ac:chgData name="Aggie Menezes" userId="74619c95fa3483c9" providerId="LiveId" clId="{20A26620-95D9-894E-AE55-3DE133FE37BE}" dt="2021-03-06T03:44:05.396" v="1368"/>
          <ac:inkMkLst>
            <pc:docMk/>
            <pc:sldMk cId="1726260024" sldId="268"/>
            <ac:inkMk id="104" creationId="{AFEB75CC-8442-C542-A92B-D3A6EECCD679}"/>
          </ac:inkMkLst>
        </pc:inkChg>
        <pc:inkChg chg="add">
          <ac:chgData name="Aggie Menezes" userId="74619c95fa3483c9" providerId="LiveId" clId="{20A26620-95D9-894E-AE55-3DE133FE37BE}" dt="2021-03-06T03:44:06.525" v="1369"/>
          <ac:inkMkLst>
            <pc:docMk/>
            <pc:sldMk cId="1726260024" sldId="268"/>
            <ac:inkMk id="105" creationId="{97C9B2C8-10DB-EB4F-B1EE-156AB3325239}"/>
          </ac:inkMkLst>
        </pc:inkChg>
        <pc:inkChg chg="add">
          <ac:chgData name="Aggie Menezes" userId="74619c95fa3483c9" providerId="LiveId" clId="{20A26620-95D9-894E-AE55-3DE133FE37BE}" dt="2021-03-06T03:44:08.323" v="1370"/>
          <ac:inkMkLst>
            <pc:docMk/>
            <pc:sldMk cId="1726260024" sldId="268"/>
            <ac:inkMk id="106" creationId="{3F5486BA-6A06-A843-80CA-2FB55EFFEEAE}"/>
          </ac:inkMkLst>
        </pc:inkChg>
        <pc:inkChg chg="add">
          <ac:chgData name="Aggie Menezes" userId="74619c95fa3483c9" providerId="LiveId" clId="{20A26620-95D9-894E-AE55-3DE133FE37BE}" dt="2021-03-06T03:44:08.934" v="1371"/>
          <ac:inkMkLst>
            <pc:docMk/>
            <pc:sldMk cId="1726260024" sldId="268"/>
            <ac:inkMk id="107" creationId="{B1835DD7-DADF-4D44-978F-EB4B7C1BDF47}"/>
          </ac:inkMkLst>
        </pc:inkChg>
        <pc:inkChg chg="add">
          <ac:chgData name="Aggie Menezes" userId="74619c95fa3483c9" providerId="LiveId" clId="{20A26620-95D9-894E-AE55-3DE133FE37BE}" dt="2021-03-06T03:44:09.349" v="1372"/>
          <ac:inkMkLst>
            <pc:docMk/>
            <pc:sldMk cId="1726260024" sldId="268"/>
            <ac:inkMk id="108" creationId="{45B11EA5-90F5-8E4C-8DD0-2A3B24BA322A}"/>
          </ac:inkMkLst>
        </pc:inkChg>
        <pc:inkChg chg="add">
          <ac:chgData name="Aggie Menezes" userId="74619c95fa3483c9" providerId="LiveId" clId="{20A26620-95D9-894E-AE55-3DE133FE37BE}" dt="2021-03-06T03:44:09.530" v="1373"/>
          <ac:inkMkLst>
            <pc:docMk/>
            <pc:sldMk cId="1726260024" sldId="268"/>
            <ac:inkMk id="109" creationId="{284BF8A6-6161-924C-BF2B-1D483C8D231F}"/>
          </ac:inkMkLst>
        </pc:inkChg>
        <pc:inkChg chg="add del">
          <ac:chgData name="Aggie Menezes" userId="74619c95fa3483c9" providerId="LiveId" clId="{20A26620-95D9-894E-AE55-3DE133FE37BE}" dt="2021-03-06T03:44:23.878" v="1377"/>
          <ac:inkMkLst>
            <pc:docMk/>
            <pc:sldMk cId="1726260024" sldId="268"/>
            <ac:inkMk id="112" creationId="{48E5556A-09A1-4949-A751-677720E9FE01}"/>
          </ac:inkMkLst>
        </pc:inkChg>
        <pc:inkChg chg="add topLvl">
          <ac:chgData name="Aggie Menezes" userId="74619c95fa3483c9" providerId="LiveId" clId="{20A26620-95D9-894E-AE55-3DE133FE37BE}" dt="2021-03-06T03:44:47.766" v="1394"/>
          <ac:inkMkLst>
            <pc:docMk/>
            <pc:sldMk cId="1726260024" sldId="268"/>
            <ac:inkMk id="114" creationId="{3823AE41-3962-CF4B-8905-FE9320632919}"/>
          </ac:inkMkLst>
        </pc:inkChg>
        <pc:inkChg chg="add topLvl">
          <ac:chgData name="Aggie Menezes" userId="74619c95fa3483c9" providerId="LiveId" clId="{20A26620-95D9-894E-AE55-3DE133FE37BE}" dt="2021-03-06T03:44:47.766" v="1394"/>
          <ac:inkMkLst>
            <pc:docMk/>
            <pc:sldMk cId="1726260024" sldId="268"/>
            <ac:inkMk id="115" creationId="{948329E0-1A39-4C49-BC8A-F3AC1D762B71}"/>
          </ac:inkMkLst>
        </pc:inkChg>
        <pc:inkChg chg="add topLvl">
          <ac:chgData name="Aggie Menezes" userId="74619c95fa3483c9" providerId="LiveId" clId="{20A26620-95D9-894E-AE55-3DE133FE37BE}" dt="2021-03-06T03:44:47.766" v="1394"/>
          <ac:inkMkLst>
            <pc:docMk/>
            <pc:sldMk cId="1726260024" sldId="268"/>
            <ac:inkMk id="116" creationId="{F2AA79A3-4475-2D41-8F1F-B5A2AEB10A94}"/>
          </ac:inkMkLst>
        </pc:inkChg>
        <pc:inkChg chg="add topLvl">
          <ac:chgData name="Aggie Menezes" userId="74619c95fa3483c9" providerId="LiveId" clId="{20A26620-95D9-894E-AE55-3DE133FE37BE}" dt="2021-03-06T03:44:47.766" v="1394"/>
          <ac:inkMkLst>
            <pc:docMk/>
            <pc:sldMk cId="1726260024" sldId="268"/>
            <ac:inkMk id="117" creationId="{FB3E5D9E-59EF-E542-BCF3-5386EF48EB3C}"/>
          </ac:inkMkLst>
        </pc:inkChg>
        <pc:inkChg chg="add topLvl">
          <ac:chgData name="Aggie Menezes" userId="74619c95fa3483c9" providerId="LiveId" clId="{20A26620-95D9-894E-AE55-3DE133FE37BE}" dt="2021-03-06T03:44:47.766" v="1394"/>
          <ac:inkMkLst>
            <pc:docMk/>
            <pc:sldMk cId="1726260024" sldId="268"/>
            <ac:inkMk id="118" creationId="{2532533E-814E-FB4D-97F2-BA0D6A46D680}"/>
          </ac:inkMkLst>
        </pc:inkChg>
        <pc:inkChg chg="add topLvl">
          <ac:chgData name="Aggie Menezes" userId="74619c95fa3483c9" providerId="LiveId" clId="{20A26620-95D9-894E-AE55-3DE133FE37BE}" dt="2021-03-06T03:44:47.766" v="1394"/>
          <ac:inkMkLst>
            <pc:docMk/>
            <pc:sldMk cId="1726260024" sldId="268"/>
            <ac:inkMk id="119" creationId="{71490309-32E4-C64C-8238-FFE8D484AA5A}"/>
          </ac:inkMkLst>
        </pc:inkChg>
        <pc:inkChg chg="add topLvl">
          <ac:chgData name="Aggie Menezes" userId="74619c95fa3483c9" providerId="LiveId" clId="{20A26620-95D9-894E-AE55-3DE133FE37BE}" dt="2021-03-06T03:44:47.766" v="1394"/>
          <ac:inkMkLst>
            <pc:docMk/>
            <pc:sldMk cId="1726260024" sldId="268"/>
            <ac:inkMk id="153" creationId="{A3A8C751-2E4A-424B-B799-87C2942FFF88}"/>
          </ac:inkMkLst>
        </pc:inkChg>
        <pc:inkChg chg="add topLvl">
          <ac:chgData name="Aggie Menezes" userId="74619c95fa3483c9" providerId="LiveId" clId="{20A26620-95D9-894E-AE55-3DE133FE37BE}" dt="2021-03-06T03:44:47.766" v="1394"/>
          <ac:inkMkLst>
            <pc:docMk/>
            <pc:sldMk cId="1726260024" sldId="268"/>
            <ac:inkMk id="155" creationId="{C45AA54E-D273-2E4F-896C-67FD3F2ABD45}"/>
          </ac:inkMkLst>
        </pc:inkChg>
        <pc:inkChg chg="add topLvl">
          <ac:chgData name="Aggie Menezes" userId="74619c95fa3483c9" providerId="LiveId" clId="{20A26620-95D9-894E-AE55-3DE133FE37BE}" dt="2021-03-06T03:44:47.766" v="1394"/>
          <ac:inkMkLst>
            <pc:docMk/>
            <pc:sldMk cId="1726260024" sldId="268"/>
            <ac:inkMk id="197" creationId="{2ED2E089-F333-7F4E-A500-B081F7A1367C}"/>
          </ac:inkMkLst>
        </pc:inkChg>
        <pc:inkChg chg="add topLvl">
          <ac:chgData name="Aggie Menezes" userId="74619c95fa3483c9" providerId="LiveId" clId="{20A26620-95D9-894E-AE55-3DE133FE37BE}" dt="2021-03-06T03:44:47.766" v="1394"/>
          <ac:inkMkLst>
            <pc:docMk/>
            <pc:sldMk cId="1726260024" sldId="268"/>
            <ac:inkMk id="198" creationId="{3512049B-D881-1F4B-98F6-8691F88B48E1}"/>
          </ac:inkMkLst>
        </pc:inkChg>
        <pc:inkChg chg="add topLvl">
          <ac:chgData name="Aggie Menezes" userId="74619c95fa3483c9" providerId="LiveId" clId="{20A26620-95D9-894E-AE55-3DE133FE37BE}" dt="2021-03-06T03:44:47.766" v="1394"/>
          <ac:inkMkLst>
            <pc:docMk/>
            <pc:sldMk cId="1726260024" sldId="268"/>
            <ac:inkMk id="199" creationId="{D2D9BCEE-8EB6-7F4D-B155-A408D7B59924}"/>
          </ac:inkMkLst>
        </pc:inkChg>
        <pc:inkChg chg="add topLvl">
          <ac:chgData name="Aggie Menezes" userId="74619c95fa3483c9" providerId="LiveId" clId="{20A26620-95D9-894E-AE55-3DE133FE37BE}" dt="2021-03-06T03:44:47.766" v="1394"/>
          <ac:inkMkLst>
            <pc:docMk/>
            <pc:sldMk cId="1726260024" sldId="268"/>
            <ac:inkMk id="200" creationId="{DEB542A5-10E9-034E-A38E-368FC3796514}"/>
          </ac:inkMkLst>
        </pc:inkChg>
        <pc:inkChg chg="add topLvl">
          <ac:chgData name="Aggie Menezes" userId="74619c95fa3483c9" providerId="LiveId" clId="{20A26620-95D9-894E-AE55-3DE133FE37BE}" dt="2021-03-06T03:44:47.766" v="1394"/>
          <ac:inkMkLst>
            <pc:docMk/>
            <pc:sldMk cId="1726260024" sldId="268"/>
            <ac:inkMk id="201" creationId="{E8A047CF-F7E4-FC4E-92E8-F72552C31267}"/>
          </ac:inkMkLst>
        </pc:inkChg>
        <pc:inkChg chg="add">
          <ac:chgData name="Aggie Menezes" userId="74619c95fa3483c9" providerId="LiveId" clId="{20A26620-95D9-894E-AE55-3DE133FE37BE}" dt="2021-03-06T03:44:47.214" v="1393"/>
          <ac:inkMkLst>
            <pc:docMk/>
            <pc:sldMk cId="1726260024" sldId="268"/>
            <ac:inkMk id="203" creationId="{9766E20E-E347-7041-9B0A-C0BED13F8ECF}"/>
          </ac:inkMkLst>
        </pc:inkChg>
      </pc:sldChg>
      <pc:sldChg chg="addSp delSp">
        <pc:chgData name="Aggie Menezes" userId="74619c95fa3483c9" providerId="LiveId" clId="{20A26620-95D9-894E-AE55-3DE133FE37BE}" dt="2021-03-09T03:13:10.663" v="2108"/>
        <pc:sldMkLst>
          <pc:docMk/>
          <pc:sldMk cId="2353975964" sldId="269"/>
        </pc:sldMkLst>
        <pc:grpChg chg="add del">
          <ac:chgData name="Aggie Menezes" userId="74619c95fa3483c9" providerId="LiveId" clId="{20A26620-95D9-894E-AE55-3DE133FE37BE}" dt="2021-03-09T03:07:44.367" v="1833"/>
          <ac:grpSpMkLst>
            <pc:docMk/>
            <pc:sldMk cId="2353975964" sldId="269"/>
            <ac:grpSpMk id="11" creationId="{6960778F-31DA-784A-99AA-E698B0C32B82}"/>
          </ac:grpSpMkLst>
        </pc:grpChg>
        <pc:grpChg chg="add del">
          <ac:chgData name="Aggie Menezes" userId="74619c95fa3483c9" providerId="LiveId" clId="{20A26620-95D9-894E-AE55-3DE133FE37BE}" dt="2021-03-09T03:07:44.367" v="1833"/>
          <ac:grpSpMkLst>
            <pc:docMk/>
            <pc:sldMk cId="2353975964" sldId="269"/>
            <ac:grpSpMk id="13" creationId="{CD6A199D-30E6-6B4D-9996-16B361CF6BB5}"/>
          </ac:grpSpMkLst>
        </pc:grpChg>
        <pc:grpChg chg="add del">
          <ac:chgData name="Aggie Menezes" userId="74619c95fa3483c9" providerId="LiveId" clId="{20A26620-95D9-894E-AE55-3DE133FE37BE}" dt="2021-03-09T03:07:55.993" v="1841"/>
          <ac:grpSpMkLst>
            <pc:docMk/>
            <pc:sldMk cId="2353975964" sldId="269"/>
            <ac:grpSpMk id="18" creationId="{9426DC29-DB95-4648-B733-A6B5E0EEA27A}"/>
          </ac:grpSpMkLst>
        </pc:grpChg>
        <pc:grpChg chg="add del">
          <ac:chgData name="Aggie Menezes" userId="74619c95fa3483c9" providerId="LiveId" clId="{20A26620-95D9-894E-AE55-3DE133FE37BE}" dt="2021-03-09T03:09:20.850" v="1915"/>
          <ac:grpSpMkLst>
            <pc:docMk/>
            <pc:sldMk cId="2353975964" sldId="269"/>
            <ac:grpSpMk id="23" creationId="{AD5BA752-D385-9045-BAB7-FFE693625550}"/>
          </ac:grpSpMkLst>
        </pc:grpChg>
        <pc:grpChg chg="add del">
          <ac:chgData name="Aggie Menezes" userId="74619c95fa3483c9" providerId="LiveId" clId="{20A26620-95D9-894E-AE55-3DE133FE37BE}" dt="2021-03-09T03:08:15.875" v="1856"/>
          <ac:grpSpMkLst>
            <pc:docMk/>
            <pc:sldMk cId="2353975964" sldId="269"/>
            <ac:grpSpMk id="28" creationId="{D53CF383-10CC-7C41-B29E-9632DDCE7C8F}"/>
          </ac:grpSpMkLst>
        </pc:grpChg>
        <pc:grpChg chg="add del">
          <ac:chgData name="Aggie Menezes" userId="74619c95fa3483c9" providerId="LiveId" clId="{20A26620-95D9-894E-AE55-3DE133FE37BE}" dt="2021-03-09T03:10:24.279" v="1945"/>
          <ac:grpSpMkLst>
            <pc:docMk/>
            <pc:sldMk cId="2353975964" sldId="269"/>
            <ac:grpSpMk id="32" creationId="{3B72999F-859D-1B48-807D-66C3037DEEF9}"/>
          </ac:grpSpMkLst>
        </pc:grpChg>
        <pc:grpChg chg="add del">
          <ac:chgData name="Aggie Menezes" userId="74619c95fa3483c9" providerId="LiveId" clId="{20A26620-95D9-894E-AE55-3DE133FE37BE}" dt="2021-03-09T03:11:52.602" v="2021"/>
          <ac:grpSpMkLst>
            <pc:docMk/>
            <pc:sldMk cId="2353975964" sldId="269"/>
            <ac:grpSpMk id="37" creationId="{2AE34DED-3685-9642-B586-C850E3F7C8BB}"/>
          </ac:grpSpMkLst>
        </pc:grpChg>
        <pc:grpChg chg="add del">
          <ac:chgData name="Aggie Menezes" userId="74619c95fa3483c9" providerId="LiveId" clId="{20A26620-95D9-894E-AE55-3DE133FE37BE}" dt="2021-03-09T03:09:20.850" v="1915"/>
          <ac:grpSpMkLst>
            <pc:docMk/>
            <pc:sldMk cId="2353975964" sldId="269"/>
            <ac:grpSpMk id="41" creationId="{7D8BD9E6-FBFA-B545-94D1-554149CE446A}"/>
          </ac:grpSpMkLst>
        </pc:grpChg>
        <pc:grpChg chg="add del">
          <ac:chgData name="Aggie Menezes" userId="74619c95fa3483c9" providerId="LiveId" clId="{20A26620-95D9-894E-AE55-3DE133FE37BE}" dt="2021-03-09T03:09:20.850" v="1915"/>
          <ac:grpSpMkLst>
            <pc:docMk/>
            <pc:sldMk cId="2353975964" sldId="269"/>
            <ac:grpSpMk id="49" creationId="{D714CBA6-1968-E84E-AA0E-1B17E9F0ECDF}"/>
          </ac:grpSpMkLst>
        </pc:grpChg>
        <pc:grpChg chg="add del">
          <ac:chgData name="Aggie Menezes" userId="74619c95fa3483c9" providerId="LiveId" clId="{20A26620-95D9-894E-AE55-3DE133FE37BE}" dt="2021-03-09T03:09:20.850" v="1915"/>
          <ac:grpSpMkLst>
            <pc:docMk/>
            <pc:sldMk cId="2353975964" sldId="269"/>
            <ac:grpSpMk id="62" creationId="{394649AB-2AD7-B94E-B2B4-84E76E791EDC}"/>
          </ac:grpSpMkLst>
        </pc:grpChg>
        <pc:grpChg chg="add del">
          <ac:chgData name="Aggie Menezes" userId="74619c95fa3483c9" providerId="LiveId" clId="{20A26620-95D9-894E-AE55-3DE133FE37BE}" dt="2021-03-09T03:09:20.850" v="1915"/>
          <ac:grpSpMkLst>
            <pc:docMk/>
            <pc:sldMk cId="2353975964" sldId="269"/>
            <ac:grpSpMk id="63" creationId="{17A7B5F5-351D-A540-B1FA-DC9D72B0E5BF}"/>
          </ac:grpSpMkLst>
        </pc:grpChg>
        <pc:grpChg chg="add del">
          <ac:chgData name="Aggie Menezes" userId="74619c95fa3483c9" providerId="LiveId" clId="{20A26620-95D9-894E-AE55-3DE133FE37BE}" dt="2021-03-09T03:09:20.850" v="1915"/>
          <ac:grpSpMkLst>
            <pc:docMk/>
            <pc:sldMk cId="2353975964" sldId="269"/>
            <ac:grpSpMk id="64" creationId="{28233A35-8D5E-4F4C-A0B8-96D0F5F13950}"/>
          </ac:grpSpMkLst>
        </pc:grpChg>
        <pc:grpChg chg="add del">
          <ac:chgData name="Aggie Menezes" userId="74619c95fa3483c9" providerId="LiveId" clId="{20A26620-95D9-894E-AE55-3DE133FE37BE}" dt="2021-03-09T03:09:20.850" v="1915"/>
          <ac:grpSpMkLst>
            <pc:docMk/>
            <pc:sldMk cId="2353975964" sldId="269"/>
            <ac:grpSpMk id="69" creationId="{E2585DD2-2F2E-9D48-A147-2AADE9877940}"/>
          </ac:grpSpMkLst>
        </pc:grpChg>
        <pc:grpChg chg="add del">
          <ac:chgData name="Aggie Menezes" userId="74619c95fa3483c9" providerId="LiveId" clId="{20A26620-95D9-894E-AE55-3DE133FE37BE}" dt="2021-03-09T03:09:13.455" v="1905"/>
          <ac:grpSpMkLst>
            <pc:docMk/>
            <pc:sldMk cId="2353975964" sldId="269"/>
            <ac:grpSpMk id="76" creationId="{A95118F3-41F5-1E4D-AEE3-87E210D91F7C}"/>
          </ac:grpSpMkLst>
        </pc:grpChg>
        <pc:grpChg chg="add del">
          <ac:chgData name="Aggie Menezes" userId="74619c95fa3483c9" providerId="LiveId" clId="{20A26620-95D9-894E-AE55-3DE133FE37BE}" dt="2021-03-09T03:09:20.850" v="1915"/>
          <ac:grpSpMkLst>
            <pc:docMk/>
            <pc:sldMk cId="2353975964" sldId="269"/>
            <ac:grpSpMk id="83" creationId="{52356E1F-13FD-384F-9D5F-05DDB42D2254}"/>
          </ac:grpSpMkLst>
        </pc:grpChg>
        <pc:grpChg chg="add del">
          <ac:chgData name="Aggie Menezes" userId="74619c95fa3483c9" providerId="LiveId" clId="{20A26620-95D9-894E-AE55-3DE133FE37BE}" dt="2021-03-09T03:09:26.500" v="1918"/>
          <ac:grpSpMkLst>
            <pc:docMk/>
            <pc:sldMk cId="2353975964" sldId="269"/>
            <ac:grpSpMk id="93" creationId="{6D86DB0C-80B6-8B40-A848-1960C235909E}"/>
          </ac:grpSpMkLst>
        </pc:grpChg>
        <pc:grpChg chg="add del">
          <ac:chgData name="Aggie Menezes" userId="74619c95fa3483c9" providerId="LiveId" clId="{20A26620-95D9-894E-AE55-3DE133FE37BE}" dt="2021-03-09T03:09:33.833" v="1927"/>
          <ac:grpSpMkLst>
            <pc:docMk/>
            <pc:sldMk cId="2353975964" sldId="269"/>
            <ac:grpSpMk id="96" creationId="{91C54330-2B2E-B64B-B9FF-3D20517B2F39}"/>
          </ac:grpSpMkLst>
        </pc:grpChg>
        <pc:grpChg chg="add del">
          <ac:chgData name="Aggie Menezes" userId="74619c95fa3483c9" providerId="LiveId" clId="{20A26620-95D9-894E-AE55-3DE133FE37BE}" dt="2021-03-09T03:09:49.754" v="1934"/>
          <ac:grpSpMkLst>
            <pc:docMk/>
            <pc:sldMk cId="2353975964" sldId="269"/>
            <ac:grpSpMk id="105" creationId="{C37409D6-66FE-0241-A12C-494749410DBF}"/>
          </ac:grpSpMkLst>
        </pc:grpChg>
        <pc:grpChg chg="add del">
          <ac:chgData name="Aggie Menezes" userId="74619c95fa3483c9" providerId="LiveId" clId="{20A26620-95D9-894E-AE55-3DE133FE37BE}" dt="2021-03-09T03:09:49.754" v="1934"/>
          <ac:grpSpMkLst>
            <pc:docMk/>
            <pc:sldMk cId="2353975964" sldId="269"/>
            <ac:grpSpMk id="110" creationId="{0BE7F437-3F23-954E-AB0F-B707EF16A4EE}"/>
          </ac:grpSpMkLst>
        </pc:grpChg>
        <pc:grpChg chg="add">
          <ac:chgData name="Aggie Menezes" userId="74619c95fa3483c9" providerId="LiveId" clId="{20A26620-95D9-894E-AE55-3DE133FE37BE}" dt="2021-03-09T03:09:49.754" v="1934"/>
          <ac:grpSpMkLst>
            <pc:docMk/>
            <pc:sldMk cId="2353975964" sldId="269"/>
            <ac:grpSpMk id="114" creationId="{A9D240B6-F9C7-0B41-B079-82B1BB1157C2}"/>
          </ac:grpSpMkLst>
        </pc:grpChg>
        <pc:grpChg chg="add del">
          <ac:chgData name="Aggie Menezes" userId="74619c95fa3483c9" providerId="LiveId" clId="{20A26620-95D9-894E-AE55-3DE133FE37BE}" dt="2021-03-09T03:10:24.279" v="1945"/>
          <ac:grpSpMkLst>
            <pc:docMk/>
            <pc:sldMk cId="2353975964" sldId="269"/>
            <ac:grpSpMk id="118" creationId="{E97F021F-8B93-1743-9E9A-E3657364FD42}"/>
          </ac:grpSpMkLst>
        </pc:grpChg>
        <pc:grpChg chg="add del">
          <ac:chgData name="Aggie Menezes" userId="74619c95fa3483c9" providerId="LiveId" clId="{20A26620-95D9-894E-AE55-3DE133FE37BE}" dt="2021-03-09T03:10:26.076" v="1947"/>
          <ac:grpSpMkLst>
            <pc:docMk/>
            <pc:sldMk cId="2353975964" sldId="269"/>
            <ac:grpSpMk id="125" creationId="{DECC2E77-02C3-4C44-9A61-458921970811}"/>
          </ac:grpSpMkLst>
        </pc:grpChg>
        <pc:grpChg chg="add del">
          <ac:chgData name="Aggie Menezes" userId="74619c95fa3483c9" providerId="LiveId" clId="{20A26620-95D9-894E-AE55-3DE133FE37BE}" dt="2021-03-09T03:10:29.443" v="1953"/>
          <ac:grpSpMkLst>
            <pc:docMk/>
            <pc:sldMk cId="2353975964" sldId="269"/>
            <ac:grpSpMk id="127" creationId="{3842D4A7-C89B-B044-B6FA-DE3B0E271ECF}"/>
          </ac:grpSpMkLst>
        </pc:grpChg>
        <pc:grpChg chg="add">
          <ac:chgData name="Aggie Menezes" userId="74619c95fa3483c9" providerId="LiveId" clId="{20A26620-95D9-894E-AE55-3DE133FE37BE}" dt="2021-03-09T03:10:29.443" v="1953"/>
          <ac:grpSpMkLst>
            <pc:docMk/>
            <pc:sldMk cId="2353975964" sldId="269"/>
            <ac:grpSpMk id="133" creationId="{C7C0A318-5C11-124C-879F-C9715109D212}"/>
          </ac:grpSpMkLst>
        </pc:grpChg>
        <pc:grpChg chg="add del">
          <ac:chgData name="Aggie Menezes" userId="74619c95fa3483c9" providerId="LiveId" clId="{20A26620-95D9-894E-AE55-3DE133FE37BE}" dt="2021-03-09T03:10:55.325" v="1975"/>
          <ac:grpSpMkLst>
            <pc:docMk/>
            <pc:sldMk cId="2353975964" sldId="269"/>
            <ac:grpSpMk id="145" creationId="{DCD984F3-8230-2D4A-89BD-17350FEFE5DE}"/>
          </ac:grpSpMkLst>
        </pc:grpChg>
        <pc:grpChg chg="add del">
          <ac:chgData name="Aggie Menezes" userId="74619c95fa3483c9" providerId="LiveId" clId="{20A26620-95D9-894E-AE55-3DE133FE37BE}" dt="2021-03-09T03:10:53.798" v="1973"/>
          <ac:grpSpMkLst>
            <pc:docMk/>
            <pc:sldMk cId="2353975964" sldId="269"/>
            <ac:grpSpMk id="149" creationId="{7E5A4AC9-7705-4C48-BA23-B33DDD1019D3}"/>
          </ac:grpSpMkLst>
        </pc:grpChg>
        <pc:grpChg chg="add del">
          <ac:chgData name="Aggie Menezes" userId="74619c95fa3483c9" providerId="LiveId" clId="{20A26620-95D9-894E-AE55-3DE133FE37BE}" dt="2021-03-09T03:10:55.325" v="1975"/>
          <ac:grpSpMkLst>
            <pc:docMk/>
            <pc:sldMk cId="2353975964" sldId="269"/>
            <ac:grpSpMk id="153" creationId="{FE3DE96C-72DB-9649-8222-3F7ECA44FE10}"/>
          </ac:grpSpMkLst>
        </pc:grpChg>
        <pc:grpChg chg="add del">
          <ac:chgData name="Aggie Menezes" userId="74619c95fa3483c9" providerId="LiveId" clId="{20A26620-95D9-894E-AE55-3DE133FE37BE}" dt="2021-03-09T03:11:00.573" v="1981"/>
          <ac:grpSpMkLst>
            <pc:docMk/>
            <pc:sldMk cId="2353975964" sldId="269"/>
            <ac:grpSpMk id="155" creationId="{7C54810F-3E99-844C-AF06-7E1E3B36F465}"/>
          </ac:grpSpMkLst>
        </pc:grpChg>
        <pc:grpChg chg="add">
          <ac:chgData name="Aggie Menezes" userId="74619c95fa3483c9" providerId="LiveId" clId="{20A26620-95D9-894E-AE55-3DE133FE37BE}" dt="2021-03-09T03:11:00.573" v="1981"/>
          <ac:grpSpMkLst>
            <pc:docMk/>
            <pc:sldMk cId="2353975964" sldId="269"/>
            <ac:grpSpMk id="161" creationId="{700BD453-F6AB-EF48-9D13-F65A33AAF53D}"/>
          </ac:grpSpMkLst>
        </pc:grpChg>
        <pc:grpChg chg="add">
          <ac:chgData name="Aggie Menezes" userId="74619c95fa3483c9" providerId="LiveId" clId="{20A26620-95D9-894E-AE55-3DE133FE37BE}" dt="2021-03-09T03:11:16.834" v="1985"/>
          <ac:grpSpMkLst>
            <pc:docMk/>
            <pc:sldMk cId="2353975964" sldId="269"/>
            <ac:grpSpMk id="165" creationId="{C41990F5-5E80-7249-A418-CF6B956B766E}"/>
          </ac:grpSpMkLst>
        </pc:grpChg>
        <pc:grpChg chg="add">
          <ac:chgData name="Aggie Menezes" userId="74619c95fa3483c9" providerId="LiveId" clId="{20A26620-95D9-894E-AE55-3DE133FE37BE}" dt="2021-03-09T03:11:20.676" v="1990"/>
          <ac:grpSpMkLst>
            <pc:docMk/>
            <pc:sldMk cId="2353975964" sldId="269"/>
            <ac:grpSpMk id="170" creationId="{3C35B078-708D-0249-B2DE-C83799F46100}"/>
          </ac:grpSpMkLst>
        </pc:grpChg>
        <pc:grpChg chg="add del">
          <ac:chgData name="Aggie Menezes" userId="74619c95fa3483c9" providerId="LiveId" clId="{20A26620-95D9-894E-AE55-3DE133FE37BE}" dt="2021-03-09T03:11:32.071" v="2000"/>
          <ac:grpSpMkLst>
            <pc:docMk/>
            <pc:sldMk cId="2353975964" sldId="269"/>
            <ac:grpSpMk id="173" creationId="{8B38C9D4-53F2-1042-B828-260A27D99DB6}"/>
          </ac:grpSpMkLst>
        </pc:grpChg>
        <pc:grpChg chg="add del">
          <ac:chgData name="Aggie Menezes" userId="74619c95fa3483c9" providerId="LiveId" clId="{20A26620-95D9-894E-AE55-3DE133FE37BE}" dt="2021-03-09T03:11:34.637" v="2005"/>
          <ac:grpSpMkLst>
            <pc:docMk/>
            <pc:sldMk cId="2353975964" sldId="269"/>
            <ac:grpSpMk id="180" creationId="{544B6663-9B6E-0541-AFEE-72E154A210CB}"/>
          </ac:grpSpMkLst>
        </pc:grpChg>
        <pc:grpChg chg="add">
          <ac:chgData name="Aggie Menezes" userId="74619c95fa3483c9" providerId="LiveId" clId="{20A26620-95D9-894E-AE55-3DE133FE37BE}" dt="2021-03-09T03:11:34.637" v="2005"/>
          <ac:grpSpMkLst>
            <pc:docMk/>
            <pc:sldMk cId="2353975964" sldId="269"/>
            <ac:grpSpMk id="185" creationId="{07FC70C4-BB4B-DE4D-BF64-DE0759DC2FD4}"/>
          </ac:grpSpMkLst>
        </pc:grpChg>
        <pc:grpChg chg="add del">
          <ac:chgData name="Aggie Menezes" userId="74619c95fa3483c9" providerId="LiveId" clId="{20A26620-95D9-894E-AE55-3DE133FE37BE}" dt="2021-03-09T03:11:52.602" v="2021"/>
          <ac:grpSpMkLst>
            <pc:docMk/>
            <pc:sldMk cId="2353975964" sldId="269"/>
            <ac:grpSpMk id="189" creationId="{9B57DE13-06AA-E248-A5E6-5F18BF90A16C}"/>
          </ac:grpSpMkLst>
        </pc:grpChg>
        <pc:grpChg chg="add del">
          <ac:chgData name="Aggie Menezes" userId="74619c95fa3483c9" providerId="LiveId" clId="{20A26620-95D9-894E-AE55-3DE133FE37BE}" dt="2021-03-09T03:12:01.138" v="2034"/>
          <ac:grpSpMkLst>
            <pc:docMk/>
            <pc:sldMk cId="2353975964" sldId="269"/>
            <ac:grpSpMk id="201" creationId="{0F189DDF-B65D-4C4B-B42F-A610A0610064}"/>
          </ac:grpSpMkLst>
        </pc:grpChg>
        <pc:grpChg chg="add">
          <ac:chgData name="Aggie Menezes" userId="74619c95fa3483c9" providerId="LiveId" clId="{20A26620-95D9-894E-AE55-3DE133FE37BE}" dt="2021-03-09T03:12:01.138" v="2034"/>
          <ac:grpSpMkLst>
            <pc:docMk/>
            <pc:sldMk cId="2353975964" sldId="269"/>
            <ac:grpSpMk id="214" creationId="{235756DB-3F6A-3746-BBFD-6F32ABDE28C3}"/>
          </ac:grpSpMkLst>
        </pc:grpChg>
        <pc:grpChg chg="add del">
          <ac:chgData name="Aggie Menezes" userId="74619c95fa3483c9" providerId="LiveId" clId="{20A26620-95D9-894E-AE55-3DE133FE37BE}" dt="2021-03-09T03:12:07.806" v="2042"/>
          <ac:grpSpMkLst>
            <pc:docMk/>
            <pc:sldMk cId="2353975964" sldId="269"/>
            <ac:grpSpMk id="218" creationId="{42551263-9937-5540-A695-FEB8C080B488}"/>
          </ac:grpSpMkLst>
        </pc:grpChg>
        <pc:grpChg chg="add del">
          <ac:chgData name="Aggie Menezes" userId="74619c95fa3483c9" providerId="LiveId" clId="{20A26620-95D9-894E-AE55-3DE133FE37BE}" dt="2021-03-09T03:12:10.414" v="2044"/>
          <ac:grpSpMkLst>
            <pc:docMk/>
            <pc:sldMk cId="2353975964" sldId="269"/>
            <ac:grpSpMk id="222" creationId="{24E69F00-68B5-0F4D-83FF-B7640A7D6AF2}"/>
          </ac:grpSpMkLst>
        </pc:grpChg>
        <pc:grpChg chg="add del">
          <ac:chgData name="Aggie Menezes" userId="74619c95fa3483c9" providerId="LiveId" clId="{20A26620-95D9-894E-AE55-3DE133FE37BE}" dt="2021-03-09T03:12:13.459" v="2050"/>
          <ac:grpSpMkLst>
            <pc:docMk/>
            <pc:sldMk cId="2353975964" sldId="269"/>
            <ac:grpSpMk id="224" creationId="{E7AF2468-F2A6-CE4A-9227-6649378FFE93}"/>
          </ac:grpSpMkLst>
        </pc:grpChg>
        <pc:grpChg chg="add">
          <ac:chgData name="Aggie Menezes" userId="74619c95fa3483c9" providerId="LiveId" clId="{20A26620-95D9-894E-AE55-3DE133FE37BE}" dt="2021-03-09T03:12:13.459" v="2050"/>
          <ac:grpSpMkLst>
            <pc:docMk/>
            <pc:sldMk cId="2353975964" sldId="269"/>
            <ac:grpSpMk id="230" creationId="{CFD0D3E4-B9F2-6241-85E2-95308369EB9A}"/>
          </ac:grpSpMkLst>
        </pc:grpChg>
        <pc:grpChg chg="add">
          <ac:chgData name="Aggie Menezes" userId="74619c95fa3483c9" providerId="LiveId" clId="{20A26620-95D9-894E-AE55-3DE133FE37BE}" dt="2021-03-09T03:12:17.768" v="2055"/>
          <ac:grpSpMkLst>
            <pc:docMk/>
            <pc:sldMk cId="2353975964" sldId="269"/>
            <ac:grpSpMk id="235" creationId="{0A2E5609-5F3D-C04B-8672-49122839C617}"/>
          </ac:grpSpMkLst>
        </pc:grpChg>
        <pc:grpChg chg="add del">
          <ac:chgData name="Aggie Menezes" userId="74619c95fa3483c9" providerId="LiveId" clId="{20A26620-95D9-894E-AE55-3DE133FE37BE}" dt="2021-03-09T03:12:20.655" v="2060"/>
          <ac:grpSpMkLst>
            <pc:docMk/>
            <pc:sldMk cId="2353975964" sldId="269"/>
            <ac:grpSpMk id="237" creationId="{AC35F879-623B-8543-B4A5-CE526806BAB2}"/>
          </ac:grpSpMkLst>
        </pc:grpChg>
        <pc:grpChg chg="add del">
          <ac:chgData name="Aggie Menezes" userId="74619c95fa3483c9" providerId="LiveId" clId="{20A26620-95D9-894E-AE55-3DE133FE37BE}" dt="2021-03-09T03:12:22.780" v="2066"/>
          <ac:grpSpMkLst>
            <pc:docMk/>
            <pc:sldMk cId="2353975964" sldId="269"/>
            <ac:grpSpMk id="240" creationId="{B5C717F5-452F-A640-9E3A-AEE38EF84D77}"/>
          </ac:grpSpMkLst>
        </pc:grpChg>
        <pc:grpChg chg="add">
          <ac:chgData name="Aggie Menezes" userId="74619c95fa3483c9" providerId="LiveId" clId="{20A26620-95D9-894E-AE55-3DE133FE37BE}" dt="2021-03-09T03:12:22.780" v="2066"/>
          <ac:grpSpMkLst>
            <pc:docMk/>
            <pc:sldMk cId="2353975964" sldId="269"/>
            <ac:grpSpMk id="246" creationId="{E81789A3-E488-D842-AA90-B031FEA06F7D}"/>
          </ac:grpSpMkLst>
        </pc:grpChg>
        <pc:grpChg chg="add del">
          <ac:chgData name="Aggie Menezes" userId="74619c95fa3483c9" providerId="LiveId" clId="{20A26620-95D9-894E-AE55-3DE133FE37BE}" dt="2021-03-09T03:13:01.900" v="2095"/>
          <ac:grpSpMkLst>
            <pc:docMk/>
            <pc:sldMk cId="2353975964" sldId="269"/>
            <ac:grpSpMk id="252" creationId="{3E102D85-CF85-7F4F-AC4E-E4E3308021D6}"/>
          </ac:grpSpMkLst>
        </pc:grpChg>
        <pc:grpChg chg="add del">
          <ac:chgData name="Aggie Menezes" userId="74619c95fa3483c9" providerId="LiveId" clId="{20A26620-95D9-894E-AE55-3DE133FE37BE}" dt="2021-03-09T03:13:01.900" v="2095"/>
          <ac:grpSpMkLst>
            <pc:docMk/>
            <pc:sldMk cId="2353975964" sldId="269"/>
            <ac:grpSpMk id="263" creationId="{B84F4FDE-94AF-CA41-A594-841A80D26FF6}"/>
          </ac:grpSpMkLst>
        </pc:grpChg>
        <pc:grpChg chg="add del">
          <ac:chgData name="Aggie Menezes" userId="74619c95fa3483c9" providerId="LiveId" clId="{20A26620-95D9-894E-AE55-3DE133FE37BE}" dt="2021-03-09T03:13:01.900" v="2095"/>
          <ac:grpSpMkLst>
            <pc:docMk/>
            <pc:sldMk cId="2353975964" sldId="269"/>
            <ac:grpSpMk id="268" creationId="{D0B4DFF1-358E-D64B-A590-2DBE59F2B7DF}"/>
          </ac:grpSpMkLst>
        </pc:grpChg>
        <pc:grpChg chg="add del">
          <ac:chgData name="Aggie Menezes" userId="74619c95fa3483c9" providerId="LiveId" clId="{20A26620-95D9-894E-AE55-3DE133FE37BE}" dt="2021-03-09T03:13:10.663" v="2108"/>
          <ac:grpSpMkLst>
            <pc:docMk/>
            <pc:sldMk cId="2353975964" sldId="269"/>
            <ac:grpSpMk id="275" creationId="{35B46601-AF8B-1240-B3D5-1298286AFECC}"/>
          </ac:grpSpMkLst>
        </pc:grpChg>
        <pc:grpChg chg="add del">
          <ac:chgData name="Aggie Menezes" userId="74619c95fa3483c9" providerId="LiveId" clId="{20A26620-95D9-894E-AE55-3DE133FE37BE}" dt="2021-03-09T03:13:10.663" v="2108"/>
          <ac:grpSpMkLst>
            <pc:docMk/>
            <pc:sldMk cId="2353975964" sldId="269"/>
            <ac:grpSpMk id="281" creationId="{C65C4FD4-5635-8A4A-9A41-CA20E30D085E}"/>
          </ac:grpSpMkLst>
        </pc:grpChg>
        <pc:grpChg chg="add">
          <ac:chgData name="Aggie Menezes" userId="74619c95fa3483c9" providerId="LiveId" clId="{20A26620-95D9-894E-AE55-3DE133FE37BE}" dt="2021-03-09T03:13:10.663" v="2108"/>
          <ac:grpSpMkLst>
            <pc:docMk/>
            <pc:sldMk cId="2353975964" sldId="269"/>
            <ac:grpSpMk id="288" creationId="{F48E002A-10F8-EF47-81DF-16A8B0DAF52A}"/>
          </ac:grpSpMkLst>
        </pc:grpChg>
        <pc:inkChg chg="add">
          <ac:chgData name="Aggie Menezes" userId="74619c95fa3483c9" providerId="LiveId" clId="{20A26620-95D9-894E-AE55-3DE133FE37BE}" dt="2021-03-09T03:07:02.802" v="1820"/>
          <ac:inkMkLst>
            <pc:docMk/>
            <pc:sldMk cId="2353975964" sldId="269"/>
            <ac:inkMk id="3" creationId="{405E665D-DEB5-154A-8609-1903A8E95EA8}"/>
          </ac:inkMkLst>
        </pc:inkChg>
        <pc:inkChg chg="add">
          <ac:chgData name="Aggie Menezes" userId="74619c95fa3483c9" providerId="LiveId" clId="{20A26620-95D9-894E-AE55-3DE133FE37BE}" dt="2021-03-09T03:07:06.175" v="1821"/>
          <ac:inkMkLst>
            <pc:docMk/>
            <pc:sldMk cId="2353975964" sldId="269"/>
            <ac:inkMk id="6" creationId="{84F8D277-A373-4C4B-A7CE-BE531ED726A5}"/>
          </ac:inkMkLst>
        </pc:inkChg>
        <pc:inkChg chg="add del topLvl">
          <ac:chgData name="Aggie Menezes" userId="74619c95fa3483c9" providerId="LiveId" clId="{20A26620-95D9-894E-AE55-3DE133FE37BE}" dt="2021-03-09T03:07:55.957" v="1834"/>
          <ac:inkMkLst>
            <pc:docMk/>
            <pc:sldMk cId="2353975964" sldId="269"/>
            <ac:inkMk id="7" creationId="{85364DFD-8C82-1443-B882-EC4BB925B798}"/>
          </ac:inkMkLst>
        </pc:inkChg>
        <pc:inkChg chg="add del topLvl">
          <ac:chgData name="Aggie Menezes" userId="74619c95fa3483c9" providerId="LiveId" clId="{20A26620-95D9-894E-AE55-3DE133FE37BE}" dt="2021-03-09T03:07:55.972" v="1837"/>
          <ac:inkMkLst>
            <pc:docMk/>
            <pc:sldMk cId="2353975964" sldId="269"/>
            <ac:inkMk id="8" creationId="{1AB08B7A-C99B-BD41-8B0B-2EEF8A7F9AC3}"/>
          </ac:inkMkLst>
        </pc:inkChg>
        <pc:inkChg chg="add del topLvl">
          <ac:chgData name="Aggie Menezes" userId="74619c95fa3483c9" providerId="LiveId" clId="{20A26620-95D9-894E-AE55-3DE133FE37BE}" dt="2021-03-09T03:07:55.998" v="1842"/>
          <ac:inkMkLst>
            <pc:docMk/>
            <pc:sldMk cId="2353975964" sldId="269"/>
            <ac:inkMk id="9" creationId="{1E45F7D6-7CF8-9A44-9666-A58C910B9AF0}"/>
          </ac:inkMkLst>
        </pc:inkChg>
        <pc:inkChg chg="add del topLvl">
          <ac:chgData name="Aggie Menezes" userId="74619c95fa3483c9" providerId="LiveId" clId="{20A26620-95D9-894E-AE55-3DE133FE37BE}" dt="2021-03-09T03:07:55.978" v="1838"/>
          <ac:inkMkLst>
            <pc:docMk/>
            <pc:sldMk cId="2353975964" sldId="269"/>
            <ac:inkMk id="10" creationId="{7D3E0359-444A-AA48-AB46-24729412A4D2}"/>
          </ac:inkMkLst>
        </pc:inkChg>
        <pc:inkChg chg="add del topLvl">
          <ac:chgData name="Aggie Menezes" userId="74619c95fa3483c9" providerId="LiveId" clId="{20A26620-95D9-894E-AE55-3DE133FE37BE}" dt="2021-03-09T03:07:55.962" v="1835"/>
          <ac:inkMkLst>
            <pc:docMk/>
            <pc:sldMk cId="2353975964" sldId="269"/>
            <ac:inkMk id="12" creationId="{FB3825FA-15CB-5B49-BD58-269193209949}"/>
          </ac:inkMkLst>
        </pc:inkChg>
        <pc:inkChg chg="add del">
          <ac:chgData name="Aggie Menezes" userId="74619c95fa3483c9" providerId="LiveId" clId="{20A26620-95D9-894E-AE55-3DE133FE37BE}" dt="2021-03-09T03:07:55.988" v="1840"/>
          <ac:inkMkLst>
            <pc:docMk/>
            <pc:sldMk cId="2353975964" sldId="269"/>
            <ac:inkMk id="14" creationId="{ED4D6B0C-20D1-BD4B-A42E-62B6B0F61E52}"/>
          </ac:inkMkLst>
        </pc:inkChg>
        <pc:inkChg chg="add del topLvl">
          <ac:chgData name="Aggie Menezes" userId="74619c95fa3483c9" providerId="LiveId" clId="{20A26620-95D9-894E-AE55-3DE133FE37BE}" dt="2021-03-09T03:07:55.993" v="1841"/>
          <ac:inkMkLst>
            <pc:docMk/>
            <pc:sldMk cId="2353975964" sldId="269"/>
            <ac:inkMk id="15" creationId="{82C25EDC-7727-7F4E-8E3B-142E8FE8CB72}"/>
          </ac:inkMkLst>
        </pc:inkChg>
        <pc:inkChg chg="add del">
          <ac:chgData name="Aggie Menezes" userId="74619c95fa3483c9" providerId="LiveId" clId="{20A26620-95D9-894E-AE55-3DE133FE37BE}" dt="2021-03-09T03:07:55.983" v="1839"/>
          <ac:inkMkLst>
            <pc:docMk/>
            <pc:sldMk cId="2353975964" sldId="269"/>
            <ac:inkMk id="16" creationId="{9517E943-2042-994E-A8EB-40F9DC4F3EE1}"/>
          </ac:inkMkLst>
        </pc:inkChg>
        <pc:inkChg chg="add del">
          <ac:chgData name="Aggie Menezes" userId="74619c95fa3483c9" providerId="LiveId" clId="{20A26620-95D9-894E-AE55-3DE133FE37BE}" dt="2021-03-09T03:07:55.967" v="1836"/>
          <ac:inkMkLst>
            <pc:docMk/>
            <pc:sldMk cId="2353975964" sldId="269"/>
            <ac:inkMk id="17" creationId="{E2460567-CD80-854B-AF16-374580B90941}"/>
          </ac:inkMkLst>
        </pc:inkChg>
        <pc:inkChg chg="add topLvl">
          <ac:chgData name="Aggie Menezes" userId="74619c95fa3483c9" providerId="LiveId" clId="{20A26620-95D9-894E-AE55-3DE133FE37BE}" dt="2021-03-09T03:09:49.754" v="1934"/>
          <ac:inkMkLst>
            <pc:docMk/>
            <pc:sldMk cId="2353975964" sldId="269"/>
            <ac:inkMk id="19" creationId="{2ABDD722-A8EE-A949-9CF6-76CDC3BFF2F8}"/>
          </ac:inkMkLst>
        </pc:inkChg>
        <pc:inkChg chg="add topLvl">
          <ac:chgData name="Aggie Menezes" userId="74619c95fa3483c9" providerId="LiveId" clId="{20A26620-95D9-894E-AE55-3DE133FE37BE}" dt="2021-03-09T03:09:49.754" v="1934"/>
          <ac:inkMkLst>
            <pc:docMk/>
            <pc:sldMk cId="2353975964" sldId="269"/>
            <ac:inkMk id="20" creationId="{F02CAF41-7A8D-504F-B101-CA49B27F9958}"/>
          </ac:inkMkLst>
        </pc:inkChg>
        <pc:inkChg chg="add topLvl">
          <ac:chgData name="Aggie Menezes" userId="74619c95fa3483c9" providerId="LiveId" clId="{20A26620-95D9-894E-AE55-3DE133FE37BE}" dt="2021-03-09T03:09:49.754" v="1934"/>
          <ac:inkMkLst>
            <pc:docMk/>
            <pc:sldMk cId="2353975964" sldId="269"/>
            <ac:inkMk id="21" creationId="{3B2B619C-B095-0D42-B494-49BE04BC9AE4}"/>
          </ac:inkMkLst>
        </pc:inkChg>
        <pc:inkChg chg="add topLvl">
          <ac:chgData name="Aggie Menezes" userId="74619c95fa3483c9" providerId="LiveId" clId="{20A26620-95D9-894E-AE55-3DE133FE37BE}" dt="2021-03-09T03:09:49.754" v="1934"/>
          <ac:inkMkLst>
            <pc:docMk/>
            <pc:sldMk cId="2353975964" sldId="269"/>
            <ac:inkMk id="22" creationId="{5DB018FC-2777-0341-88CB-3A3BA73561E2}"/>
          </ac:inkMkLst>
        </pc:inkChg>
        <pc:inkChg chg="add topLvl">
          <ac:chgData name="Aggie Menezes" userId="74619c95fa3483c9" providerId="LiveId" clId="{20A26620-95D9-894E-AE55-3DE133FE37BE}" dt="2021-03-09T03:09:49.754" v="1934"/>
          <ac:inkMkLst>
            <pc:docMk/>
            <pc:sldMk cId="2353975964" sldId="269"/>
            <ac:inkMk id="24" creationId="{F2B5E5FF-6273-6F48-BD5A-DF7F1C98EB97}"/>
          </ac:inkMkLst>
        </pc:inkChg>
        <pc:inkChg chg="add topLvl">
          <ac:chgData name="Aggie Menezes" userId="74619c95fa3483c9" providerId="LiveId" clId="{20A26620-95D9-894E-AE55-3DE133FE37BE}" dt="2021-03-09T03:09:49.754" v="1934"/>
          <ac:inkMkLst>
            <pc:docMk/>
            <pc:sldMk cId="2353975964" sldId="269"/>
            <ac:inkMk id="25" creationId="{87287029-DAB1-DF49-A5CE-7AC9B63C6CCE}"/>
          </ac:inkMkLst>
        </pc:inkChg>
        <pc:inkChg chg="add topLvl">
          <ac:chgData name="Aggie Menezes" userId="74619c95fa3483c9" providerId="LiveId" clId="{20A26620-95D9-894E-AE55-3DE133FE37BE}" dt="2021-03-09T03:10:29.443" v="1953"/>
          <ac:inkMkLst>
            <pc:docMk/>
            <pc:sldMk cId="2353975964" sldId="269"/>
            <ac:inkMk id="26" creationId="{5E98E9EE-AB18-2B4D-9D03-10735E9E60CF}"/>
          </ac:inkMkLst>
        </pc:inkChg>
        <pc:inkChg chg="add topLvl">
          <ac:chgData name="Aggie Menezes" userId="74619c95fa3483c9" providerId="LiveId" clId="{20A26620-95D9-894E-AE55-3DE133FE37BE}" dt="2021-03-09T03:10:29.443" v="1953"/>
          <ac:inkMkLst>
            <pc:docMk/>
            <pc:sldMk cId="2353975964" sldId="269"/>
            <ac:inkMk id="27" creationId="{A59DBA34-7E93-534B-B17F-C739C3EE788A}"/>
          </ac:inkMkLst>
        </pc:inkChg>
        <pc:inkChg chg="add topLvl">
          <ac:chgData name="Aggie Menezes" userId="74619c95fa3483c9" providerId="LiveId" clId="{20A26620-95D9-894E-AE55-3DE133FE37BE}" dt="2021-03-09T03:10:29.443" v="1953"/>
          <ac:inkMkLst>
            <pc:docMk/>
            <pc:sldMk cId="2353975964" sldId="269"/>
            <ac:inkMk id="29" creationId="{58C022C4-6C28-BD40-AC4B-30BEEF8DC3E1}"/>
          </ac:inkMkLst>
        </pc:inkChg>
        <pc:inkChg chg="add topLvl">
          <ac:chgData name="Aggie Menezes" userId="74619c95fa3483c9" providerId="LiveId" clId="{20A26620-95D9-894E-AE55-3DE133FE37BE}" dt="2021-03-09T03:10:29.443" v="1953"/>
          <ac:inkMkLst>
            <pc:docMk/>
            <pc:sldMk cId="2353975964" sldId="269"/>
            <ac:inkMk id="30" creationId="{E2B50578-7871-454E-A977-114FFF102989}"/>
          </ac:inkMkLst>
        </pc:inkChg>
        <pc:inkChg chg="add">
          <ac:chgData name="Aggie Menezes" userId="74619c95fa3483c9" providerId="LiveId" clId="{20A26620-95D9-894E-AE55-3DE133FE37BE}" dt="2021-03-09T03:08:15.099" v="1855"/>
          <ac:inkMkLst>
            <pc:docMk/>
            <pc:sldMk cId="2353975964" sldId="269"/>
            <ac:inkMk id="31" creationId="{C280D124-E55A-DF4B-BB48-90D1B596F23F}"/>
          </ac:inkMkLst>
        </pc:inkChg>
        <pc:inkChg chg="add topLvl">
          <ac:chgData name="Aggie Menezes" userId="74619c95fa3483c9" providerId="LiveId" clId="{20A26620-95D9-894E-AE55-3DE133FE37BE}" dt="2021-03-09T03:12:01.138" v="2034"/>
          <ac:inkMkLst>
            <pc:docMk/>
            <pc:sldMk cId="2353975964" sldId="269"/>
            <ac:inkMk id="33" creationId="{058ACA36-73D2-B741-B62F-E8E099255999}"/>
          </ac:inkMkLst>
        </pc:inkChg>
        <pc:inkChg chg="add topLvl">
          <ac:chgData name="Aggie Menezes" userId="74619c95fa3483c9" providerId="LiveId" clId="{20A26620-95D9-894E-AE55-3DE133FE37BE}" dt="2021-03-09T03:12:01.138" v="2034"/>
          <ac:inkMkLst>
            <pc:docMk/>
            <pc:sldMk cId="2353975964" sldId="269"/>
            <ac:inkMk id="34" creationId="{E114F063-B076-6249-A7DE-8CB120006502}"/>
          </ac:inkMkLst>
        </pc:inkChg>
        <pc:inkChg chg="add topLvl">
          <ac:chgData name="Aggie Menezes" userId="74619c95fa3483c9" providerId="LiveId" clId="{20A26620-95D9-894E-AE55-3DE133FE37BE}" dt="2021-03-09T03:12:01.138" v="2034"/>
          <ac:inkMkLst>
            <pc:docMk/>
            <pc:sldMk cId="2353975964" sldId="269"/>
            <ac:inkMk id="35" creationId="{08BC0395-787D-D141-9972-E30A262ADD11}"/>
          </ac:inkMkLst>
        </pc:inkChg>
        <pc:inkChg chg="add topLvl">
          <ac:chgData name="Aggie Menezes" userId="74619c95fa3483c9" providerId="LiveId" clId="{20A26620-95D9-894E-AE55-3DE133FE37BE}" dt="2021-03-09T03:12:01.138" v="2034"/>
          <ac:inkMkLst>
            <pc:docMk/>
            <pc:sldMk cId="2353975964" sldId="269"/>
            <ac:inkMk id="36" creationId="{D8DD35BE-0190-2B48-970C-41DDB4C74E12}"/>
          </ac:inkMkLst>
        </pc:inkChg>
        <pc:inkChg chg="add topLvl">
          <ac:chgData name="Aggie Menezes" userId="74619c95fa3483c9" providerId="LiveId" clId="{20A26620-95D9-894E-AE55-3DE133FE37BE}" dt="2021-03-09T03:09:49.754" v="1934"/>
          <ac:inkMkLst>
            <pc:docMk/>
            <pc:sldMk cId="2353975964" sldId="269"/>
            <ac:inkMk id="38" creationId="{EACE16AC-9F45-7449-9ACB-199347446935}"/>
          </ac:inkMkLst>
        </pc:inkChg>
        <pc:inkChg chg="add topLvl">
          <ac:chgData name="Aggie Menezes" userId="74619c95fa3483c9" providerId="LiveId" clId="{20A26620-95D9-894E-AE55-3DE133FE37BE}" dt="2021-03-09T03:09:49.754" v="1934"/>
          <ac:inkMkLst>
            <pc:docMk/>
            <pc:sldMk cId="2353975964" sldId="269"/>
            <ac:inkMk id="39" creationId="{0A8DD992-E83C-8E47-BBA6-A7DB57734B0A}"/>
          </ac:inkMkLst>
        </pc:inkChg>
        <pc:inkChg chg="add topLvl">
          <ac:chgData name="Aggie Menezes" userId="74619c95fa3483c9" providerId="LiveId" clId="{20A26620-95D9-894E-AE55-3DE133FE37BE}" dt="2021-03-09T03:09:49.754" v="1934"/>
          <ac:inkMkLst>
            <pc:docMk/>
            <pc:sldMk cId="2353975964" sldId="269"/>
            <ac:inkMk id="40" creationId="{71ACAEF1-8ECF-DB43-924F-1183FBA78847}"/>
          </ac:inkMkLst>
        </pc:inkChg>
        <pc:inkChg chg="add topLvl">
          <ac:chgData name="Aggie Menezes" userId="74619c95fa3483c9" providerId="LiveId" clId="{20A26620-95D9-894E-AE55-3DE133FE37BE}" dt="2021-03-09T03:09:49.754" v="1934"/>
          <ac:inkMkLst>
            <pc:docMk/>
            <pc:sldMk cId="2353975964" sldId="269"/>
            <ac:inkMk id="42" creationId="{1F0BFE54-9B71-F141-BDCC-2F153FD1F545}"/>
          </ac:inkMkLst>
        </pc:inkChg>
        <pc:inkChg chg="add topLvl">
          <ac:chgData name="Aggie Menezes" userId="74619c95fa3483c9" providerId="LiveId" clId="{20A26620-95D9-894E-AE55-3DE133FE37BE}" dt="2021-03-09T03:09:49.754" v="1934"/>
          <ac:inkMkLst>
            <pc:docMk/>
            <pc:sldMk cId="2353975964" sldId="269"/>
            <ac:inkMk id="43" creationId="{41658F58-8A6C-5C46-B581-C2AB6BFEA64C}"/>
          </ac:inkMkLst>
        </pc:inkChg>
        <pc:inkChg chg="add topLvl">
          <ac:chgData name="Aggie Menezes" userId="74619c95fa3483c9" providerId="LiveId" clId="{20A26620-95D9-894E-AE55-3DE133FE37BE}" dt="2021-03-09T03:09:49.754" v="1934"/>
          <ac:inkMkLst>
            <pc:docMk/>
            <pc:sldMk cId="2353975964" sldId="269"/>
            <ac:inkMk id="44" creationId="{21D73432-FBAC-E643-93B8-AD8BC99D0DD2}"/>
          </ac:inkMkLst>
        </pc:inkChg>
        <pc:inkChg chg="add topLvl">
          <ac:chgData name="Aggie Menezes" userId="74619c95fa3483c9" providerId="LiveId" clId="{20A26620-95D9-894E-AE55-3DE133FE37BE}" dt="2021-03-09T03:09:49.754" v="1934"/>
          <ac:inkMkLst>
            <pc:docMk/>
            <pc:sldMk cId="2353975964" sldId="269"/>
            <ac:inkMk id="45" creationId="{D7D3DBA6-4E2F-8046-8DBF-9C781895E9EE}"/>
          </ac:inkMkLst>
        </pc:inkChg>
        <pc:inkChg chg="add topLvl">
          <ac:chgData name="Aggie Menezes" userId="74619c95fa3483c9" providerId="LiveId" clId="{20A26620-95D9-894E-AE55-3DE133FE37BE}" dt="2021-03-09T03:09:49.754" v="1934"/>
          <ac:inkMkLst>
            <pc:docMk/>
            <pc:sldMk cId="2353975964" sldId="269"/>
            <ac:inkMk id="46" creationId="{11B075CA-0C0C-884A-9C25-0D68381F07AC}"/>
          </ac:inkMkLst>
        </pc:inkChg>
        <pc:inkChg chg="add topLvl">
          <ac:chgData name="Aggie Menezes" userId="74619c95fa3483c9" providerId="LiveId" clId="{20A26620-95D9-894E-AE55-3DE133FE37BE}" dt="2021-03-09T03:09:49.754" v="1934"/>
          <ac:inkMkLst>
            <pc:docMk/>
            <pc:sldMk cId="2353975964" sldId="269"/>
            <ac:inkMk id="47" creationId="{59DBDC37-3A50-EB43-B9B0-2ED2ADEF7B6E}"/>
          </ac:inkMkLst>
        </pc:inkChg>
        <pc:inkChg chg="add topLvl">
          <ac:chgData name="Aggie Menezes" userId="74619c95fa3483c9" providerId="LiveId" clId="{20A26620-95D9-894E-AE55-3DE133FE37BE}" dt="2021-03-09T03:09:49.754" v="1934"/>
          <ac:inkMkLst>
            <pc:docMk/>
            <pc:sldMk cId="2353975964" sldId="269"/>
            <ac:inkMk id="48" creationId="{DAFFF3A8-C487-F747-B59F-92911E34C3E6}"/>
          </ac:inkMkLst>
        </pc:inkChg>
        <pc:inkChg chg="add topLvl">
          <ac:chgData name="Aggie Menezes" userId="74619c95fa3483c9" providerId="LiveId" clId="{20A26620-95D9-894E-AE55-3DE133FE37BE}" dt="2021-03-09T03:09:49.754" v="1934"/>
          <ac:inkMkLst>
            <pc:docMk/>
            <pc:sldMk cId="2353975964" sldId="269"/>
            <ac:inkMk id="50" creationId="{C524784D-D639-164A-B262-38AB7C6D5180}"/>
          </ac:inkMkLst>
        </pc:inkChg>
        <pc:inkChg chg="add topLvl">
          <ac:chgData name="Aggie Menezes" userId="74619c95fa3483c9" providerId="LiveId" clId="{20A26620-95D9-894E-AE55-3DE133FE37BE}" dt="2021-03-09T03:09:49.754" v="1934"/>
          <ac:inkMkLst>
            <pc:docMk/>
            <pc:sldMk cId="2353975964" sldId="269"/>
            <ac:inkMk id="51" creationId="{099AD188-BC6D-B34F-B8B1-3461B84FA369}"/>
          </ac:inkMkLst>
        </pc:inkChg>
        <pc:inkChg chg="add topLvl">
          <ac:chgData name="Aggie Menezes" userId="74619c95fa3483c9" providerId="LiveId" clId="{20A26620-95D9-894E-AE55-3DE133FE37BE}" dt="2021-03-09T03:09:49.754" v="1934"/>
          <ac:inkMkLst>
            <pc:docMk/>
            <pc:sldMk cId="2353975964" sldId="269"/>
            <ac:inkMk id="52" creationId="{81E9AF29-4761-D94E-992E-1A663A0F980F}"/>
          </ac:inkMkLst>
        </pc:inkChg>
        <pc:inkChg chg="add topLvl">
          <ac:chgData name="Aggie Menezes" userId="74619c95fa3483c9" providerId="LiveId" clId="{20A26620-95D9-894E-AE55-3DE133FE37BE}" dt="2021-03-09T03:09:49.754" v="1934"/>
          <ac:inkMkLst>
            <pc:docMk/>
            <pc:sldMk cId="2353975964" sldId="269"/>
            <ac:inkMk id="53" creationId="{0E6E1AB2-AED1-A04F-B915-F4DDE625A48E}"/>
          </ac:inkMkLst>
        </pc:inkChg>
        <pc:inkChg chg="add topLvl">
          <ac:chgData name="Aggie Menezes" userId="74619c95fa3483c9" providerId="LiveId" clId="{20A26620-95D9-894E-AE55-3DE133FE37BE}" dt="2021-03-09T03:09:49.754" v="1934"/>
          <ac:inkMkLst>
            <pc:docMk/>
            <pc:sldMk cId="2353975964" sldId="269"/>
            <ac:inkMk id="54" creationId="{8754DF70-A7D9-794D-A01C-1FA5AACBE7EB}"/>
          </ac:inkMkLst>
        </pc:inkChg>
        <pc:inkChg chg="add topLvl">
          <ac:chgData name="Aggie Menezes" userId="74619c95fa3483c9" providerId="LiveId" clId="{20A26620-95D9-894E-AE55-3DE133FE37BE}" dt="2021-03-09T03:09:49.754" v="1934"/>
          <ac:inkMkLst>
            <pc:docMk/>
            <pc:sldMk cId="2353975964" sldId="269"/>
            <ac:inkMk id="55" creationId="{952C70F8-78BF-CD44-B747-914A8F3D9DFD}"/>
          </ac:inkMkLst>
        </pc:inkChg>
        <pc:inkChg chg="add topLvl">
          <ac:chgData name="Aggie Menezes" userId="74619c95fa3483c9" providerId="LiveId" clId="{20A26620-95D9-894E-AE55-3DE133FE37BE}" dt="2021-03-09T03:09:49.754" v="1934"/>
          <ac:inkMkLst>
            <pc:docMk/>
            <pc:sldMk cId="2353975964" sldId="269"/>
            <ac:inkMk id="56" creationId="{F5F13F34-347C-524B-8D0C-886544A66EC0}"/>
          </ac:inkMkLst>
        </pc:inkChg>
        <pc:inkChg chg="add topLvl">
          <ac:chgData name="Aggie Menezes" userId="74619c95fa3483c9" providerId="LiveId" clId="{20A26620-95D9-894E-AE55-3DE133FE37BE}" dt="2021-03-09T03:09:49.754" v="1934"/>
          <ac:inkMkLst>
            <pc:docMk/>
            <pc:sldMk cId="2353975964" sldId="269"/>
            <ac:inkMk id="57" creationId="{2D510600-EE59-7F47-B722-2775E38E6EA3}"/>
          </ac:inkMkLst>
        </pc:inkChg>
        <pc:inkChg chg="add topLvl">
          <ac:chgData name="Aggie Menezes" userId="74619c95fa3483c9" providerId="LiveId" clId="{20A26620-95D9-894E-AE55-3DE133FE37BE}" dt="2021-03-09T03:09:49.754" v="1934"/>
          <ac:inkMkLst>
            <pc:docMk/>
            <pc:sldMk cId="2353975964" sldId="269"/>
            <ac:inkMk id="58" creationId="{E5EBD054-58A9-764A-8D39-AB114D39C10E}"/>
          </ac:inkMkLst>
        </pc:inkChg>
        <pc:inkChg chg="add topLvl">
          <ac:chgData name="Aggie Menezes" userId="74619c95fa3483c9" providerId="LiveId" clId="{20A26620-95D9-894E-AE55-3DE133FE37BE}" dt="2021-03-09T03:09:49.754" v="1934"/>
          <ac:inkMkLst>
            <pc:docMk/>
            <pc:sldMk cId="2353975964" sldId="269"/>
            <ac:inkMk id="59" creationId="{9DF80232-B06C-8844-9C07-BC29F8653C77}"/>
          </ac:inkMkLst>
        </pc:inkChg>
        <pc:inkChg chg="add topLvl">
          <ac:chgData name="Aggie Menezes" userId="74619c95fa3483c9" providerId="LiveId" clId="{20A26620-95D9-894E-AE55-3DE133FE37BE}" dt="2021-03-09T03:09:49.754" v="1934"/>
          <ac:inkMkLst>
            <pc:docMk/>
            <pc:sldMk cId="2353975964" sldId="269"/>
            <ac:inkMk id="60" creationId="{E46C583B-D92B-2143-9505-7B7EE9689180}"/>
          </ac:inkMkLst>
        </pc:inkChg>
        <pc:inkChg chg="add topLvl">
          <ac:chgData name="Aggie Menezes" userId="74619c95fa3483c9" providerId="LiveId" clId="{20A26620-95D9-894E-AE55-3DE133FE37BE}" dt="2021-03-09T03:09:49.754" v="1934"/>
          <ac:inkMkLst>
            <pc:docMk/>
            <pc:sldMk cId="2353975964" sldId="269"/>
            <ac:inkMk id="61" creationId="{714820E7-61FB-A846-96C6-093600765962}"/>
          </ac:inkMkLst>
        </pc:inkChg>
        <pc:inkChg chg="add topLvl">
          <ac:chgData name="Aggie Menezes" userId="74619c95fa3483c9" providerId="LiveId" clId="{20A26620-95D9-894E-AE55-3DE133FE37BE}" dt="2021-03-09T03:09:49.754" v="1934"/>
          <ac:inkMkLst>
            <pc:docMk/>
            <pc:sldMk cId="2353975964" sldId="269"/>
            <ac:inkMk id="65" creationId="{F3A31077-347B-B043-A5EF-C8EAE502B3B4}"/>
          </ac:inkMkLst>
        </pc:inkChg>
        <pc:inkChg chg="add topLvl">
          <ac:chgData name="Aggie Menezes" userId="74619c95fa3483c9" providerId="LiveId" clId="{20A26620-95D9-894E-AE55-3DE133FE37BE}" dt="2021-03-09T03:09:49.754" v="1934"/>
          <ac:inkMkLst>
            <pc:docMk/>
            <pc:sldMk cId="2353975964" sldId="269"/>
            <ac:inkMk id="66" creationId="{5B327270-D995-3444-8C7F-180F3BAACFF9}"/>
          </ac:inkMkLst>
        </pc:inkChg>
        <pc:inkChg chg="add topLvl">
          <ac:chgData name="Aggie Menezes" userId="74619c95fa3483c9" providerId="LiveId" clId="{20A26620-95D9-894E-AE55-3DE133FE37BE}" dt="2021-03-09T03:09:49.754" v="1934"/>
          <ac:inkMkLst>
            <pc:docMk/>
            <pc:sldMk cId="2353975964" sldId="269"/>
            <ac:inkMk id="67" creationId="{6CFF86E4-3A57-E64F-A364-FA4D6585A70E}"/>
          </ac:inkMkLst>
        </pc:inkChg>
        <pc:inkChg chg="add topLvl">
          <ac:chgData name="Aggie Menezes" userId="74619c95fa3483c9" providerId="LiveId" clId="{20A26620-95D9-894E-AE55-3DE133FE37BE}" dt="2021-03-09T03:09:49.754" v="1934"/>
          <ac:inkMkLst>
            <pc:docMk/>
            <pc:sldMk cId="2353975964" sldId="269"/>
            <ac:inkMk id="68" creationId="{E5ED632D-4BA1-5A43-B5B2-BB743EFEFBCB}"/>
          </ac:inkMkLst>
        </pc:inkChg>
        <pc:inkChg chg="add">
          <ac:chgData name="Aggie Menezes" userId="74619c95fa3483c9" providerId="LiveId" clId="{20A26620-95D9-894E-AE55-3DE133FE37BE}" dt="2021-03-09T03:09:03.039" v="1892"/>
          <ac:inkMkLst>
            <pc:docMk/>
            <pc:sldMk cId="2353975964" sldId="269"/>
            <ac:inkMk id="70" creationId="{BF71902B-C4D0-5642-9CF9-30509B9AF546}"/>
          </ac:inkMkLst>
        </pc:inkChg>
        <pc:inkChg chg="add topLvl">
          <ac:chgData name="Aggie Menezes" userId="74619c95fa3483c9" providerId="LiveId" clId="{20A26620-95D9-894E-AE55-3DE133FE37BE}" dt="2021-03-09T03:09:49.754" v="1934"/>
          <ac:inkMkLst>
            <pc:docMk/>
            <pc:sldMk cId="2353975964" sldId="269"/>
            <ac:inkMk id="71" creationId="{5884C390-BAA3-1244-B8DF-9C3DAA259B1A}"/>
          </ac:inkMkLst>
        </pc:inkChg>
        <pc:inkChg chg="add topLvl">
          <ac:chgData name="Aggie Menezes" userId="74619c95fa3483c9" providerId="LiveId" clId="{20A26620-95D9-894E-AE55-3DE133FE37BE}" dt="2021-03-09T03:09:49.754" v="1934"/>
          <ac:inkMkLst>
            <pc:docMk/>
            <pc:sldMk cId="2353975964" sldId="269"/>
            <ac:inkMk id="72" creationId="{8306D511-A792-0D47-8415-3AAB47B5B7D5}"/>
          </ac:inkMkLst>
        </pc:inkChg>
        <pc:inkChg chg="add topLvl">
          <ac:chgData name="Aggie Menezes" userId="74619c95fa3483c9" providerId="LiveId" clId="{20A26620-95D9-894E-AE55-3DE133FE37BE}" dt="2021-03-09T03:09:49.754" v="1934"/>
          <ac:inkMkLst>
            <pc:docMk/>
            <pc:sldMk cId="2353975964" sldId="269"/>
            <ac:inkMk id="73" creationId="{9287AADE-048B-5149-ACE8-FBA9F746713A}"/>
          </ac:inkMkLst>
        </pc:inkChg>
        <pc:inkChg chg="add topLvl">
          <ac:chgData name="Aggie Menezes" userId="74619c95fa3483c9" providerId="LiveId" clId="{20A26620-95D9-894E-AE55-3DE133FE37BE}" dt="2021-03-09T03:09:49.754" v="1934"/>
          <ac:inkMkLst>
            <pc:docMk/>
            <pc:sldMk cId="2353975964" sldId="269"/>
            <ac:inkMk id="74" creationId="{75705C55-0C78-C941-AB37-D73D6D564BC7}"/>
          </ac:inkMkLst>
        </pc:inkChg>
        <pc:inkChg chg="add topLvl">
          <ac:chgData name="Aggie Menezes" userId="74619c95fa3483c9" providerId="LiveId" clId="{20A26620-95D9-894E-AE55-3DE133FE37BE}" dt="2021-03-09T03:09:49.754" v="1934"/>
          <ac:inkMkLst>
            <pc:docMk/>
            <pc:sldMk cId="2353975964" sldId="269"/>
            <ac:inkMk id="75" creationId="{33A6A8D1-3301-9E4B-8F19-00F5394946FE}"/>
          </ac:inkMkLst>
        </pc:inkChg>
        <pc:inkChg chg="add topLvl">
          <ac:chgData name="Aggie Menezes" userId="74619c95fa3483c9" providerId="LiveId" clId="{20A26620-95D9-894E-AE55-3DE133FE37BE}" dt="2021-03-09T03:09:49.754" v="1934"/>
          <ac:inkMkLst>
            <pc:docMk/>
            <pc:sldMk cId="2353975964" sldId="269"/>
            <ac:inkMk id="77" creationId="{1E0051D8-89FC-6D4D-AE5B-2A4FD7DDD59C}"/>
          </ac:inkMkLst>
        </pc:inkChg>
        <pc:inkChg chg="add topLvl">
          <ac:chgData name="Aggie Menezes" userId="74619c95fa3483c9" providerId="LiveId" clId="{20A26620-95D9-894E-AE55-3DE133FE37BE}" dt="2021-03-09T03:09:49.754" v="1934"/>
          <ac:inkMkLst>
            <pc:docMk/>
            <pc:sldMk cId="2353975964" sldId="269"/>
            <ac:inkMk id="78" creationId="{51FB8F5B-9816-BA4C-A93C-AB0177C89F06}"/>
          </ac:inkMkLst>
        </pc:inkChg>
        <pc:inkChg chg="add topLvl">
          <ac:chgData name="Aggie Menezes" userId="74619c95fa3483c9" providerId="LiveId" clId="{20A26620-95D9-894E-AE55-3DE133FE37BE}" dt="2021-03-09T03:09:49.754" v="1934"/>
          <ac:inkMkLst>
            <pc:docMk/>
            <pc:sldMk cId="2353975964" sldId="269"/>
            <ac:inkMk id="79" creationId="{35916BFA-E2BA-D94B-AD1F-F0C3F22E0430}"/>
          </ac:inkMkLst>
        </pc:inkChg>
        <pc:inkChg chg="add topLvl">
          <ac:chgData name="Aggie Menezes" userId="74619c95fa3483c9" providerId="LiveId" clId="{20A26620-95D9-894E-AE55-3DE133FE37BE}" dt="2021-03-09T03:09:49.754" v="1934"/>
          <ac:inkMkLst>
            <pc:docMk/>
            <pc:sldMk cId="2353975964" sldId="269"/>
            <ac:inkMk id="80" creationId="{DDE17C09-AF00-B846-B73B-D18F7126634A}"/>
          </ac:inkMkLst>
        </pc:inkChg>
        <pc:inkChg chg="add topLvl">
          <ac:chgData name="Aggie Menezes" userId="74619c95fa3483c9" providerId="LiveId" clId="{20A26620-95D9-894E-AE55-3DE133FE37BE}" dt="2021-03-09T03:09:49.754" v="1934"/>
          <ac:inkMkLst>
            <pc:docMk/>
            <pc:sldMk cId="2353975964" sldId="269"/>
            <ac:inkMk id="81" creationId="{054DEA15-22BF-8343-94CD-C711E618BC82}"/>
          </ac:inkMkLst>
        </pc:inkChg>
        <pc:inkChg chg="add topLvl">
          <ac:chgData name="Aggie Menezes" userId="74619c95fa3483c9" providerId="LiveId" clId="{20A26620-95D9-894E-AE55-3DE133FE37BE}" dt="2021-03-09T03:09:49.754" v="1934"/>
          <ac:inkMkLst>
            <pc:docMk/>
            <pc:sldMk cId="2353975964" sldId="269"/>
            <ac:inkMk id="82" creationId="{0F8CFA29-76F3-9642-9F5A-FC234E4AC7D0}"/>
          </ac:inkMkLst>
        </pc:inkChg>
        <pc:inkChg chg="add topLvl">
          <ac:chgData name="Aggie Menezes" userId="74619c95fa3483c9" providerId="LiveId" clId="{20A26620-95D9-894E-AE55-3DE133FE37BE}" dt="2021-03-09T03:09:49.754" v="1934"/>
          <ac:inkMkLst>
            <pc:docMk/>
            <pc:sldMk cId="2353975964" sldId="269"/>
            <ac:inkMk id="84" creationId="{CDBEDD90-8B00-7145-B428-37044723BE23}"/>
          </ac:inkMkLst>
        </pc:inkChg>
        <pc:inkChg chg="add topLvl">
          <ac:chgData name="Aggie Menezes" userId="74619c95fa3483c9" providerId="LiveId" clId="{20A26620-95D9-894E-AE55-3DE133FE37BE}" dt="2021-03-09T03:09:49.754" v="1934"/>
          <ac:inkMkLst>
            <pc:docMk/>
            <pc:sldMk cId="2353975964" sldId="269"/>
            <ac:inkMk id="85" creationId="{A777844E-4855-2547-9B7D-41AF74179B5A}"/>
          </ac:inkMkLst>
        </pc:inkChg>
        <pc:inkChg chg="add topLvl">
          <ac:chgData name="Aggie Menezes" userId="74619c95fa3483c9" providerId="LiveId" clId="{20A26620-95D9-894E-AE55-3DE133FE37BE}" dt="2021-03-09T03:09:49.754" v="1934"/>
          <ac:inkMkLst>
            <pc:docMk/>
            <pc:sldMk cId="2353975964" sldId="269"/>
            <ac:inkMk id="86" creationId="{E2F38CFF-865F-A547-B6F7-1413DFC173DE}"/>
          </ac:inkMkLst>
        </pc:inkChg>
        <pc:inkChg chg="add topLvl">
          <ac:chgData name="Aggie Menezes" userId="74619c95fa3483c9" providerId="LiveId" clId="{20A26620-95D9-894E-AE55-3DE133FE37BE}" dt="2021-03-09T03:09:49.754" v="1934"/>
          <ac:inkMkLst>
            <pc:docMk/>
            <pc:sldMk cId="2353975964" sldId="269"/>
            <ac:inkMk id="87" creationId="{3354891C-3AE6-4747-8C70-2E9054CC1DCE}"/>
          </ac:inkMkLst>
        </pc:inkChg>
        <pc:inkChg chg="add topLvl">
          <ac:chgData name="Aggie Menezes" userId="74619c95fa3483c9" providerId="LiveId" clId="{20A26620-95D9-894E-AE55-3DE133FE37BE}" dt="2021-03-09T03:09:49.754" v="1934"/>
          <ac:inkMkLst>
            <pc:docMk/>
            <pc:sldMk cId="2353975964" sldId="269"/>
            <ac:inkMk id="88" creationId="{DA8E0B82-C991-A842-B1D4-C99E6D96DEA1}"/>
          </ac:inkMkLst>
        </pc:inkChg>
        <pc:inkChg chg="add topLvl">
          <ac:chgData name="Aggie Menezes" userId="74619c95fa3483c9" providerId="LiveId" clId="{20A26620-95D9-894E-AE55-3DE133FE37BE}" dt="2021-03-09T03:09:49.754" v="1934"/>
          <ac:inkMkLst>
            <pc:docMk/>
            <pc:sldMk cId="2353975964" sldId="269"/>
            <ac:inkMk id="89" creationId="{ADA70D1C-39BB-D548-BC41-7AE4C66436E3}"/>
          </ac:inkMkLst>
        </pc:inkChg>
        <pc:inkChg chg="add topLvl">
          <ac:chgData name="Aggie Menezes" userId="74619c95fa3483c9" providerId="LiveId" clId="{20A26620-95D9-894E-AE55-3DE133FE37BE}" dt="2021-03-09T03:09:49.754" v="1934"/>
          <ac:inkMkLst>
            <pc:docMk/>
            <pc:sldMk cId="2353975964" sldId="269"/>
            <ac:inkMk id="90" creationId="{D983EB91-A966-FC4C-A6CE-EFF843CA93B8}"/>
          </ac:inkMkLst>
        </pc:inkChg>
        <pc:inkChg chg="add topLvl">
          <ac:chgData name="Aggie Menezes" userId="74619c95fa3483c9" providerId="LiveId" clId="{20A26620-95D9-894E-AE55-3DE133FE37BE}" dt="2021-03-09T03:09:49.754" v="1934"/>
          <ac:inkMkLst>
            <pc:docMk/>
            <pc:sldMk cId="2353975964" sldId="269"/>
            <ac:inkMk id="91" creationId="{21461DDB-B12F-BC40-A905-DC42BE96EC4E}"/>
          </ac:inkMkLst>
        </pc:inkChg>
        <pc:inkChg chg="add topLvl">
          <ac:chgData name="Aggie Menezes" userId="74619c95fa3483c9" providerId="LiveId" clId="{20A26620-95D9-894E-AE55-3DE133FE37BE}" dt="2021-03-09T03:09:49.754" v="1934"/>
          <ac:inkMkLst>
            <pc:docMk/>
            <pc:sldMk cId="2353975964" sldId="269"/>
            <ac:inkMk id="92" creationId="{20724753-772B-B740-AF07-8AA07E1DBF58}"/>
          </ac:inkMkLst>
        </pc:inkChg>
        <pc:inkChg chg="add topLvl">
          <ac:chgData name="Aggie Menezes" userId="74619c95fa3483c9" providerId="LiveId" clId="{20A26620-95D9-894E-AE55-3DE133FE37BE}" dt="2021-03-09T03:09:49.754" v="1934"/>
          <ac:inkMkLst>
            <pc:docMk/>
            <pc:sldMk cId="2353975964" sldId="269"/>
            <ac:inkMk id="94" creationId="{634AD6B0-A485-DF4E-BA1B-D5B0CF082B93}"/>
          </ac:inkMkLst>
        </pc:inkChg>
        <pc:inkChg chg="add topLvl">
          <ac:chgData name="Aggie Menezes" userId="74619c95fa3483c9" providerId="LiveId" clId="{20A26620-95D9-894E-AE55-3DE133FE37BE}" dt="2021-03-09T03:09:49.754" v="1934"/>
          <ac:inkMkLst>
            <pc:docMk/>
            <pc:sldMk cId="2353975964" sldId="269"/>
            <ac:inkMk id="95" creationId="{5B56727E-6B3D-A34D-81E7-60A070878C78}"/>
          </ac:inkMkLst>
        </pc:inkChg>
        <pc:inkChg chg="add topLvl">
          <ac:chgData name="Aggie Menezes" userId="74619c95fa3483c9" providerId="LiveId" clId="{20A26620-95D9-894E-AE55-3DE133FE37BE}" dt="2021-03-09T03:09:49.754" v="1934"/>
          <ac:inkMkLst>
            <pc:docMk/>
            <pc:sldMk cId="2353975964" sldId="269"/>
            <ac:inkMk id="97" creationId="{92C1ACC5-7B2F-3041-85E8-F48C0EC9C9E2}"/>
          </ac:inkMkLst>
        </pc:inkChg>
        <pc:inkChg chg="add topLvl">
          <ac:chgData name="Aggie Menezes" userId="74619c95fa3483c9" providerId="LiveId" clId="{20A26620-95D9-894E-AE55-3DE133FE37BE}" dt="2021-03-09T03:09:49.754" v="1934"/>
          <ac:inkMkLst>
            <pc:docMk/>
            <pc:sldMk cId="2353975964" sldId="269"/>
            <ac:inkMk id="98" creationId="{FA96D960-4CFC-9246-A977-35C7F9365AD2}"/>
          </ac:inkMkLst>
        </pc:inkChg>
        <pc:inkChg chg="add topLvl">
          <ac:chgData name="Aggie Menezes" userId="74619c95fa3483c9" providerId="LiveId" clId="{20A26620-95D9-894E-AE55-3DE133FE37BE}" dt="2021-03-09T03:09:49.754" v="1934"/>
          <ac:inkMkLst>
            <pc:docMk/>
            <pc:sldMk cId="2353975964" sldId="269"/>
            <ac:inkMk id="99" creationId="{856FBDAE-9D7C-CD44-AA71-186D35DC689C}"/>
          </ac:inkMkLst>
        </pc:inkChg>
        <pc:inkChg chg="add topLvl">
          <ac:chgData name="Aggie Menezes" userId="74619c95fa3483c9" providerId="LiveId" clId="{20A26620-95D9-894E-AE55-3DE133FE37BE}" dt="2021-03-09T03:09:49.754" v="1934"/>
          <ac:inkMkLst>
            <pc:docMk/>
            <pc:sldMk cId="2353975964" sldId="269"/>
            <ac:inkMk id="100" creationId="{05ECDC1D-967B-5648-9689-4D8C5E4127E0}"/>
          </ac:inkMkLst>
        </pc:inkChg>
        <pc:inkChg chg="add topLvl">
          <ac:chgData name="Aggie Menezes" userId="74619c95fa3483c9" providerId="LiveId" clId="{20A26620-95D9-894E-AE55-3DE133FE37BE}" dt="2021-03-09T03:09:49.754" v="1934"/>
          <ac:inkMkLst>
            <pc:docMk/>
            <pc:sldMk cId="2353975964" sldId="269"/>
            <ac:inkMk id="101" creationId="{C12C729C-83C1-504B-9C2C-698ED41F181E}"/>
          </ac:inkMkLst>
        </pc:inkChg>
        <pc:inkChg chg="add topLvl">
          <ac:chgData name="Aggie Menezes" userId="74619c95fa3483c9" providerId="LiveId" clId="{20A26620-95D9-894E-AE55-3DE133FE37BE}" dt="2021-03-09T03:09:49.754" v="1934"/>
          <ac:inkMkLst>
            <pc:docMk/>
            <pc:sldMk cId="2353975964" sldId="269"/>
            <ac:inkMk id="102" creationId="{20328935-9509-9348-BDE9-55767E83A69F}"/>
          </ac:inkMkLst>
        </pc:inkChg>
        <pc:inkChg chg="add topLvl">
          <ac:chgData name="Aggie Menezes" userId="74619c95fa3483c9" providerId="LiveId" clId="{20A26620-95D9-894E-AE55-3DE133FE37BE}" dt="2021-03-09T03:09:49.754" v="1934"/>
          <ac:inkMkLst>
            <pc:docMk/>
            <pc:sldMk cId="2353975964" sldId="269"/>
            <ac:inkMk id="103" creationId="{CAD8DD58-5356-154C-8AD8-DE2943E42934}"/>
          </ac:inkMkLst>
        </pc:inkChg>
        <pc:inkChg chg="add topLvl">
          <ac:chgData name="Aggie Menezes" userId="74619c95fa3483c9" providerId="LiveId" clId="{20A26620-95D9-894E-AE55-3DE133FE37BE}" dt="2021-03-09T03:09:49.754" v="1934"/>
          <ac:inkMkLst>
            <pc:docMk/>
            <pc:sldMk cId="2353975964" sldId="269"/>
            <ac:inkMk id="104" creationId="{FDB846B2-6434-5049-9648-69337D52D243}"/>
          </ac:inkMkLst>
        </pc:inkChg>
        <pc:inkChg chg="add topLvl">
          <ac:chgData name="Aggie Menezes" userId="74619c95fa3483c9" providerId="LiveId" clId="{20A26620-95D9-894E-AE55-3DE133FE37BE}" dt="2021-03-09T03:09:49.754" v="1934"/>
          <ac:inkMkLst>
            <pc:docMk/>
            <pc:sldMk cId="2353975964" sldId="269"/>
            <ac:inkMk id="106" creationId="{AC58B63E-295A-9347-8B15-E23348FDB504}"/>
          </ac:inkMkLst>
        </pc:inkChg>
        <pc:inkChg chg="add topLvl">
          <ac:chgData name="Aggie Menezes" userId="74619c95fa3483c9" providerId="LiveId" clId="{20A26620-95D9-894E-AE55-3DE133FE37BE}" dt="2021-03-09T03:09:49.754" v="1934"/>
          <ac:inkMkLst>
            <pc:docMk/>
            <pc:sldMk cId="2353975964" sldId="269"/>
            <ac:inkMk id="107" creationId="{78F03ECC-300D-334E-910E-B2E28899D9EA}"/>
          </ac:inkMkLst>
        </pc:inkChg>
        <pc:inkChg chg="add topLvl">
          <ac:chgData name="Aggie Menezes" userId="74619c95fa3483c9" providerId="LiveId" clId="{20A26620-95D9-894E-AE55-3DE133FE37BE}" dt="2021-03-09T03:09:49.754" v="1934"/>
          <ac:inkMkLst>
            <pc:docMk/>
            <pc:sldMk cId="2353975964" sldId="269"/>
            <ac:inkMk id="108" creationId="{3D1AC8C4-57F7-B84A-945F-61E025F77BF6}"/>
          </ac:inkMkLst>
        </pc:inkChg>
        <pc:inkChg chg="add topLvl">
          <ac:chgData name="Aggie Menezes" userId="74619c95fa3483c9" providerId="LiveId" clId="{20A26620-95D9-894E-AE55-3DE133FE37BE}" dt="2021-03-09T03:09:49.754" v="1934"/>
          <ac:inkMkLst>
            <pc:docMk/>
            <pc:sldMk cId="2353975964" sldId="269"/>
            <ac:inkMk id="109" creationId="{4D58F670-39D0-A04E-8DB8-2EA67811D958}"/>
          </ac:inkMkLst>
        </pc:inkChg>
        <pc:inkChg chg="add">
          <ac:chgData name="Aggie Menezes" userId="74619c95fa3483c9" providerId="LiveId" clId="{20A26620-95D9-894E-AE55-3DE133FE37BE}" dt="2021-03-09T03:09:49.095" v="1933"/>
          <ac:inkMkLst>
            <pc:docMk/>
            <pc:sldMk cId="2353975964" sldId="269"/>
            <ac:inkMk id="111" creationId="{ECE3B181-CB5B-9341-9E03-48043C7AEE67}"/>
          </ac:inkMkLst>
        </pc:inkChg>
        <pc:inkChg chg="add topLvl">
          <ac:chgData name="Aggie Menezes" userId="74619c95fa3483c9" providerId="LiveId" clId="{20A26620-95D9-894E-AE55-3DE133FE37BE}" dt="2021-03-09T03:10:29.443" v="1953"/>
          <ac:inkMkLst>
            <pc:docMk/>
            <pc:sldMk cId="2353975964" sldId="269"/>
            <ac:inkMk id="115" creationId="{3C80F0F2-A8BF-8948-8EAC-77CFAD995537}"/>
          </ac:inkMkLst>
        </pc:inkChg>
        <pc:inkChg chg="add topLvl">
          <ac:chgData name="Aggie Menezes" userId="74619c95fa3483c9" providerId="LiveId" clId="{20A26620-95D9-894E-AE55-3DE133FE37BE}" dt="2021-03-09T03:10:29.443" v="1953"/>
          <ac:inkMkLst>
            <pc:docMk/>
            <pc:sldMk cId="2353975964" sldId="269"/>
            <ac:inkMk id="116" creationId="{2AD8D1B8-FB1F-034C-8BDC-BA6B5F770B96}"/>
          </ac:inkMkLst>
        </pc:inkChg>
        <pc:inkChg chg="add topLvl">
          <ac:chgData name="Aggie Menezes" userId="74619c95fa3483c9" providerId="LiveId" clId="{20A26620-95D9-894E-AE55-3DE133FE37BE}" dt="2021-03-09T03:10:29.443" v="1953"/>
          <ac:inkMkLst>
            <pc:docMk/>
            <pc:sldMk cId="2353975964" sldId="269"/>
            <ac:inkMk id="117" creationId="{B254A452-5ACA-7A4A-A2C7-3269EEED65B0}"/>
          </ac:inkMkLst>
        </pc:inkChg>
        <pc:inkChg chg="add topLvl">
          <ac:chgData name="Aggie Menezes" userId="74619c95fa3483c9" providerId="LiveId" clId="{20A26620-95D9-894E-AE55-3DE133FE37BE}" dt="2021-03-09T03:10:29.443" v="1953"/>
          <ac:inkMkLst>
            <pc:docMk/>
            <pc:sldMk cId="2353975964" sldId="269"/>
            <ac:inkMk id="119" creationId="{B8A3A51E-E5DE-EA40-B881-A8C00D085A24}"/>
          </ac:inkMkLst>
        </pc:inkChg>
        <pc:inkChg chg="add topLvl">
          <ac:chgData name="Aggie Menezes" userId="74619c95fa3483c9" providerId="LiveId" clId="{20A26620-95D9-894E-AE55-3DE133FE37BE}" dt="2021-03-09T03:10:29.443" v="1953"/>
          <ac:inkMkLst>
            <pc:docMk/>
            <pc:sldMk cId="2353975964" sldId="269"/>
            <ac:inkMk id="120" creationId="{EC279AF8-7B3D-3148-B4BE-95A5596F8433}"/>
          </ac:inkMkLst>
        </pc:inkChg>
        <pc:inkChg chg="add topLvl">
          <ac:chgData name="Aggie Menezes" userId="74619c95fa3483c9" providerId="LiveId" clId="{20A26620-95D9-894E-AE55-3DE133FE37BE}" dt="2021-03-09T03:10:29.443" v="1953"/>
          <ac:inkMkLst>
            <pc:docMk/>
            <pc:sldMk cId="2353975964" sldId="269"/>
            <ac:inkMk id="121" creationId="{4F91A603-9A6B-4244-BC3C-9D5A07D3E25A}"/>
          </ac:inkMkLst>
        </pc:inkChg>
        <pc:inkChg chg="add topLvl">
          <ac:chgData name="Aggie Menezes" userId="74619c95fa3483c9" providerId="LiveId" clId="{20A26620-95D9-894E-AE55-3DE133FE37BE}" dt="2021-03-09T03:10:29.443" v="1953"/>
          <ac:inkMkLst>
            <pc:docMk/>
            <pc:sldMk cId="2353975964" sldId="269"/>
            <ac:inkMk id="122" creationId="{B90175F9-5D5E-434A-99E6-0875E1CC637C}"/>
          </ac:inkMkLst>
        </pc:inkChg>
        <pc:inkChg chg="add topLvl">
          <ac:chgData name="Aggie Menezes" userId="74619c95fa3483c9" providerId="LiveId" clId="{20A26620-95D9-894E-AE55-3DE133FE37BE}" dt="2021-03-09T03:10:29.443" v="1953"/>
          <ac:inkMkLst>
            <pc:docMk/>
            <pc:sldMk cId="2353975964" sldId="269"/>
            <ac:inkMk id="123" creationId="{C3075F2C-0CE7-5B45-A76D-320942704BFE}"/>
          </ac:inkMkLst>
        </pc:inkChg>
        <pc:inkChg chg="add topLvl">
          <ac:chgData name="Aggie Menezes" userId="74619c95fa3483c9" providerId="LiveId" clId="{20A26620-95D9-894E-AE55-3DE133FE37BE}" dt="2021-03-09T03:10:29.443" v="1953"/>
          <ac:inkMkLst>
            <pc:docMk/>
            <pc:sldMk cId="2353975964" sldId="269"/>
            <ac:inkMk id="124" creationId="{F8F94EFE-9E02-3540-84B9-FEDAD437C2BD}"/>
          </ac:inkMkLst>
        </pc:inkChg>
        <pc:inkChg chg="add topLvl">
          <ac:chgData name="Aggie Menezes" userId="74619c95fa3483c9" providerId="LiveId" clId="{20A26620-95D9-894E-AE55-3DE133FE37BE}" dt="2021-03-09T03:10:29.443" v="1953"/>
          <ac:inkMkLst>
            <pc:docMk/>
            <pc:sldMk cId="2353975964" sldId="269"/>
            <ac:inkMk id="126" creationId="{6E7530DA-BC07-9744-9C44-CBEBFDEF017F}"/>
          </ac:inkMkLst>
        </pc:inkChg>
        <pc:inkChg chg="add">
          <ac:chgData name="Aggie Menezes" userId="74619c95fa3483c9" providerId="LiveId" clId="{20A26620-95D9-894E-AE55-3DE133FE37BE}" dt="2021-03-09T03:10:26.784" v="1948"/>
          <ac:inkMkLst>
            <pc:docMk/>
            <pc:sldMk cId="2353975964" sldId="269"/>
            <ac:inkMk id="128" creationId="{0CDA0EAB-8E84-D94E-ACF0-33946A11ED55}"/>
          </ac:inkMkLst>
        </pc:inkChg>
        <pc:inkChg chg="add">
          <ac:chgData name="Aggie Menezes" userId="74619c95fa3483c9" providerId="LiveId" clId="{20A26620-95D9-894E-AE55-3DE133FE37BE}" dt="2021-03-09T03:10:27.154" v="1949"/>
          <ac:inkMkLst>
            <pc:docMk/>
            <pc:sldMk cId="2353975964" sldId="269"/>
            <ac:inkMk id="129" creationId="{98EA0298-A95E-E148-B597-F69A47902C6B}"/>
          </ac:inkMkLst>
        </pc:inkChg>
        <pc:inkChg chg="add">
          <ac:chgData name="Aggie Menezes" userId="74619c95fa3483c9" providerId="LiveId" clId="{20A26620-95D9-894E-AE55-3DE133FE37BE}" dt="2021-03-09T03:10:28.063" v="1950"/>
          <ac:inkMkLst>
            <pc:docMk/>
            <pc:sldMk cId="2353975964" sldId="269"/>
            <ac:inkMk id="130" creationId="{B6A965FB-A240-5D42-A1BB-3900F30E28D0}"/>
          </ac:inkMkLst>
        </pc:inkChg>
        <pc:inkChg chg="add">
          <ac:chgData name="Aggie Menezes" userId="74619c95fa3483c9" providerId="LiveId" clId="{20A26620-95D9-894E-AE55-3DE133FE37BE}" dt="2021-03-09T03:10:28.583" v="1951"/>
          <ac:inkMkLst>
            <pc:docMk/>
            <pc:sldMk cId="2353975964" sldId="269"/>
            <ac:inkMk id="131" creationId="{69D14F19-D8F6-1D48-9DC7-59A87AB3149E}"/>
          </ac:inkMkLst>
        </pc:inkChg>
        <pc:inkChg chg="add">
          <ac:chgData name="Aggie Menezes" userId="74619c95fa3483c9" providerId="LiveId" clId="{20A26620-95D9-894E-AE55-3DE133FE37BE}" dt="2021-03-09T03:10:28.797" v="1952"/>
          <ac:inkMkLst>
            <pc:docMk/>
            <pc:sldMk cId="2353975964" sldId="269"/>
            <ac:inkMk id="132" creationId="{7A11809A-145B-B240-BEBE-A59CC2F681AB}"/>
          </ac:inkMkLst>
        </pc:inkChg>
        <pc:inkChg chg="add topLvl">
          <ac:chgData name="Aggie Menezes" userId="74619c95fa3483c9" providerId="LiveId" clId="{20A26620-95D9-894E-AE55-3DE133FE37BE}" dt="2021-03-09T03:11:00.573" v="1981"/>
          <ac:inkMkLst>
            <pc:docMk/>
            <pc:sldMk cId="2353975964" sldId="269"/>
            <ac:inkMk id="134" creationId="{66AE56A2-6237-4D43-AD2C-84BA84ADF55C}"/>
          </ac:inkMkLst>
        </pc:inkChg>
        <pc:inkChg chg="add topLvl">
          <ac:chgData name="Aggie Menezes" userId="74619c95fa3483c9" providerId="LiveId" clId="{20A26620-95D9-894E-AE55-3DE133FE37BE}" dt="2021-03-09T03:11:00.573" v="1981"/>
          <ac:inkMkLst>
            <pc:docMk/>
            <pc:sldMk cId="2353975964" sldId="269"/>
            <ac:inkMk id="135" creationId="{2FD9C213-4E09-2E4A-9E65-5799E974F70C}"/>
          </ac:inkMkLst>
        </pc:inkChg>
        <pc:inkChg chg="add topLvl">
          <ac:chgData name="Aggie Menezes" userId="74619c95fa3483c9" providerId="LiveId" clId="{20A26620-95D9-894E-AE55-3DE133FE37BE}" dt="2021-03-09T03:11:00.573" v="1981"/>
          <ac:inkMkLst>
            <pc:docMk/>
            <pc:sldMk cId="2353975964" sldId="269"/>
            <ac:inkMk id="136" creationId="{5C620B50-AA19-C546-A50F-6E041D9B5857}"/>
          </ac:inkMkLst>
        </pc:inkChg>
        <pc:inkChg chg="add topLvl">
          <ac:chgData name="Aggie Menezes" userId="74619c95fa3483c9" providerId="LiveId" clId="{20A26620-95D9-894E-AE55-3DE133FE37BE}" dt="2021-03-09T03:11:00.573" v="1981"/>
          <ac:inkMkLst>
            <pc:docMk/>
            <pc:sldMk cId="2353975964" sldId="269"/>
            <ac:inkMk id="137" creationId="{DCC0B7ED-01AC-0649-9443-A1CB3379678F}"/>
          </ac:inkMkLst>
        </pc:inkChg>
        <pc:inkChg chg="add topLvl">
          <ac:chgData name="Aggie Menezes" userId="74619c95fa3483c9" providerId="LiveId" clId="{20A26620-95D9-894E-AE55-3DE133FE37BE}" dt="2021-03-09T03:11:00.573" v="1981"/>
          <ac:inkMkLst>
            <pc:docMk/>
            <pc:sldMk cId="2353975964" sldId="269"/>
            <ac:inkMk id="138" creationId="{B1804CEA-20FE-8343-B147-620D2DE1C402}"/>
          </ac:inkMkLst>
        </pc:inkChg>
        <pc:inkChg chg="add topLvl">
          <ac:chgData name="Aggie Menezes" userId="74619c95fa3483c9" providerId="LiveId" clId="{20A26620-95D9-894E-AE55-3DE133FE37BE}" dt="2021-03-09T03:11:00.573" v="1981"/>
          <ac:inkMkLst>
            <pc:docMk/>
            <pc:sldMk cId="2353975964" sldId="269"/>
            <ac:inkMk id="139" creationId="{F4F9B90A-A641-6B48-980B-B718E9D0C515}"/>
          </ac:inkMkLst>
        </pc:inkChg>
        <pc:inkChg chg="add topLvl">
          <ac:chgData name="Aggie Menezes" userId="74619c95fa3483c9" providerId="LiveId" clId="{20A26620-95D9-894E-AE55-3DE133FE37BE}" dt="2021-03-09T03:11:00.573" v="1981"/>
          <ac:inkMkLst>
            <pc:docMk/>
            <pc:sldMk cId="2353975964" sldId="269"/>
            <ac:inkMk id="140" creationId="{F87AEAB8-ED2F-5B4A-8840-20446868E059}"/>
          </ac:inkMkLst>
        </pc:inkChg>
        <pc:inkChg chg="add topLvl">
          <ac:chgData name="Aggie Menezes" userId="74619c95fa3483c9" providerId="LiveId" clId="{20A26620-95D9-894E-AE55-3DE133FE37BE}" dt="2021-03-09T03:11:00.573" v="1981"/>
          <ac:inkMkLst>
            <pc:docMk/>
            <pc:sldMk cId="2353975964" sldId="269"/>
            <ac:inkMk id="141" creationId="{5648E62B-9C6F-6243-9418-351718577A15}"/>
          </ac:inkMkLst>
        </pc:inkChg>
        <pc:inkChg chg="add topLvl">
          <ac:chgData name="Aggie Menezes" userId="74619c95fa3483c9" providerId="LiveId" clId="{20A26620-95D9-894E-AE55-3DE133FE37BE}" dt="2021-03-09T03:11:00.573" v="1981"/>
          <ac:inkMkLst>
            <pc:docMk/>
            <pc:sldMk cId="2353975964" sldId="269"/>
            <ac:inkMk id="142" creationId="{7D357FAA-B092-5A46-8242-3C2FC4311DDC}"/>
          </ac:inkMkLst>
        </pc:inkChg>
        <pc:inkChg chg="add topLvl">
          <ac:chgData name="Aggie Menezes" userId="74619c95fa3483c9" providerId="LiveId" clId="{20A26620-95D9-894E-AE55-3DE133FE37BE}" dt="2021-03-09T03:11:00.573" v="1981"/>
          <ac:inkMkLst>
            <pc:docMk/>
            <pc:sldMk cId="2353975964" sldId="269"/>
            <ac:inkMk id="143" creationId="{64D49679-A167-CD41-A623-C29183030DDB}"/>
          </ac:inkMkLst>
        </pc:inkChg>
        <pc:inkChg chg="add topLvl">
          <ac:chgData name="Aggie Menezes" userId="74619c95fa3483c9" providerId="LiveId" clId="{20A26620-95D9-894E-AE55-3DE133FE37BE}" dt="2021-03-09T03:11:00.573" v="1981"/>
          <ac:inkMkLst>
            <pc:docMk/>
            <pc:sldMk cId="2353975964" sldId="269"/>
            <ac:inkMk id="144" creationId="{61F8FD1E-AC25-A948-A90A-B56CC166DF2E}"/>
          </ac:inkMkLst>
        </pc:inkChg>
        <pc:inkChg chg="add topLvl">
          <ac:chgData name="Aggie Menezes" userId="74619c95fa3483c9" providerId="LiveId" clId="{20A26620-95D9-894E-AE55-3DE133FE37BE}" dt="2021-03-09T03:11:00.573" v="1981"/>
          <ac:inkMkLst>
            <pc:docMk/>
            <pc:sldMk cId="2353975964" sldId="269"/>
            <ac:inkMk id="146" creationId="{8E83C830-C71B-7241-AF1C-DE6C8734CFB6}"/>
          </ac:inkMkLst>
        </pc:inkChg>
        <pc:inkChg chg="add topLvl">
          <ac:chgData name="Aggie Menezes" userId="74619c95fa3483c9" providerId="LiveId" clId="{20A26620-95D9-894E-AE55-3DE133FE37BE}" dt="2021-03-09T03:11:00.573" v="1981"/>
          <ac:inkMkLst>
            <pc:docMk/>
            <pc:sldMk cId="2353975964" sldId="269"/>
            <ac:inkMk id="147" creationId="{1BB2BF0C-BAD1-A543-BF2D-285B11B397D8}"/>
          </ac:inkMkLst>
        </pc:inkChg>
        <pc:inkChg chg="add topLvl">
          <ac:chgData name="Aggie Menezes" userId="74619c95fa3483c9" providerId="LiveId" clId="{20A26620-95D9-894E-AE55-3DE133FE37BE}" dt="2021-03-09T03:11:00.573" v="1981"/>
          <ac:inkMkLst>
            <pc:docMk/>
            <pc:sldMk cId="2353975964" sldId="269"/>
            <ac:inkMk id="148" creationId="{13909DEF-3444-AF49-85BB-397089696F13}"/>
          </ac:inkMkLst>
        </pc:inkChg>
        <pc:inkChg chg="add topLvl">
          <ac:chgData name="Aggie Menezes" userId="74619c95fa3483c9" providerId="LiveId" clId="{20A26620-95D9-894E-AE55-3DE133FE37BE}" dt="2021-03-09T03:11:00.573" v="1981"/>
          <ac:inkMkLst>
            <pc:docMk/>
            <pc:sldMk cId="2353975964" sldId="269"/>
            <ac:inkMk id="150" creationId="{D6F347EA-FE5D-AF4B-B92D-E94E37136FE5}"/>
          </ac:inkMkLst>
        </pc:inkChg>
        <pc:inkChg chg="add topLvl">
          <ac:chgData name="Aggie Menezes" userId="74619c95fa3483c9" providerId="LiveId" clId="{20A26620-95D9-894E-AE55-3DE133FE37BE}" dt="2021-03-09T03:11:00.573" v="1981"/>
          <ac:inkMkLst>
            <pc:docMk/>
            <pc:sldMk cId="2353975964" sldId="269"/>
            <ac:inkMk id="151" creationId="{C0FCDB17-3447-0D4F-A6B8-BCD628B0A2C4}"/>
          </ac:inkMkLst>
        </pc:inkChg>
        <pc:inkChg chg="add topLvl">
          <ac:chgData name="Aggie Menezes" userId="74619c95fa3483c9" providerId="LiveId" clId="{20A26620-95D9-894E-AE55-3DE133FE37BE}" dt="2021-03-09T03:11:00.573" v="1981"/>
          <ac:inkMkLst>
            <pc:docMk/>
            <pc:sldMk cId="2353975964" sldId="269"/>
            <ac:inkMk id="152" creationId="{7ED9FF1B-A0C9-594C-85D1-6763A7456F51}"/>
          </ac:inkMkLst>
        </pc:inkChg>
        <pc:inkChg chg="add topLvl">
          <ac:chgData name="Aggie Menezes" userId="74619c95fa3483c9" providerId="LiveId" clId="{20A26620-95D9-894E-AE55-3DE133FE37BE}" dt="2021-03-09T03:11:00.573" v="1981"/>
          <ac:inkMkLst>
            <pc:docMk/>
            <pc:sldMk cId="2353975964" sldId="269"/>
            <ac:inkMk id="154" creationId="{4BFD400B-371B-CB4F-B5C7-0C2480D26E12}"/>
          </ac:inkMkLst>
        </pc:inkChg>
        <pc:inkChg chg="add">
          <ac:chgData name="Aggie Menezes" userId="74619c95fa3483c9" providerId="LiveId" clId="{20A26620-95D9-894E-AE55-3DE133FE37BE}" dt="2021-03-09T03:10:56.895" v="1976"/>
          <ac:inkMkLst>
            <pc:docMk/>
            <pc:sldMk cId="2353975964" sldId="269"/>
            <ac:inkMk id="156" creationId="{3CB0D545-9640-894A-84A3-79DCD0B93ADE}"/>
          </ac:inkMkLst>
        </pc:inkChg>
        <pc:inkChg chg="add">
          <ac:chgData name="Aggie Menezes" userId="74619c95fa3483c9" providerId="LiveId" clId="{20A26620-95D9-894E-AE55-3DE133FE37BE}" dt="2021-03-09T03:10:57.223" v="1977"/>
          <ac:inkMkLst>
            <pc:docMk/>
            <pc:sldMk cId="2353975964" sldId="269"/>
            <ac:inkMk id="157" creationId="{A74F4F95-A7AC-6B4C-AA67-6BF07F2A24A4}"/>
          </ac:inkMkLst>
        </pc:inkChg>
        <pc:inkChg chg="add">
          <ac:chgData name="Aggie Menezes" userId="74619c95fa3483c9" providerId="LiveId" clId="{20A26620-95D9-894E-AE55-3DE133FE37BE}" dt="2021-03-09T03:10:57.598" v="1978"/>
          <ac:inkMkLst>
            <pc:docMk/>
            <pc:sldMk cId="2353975964" sldId="269"/>
            <ac:inkMk id="158" creationId="{80FC660F-D29E-AB4E-9592-0D8A9E17906B}"/>
          </ac:inkMkLst>
        </pc:inkChg>
        <pc:inkChg chg="add">
          <ac:chgData name="Aggie Menezes" userId="74619c95fa3483c9" providerId="LiveId" clId="{20A26620-95D9-894E-AE55-3DE133FE37BE}" dt="2021-03-09T03:10:59.202" v="1979"/>
          <ac:inkMkLst>
            <pc:docMk/>
            <pc:sldMk cId="2353975964" sldId="269"/>
            <ac:inkMk id="159" creationId="{620BB5C5-67AB-0540-A1A6-E71906D4C508}"/>
          </ac:inkMkLst>
        </pc:inkChg>
        <pc:inkChg chg="add">
          <ac:chgData name="Aggie Menezes" userId="74619c95fa3483c9" providerId="LiveId" clId="{20A26620-95D9-894E-AE55-3DE133FE37BE}" dt="2021-03-09T03:10:59.656" v="1980"/>
          <ac:inkMkLst>
            <pc:docMk/>
            <pc:sldMk cId="2353975964" sldId="269"/>
            <ac:inkMk id="160" creationId="{106FB0BE-1A31-174D-B322-A235ED0BB774}"/>
          </ac:inkMkLst>
        </pc:inkChg>
        <pc:inkChg chg="add">
          <ac:chgData name="Aggie Menezes" userId="74619c95fa3483c9" providerId="LiveId" clId="{20A26620-95D9-894E-AE55-3DE133FE37BE}" dt="2021-03-09T03:11:14.844" v="1982"/>
          <ac:inkMkLst>
            <pc:docMk/>
            <pc:sldMk cId="2353975964" sldId="269"/>
            <ac:inkMk id="162" creationId="{446B1FCB-5175-F54E-BD60-6DF6065D23D7}"/>
          </ac:inkMkLst>
        </pc:inkChg>
        <pc:inkChg chg="add">
          <ac:chgData name="Aggie Menezes" userId="74619c95fa3483c9" providerId="LiveId" clId="{20A26620-95D9-894E-AE55-3DE133FE37BE}" dt="2021-03-09T03:11:15.758" v="1983"/>
          <ac:inkMkLst>
            <pc:docMk/>
            <pc:sldMk cId="2353975964" sldId="269"/>
            <ac:inkMk id="163" creationId="{321C7201-A5EC-7644-AAEB-F08C7A464E6E}"/>
          </ac:inkMkLst>
        </pc:inkChg>
        <pc:inkChg chg="add">
          <ac:chgData name="Aggie Menezes" userId="74619c95fa3483c9" providerId="LiveId" clId="{20A26620-95D9-894E-AE55-3DE133FE37BE}" dt="2021-03-09T03:11:16.092" v="1984"/>
          <ac:inkMkLst>
            <pc:docMk/>
            <pc:sldMk cId="2353975964" sldId="269"/>
            <ac:inkMk id="164" creationId="{FEF2CFE1-0501-884F-A79C-8FD62B2587E8}"/>
          </ac:inkMkLst>
        </pc:inkChg>
        <pc:inkChg chg="add">
          <ac:chgData name="Aggie Menezes" userId="74619c95fa3483c9" providerId="LiveId" clId="{20A26620-95D9-894E-AE55-3DE133FE37BE}" dt="2021-03-09T03:11:18.915" v="1986"/>
          <ac:inkMkLst>
            <pc:docMk/>
            <pc:sldMk cId="2353975964" sldId="269"/>
            <ac:inkMk id="166" creationId="{E0FF0E6B-BC94-994F-8DA9-671AF3217CFB}"/>
          </ac:inkMkLst>
        </pc:inkChg>
        <pc:inkChg chg="add">
          <ac:chgData name="Aggie Menezes" userId="74619c95fa3483c9" providerId="LiveId" clId="{20A26620-95D9-894E-AE55-3DE133FE37BE}" dt="2021-03-09T03:11:19.276" v="1987"/>
          <ac:inkMkLst>
            <pc:docMk/>
            <pc:sldMk cId="2353975964" sldId="269"/>
            <ac:inkMk id="167" creationId="{7897896B-00A5-DA42-9EFC-2F27C5D0BA1E}"/>
          </ac:inkMkLst>
        </pc:inkChg>
        <pc:inkChg chg="add">
          <ac:chgData name="Aggie Menezes" userId="74619c95fa3483c9" providerId="LiveId" clId="{20A26620-95D9-894E-AE55-3DE133FE37BE}" dt="2021-03-09T03:11:19.465" v="1988"/>
          <ac:inkMkLst>
            <pc:docMk/>
            <pc:sldMk cId="2353975964" sldId="269"/>
            <ac:inkMk id="168" creationId="{22F60B4C-DBCB-7D49-8DB5-E0664A8738CD}"/>
          </ac:inkMkLst>
        </pc:inkChg>
        <pc:inkChg chg="add">
          <ac:chgData name="Aggie Menezes" userId="74619c95fa3483c9" providerId="LiveId" clId="{20A26620-95D9-894E-AE55-3DE133FE37BE}" dt="2021-03-09T03:11:19.642" v="1989"/>
          <ac:inkMkLst>
            <pc:docMk/>
            <pc:sldMk cId="2353975964" sldId="269"/>
            <ac:inkMk id="169" creationId="{F02C0B5F-7937-0945-B719-E34A6CC3007F}"/>
          </ac:inkMkLst>
        </pc:inkChg>
        <pc:inkChg chg="add topLvl">
          <ac:chgData name="Aggie Menezes" userId="74619c95fa3483c9" providerId="LiveId" clId="{20A26620-95D9-894E-AE55-3DE133FE37BE}" dt="2021-03-09T03:11:34.637" v="2005"/>
          <ac:inkMkLst>
            <pc:docMk/>
            <pc:sldMk cId="2353975964" sldId="269"/>
            <ac:inkMk id="171" creationId="{215500FB-D048-CD4F-93FB-54EBF87A9D55}"/>
          </ac:inkMkLst>
        </pc:inkChg>
        <pc:inkChg chg="add topLvl">
          <ac:chgData name="Aggie Menezes" userId="74619c95fa3483c9" providerId="LiveId" clId="{20A26620-95D9-894E-AE55-3DE133FE37BE}" dt="2021-03-09T03:11:34.637" v="2005"/>
          <ac:inkMkLst>
            <pc:docMk/>
            <pc:sldMk cId="2353975964" sldId="269"/>
            <ac:inkMk id="172" creationId="{8054E312-7055-D641-AD0D-F6D85CDCCD8C}"/>
          </ac:inkMkLst>
        </pc:inkChg>
        <pc:inkChg chg="add topLvl">
          <ac:chgData name="Aggie Menezes" userId="74619c95fa3483c9" providerId="LiveId" clId="{20A26620-95D9-894E-AE55-3DE133FE37BE}" dt="2021-03-09T03:11:34.637" v="2005"/>
          <ac:inkMkLst>
            <pc:docMk/>
            <pc:sldMk cId="2353975964" sldId="269"/>
            <ac:inkMk id="174" creationId="{CF473EAB-DE69-D14A-9827-568F59C0858C}"/>
          </ac:inkMkLst>
        </pc:inkChg>
        <pc:inkChg chg="add topLvl">
          <ac:chgData name="Aggie Menezes" userId="74619c95fa3483c9" providerId="LiveId" clId="{20A26620-95D9-894E-AE55-3DE133FE37BE}" dt="2021-03-09T03:11:34.637" v="2005"/>
          <ac:inkMkLst>
            <pc:docMk/>
            <pc:sldMk cId="2353975964" sldId="269"/>
            <ac:inkMk id="175" creationId="{3400F587-12A8-A342-96C8-BA68B066C1A7}"/>
          </ac:inkMkLst>
        </pc:inkChg>
        <pc:inkChg chg="add topLvl">
          <ac:chgData name="Aggie Menezes" userId="74619c95fa3483c9" providerId="LiveId" clId="{20A26620-95D9-894E-AE55-3DE133FE37BE}" dt="2021-03-09T03:11:34.637" v="2005"/>
          <ac:inkMkLst>
            <pc:docMk/>
            <pc:sldMk cId="2353975964" sldId="269"/>
            <ac:inkMk id="176" creationId="{FD32CD68-8B8C-EE49-A390-0D30F0248BF5}"/>
          </ac:inkMkLst>
        </pc:inkChg>
        <pc:inkChg chg="add topLvl">
          <ac:chgData name="Aggie Menezes" userId="74619c95fa3483c9" providerId="LiveId" clId="{20A26620-95D9-894E-AE55-3DE133FE37BE}" dt="2021-03-09T03:11:34.637" v="2005"/>
          <ac:inkMkLst>
            <pc:docMk/>
            <pc:sldMk cId="2353975964" sldId="269"/>
            <ac:inkMk id="177" creationId="{67EE3F8A-330C-3042-BA87-454D6F614519}"/>
          </ac:inkMkLst>
        </pc:inkChg>
        <pc:inkChg chg="add topLvl">
          <ac:chgData name="Aggie Menezes" userId="74619c95fa3483c9" providerId="LiveId" clId="{20A26620-95D9-894E-AE55-3DE133FE37BE}" dt="2021-03-09T03:11:34.637" v="2005"/>
          <ac:inkMkLst>
            <pc:docMk/>
            <pc:sldMk cId="2353975964" sldId="269"/>
            <ac:inkMk id="178" creationId="{BFE84FC6-7EB7-574E-BB68-7E48620FE724}"/>
          </ac:inkMkLst>
        </pc:inkChg>
        <pc:inkChg chg="add topLvl">
          <ac:chgData name="Aggie Menezes" userId="74619c95fa3483c9" providerId="LiveId" clId="{20A26620-95D9-894E-AE55-3DE133FE37BE}" dt="2021-03-09T03:11:34.637" v="2005"/>
          <ac:inkMkLst>
            <pc:docMk/>
            <pc:sldMk cId="2353975964" sldId="269"/>
            <ac:inkMk id="179" creationId="{0C958079-725C-0C48-8921-F8F2E35D3E57}"/>
          </ac:inkMkLst>
        </pc:inkChg>
        <pc:inkChg chg="add">
          <ac:chgData name="Aggie Menezes" userId="74619c95fa3483c9" providerId="LiveId" clId="{20A26620-95D9-894E-AE55-3DE133FE37BE}" dt="2021-03-09T03:11:33.007" v="2001"/>
          <ac:inkMkLst>
            <pc:docMk/>
            <pc:sldMk cId="2353975964" sldId="269"/>
            <ac:inkMk id="181" creationId="{C2790829-3F95-F84C-8C39-267DF38CE2E3}"/>
          </ac:inkMkLst>
        </pc:inkChg>
        <pc:inkChg chg="add">
          <ac:chgData name="Aggie Menezes" userId="74619c95fa3483c9" providerId="LiveId" clId="{20A26620-95D9-894E-AE55-3DE133FE37BE}" dt="2021-03-09T03:11:33.368" v="2002"/>
          <ac:inkMkLst>
            <pc:docMk/>
            <pc:sldMk cId="2353975964" sldId="269"/>
            <ac:inkMk id="182" creationId="{BE66570C-7F3D-B845-ACDA-BD024E85CDE9}"/>
          </ac:inkMkLst>
        </pc:inkChg>
        <pc:inkChg chg="add">
          <ac:chgData name="Aggie Menezes" userId="74619c95fa3483c9" providerId="LiveId" clId="{20A26620-95D9-894E-AE55-3DE133FE37BE}" dt="2021-03-09T03:11:33.565" v="2003"/>
          <ac:inkMkLst>
            <pc:docMk/>
            <pc:sldMk cId="2353975964" sldId="269"/>
            <ac:inkMk id="183" creationId="{5919FF10-926F-1244-A971-9F8364F14CE9}"/>
          </ac:inkMkLst>
        </pc:inkChg>
        <pc:inkChg chg="add">
          <ac:chgData name="Aggie Menezes" userId="74619c95fa3483c9" providerId="LiveId" clId="{20A26620-95D9-894E-AE55-3DE133FE37BE}" dt="2021-03-09T03:11:33.728" v="2004"/>
          <ac:inkMkLst>
            <pc:docMk/>
            <pc:sldMk cId="2353975964" sldId="269"/>
            <ac:inkMk id="184" creationId="{778C11D4-DBFD-5947-881D-945550C6D979}"/>
          </ac:inkMkLst>
        </pc:inkChg>
        <pc:inkChg chg="add topLvl">
          <ac:chgData name="Aggie Menezes" userId="74619c95fa3483c9" providerId="LiveId" clId="{20A26620-95D9-894E-AE55-3DE133FE37BE}" dt="2021-03-09T03:12:01.138" v="2034"/>
          <ac:inkMkLst>
            <pc:docMk/>
            <pc:sldMk cId="2353975964" sldId="269"/>
            <ac:inkMk id="186" creationId="{AEC6E7F0-8FBE-0F46-80BC-1FC50DD2F186}"/>
          </ac:inkMkLst>
        </pc:inkChg>
        <pc:inkChg chg="add topLvl">
          <ac:chgData name="Aggie Menezes" userId="74619c95fa3483c9" providerId="LiveId" clId="{20A26620-95D9-894E-AE55-3DE133FE37BE}" dt="2021-03-09T03:12:01.138" v="2034"/>
          <ac:inkMkLst>
            <pc:docMk/>
            <pc:sldMk cId="2353975964" sldId="269"/>
            <ac:inkMk id="187" creationId="{AC5E0959-2B28-8B41-A73E-08DC5BF201BE}"/>
          </ac:inkMkLst>
        </pc:inkChg>
        <pc:inkChg chg="add topLvl">
          <ac:chgData name="Aggie Menezes" userId="74619c95fa3483c9" providerId="LiveId" clId="{20A26620-95D9-894E-AE55-3DE133FE37BE}" dt="2021-03-09T03:12:01.138" v="2034"/>
          <ac:inkMkLst>
            <pc:docMk/>
            <pc:sldMk cId="2353975964" sldId="269"/>
            <ac:inkMk id="188" creationId="{834D61D2-32C1-FE43-BFA1-B99767856DCE}"/>
          </ac:inkMkLst>
        </pc:inkChg>
        <pc:inkChg chg="add topLvl">
          <ac:chgData name="Aggie Menezes" userId="74619c95fa3483c9" providerId="LiveId" clId="{20A26620-95D9-894E-AE55-3DE133FE37BE}" dt="2021-03-09T03:12:01.138" v="2034"/>
          <ac:inkMkLst>
            <pc:docMk/>
            <pc:sldMk cId="2353975964" sldId="269"/>
            <ac:inkMk id="190" creationId="{9CFC0A45-4FA7-024C-8F6A-B3A2A886CCE0}"/>
          </ac:inkMkLst>
        </pc:inkChg>
        <pc:inkChg chg="add topLvl">
          <ac:chgData name="Aggie Menezes" userId="74619c95fa3483c9" providerId="LiveId" clId="{20A26620-95D9-894E-AE55-3DE133FE37BE}" dt="2021-03-09T03:12:01.138" v="2034"/>
          <ac:inkMkLst>
            <pc:docMk/>
            <pc:sldMk cId="2353975964" sldId="269"/>
            <ac:inkMk id="191" creationId="{F77F4D24-7F00-CE45-B525-D9DF72F12200}"/>
          </ac:inkMkLst>
        </pc:inkChg>
        <pc:inkChg chg="add topLvl">
          <ac:chgData name="Aggie Menezes" userId="74619c95fa3483c9" providerId="LiveId" clId="{20A26620-95D9-894E-AE55-3DE133FE37BE}" dt="2021-03-09T03:12:01.138" v="2034"/>
          <ac:inkMkLst>
            <pc:docMk/>
            <pc:sldMk cId="2353975964" sldId="269"/>
            <ac:inkMk id="192" creationId="{D0A64A1D-C068-AF4A-94EA-DD61F6E8202F}"/>
          </ac:inkMkLst>
        </pc:inkChg>
        <pc:inkChg chg="add topLvl">
          <ac:chgData name="Aggie Menezes" userId="74619c95fa3483c9" providerId="LiveId" clId="{20A26620-95D9-894E-AE55-3DE133FE37BE}" dt="2021-03-09T03:12:01.138" v="2034"/>
          <ac:inkMkLst>
            <pc:docMk/>
            <pc:sldMk cId="2353975964" sldId="269"/>
            <ac:inkMk id="193" creationId="{0FFF37E7-D26C-B045-89A2-AACEBDB83F1D}"/>
          </ac:inkMkLst>
        </pc:inkChg>
        <pc:inkChg chg="add topLvl">
          <ac:chgData name="Aggie Menezes" userId="74619c95fa3483c9" providerId="LiveId" clId="{20A26620-95D9-894E-AE55-3DE133FE37BE}" dt="2021-03-09T03:12:01.138" v="2034"/>
          <ac:inkMkLst>
            <pc:docMk/>
            <pc:sldMk cId="2353975964" sldId="269"/>
            <ac:inkMk id="194" creationId="{5EBD9B9E-4003-234C-98B5-339420143E8C}"/>
          </ac:inkMkLst>
        </pc:inkChg>
        <pc:inkChg chg="add topLvl">
          <ac:chgData name="Aggie Menezes" userId="74619c95fa3483c9" providerId="LiveId" clId="{20A26620-95D9-894E-AE55-3DE133FE37BE}" dt="2021-03-09T03:12:01.138" v="2034"/>
          <ac:inkMkLst>
            <pc:docMk/>
            <pc:sldMk cId="2353975964" sldId="269"/>
            <ac:inkMk id="195" creationId="{D270503F-8B48-9B43-B8D9-B75815B263E3}"/>
          </ac:inkMkLst>
        </pc:inkChg>
        <pc:inkChg chg="add topLvl">
          <ac:chgData name="Aggie Menezes" userId="74619c95fa3483c9" providerId="LiveId" clId="{20A26620-95D9-894E-AE55-3DE133FE37BE}" dt="2021-03-09T03:12:01.138" v="2034"/>
          <ac:inkMkLst>
            <pc:docMk/>
            <pc:sldMk cId="2353975964" sldId="269"/>
            <ac:inkMk id="196" creationId="{9E36A8A8-6DE0-9941-A6FE-2B9AAA2B8615}"/>
          </ac:inkMkLst>
        </pc:inkChg>
        <pc:inkChg chg="add topLvl">
          <ac:chgData name="Aggie Menezes" userId="74619c95fa3483c9" providerId="LiveId" clId="{20A26620-95D9-894E-AE55-3DE133FE37BE}" dt="2021-03-09T03:12:01.138" v="2034"/>
          <ac:inkMkLst>
            <pc:docMk/>
            <pc:sldMk cId="2353975964" sldId="269"/>
            <ac:inkMk id="197" creationId="{A30573CA-83D8-344F-80C6-3374E5479BB4}"/>
          </ac:inkMkLst>
        </pc:inkChg>
        <pc:inkChg chg="add topLvl">
          <ac:chgData name="Aggie Menezes" userId="74619c95fa3483c9" providerId="LiveId" clId="{20A26620-95D9-894E-AE55-3DE133FE37BE}" dt="2021-03-09T03:12:01.138" v="2034"/>
          <ac:inkMkLst>
            <pc:docMk/>
            <pc:sldMk cId="2353975964" sldId="269"/>
            <ac:inkMk id="198" creationId="{95B167AE-7F41-DF4A-9315-F352AB1B5638}"/>
          </ac:inkMkLst>
        </pc:inkChg>
        <pc:inkChg chg="add topLvl">
          <ac:chgData name="Aggie Menezes" userId="74619c95fa3483c9" providerId="LiveId" clId="{20A26620-95D9-894E-AE55-3DE133FE37BE}" dt="2021-03-09T03:12:01.138" v="2034"/>
          <ac:inkMkLst>
            <pc:docMk/>
            <pc:sldMk cId="2353975964" sldId="269"/>
            <ac:inkMk id="199" creationId="{612A6D49-E4D2-9346-BF77-79C519FB0438}"/>
          </ac:inkMkLst>
        </pc:inkChg>
        <pc:inkChg chg="add topLvl">
          <ac:chgData name="Aggie Menezes" userId="74619c95fa3483c9" providerId="LiveId" clId="{20A26620-95D9-894E-AE55-3DE133FE37BE}" dt="2021-03-09T03:12:01.138" v="2034"/>
          <ac:inkMkLst>
            <pc:docMk/>
            <pc:sldMk cId="2353975964" sldId="269"/>
            <ac:inkMk id="200" creationId="{B0BF8CFF-4077-5444-922F-0305FA88AB0A}"/>
          </ac:inkMkLst>
        </pc:inkChg>
        <pc:inkChg chg="add">
          <ac:chgData name="Aggie Menezes" userId="74619c95fa3483c9" providerId="LiveId" clId="{20A26620-95D9-894E-AE55-3DE133FE37BE}" dt="2021-03-09T03:11:56.280" v="2022"/>
          <ac:inkMkLst>
            <pc:docMk/>
            <pc:sldMk cId="2353975964" sldId="269"/>
            <ac:inkMk id="202" creationId="{12FB5895-AA6B-7F4F-B2A0-51097B2231CF}"/>
          </ac:inkMkLst>
        </pc:inkChg>
        <pc:inkChg chg="add">
          <ac:chgData name="Aggie Menezes" userId="74619c95fa3483c9" providerId="LiveId" clId="{20A26620-95D9-894E-AE55-3DE133FE37BE}" dt="2021-03-09T03:11:56.559" v="2023"/>
          <ac:inkMkLst>
            <pc:docMk/>
            <pc:sldMk cId="2353975964" sldId="269"/>
            <ac:inkMk id="203" creationId="{05CE0C7C-F827-DD46-B314-95E54613943E}"/>
          </ac:inkMkLst>
        </pc:inkChg>
        <pc:inkChg chg="add">
          <ac:chgData name="Aggie Menezes" userId="74619c95fa3483c9" providerId="LiveId" clId="{20A26620-95D9-894E-AE55-3DE133FE37BE}" dt="2021-03-09T03:11:56.733" v="2024"/>
          <ac:inkMkLst>
            <pc:docMk/>
            <pc:sldMk cId="2353975964" sldId="269"/>
            <ac:inkMk id="204" creationId="{61FECFCE-EAD4-F14A-870D-78C2173BDABF}"/>
          </ac:inkMkLst>
        </pc:inkChg>
        <pc:inkChg chg="add">
          <ac:chgData name="Aggie Menezes" userId="74619c95fa3483c9" providerId="LiveId" clId="{20A26620-95D9-894E-AE55-3DE133FE37BE}" dt="2021-03-09T03:11:57.476" v="2025"/>
          <ac:inkMkLst>
            <pc:docMk/>
            <pc:sldMk cId="2353975964" sldId="269"/>
            <ac:inkMk id="205" creationId="{DD424FCA-05EC-844B-8279-5D05A8439A92}"/>
          </ac:inkMkLst>
        </pc:inkChg>
        <pc:inkChg chg="add">
          <ac:chgData name="Aggie Menezes" userId="74619c95fa3483c9" providerId="LiveId" clId="{20A26620-95D9-894E-AE55-3DE133FE37BE}" dt="2021-03-09T03:11:57.674" v="2026"/>
          <ac:inkMkLst>
            <pc:docMk/>
            <pc:sldMk cId="2353975964" sldId="269"/>
            <ac:inkMk id="206" creationId="{C5483B00-D762-D64A-85FC-8B20342169CE}"/>
          </ac:inkMkLst>
        </pc:inkChg>
        <pc:inkChg chg="add">
          <ac:chgData name="Aggie Menezes" userId="74619c95fa3483c9" providerId="LiveId" clId="{20A26620-95D9-894E-AE55-3DE133FE37BE}" dt="2021-03-09T03:11:58.035" v="2027"/>
          <ac:inkMkLst>
            <pc:docMk/>
            <pc:sldMk cId="2353975964" sldId="269"/>
            <ac:inkMk id="207" creationId="{747FE9FD-790B-C24A-B594-4406E25C0F40}"/>
          </ac:inkMkLst>
        </pc:inkChg>
        <pc:inkChg chg="add">
          <ac:chgData name="Aggie Menezes" userId="74619c95fa3483c9" providerId="LiveId" clId="{20A26620-95D9-894E-AE55-3DE133FE37BE}" dt="2021-03-09T03:11:58.621" v="2028"/>
          <ac:inkMkLst>
            <pc:docMk/>
            <pc:sldMk cId="2353975964" sldId="269"/>
            <ac:inkMk id="208" creationId="{D5B623BA-F6F6-E441-8F4C-F6447F5142CE}"/>
          </ac:inkMkLst>
        </pc:inkChg>
        <pc:inkChg chg="add">
          <ac:chgData name="Aggie Menezes" userId="74619c95fa3483c9" providerId="LiveId" clId="{20A26620-95D9-894E-AE55-3DE133FE37BE}" dt="2021-03-09T03:11:58.842" v="2029"/>
          <ac:inkMkLst>
            <pc:docMk/>
            <pc:sldMk cId="2353975964" sldId="269"/>
            <ac:inkMk id="209" creationId="{3718671F-E68D-614C-8223-975BD1926914}"/>
          </ac:inkMkLst>
        </pc:inkChg>
        <pc:inkChg chg="add">
          <ac:chgData name="Aggie Menezes" userId="74619c95fa3483c9" providerId="LiveId" clId="{20A26620-95D9-894E-AE55-3DE133FE37BE}" dt="2021-03-09T03:11:59.261" v="2030"/>
          <ac:inkMkLst>
            <pc:docMk/>
            <pc:sldMk cId="2353975964" sldId="269"/>
            <ac:inkMk id="210" creationId="{7013C89F-1761-1044-B9F8-51F445A8616C}"/>
          </ac:inkMkLst>
        </pc:inkChg>
        <pc:inkChg chg="add">
          <ac:chgData name="Aggie Menezes" userId="74619c95fa3483c9" providerId="LiveId" clId="{20A26620-95D9-894E-AE55-3DE133FE37BE}" dt="2021-03-09T03:11:59.453" v="2031"/>
          <ac:inkMkLst>
            <pc:docMk/>
            <pc:sldMk cId="2353975964" sldId="269"/>
            <ac:inkMk id="211" creationId="{472FA3AD-281F-5B4E-9A0D-E6B13BF654E7}"/>
          </ac:inkMkLst>
        </pc:inkChg>
        <pc:inkChg chg="add">
          <ac:chgData name="Aggie Menezes" userId="74619c95fa3483c9" providerId="LiveId" clId="{20A26620-95D9-894E-AE55-3DE133FE37BE}" dt="2021-03-09T03:12:00.019" v="2032"/>
          <ac:inkMkLst>
            <pc:docMk/>
            <pc:sldMk cId="2353975964" sldId="269"/>
            <ac:inkMk id="212" creationId="{97BC1A1A-DC57-BE40-BBAE-9E997BAB3ED0}"/>
          </ac:inkMkLst>
        </pc:inkChg>
        <pc:inkChg chg="add">
          <ac:chgData name="Aggie Menezes" userId="74619c95fa3483c9" providerId="LiveId" clId="{20A26620-95D9-894E-AE55-3DE133FE37BE}" dt="2021-03-09T03:12:00.556" v="2033"/>
          <ac:inkMkLst>
            <pc:docMk/>
            <pc:sldMk cId="2353975964" sldId="269"/>
            <ac:inkMk id="213" creationId="{3510CA5D-F99C-614E-8F68-B89E2404A1CF}"/>
          </ac:inkMkLst>
        </pc:inkChg>
        <pc:inkChg chg="add topLvl">
          <ac:chgData name="Aggie Menezes" userId="74619c95fa3483c9" providerId="LiveId" clId="{20A26620-95D9-894E-AE55-3DE133FE37BE}" dt="2021-03-09T03:12:13.459" v="2050"/>
          <ac:inkMkLst>
            <pc:docMk/>
            <pc:sldMk cId="2353975964" sldId="269"/>
            <ac:inkMk id="215" creationId="{4483B51D-B009-024F-AD10-DE57EDDADA83}"/>
          </ac:inkMkLst>
        </pc:inkChg>
        <pc:inkChg chg="add topLvl">
          <ac:chgData name="Aggie Menezes" userId="74619c95fa3483c9" providerId="LiveId" clId="{20A26620-95D9-894E-AE55-3DE133FE37BE}" dt="2021-03-09T03:12:13.459" v="2050"/>
          <ac:inkMkLst>
            <pc:docMk/>
            <pc:sldMk cId="2353975964" sldId="269"/>
            <ac:inkMk id="216" creationId="{29F5EE34-FA68-6D49-8C8D-AC1B9C27C8DA}"/>
          </ac:inkMkLst>
        </pc:inkChg>
        <pc:inkChg chg="add topLvl">
          <ac:chgData name="Aggie Menezes" userId="74619c95fa3483c9" providerId="LiveId" clId="{20A26620-95D9-894E-AE55-3DE133FE37BE}" dt="2021-03-09T03:12:13.459" v="2050"/>
          <ac:inkMkLst>
            <pc:docMk/>
            <pc:sldMk cId="2353975964" sldId="269"/>
            <ac:inkMk id="217" creationId="{2245FB3C-6A66-314C-901F-7BB053F8BD0F}"/>
          </ac:inkMkLst>
        </pc:inkChg>
        <pc:inkChg chg="add topLvl">
          <ac:chgData name="Aggie Menezes" userId="74619c95fa3483c9" providerId="LiveId" clId="{20A26620-95D9-894E-AE55-3DE133FE37BE}" dt="2021-03-09T03:12:13.459" v="2050"/>
          <ac:inkMkLst>
            <pc:docMk/>
            <pc:sldMk cId="2353975964" sldId="269"/>
            <ac:inkMk id="219" creationId="{4CFDCA9E-10DE-504A-B30F-2507C06B5391}"/>
          </ac:inkMkLst>
        </pc:inkChg>
        <pc:inkChg chg="add topLvl">
          <ac:chgData name="Aggie Menezes" userId="74619c95fa3483c9" providerId="LiveId" clId="{20A26620-95D9-894E-AE55-3DE133FE37BE}" dt="2021-03-09T03:12:13.459" v="2050"/>
          <ac:inkMkLst>
            <pc:docMk/>
            <pc:sldMk cId="2353975964" sldId="269"/>
            <ac:inkMk id="220" creationId="{77585028-60B5-0B4D-AD3D-AECCEF02F997}"/>
          </ac:inkMkLst>
        </pc:inkChg>
        <pc:inkChg chg="add topLvl">
          <ac:chgData name="Aggie Menezes" userId="74619c95fa3483c9" providerId="LiveId" clId="{20A26620-95D9-894E-AE55-3DE133FE37BE}" dt="2021-03-09T03:12:13.459" v="2050"/>
          <ac:inkMkLst>
            <pc:docMk/>
            <pc:sldMk cId="2353975964" sldId="269"/>
            <ac:inkMk id="221" creationId="{5C7BEC07-F75D-E24A-B177-9EB54E597F4F}"/>
          </ac:inkMkLst>
        </pc:inkChg>
        <pc:inkChg chg="add topLvl">
          <ac:chgData name="Aggie Menezes" userId="74619c95fa3483c9" providerId="LiveId" clId="{20A26620-95D9-894E-AE55-3DE133FE37BE}" dt="2021-03-09T03:12:13.459" v="2050"/>
          <ac:inkMkLst>
            <pc:docMk/>
            <pc:sldMk cId="2353975964" sldId="269"/>
            <ac:inkMk id="223" creationId="{D190EEFE-5993-FD40-A46C-783F65338DC4}"/>
          </ac:inkMkLst>
        </pc:inkChg>
        <pc:inkChg chg="add">
          <ac:chgData name="Aggie Menezes" userId="74619c95fa3483c9" providerId="LiveId" clId="{20A26620-95D9-894E-AE55-3DE133FE37BE}" dt="2021-03-09T03:12:11.084" v="2045"/>
          <ac:inkMkLst>
            <pc:docMk/>
            <pc:sldMk cId="2353975964" sldId="269"/>
            <ac:inkMk id="225" creationId="{74A52DE5-00F4-A54E-8720-C3DB3F76E607}"/>
          </ac:inkMkLst>
        </pc:inkChg>
        <pc:inkChg chg="add">
          <ac:chgData name="Aggie Menezes" userId="74619c95fa3483c9" providerId="LiveId" clId="{20A26620-95D9-894E-AE55-3DE133FE37BE}" dt="2021-03-09T03:12:11.419" v="2046"/>
          <ac:inkMkLst>
            <pc:docMk/>
            <pc:sldMk cId="2353975964" sldId="269"/>
            <ac:inkMk id="226" creationId="{2949B5F8-F495-2D47-931F-1400EA4C4E3D}"/>
          </ac:inkMkLst>
        </pc:inkChg>
        <pc:inkChg chg="add">
          <ac:chgData name="Aggie Menezes" userId="74619c95fa3483c9" providerId="LiveId" clId="{20A26620-95D9-894E-AE55-3DE133FE37BE}" dt="2021-03-09T03:12:11.776" v="2047"/>
          <ac:inkMkLst>
            <pc:docMk/>
            <pc:sldMk cId="2353975964" sldId="269"/>
            <ac:inkMk id="227" creationId="{1D4C0068-61F1-534B-82F4-6565A19AB72C}"/>
          </ac:inkMkLst>
        </pc:inkChg>
        <pc:inkChg chg="add">
          <ac:chgData name="Aggie Menezes" userId="74619c95fa3483c9" providerId="LiveId" clId="{20A26620-95D9-894E-AE55-3DE133FE37BE}" dt="2021-03-09T03:12:12.134" v="2048"/>
          <ac:inkMkLst>
            <pc:docMk/>
            <pc:sldMk cId="2353975964" sldId="269"/>
            <ac:inkMk id="228" creationId="{DCB89781-2976-5A45-A0DA-01F5EFE9E52F}"/>
          </ac:inkMkLst>
        </pc:inkChg>
        <pc:inkChg chg="add">
          <ac:chgData name="Aggie Menezes" userId="74619c95fa3483c9" providerId="LiveId" clId="{20A26620-95D9-894E-AE55-3DE133FE37BE}" dt="2021-03-09T03:12:12.410" v="2049"/>
          <ac:inkMkLst>
            <pc:docMk/>
            <pc:sldMk cId="2353975964" sldId="269"/>
            <ac:inkMk id="229" creationId="{7596BBA9-6F1C-DE4B-9A6D-F7B7C95ABF50}"/>
          </ac:inkMkLst>
        </pc:inkChg>
        <pc:inkChg chg="add">
          <ac:chgData name="Aggie Menezes" userId="74619c95fa3483c9" providerId="LiveId" clId="{20A26620-95D9-894E-AE55-3DE133FE37BE}" dt="2021-03-09T03:12:15.660" v="2051"/>
          <ac:inkMkLst>
            <pc:docMk/>
            <pc:sldMk cId="2353975964" sldId="269"/>
            <ac:inkMk id="231" creationId="{DE17D758-F579-524B-8FB0-B45986E8F11A}"/>
          </ac:inkMkLst>
        </pc:inkChg>
        <pc:inkChg chg="add">
          <ac:chgData name="Aggie Menezes" userId="74619c95fa3483c9" providerId="LiveId" clId="{20A26620-95D9-894E-AE55-3DE133FE37BE}" dt="2021-03-09T03:12:15.968" v="2052"/>
          <ac:inkMkLst>
            <pc:docMk/>
            <pc:sldMk cId="2353975964" sldId="269"/>
            <ac:inkMk id="232" creationId="{14869DC1-8452-BF4A-84CF-9BD0E1351388}"/>
          </ac:inkMkLst>
        </pc:inkChg>
        <pc:inkChg chg="add">
          <ac:chgData name="Aggie Menezes" userId="74619c95fa3483c9" providerId="LiveId" clId="{20A26620-95D9-894E-AE55-3DE133FE37BE}" dt="2021-03-09T03:12:16.228" v="2053"/>
          <ac:inkMkLst>
            <pc:docMk/>
            <pc:sldMk cId="2353975964" sldId="269"/>
            <ac:inkMk id="233" creationId="{CBC1B435-194E-664E-921B-0FD83C4AC2D7}"/>
          </ac:inkMkLst>
        </pc:inkChg>
        <pc:inkChg chg="add topLvl">
          <ac:chgData name="Aggie Menezes" userId="74619c95fa3483c9" providerId="LiveId" clId="{20A26620-95D9-894E-AE55-3DE133FE37BE}" dt="2021-03-09T03:12:22.780" v="2066"/>
          <ac:inkMkLst>
            <pc:docMk/>
            <pc:sldMk cId="2353975964" sldId="269"/>
            <ac:inkMk id="234" creationId="{48F438E7-A8D7-C94E-8686-700F145FA924}"/>
          </ac:inkMkLst>
        </pc:inkChg>
        <pc:inkChg chg="add topLvl">
          <ac:chgData name="Aggie Menezes" userId="74619c95fa3483c9" providerId="LiveId" clId="{20A26620-95D9-894E-AE55-3DE133FE37BE}" dt="2021-03-09T03:12:22.780" v="2066"/>
          <ac:inkMkLst>
            <pc:docMk/>
            <pc:sldMk cId="2353975964" sldId="269"/>
            <ac:inkMk id="236" creationId="{24F7C309-779B-4D47-A437-7FD08A10742B}"/>
          </ac:inkMkLst>
        </pc:inkChg>
        <pc:inkChg chg="add topLvl">
          <ac:chgData name="Aggie Menezes" userId="74619c95fa3483c9" providerId="LiveId" clId="{20A26620-95D9-894E-AE55-3DE133FE37BE}" dt="2021-03-09T03:12:22.780" v="2066"/>
          <ac:inkMkLst>
            <pc:docMk/>
            <pc:sldMk cId="2353975964" sldId="269"/>
            <ac:inkMk id="238" creationId="{A9F12D2A-F6B0-B644-BA5D-91151D9280D7}"/>
          </ac:inkMkLst>
        </pc:inkChg>
        <pc:inkChg chg="add topLvl">
          <ac:chgData name="Aggie Menezes" userId="74619c95fa3483c9" providerId="LiveId" clId="{20A26620-95D9-894E-AE55-3DE133FE37BE}" dt="2021-03-09T03:12:22.780" v="2066"/>
          <ac:inkMkLst>
            <pc:docMk/>
            <pc:sldMk cId="2353975964" sldId="269"/>
            <ac:inkMk id="239" creationId="{A17304A5-5315-F547-9646-226162AD8C62}"/>
          </ac:inkMkLst>
        </pc:inkChg>
        <pc:inkChg chg="add">
          <ac:chgData name="Aggie Menezes" userId="74619c95fa3483c9" providerId="LiveId" clId="{20A26620-95D9-894E-AE55-3DE133FE37BE}" dt="2021-03-09T03:12:21.130" v="2061"/>
          <ac:inkMkLst>
            <pc:docMk/>
            <pc:sldMk cId="2353975964" sldId="269"/>
            <ac:inkMk id="241" creationId="{83F2D96A-191C-6942-A572-E8CE1BC8FE26}"/>
          </ac:inkMkLst>
        </pc:inkChg>
        <pc:inkChg chg="add">
          <ac:chgData name="Aggie Menezes" userId="74619c95fa3483c9" providerId="LiveId" clId="{20A26620-95D9-894E-AE55-3DE133FE37BE}" dt="2021-03-09T03:12:21.360" v="2062"/>
          <ac:inkMkLst>
            <pc:docMk/>
            <pc:sldMk cId="2353975964" sldId="269"/>
            <ac:inkMk id="242" creationId="{C13CBC42-B7C5-D84C-B37A-D64E12D3ACDB}"/>
          </ac:inkMkLst>
        </pc:inkChg>
        <pc:inkChg chg="add">
          <ac:chgData name="Aggie Menezes" userId="74619c95fa3483c9" providerId="LiveId" clId="{20A26620-95D9-894E-AE55-3DE133FE37BE}" dt="2021-03-09T03:12:21.677" v="2063"/>
          <ac:inkMkLst>
            <pc:docMk/>
            <pc:sldMk cId="2353975964" sldId="269"/>
            <ac:inkMk id="243" creationId="{ED8F2FF9-DC4C-4F49-B604-9E212A924883}"/>
          </ac:inkMkLst>
        </pc:inkChg>
        <pc:inkChg chg="add">
          <ac:chgData name="Aggie Menezes" userId="74619c95fa3483c9" providerId="LiveId" clId="{20A26620-95D9-894E-AE55-3DE133FE37BE}" dt="2021-03-09T03:12:21.878" v="2064"/>
          <ac:inkMkLst>
            <pc:docMk/>
            <pc:sldMk cId="2353975964" sldId="269"/>
            <ac:inkMk id="244" creationId="{B1F4C0E7-98D1-534E-994E-CF4604A17C72}"/>
          </ac:inkMkLst>
        </pc:inkChg>
        <pc:inkChg chg="add">
          <ac:chgData name="Aggie Menezes" userId="74619c95fa3483c9" providerId="LiveId" clId="{20A26620-95D9-894E-AE55-3DE133FE37BE}" dt="2021-03-09T03:12:22.076" v="2065"/>
          <ac:inkMkLst>
            <pc:docMk/>
            <pc:sldMk cId="2353975964" sldId="269"/>
            <ac:inkMk id="245" creationId="{EB122094-1862-504E-A4CF-E6EA276872F2}"/>
          </ac:inkMkLst>
        </pc:inkChg>
        <pc:inkChg chg="add topLvl">
          <ac:chgData name="Aggie Menezes" userId="74619c95fa3483c9" providerId="LiveId" clId="{20A26620-95D9-894E-AE55-3DE133FE37BE}" dt="2021-03-09T03:13:10.663" v="2108"/>
          <ac:inkMkLst>
            <pc:docMk/>
            <pc:sldMk cId="2353975964" sldId="269"/>
            <ac:inkMk id="247" creationId="{7FB3D862-9ECC-3746-99B1-AEECB760ED5A}"/>
          </ac:inkMkLst>
        </pc:inkChg>
        <pc:inkChg chg="add topLvl">
          <ac:chgData name="Aggie Menezes" userId="74619c95fa3483c9" providerId="LiveId" clId="{20A26620-95D9-894E-AE55-3DE133FE37BE}" dt="2021-03-09T03:13:10.663" v="2108"/>
          <ac:inkMkLst>
            <pc:docMk/>
            <pc:sldMk cId="2353975964" sldId="269"/>
            <ac:inkMk id="248" creationId="{B23CD7FB-12B3-0F49-BCCB-AF54D353FD9E}"/>
          </ac:inkMkLst>
        </pc:inkChg>
        <pc:inkChg chg="add topLvl">
          <ac:chgData name="Aggie Menezes" userId="74619c95fa3483c9" providerId="LiveId" clId="{20A26620-95D9-894E-AE55-3DE133FE37BE}" dt="2021-03-09T03:13:10.663" v="2108"/>
          <ac:inkMkLst>
            <pc:docMk/>
            <pc:sldMk cId="2353975964" sldId="269"/>
            <ac:inkMk id="249" creationId="{CBA56996-837A-514E-87D2-7A84152C975A}"/>
          </ac:inkMkLst>
        </pc:inkChg>
        <pc:inkChg chg="add topLvl">
          <ac:chgData name="Aggie Menezes" userId="74619c95fa3483c9" providerId="LiveId" clId="{20A26620-95D9-894E-AE55-3DE133FE37BE}" dt="2021-03-09T03:13:10.663" v="2108"/>
          <ac:inkMkLst>
            <pc:docMk/>
            <pc:sldMk cId="2353975964" sldId="269"/>
            <ac:inkMk id="250" creationId="{BC5B4E0F-E473-064D-9416-F3FACD00D0E9}"/>
          </ac:inkMkLst>
        </pc:inkChg>
        <pc:inkChg chg="add topLvl">
          <ac:chgData name="Aggie Menezes" userId="74619c95fa3483c9" providerId="LiveId" clId="{20A26620-95D9-894E-AE55-3DE133FE37BE}" dt="2021-03-09T03:13:10.663" v="2108"/>
          <ac:inkMkLst>
            <pc:docMk/>
            <pc:sldMk cId="2353975964" sldId="269"/>
            <ac:inkMk id="251" creationId="{B6CEBFE4-8211-F245-A3C4-C7270B3EADF7}"/>
          </ac:inkMkLst>
        </pc:inkChg>
        <pc:inkChg chg="add topLvl">
          <ac:chgData name="Aggie Menezes" userId="74619c95fa3483c9" providerId="LiveId" clId="{20A26620-95D9-894E-AE55-3DE133FE37BE}" dt="2021-03-09T03:13:10.663" v="2108"/>
          <ac:inkMkLst>
            <pc:docMk/>
            <pc:sldMk cId="2353975964" sldId="269"/>
            <ac:inkMk id="253" creationId="{DF803E61-F054-864C-B2EE-1CC5B824F001}"/>
          </ac:inkMkLst>
        </pc:inkChg>
        <pc:inkChg chg="add topLvl">
          <ac:chgData name="Aggie Menezes" userId="74619c95fa3483c9" providerId="LiveId" clId="{20A26620-95D9-894E-AE55-3DE133FE37BE}" dt="2021-03-09T03:13:10.663" v="2108"/>
          <ac:inkMkLst>
            <pc:docMk/>
            <pc:sldMk cId="2353975964" sldId="269"/>
            <ac:inkMk id="254" creationId="{FAEE5520-A9D3-DA40-9905-124878CFCAF4}"/>
          </ac:inkMkLst>
        </pc:inkChg>
        <pc:inkChg chg="add topLvl">
          <ac:chgData name="Aggie Menezes" userId="74619c95fa3483c9" providerId="LiveId" clId="{20A26620-95D9-894E-AE55-3DE133FE37BE}" dt="2021-03-09T03:13:10.663" v="2108"/>
          <ac:inkMkLst>
            <pc:docMk/>
            <pc:sldMk cId="2353975964" sldId="269"/>
            <ac:inkMk id="255" creationId="{C1F00A25-78E4-F74E-9E65-59FCBE2255C0}"/>
          </ac:inkMkLst>
        </pc:inkChg>
        <pc:inkChg chg="add topLvl">
          <ac:chgData name="Aggie Menezes" userId="74619c95fa3483c9" providerId="LiveId" clId="{20A26620-95D9-894E-AE55-3DE133FE37BE}" dt="2021-03-09T03:13:10.663" v="2108"/>
          <ac:inkMkLst>
            <pc:docMk/>
            <pc:sldMk cId="2353975964" sldId="269"/>
            <ac:inkMk id="256" creationId="{C6E1986E-C735-1040-BD9F-3C2441E6F083}"/>
          </ac:inkMkLst>
        </pc:inkChg>
        <pc:inkChg chg="add topLvl">
          <ac:chgData name="Aggie Menezes" userId="74619c95fa3483c9" providerId="LiveId" clId="{20A26620-95D9-894E-AE55-3DE133FE37BE}" dt="2021-03-09T03:13:10.663" v="2108"/>
          <ac:inkMkLst>
            <pc:docMk/>
            <pc:sldMk cId="2353975964" sldId="269"/>
            <ac:inkMk id="257" creationId="{A77AF212-19A1-094B-828F-33464059420D}"/>
          </ac:inkMkLst>
        </pc:inkChg>
        <pc:inkChg chg="add topLvl">
          <ac:chgData name="Aggie Menezes" userId="74619c95fa3483c9" providerId="LiveId" clId="{20A26620-95D9-894E-AE55-3DE133FE37BE}" dt="2021-03-09T03:13:10.663" v="2108"/>
          <ac:inkMkLst>
            <pc:docMk/>
            <pc:sldMk cId="2353975964" sldId="269"/>
            <ac:inkMk id="258" creationId="{E927353F-C672-7F44-916D-9072005E7F70}"/>
          </ac:inkMkLst>
        </pc:inkChg>
        <pc:inkChg chg="add topLvl">
          <ac:chgData name="Aggie Menezes" userId="74619c95fa3483c9" providerId="LiveId" clId="{20A26620-95D9-894E-AE55-3DE133FE37BE}" dt="2021-03-09T03:13:10.663" v="2108"/>
          <ac:inkMkLst>
            <pc:docMk/>
            <pc:sldMk cId="2353975964" sldId="269"/>
            <ac:inkMk id="259" creationId="{2535DDB9-7146-8E45-9619-3C3AFE358724}"/>
          </ac:inkMkLst>
        </pc:inkChg>
        <pc:inkChg chg="add topLvl">
          <ac:chgData name="Aggie Menezes" userId="74619c95fa3483c9" providerId="LiveId" clId="{20A26620-95D9-894E-AE55-3DE133FE37BE}" dt="2021-03-09T03:13:10.663" v="2108"/>
          <ac:inkMkLst>
            <pc:docMk/>
            <pc:sldMk cId="2353975964" sldId="269"/>
            <ac:inkMk id="260" creationId="{911EE65B-638E-CB44-BDC3-263224445149}"/>
          </ac:inkMkLst>
        </pc:inkChg>
        <pc:inkChg chg="add topLvl">
          <ac:chgData name="Aggie Menezes" userId="74619c95fa3483c9" providerId="LiveId" clId="{20A26620-95D9-894E-AE55-3DE133FE37BE}" dt="2021-03-09T03:13:10.663" v="2108"/>
          <ac:inkMkLst>
            <pc:docMk/>
            <pc:sldMk cId="2353975964" sldId="269"/>
            <ac:inkMk id="261" creationId="{9FD94508-3040-8E4D-9D03-9050A2E8203B}"/>
          </ac:inkMkLst>
        </pc:inkChg>
        <pc:inkChg chg="add topLvl">
          <ac:chgData name="Aggie Menezes" userId="74619c95fa3483c9" providerId="LiveId" clId="{20A26620-95D9-894E-AE55-3DE133FE37BE}" dt="2021-03-09T03:13:10.663" v="2108"/>
          <ac:inkMkLst>
            <pc:docMk/>
            <pc:sldMk cId="2353975964" sldId="269"/>
            <ac:inkMk id="262" creationId="{1E60F973-F497-264A-A102-EE791E27145D}"/>
          </ac:inkMkLst>
        </pc:inkChg>
        <pc:inkChg chg="add topLvl">
          <ac:chgData name="Aggie Menezes" userId="74619c95fa3483c9" providerId="LiveId" clId="{20A26620-95D9-894E-AE55-3DE133FE37BE}" dt="2021-03-09T03:13:10.663" v="2108"/>
          <ac:inkMkLst>
            <pc:docMk/>
            <pc:sldMk cId="2353975964" sldId="269"/>
            <ac:inkMk id="264" creationId="{B71F132D-54AA-274B-B66E-B070CFFF7421}"/>
          </ac:inkMkLst>
        </pc:inkChg>
        <pc:inkChg chg="add topLvl">
          <ac:chgData name="Aggie Menezes" userId="74619c95fa3483c9" providerId="LiveId" clId="{20A26620-95D9-894E-AE55-3DE133FE37BE}" dt="2021-03-09T03:13:10.663" v="2108"/>
          <ac:inkMkLst>
            <pc:docMk/>
            <pc:sldMk cId="2353975964" sldId="269"/>
            <ac:inkMk id="265" creationId="{C723CEB0-1326-8244-A3D5-5CC9B4AE8BEC}"/>
          </ac:inkMkLst>
        </pc:inkChg>
        <pc:inkChg chg="add">
          <ac:chgData name="Aggie Menezes" userId="74619c95fa3483c9" providerId="LiveId" clId="{20A26620-95D9-894E-AE55-3DE133FE37BE}" dt="2021-03-09T03:12:55.799" v="2086"/>
          <ac:inkMkLst>
            <pc:docMk/>
            <pc:sldMk cId="2353975964" sldId="269"/>
            <ac:inkMk id="266" creationId="{F6496894-82DD-9C4F-95B4-F7CA0AD96D82}"/>
          </ac:inkMkLst>
        </pc:inkChg>
        <pc:inkChg chg="add">
          <ac:chgData name="Aggie Menezes" userId="74619c95fa3483c9" providerId="LiveId" clId="{20A26620-95D9-894E-AE55-3DE133FE37BE}" dt="2021-03-09T03:12:56.226" v="2087"/>
          <ac:inkMkLst>
            <pc:docMk/>
            <pc:sldMk cId="2353975964" sldId="269"/>
            <ac:inkMk id="267" creationId="{E6CDADA0-E73A-5E4C-8F7E-6F3A22F958D9}"/>
          </ac:inkMkLst>
        </pc:inkChg>
        <pc:inkChg chg="add topLvl">
          <ac:chgData name="Aggie Menezes" userId="74619c95fa3483c9" providerId="LiveId" clId="{20A26620-95D9-894E-AE55-3DE133FE37BE}" dt="2021-03-09T03:13:10.663" v="2108"/>
          <ac:inkMkLst>
            <pc:docMk/>
            <pc:sldMk cId="2353975964" sldId="269"/>
            <ac:inkMk id="269" creationId="{F647A86B-40E4-C14F-903D-F89228D9A59B}"/>
          </ac:inkMkLst>
        </pc:inkChg>
        <pc:inkChg chg="add topLvl">
          <ac:chgData name="Aggie Menezes" userId="74619c95fa3483c9" providerId="LiveId" clId="{20A26620-95D9-894E-AE55-3DE133FE37BE}" dt="2021-03-09T03:13:10.663" v="2108"/>
          <ac:inkMkLst>
            <pc:docMk/>
            <pc:sldMk cId="2353975964" sldId="269"/>
            <ac:inkMk id="270" creationId="{13623E1A-C24F-0E4A-90E3-073DE596F2E2}"/>
          </ac:inkMkLst>
        </pc:inkChg>
        <pc:inkChg chg="add topLvl">
          <ac:chgData name="Aggie Menezes" userId="74619c95fa3483c9" providerId="LiveId" clId="{20A26620-95D9-894E-AE55-3DE133FE37BE}" dt="2021-03-09T03:13:10.663" v="2108"/>
          <ac:inkMkLst>
            <pc:docMk/>
            <pc:sldMk cId="2353975964" sldId="269"/>
            <ac:inkMk id="271" creationId="{A5031DEF-98CD-E24D-B3C2-9A620EE6AB1D}"/>
          </ac:inkMkLst>
        </pc:inkChg>
        <pc:inkChg chg="add topLvl">
          <ac:chgData name="Aggie Menezes" userId="74619c95fa3483c9" providerId="LiveId" clId="{20A26620-95D9-894E-AE55-3DE133FE37BE}" dt="2021-03-09T03:13:10.663" v="2108"/>
          <ac:inkMkLst>
            <pc:docMk/>
            <pc:sldMk cId="2353975964" sldId="269"/>
            <ac:inkMk id="272" creationId="{1911E1DD-3AD0-684C-AD75-08C80BF089F1}"/>
          </ac:inkMkLst>
        </pc:inkChg>
        <pc:inkChg chg="add topLvl">
          <ac:chgData name="Aggie Menezes" userId="74619c95fa3483c9" providerId="LiveId" clId="{20A26620-95D9-894E-AE55-3DE133FE37BE}" dt="2021-03-09T03:13:10.663" v="2108"/>
          <ac:inkMkLst>
            <pc:docMk/>
            <pc:sldMk cId="2353975964" sldId="269"/>
            <ac:inkMk id="273" creationId="{4254BFE2-BE6A-DA40-A036-226E26A9798F}"/>
          </ac:inkMkLst>
        </pc:inkChg>
        <pc:inkChg chg="add topLvl">
          <ac:chgData name="Aggie Menezes" userId="74619c95fa3483c9" providerId="LiveId" clId="{20A26620-95D9-894E-AE55-3DE133FE37BE}" dt="2021-03-09T03:13:10.663" v="2108"/>
          <ac:inkMkLst>
            <pc:docMk/>
            <pc:sldMk cId="2353975964" sldId="269"/>
            <ac:inkMk id="274" creationId="{B9D4E2CE-5DE0-474D-9658-A399E7725396}"/>
          </ac:inkMkLst>
        </pc:inkChg>
        <pc:inkChg chg="add topLvl">
          <ac:chgData name="Aggie Menezes" userId="74619c95fa3483c9" providerId="LiveId" clId="{20A26620-95D9-894E-AE55-3DE133FE37BE}" dt="2021-03-09T03:13:10.663" v="2108"/>
          <ac:inkMkLst>
            <pc:docMk/>
            <pc:sldMk cId="2353975964" sldId="269"/>
            <ac:inkMk id="276" creationId="{36DD60EC-826D-B24C-9828-4BE4DEE07346}"/>
          </ac:inkMkLst>
        </pc:inkChg>
        <pc:inkChg chg="add topLvl">
          <ac:chgData name="Aggie Menezes" userId="74619c95fa3483c9" providerId="LiveId" clId="{20A26620-95D9-894E-AE55-3DE133FE37BE}" dt="2021-03-09T03:13:10.663" v="2108"/>
          <ac:inkMkLst>
            <pc:docMk/>
            <pc:sldMk cId="2353975964" sldId="269"/>
            <ac:inkMk id="277" creationId="{1695147D-A0EE-FE4F-917C-784B9841D112}"/>
          </ac:inkMkLst>
        </pc:inkChg>
        <pc:inkChg chg="add topLvl">
          <ac:chgData name="Aggie Menezes" userId="74619c95fa3483c9" providerId="LiveId" clId="{20A26620-95D9-894E-AE55-3DE133FE37BE}" dt="2021-03-09T03:13:10.663" v="2108"/>
          <ac:inkMkLst>
            <pc:docMk/>
            <pc:sldMk cId="2353975964" sldId="269"/>
            <ac:inkMk id="278" creationId="{4EDD953E-D1B2-834C-84A1-7EFCEC10CED6}"/>
          </ac:inkMkLst>
        </pc:inkChg>
        <pc:inkChg chg="add topLvl">
          <ac:chgData name="Aggie Menezes" userId="74619c95fa3483c9" providerId="LiveId" clId="{20A26620-95D9-894E-AE55-3DE133FE37BE}" dt="2021-03-09T03:13:10.663" v="2108"/>
          <ac:inkMkLst>
            <pc:docMk/>
            <pc:sldMk cId="2353975964" sldId="269"/>
            <ac:inkMk id="279" creationId="{8EB602C6-7916-E14F-A39A-04DEBBB7BA88}"/>
          </ac:inkMkLst>
        </pc:inkChg>
        <pc:inkChg chg="add topLvl">
          <ac:chgData name="Aggie Menezes" userId="74619c95fa3483c9" providerId="LiveId" clId="{20A26620-95D9-894E-AE55-3DE133FE37BE}" dt="2021-03-09T03:13:10.663" v="2108"/>
          <ac:inkMkLst>
            <pc:docMk/>
            <pc:sldMk cId="2353975964" sldId="269"/>
            <ac:inkMk id="280" creationId="{41B05A1E-816A-3949-A9E0-D3EC419DC979}"/>
          </ac:inkMkLst>
        </pc:inkChg>
        <pc:inkChg chg="add">
          <ac:chgData name="Aggie Menezes" userId="74619c95fa3483c9" providerId="LiveId" clId="{20A26620-95D9-894E-AE55-3DE133FE37BE}" dt="2021-03-09T03:13:07.998" v="2102"/>
          <ac:inkMkLst>
            <pc:docMk/>
            <pc:sldMk cId="2353975964" sldId="269"/>
            <ac:inkMk id="282" creationId="{ECF439C3-35F7-A941-8C60-BA894A178870}"/>
          </ac:inkMkLst>
        </pc:inkChg>
        <pc:inkChg chg="add">
          <ac:chgData name="Aggie Menezes" userId="74619c95fa3483c9" providerId="LiveId" clId="{20A26620-95D9-894E-AE55-3DE133FE37BE}" dt="2021-03-09T03:13:08.874" v="2103"/>
          <ac:inkMkLst>
            <pc:docMk/>
            <pc:sldMk cId="2353975964" sldId="269"/>
            <ac:inkMk id="283" creationId="{1A92FD38-D45F-B048-B640-31750BFE3ECF}"/>
          </ac:inkMkLst>
        </pc:inkChg>
        <pc:inkChg chg="add">
          <ac:chgData name="Aggie Menezes" userId="74619c95fa3483c9" providerId="LiveId" clId="{20A26620-95D9-894E-AE55-3DE133FE37BE}" dt="2021-03-09T03:13:09.114" v="2104"/>
          <ac:inkMkLst>
            <pc:docMk/>
            <pc:sldMk cId="2353975964" sldId="269"/>
            <ac:inkMk id="284" creationId="{4A29C01E-6B5C-244F-96AA-300EDA022965}"/>
          </ac:inkMkLst>
        </pc:inkChg>
        <pc:inkChg chg="add">
          <ac:chgData name="Aggie Menezes" userId="74619c95fa3483c9" providerId="LiveId" clId="{20A26620-95D9-894E-AE55-3DE133FE37BE}" dt="2021-03-09T03:13:09.378" v="2105"/>
          <ac:inkMkLst>
            <pc:docMk/>
            <pc:sldMk cId="2353975964" sldId="269"/>
            <ac:inkMk id="285" creationId="{77362C63-3AEA-6D47-8136-9AED8913EC25}"/>
          </ac:inkMkLst>
        </pc:inkChg>
        <pc:inkChg chg="add">
          <ac:chgData name="Aggie Menezes" userId="74619c95fa3483c9" providerId="LiveId" clId="{20A26620-95D9-894E-AE55-3DE133FE37BE}" dt="2021-03-09T03:13:09.545" v="2106"/>
          <ac:inkMkLst>
            <pc:docMk/>
            <pc:sldMk cId="2353975964" sldId="269"/>
            <ac:inkMk id="286" creationId="{374D81F2-F504-6942-8E6F-E7787CE3C1D8}"/>
          </ac:inkMkLst>
        </pc:inkChg>
        <pc:inkChg chg="add">
          <ac:chgData name="Aggie Menezes" userId="74619c95fa3483c9" providerId="LiveId" clId="{20A26620-95D9-894E-AE55-3DE133FE37BE}" dt="2021-03-09T03:13:09.771" v="2107"/>
          <ac:inkMkLst>
            <pc:docMk/>
            <pc:sldMk cId="2353975964" sldId="269"/>
            <ac:inkMk id="287" creationId="{0E43AB02-CAF3-8849-8A21-E1393055993D}"/>
          </ac:inkMkLst>
        </pc:inkChg>
      </pc:sldChg>
      <pc:sldChg chg="addSp delSp">
        <pc:chgData name="Aggie Menezes" userId="74619c95fa3483c9" providerId="LiveId" clId="{20A26620-95D9-894E-AE55-3DE133FE37BE}" dt="2021-03-01T04:24:41.524" v="666"/>
        <pc:sldMkLst>
          <pc:docMk/>
          <pc:sldMk cId="2349107279" sldId="274"/>
        </pc:sldMkLst>
        <pc:grpChg chg="add del">
          <ac:chgData name="Aggie Menezes" userId="74619c95fa3483c9" providerId="LiveId" clId="{20A26620-95D9-894E-AE55-3DE133FE37BE}" dt="2021-03-01T04:11:51.438" v="523"/>
          <ac:grpSpMkLst>
            <pc:docMk/>
            <pc:sldMk cId="2349107279" sldId="274"/>
            <ac:grpSpMk id="5" creationId="{A95A0353-1FA5-0D41-A499-386EA7FF7082}"/>
          </ac:grpSpMkLst>
        </pc:grpChg>
        <pc:grpChg chg="add del">
          <ac:chgData name="Aggie Menezes" userId="74619c95fa3483c9" providerId="LiveId" clId="{20A26620-95D9-894E-AE55-3DE133FE37BE}" dt="2021-03-01T04:11:57.235" v="525"/>
          <ac:grpSpMkLst>
            <pc:docMk/>
            <pc:sldMk cId="2349107279" sldId="274"/>
            <ac:grpSpMk id="7" creationId="{5D90ABAE-DA6B-F445-BEC3-2BA19CC96976}"/>
          </ac:grpSpMkLst>
        </pc:grpChg>
        <pc:grpChg chg="add del">
          <ac:chgData name="Aggie Menezes" userId="74619c95fa3483c9" providerId="LiveId" clId="{20A26620-95D9-894E-AE55-3DE133FE37BE}" dt="2021-03-01T04:12:02.695" v="535"/>
          <ac:grpSpMkLst>
            <pc:docMk/>
            <pc:sldMk cId="2349107279" sldId="274"/>
            <ac:grpSpMk id="9" creationId="{01CC95FD-375F-244E-8358-3C9FF00D6D83}"/>
          </ac:grpSpMkLst>
        </pc:grpChg>
        <pc:grpChg chg="add del">
          <ac:chgData name="Aggie Menezes" userId="74619c95fa3483c9" providerId="LiveId" clId="{20A26620-95D9-894E-AE55-3DE133FE37BE}" dt="2021-03-01T04:12:31.140" v="554"/>
          <ac:grpSpMkLst>
            <pc:docMk/>
            <pc:sldMk cId="2349107279" sldId="274"/>
            <ac:grpSpMk id="19" creationId="{AFBB85BA-75B8-9942-8893-13A5D5C2CFB7}"/>
          </ac:grpSpMkLst>
        </pc:grpChg>
        <pc:grpChg chg="add del">
          <ac:chgData name="Aggie Menezes" userId="74619c95fa3483c9" providerId="LiveId" clId="{20A26620-95D9-894E-AE55-3DE133FE37BE}" dt="2021-03-01T04:12:31.140" v="554"/>
          <ac:grpSpMkLst>
            <pc:docMk/>
            <pc:sldMk cId="2349107279" sldId="274"/>
            <ac:grpSpMk id="31" creationId="{51F5B92F-40F0-6B49-AD8B-52B8B679E857}"/>
          </ac:grpSpMkLst>
        </pc:grpChg>
        <pc:grpChg chg="add del">
          <ac:chgData name="Aggie Menezes" userId="74619c95fa3483c9" providerId="LiveId" clId="{20A26620-95D9-894E-AE55-3DE133FE37BE}" dt="2021-03-01T04:12:33.636" v="558"/>
          <ac:grpSpMkLst>
            <pc:docMk/>
            <pc:sldMk cId="2349107279" sldId="274"/>
            <ac:grpSpMk id="38" creationId="{66563CBA-2246-3346-A658-665D519D1EF1}"/>
          </ac:grpSpMkLst>
        </pc:grpChg>
        <pc:grpChg chg="add del">
          <ac:chgData name="Aggie Menezes" userId="74619c95fa3483c9" providerId="LiveId" clId="{20A26620-95D9-894E-AE55-3DE133FE37BE}" dt="2021-03-01T04:12:50.093" v="560"/>
          <ac:grpSpMkLst>
            <pc:docMk/>
            <pc:sldMk cId="2349107279" sldId="274"/>
            <ac:grpSpMk id="42" creationId="{029EBB3F-E560-184B-9437-477A54031956}"/>
          </ac:grpSpMkLst>
        </pc:grpChg>
        <pc:grpChg chg="add del">
          <ac:chgData name="Aggie Menezes" userId="74619c95fa3483c9" providerId="LiveId" clId="{20A26620-95D9-894E-AE55-3DE133FE37BE}" dt="2021-03-01T04:12:51.759" v="562"/>
          <ac:grpSpMkLst>
            <pc:docMk/>
            <pc:sldMk cId="2349107279" sldId="274"/>
            <ac:grpSpMk id="44" creationId="{488B446B-0D34-E947-B6B5-FB32BEF30417}"/>
          </ac:grpSpMkLst>
        </pc:grpChg>
        <pc:grpChg chg="add del">
          <ac:chgData name="Aggie Menezes" userId="74619c95fa3483c9" providerId="LiveId" clId="{20A26620-95D9-894E-AE55-3DE133FE37BE}" dt="2021-03-01T04:12:54.675" v="567"/>
          <ac:grpSpMkLst>
            <pc:docMk/>
            <pc:sldMk cId="2349107279" sldId="274"/>
            <ac:grpSpMk id="46" creationId="{9428CDBF-B0E4-DC4B-B33A-09C4ED673755}"/>
          </ac:grpSpMkLst>
        </pc:grpChg>
        <pc:grpChg chg="add del">
          <ac:chgData name="Aggie Menezes" userId="74619c95fa3483c9" providerId="LiveId" clId="{20A26620-95D9-894E-AE55-3DE133FE37BE}" dt="2021-03-01T04:13:09.051" v="590"/>
          <ac:grpSpMkLst>
            <pc:docMk/>
            <pc:sldMk cId="2349107279" sldId="274"/>
            <ac:grpSpMk id="51" creationId="{182D6D95-611A-4648-A06E-6DC1EA6F8B5F}"/>
          </ac:grpSpMkLst>
        </pc:grpChg>
        <pc:grpChg chg="add del">
          <ac:chgData name="Aggie Menezes" userId="74619c95fa3483c9" providerId="LiveId" clId="{20A26620-95D9-894E-AE55-3DE133FE37BE}" dt="2021-03-01T04:13:09.051" v="590"/>
          <ac:grpSpMkLst>
            <pc:docMk/>
            <pc:sldMk cId="2349107279" sldId="274"/>
            <ac:grpSpMk id="52" creationId="{5025B39A-4EE7-3A4B-B5F7-B61F923C89C6}"/>
          </ac:grpSpMkLst>
        </pc:grpChg>
        <pc:grpChg chg="add del">
          <ac:chgData name="Aggie Menezes" userId="74619c95fa3483c9" providerId="LiveId" clId="{20A26620-95D9-894E-AE55-3DE133FE37BE}" dt="2021-03-01T04:13:09.051" v="590"/>
          <ac:grpSpMkLst>
            <pc:docMk/>
            <pc:sldMk cId="2349107279" sldId="274"/>
            <ac:grpSpMk id="57" creationId="{0C970481-04ED-3743-B66F-6009240E597A}"/>
          </ac:grpSpMkLst>
        </pc:grpChg>
        <pc:grpChg chg="add del">
          <ac:chgData name="Aggie Menezes" userId="74619c95fa3483c9" providerId="LiveId" clId="{20A26620-95D9-894E-AE55-3DE133FE37BE}" dt="2021-03-01T04:13:09.051" v="590"/>
          <ac:grpSpMkLst>
            <pc:docMk/>
            <pc:sldMk cId="2349107279" sldId="274"/>
            <ac:grpSpMk id="70" creationId="{68EF4B6F-A41D-A14E-BDDA-38E665176BA0}"/>
          </ac:grpSpMkLst>
        </pc:grpChg>
        <pc:grpChg chg="add del">
          <ac:chgData name="Aggie Menezes" userId="74619c95fa3483c9" providerId="LiveId" clId="{20A26620-95D9-894E-AE55-3DE133FE37BE}" dt="2021-03-01T04:13:09.051" v="590"/>
          <ac:grpSpMkLst>
            <pc:docMk/>
            <pc:sldMk cId="2349107279" sldId="274"/>
            <ac:grpSpMk id="71" creationId="{CECD6D5A-72F4-0041-B0B4-A7D2B1423F6D}"/>
          </ac:grpSpMkLst>
        </pc:grpChg>
        <pc:grpChg chg="add del">
          <ac:chgData name="Aggie Menezes" userId="74619c95fa3483c9" providerId="LiveId" clId="{20A26620-95D9-894E-AE55-3DE133FE37BE}" dt="2021-03-01T04:13:13.665" v="603"/>
          <ac:grpSpMkLst>
            <pc:docMk/>
            <pc:sldMk cId="2349107279" sldId="274"/>
            <ac:grpSpMk id="76" creationId="{5822BB81-AB21-8F40-BC8C-4A7908B6263F}"/>
          </ac:grpSpMkLst>
        </pc:grpChg>
        <pc:grpChg chg="add del">
          <ac:chgData name="Aggie Menezes" userId="74619c95fa3483c9" providerId="LiveId" clId="{20A26620-95D9-894E-AE55-3DE133FE37BE}" dt="2021-03-01T04:13:15.927" v="607"/>
          <ac:grpSpMkLst>
            <pc:docMk/>
            <pc:sldMk cId="2349107279" sldId="274"/>
            <ac:grpSpMk id="89" creationId="{193A980E-9E0A-274D-BC68-3D95406E2E1E}"/>
          </ac:grpSpMkLst>
        </pc:grpChg>
        <pc:grpChg chg="add del">
          <ac:chgData name="Aggie Menezes" userId="74619c95fa3483c9" providerId="LiveId" clId="{20A26620-95D9-894E-AE55-3DE133FE37BE}" dt="2021-03-01T04:13:22.932" v="614"/>
          <ac:grpSpMkLst>
            <pc:docMk/>
            <pc:sldMk cId="2349107279" sldId="274"/>
            <ac:grpSpMk id="93" creationId="{03171BF6-9611-7747-AFB2-66282566113E}"/>
          </ac:grpSpMkLst>
        </pc:grpChg>
        <pc:grpChg chg="add">
          <ac:chgData name="Aggie Menezes" userId="74619c95fa3483c9" providerId="LiveId" clId="{20A26620-95D9-894E-AE55-3DE133FE37BE}" dt="2021-03-01T04:13:22.932" v="614"/>
          <ac:grpSpMkLst>
            <pc:docMk/>
            <pc:sldMk cId="2349107279" sldId="274"/>
            <ac:grpSpMk id="100" creationId="{436E546C-2A46-EA47-B62E-B9C6BE8F167E}"/>
          </ac:grpSpMkLst>
        </pc:grpChg>
        <pc:grpChg chg="add">
          <ac:chgData name="Aggie Menezes" userId="74619c95fa3483c9" providerId="LiveId" clId="{20A26620-95D9-894E-AE55-3DE133FE37BE}" dt="2021-03-01T04:13:33.166" v="625"/>
          <ac:grpSpMkLst>
            <pc:docMk/>
            <pc:sldMk cId="2349107279" sldId="274"/>
            <ac:grpSpMk id="111" creationId="{34531A53-437F-CA40-86A2-C194EE15035C}"/>
          </ac:grpSpMkLst>
        </pc:grpChg>
        <pc:grpChg chg="add del">
          <ac:chgData name="Aggie Menezes" userId="74619c95fa3483c9" providerId="LiveId" clId="{20A26620-95D9-894E-AE55-3DE133FE37BE}" dt="2021-03-01T04:22:36.460" v="637"/>
          <ac:grpSpMkLst>
            <pc:docMk/>
            <pc:sldMk cId="2349107279" sldId="274"/>
            <ac:grpSpMk id="117" creationId="{6AA2A992-4640-7E4A-BEE0-8A2F804A8F12}"/>
          </ac:grpSpMkLst>
        </pc:grpChg>
        <pc:grpChg chg="add del">
          <ac:chgData name="Aggie Menezes" userId="74619c95fa3483c9" providerId="LiveId" clId="{20A26620-95D9-894E-AE55-3DE133FE37BE}" dt="2021-03-01T04:22:36.460" v="637"/>
          <ac:grpSpMkLst>
            <pc:docMk/>
            <pc:sldMk cId="2349107279" sldId="274"/>
            <ac:grpSpMk id="122" creationId="{52178707-5962-3540-8164-29E364439F64}"/>
          </ac:grpSpMkLst>
        </pc:grpChg>
        <pc:grpChg chg="add del">
          <ac:chgData name="Aggie Menezes" userId="74619c95fa3483c9" providerId="LiveId" clId="{20A26620-95D9-894E-AE55-3DE133FE37BE}" dt="2021-03-01T04:22:42.644" v="649"/>
          <ac:grpSpMkLst>
            <pc:docMk/>
            <pc:sldMk cId="2349107279" sldId="274"/>
            <ac:grpSpMk id="124" creationId="{9464E6D8-42B4-3948-B355-537572237528}"/>
          </ac:grpSpMkLst>
        </pc:grpChg>
        <pc:grpChg chg="add del">
          <ac:chgData name="Aggie Menezes" userId="74619c95fa3483c9" providerId="LiveId" clId="{20A26620-95D9-894E-AE55-3DE133FE37BE}" dt="2021-03-01T04:23:23.388" v="652"/>
          <ac:grpSpMkLst>
            <pc:docMk/>
            <pc:sldMk cId="2349107279" sldId="274"/>
            <ac:grpSpMk id="136" creationId="{F9DDF486-69FD-4249-AF90-80048F9F7020}"/>
          </ac:grpSpMkLst>
        </pc:grpChg>
        <pc:grpChg chg="add">
          <ac:chgData name="Aggie Menezes" userId="74619c95fa3483c9" providerId="LiveId" clId="{20A26620-95D9-894E-AE55-3DE133FE37BE}" dt="2021-03-01T04:23:23.388" v="652"/>
          <ac:grpSpMkLst>
            <pc:docMk/>
            <pc:sldMk cId="2349107279" sldId="274"/>
            <ac:grpSpMk id="139" creationId="{10912FCB-D19F-DD44-8BA1-F0743EF40885}"/>
          </ac:grpSpMkLst>
        </pc:grpChg>
        <pc:grpChg chg="add">
          <ac:chgData name="Aggie Menezes" userId="74619c95fa3483c9" providerId="LiveId" clId="{20A26620-95D9-894E-AE55-3DE133FE37BE}" dt="2021-03-01T04:24:41.524" v="666"/>
          <ac:grpSpMkLst>
            <pc:docMk/>
            <pc:sldMk cId="2349107279" sldId="274"/>
            <ac:grpSpMk id="153" creationId="{B4348A5F-0C2C-6447-BF64-A34B7D598422}"/>
          </ac:grpSpMkLst>
        </pc:grpChg>
        <pc:inkChg chg="add">
          <ac:chgData name="Aggie Menezes" userId="74619c95fa3483c9" providerId="LiveId" clId="{20A26620-95D9-894E-AE55-3DE133FE37BE}" dt="2021-03-01T04:11:06.929" v="518"/>
          <ac:inkMkLst>
            <pc:docMk/>
            <pc:sldMk cId="2349107279" sldId="274"/>
            <ac:inkMk id="2" creationId="{994D7BE0-E780-174D-9EB8-DCF6AE10F84B}"/>
          </ac:inkMkLst>
        </pc:inkChg>
        <pc:inkChg chg="add topLvl">
          <ac:chgData name="Aggie Menezes" userId="74619c95fa3483c9" providerId="LiveId" clId="{20A26620-95D9-894E-AE55-3DE133FE37BE}" dt="2021-03-01T04:13:15.927" v="607"/>
          <ac:inkMkLst>
            <pc:docMk/>
            <pc:sldMk cId="2349107279" sldId="274"/>
            <ac:inkMk id="3" creationId="{1AB9DC5E-AFFC-9942-A941-9E1B331B0E87}"/>
          </ac:inkMkLst>
        </pc:inkChg>
        <pc:inkChg chg="add topLvl">
          <ac:chgData name="Aggie Menezes" userId="74619c95fa3483c9" providerId="LiveId" clId="{20A26620-95D9-894E-AE55-3DE133FE37BE}" dt="2021-03-01T04:13:15.927" v="607"/>
          <ac:inkMkLst>
            <pc:docMk/>
            <pc:sldMk cId="2349107279" sldId="274"/>
            <ac:inkMk id="4" creationId="{942280EF-1A13-244C-865D-521C1748C856}"/>
          </ac:inkMkLst>
        </pc:inkChg>
        <pc:inkChg chg="add topLvl">
          <ac:chgData name="Aggie Menezes" userId="74619c95fa3483c9" providerId="LiveId" clId="{20A26620-95D9-894E-AE55-3DE133FE37BE}" dt="2021-03-01T04:13:15.927" v="607"/>
          <ac:inkMkLst>
            <pc:docMk/>
            <pc:sldMk cId="2349107279" sldId="274"/>
            <ac:inkMk id="6" creationId="{93CCA16B-6258-B546-8DCB-9136071E3783}"/>
          </ac:inkMkLst>
        </pc:inkChg>
        <pc:inkChg chg="add topLvl">
          <ac:chgData name="Aggie Menezes" userId="74619c95fa3483c9" providerId="LiveId" clId="{20A26620-95D9-894E-AE55-3DE133FE37BE}" dt="2021-03-01T04:13:15.927" v="607"/>
          <ac:inkMkLst>
            <pc:docMk/>
            <pc:sldMk cId="2349107279" sldId="274"/>
            <ac:inkMk id="8" creationId="{8E8A6990-BAF1-9142-9431-B812356D6832}"/>
          </ac:inkMkLst>
        </pc:inkChg>
        <pc:inkChg chg="add topLvl">
          <ac:chgData name="Aggie Menezes" userId="74619c95fa3483c9" providerId="LiveId" clId="{20A26620-95D9-894E-AE55-3DE133FE37BE}" dt="2021-03-01T04:13:15.927" v="607"/>
          <ac:inkMkLst>
            <pc:docMk/>
            <pc:sldMk cId="2349107279" sldId="274"/>
            <ac:inkMk id="10" creationId="{D233F7BC-D819-5649-8B5E-09C5D7ECC67F}"/>
          </ac:inkMkLst>
        </pc:inkChg>
        <pc:inkChg chg="add topLvl">
          <ac:chgData name="Aggie Menezes" userId="74619c95fa3483c9" providerId="LiveId" clId="{20A26620-95D9-894E-AE55-3DE133FE37BE}" dt="2021-03-01T04:13:15.927" v="607"/>
          <ac:inkMkLst>
            <pc:docMk/>
            <pc:sldMk cId="2349107279" sldId="274"/>
            <ac:inkMk id="11" creationId="{41793EE8-8AD2-D14D-900E-BA32538F13F4}"/>
          </ac:inkMkLst>
        </pc:inkChg>
        <pc:inkChg chg="add topLvl">
          <ac:chgData name="Aggie Menezes" userId="74619c95fa3483c9" providerId="LiveId" clId="{20A26620-95D9-894E-AE55-3DE133FE37BE}" dt="2021-03-01T04:13:15.927" v="607"/>
          <ac:inkMkLst>
            <pc:docMk/>
            <pc:sldMk cId="2349107279" sldId="274"/>
            <ac:inkMk id="12" creationId="{75B5C798-1549-CD40-8639-644DB0728C4B}"/>
          </ac:inkMkLst>
        </pc:inkChg>
        <pc:inkChg chg="add topLvl">
          <ac:chgData name="Aggie Menezes" userId="74619c95fa3483c9" providerId="LiveId" clId="{20A26620-95D9-894E-AE55-3DE133FE37BE}" dt="2021-03-01T04:13:15.927" v="607"/>
          <ac:inkMkLst>
            <pc:docMk/>
            <pc:sldMk cId="2349107279" sldId="274"/>
            <ac:inkMk id="13" creationId="{5B2A86C6-F434-CB4A-8287-75C02E5519CA}"/>
          </ac:inkMkLst>
        </pc:inkChg>
        <pc:inkChg chg="add topLvl">
          <ac:chgData name="Aggie Menezes" userId="74619c95fa3483c9" providerId="LiveId" clId="{20A26620-95D9-894E-AE55-3DE133FE37BE}" dt="2021-03-01T04:13:15.927" v="607"/>
          <ac:inkMkLst>
            <pc:docMk/>
            <pc:sldMk cId="2349107279" sldId="274"/>
            <ac:inkMk id="14" creationId="{C08E4D6E-C74A-264D-A926-CC5F97A38EE4}"/>
          </ac:inkMkLst>
        </pc:inkChg>
        <pc:inkChg chg="add topLvl">
          <ac:chgData name="Aggie Menezes" userId="74619c95fa3483c9" providerId="LiveId" clId="{20A26620-95D9-894E-AE55-3DE133FE37BE}" dt="2021-03-01T04:13:15.927" v="607"/>
          <ac:inkMkLst>
            <pc:docMk/>
            <pc:sldMk cId="2349107279" sldId="274"/>
            <ac:inkMk id="15" creationId="{B768C176-D4DD-594A-AEF7-BC8A99A469D2}"/>
          </ac:inkMkLst>
        </pc:inkChg>
        <pc:inkChg chg="add topLvl">
          <ac:chgData name="Aggie Menezes" userId="74619c95fa3483c9" providerId="LiveId" clId="{20A26620-95D9-894E-AE55-3DE133FE37BE}" dt="2021-03-01T04:13:15.927" v="607"/>
          <ac:inkMkLst>
            <pc:docMk/>
            <pc:sldMk cId="2349107279" sldId="274"/>
            <ac:inkMk id="16" creationId="{7C5A8852-B395-EC43-A35D-D931A6341317}"/>
          </ac:inkMkLst>
        </pc:inkChg>
        <pc:inkChg chg="add topLvl">
          <ac:chgData name="Aggie Menezes" userId="74619c95fa3483c9" providerId="LiveId" clId="{20A26620-95D9-894E-AE55-3DE133FE37BE}" dt="2021-03-01T04:13:15.927" v="607"/>
          <ac:inkMkLst>
            <pc:docMk/>
            <pc:sldMk cId="2349107279" sldId="274"/>
            <ac:inkMk id="17" creationId="{8A08E19A-E1D7-594D-AB55-249FBB9919C8}"/>
          </ac:inkMkLst>
        </pc:inkChg>
        <pc:inkChg chg="add topLvl">
          <ac:chgData name="Aggie Menezes" userId="74619c95fa3483c9" providerId="LiveId" clId="{20A26620-95D9-894E-AE55-3DE133FE37BE}" dt="2021-03-01T04:13:15.927" v="607"/>
          <ac:inkMkLst>
            <pc:docMk/>
            <pc:sldMk cId="2349107279" sldId="274"/>
            <ac:inkMk id="18" creationId="{5527BD7E-610E-F544-9FB7-9C4DAA3475A5}"/>
          </ac:inkMkLst>
        </pc:inkChg>
        <pc:inkChg chg="add topLvl">
          <ac:chgData name="Aggie Menezes" userId="74619c95fa3483c9" providerId="LiveId" clId="{20A26620-95D9-894E-AE55-3DE133FE37BE}" dt="2021-03-01T04:13:15.927" v="607"/>
          <ac:inkMkLst>
            <pc:docMk/>
            <pc:sldMk cId="2349107279" sldId="274"/>
            <ac:inkMk id="20" creationId="{E6556B87-D0FE-674C-B9BD-84D4817ACBE4}"/>
          </ac:inkMkLst>
        </pc:inkChg>
        <pc:inkChg chg="add topLvl">
          <ac:chgData name="Aggie Menezes" userId="74619c95fa3483c9" providerId="LiveId" clId="{20A26620-95D9-894E-AE55-3DE133FE37BE}" dt="2021-03-01T04:13:15.927" v="607"/>
          <ac:inkMkLst>
            <pc:docMk/>
            <pc:sldMk cId="2349107279" sldId="274"/>
            <ac:inkMk id="21" creationId="{7D865237-A520-594F-96CA-EB76DE5EFEB3}"/>
          </ac:inkMkLst>
        </pc:inkChg>
        <pc:inkChg chg="add topLvl">
          <ac:chgData name="Aggie Menezes" userId="74619c95fa3483c9" providerId="LiveId" clId="{20A26620-95D9-894E-AE55-3DE133FE37BE}" dt="2021-03-01T04:13:15.927" v="607"/>
          <ac:inkMkLst>
            <pc:docMk/>
            <pc:sldMk cId="2349107279" sldId="274"/>
            <ac:inkMk id="22" creationId="{7C518F72-C524-B44F-BC19-E953543697BC}"/>
          </ac:inkMkLst>
        </pc:inkChg>
        <pc:inkChg chg="add topLvl">
          <ac:chgData name="Aggie Menezes" userId="74619c95fa3483c9" providerId="LiveId" clId="{20A26620-95D9-894E-AE55-3DE133FE37BE}" dt="2021-03-01T04:13:15.927" v="607"/>
          <ac:inkMkLst>
            <pc:docMk/>
            <pc:sldMk cId="2349107279" sldId="274"/>
            <ac:inkMk id="23" creationId="{0991F8FD-094C-A440-802A-277C096A1308}"/>
          </ac:inkMkLst>
        </pc:inkChg>
        <pc:inkChg chg="add topLvl">
          <ac:chgData name="Aggie Menezes" userId="74619c95fa3483c9" providerId="LiveId" clId="{20A26620-95D9-894E-AE55-3DE133FE37BE}" dt="2021-03-01T04:13:15.927" v="607"/>
          <ac:inkMkLst>
            <pc:docMk/>
            <pc:sldMk cId="2349107279" sldId="274"/>
            <ac:inkMk id="24" creationId="{C8824FAF-9522-BF41-A20B-DDD1D77DBD4C}"/>
          </ac:inkMkLst>
        </pc:inkChg>
        <pc:inkChg chg="add topLvl">
          <ac:chgData name="Aggie Menezes" userId="74619c95fa3483c9" providerId="LiveId" clId="{20A26620-95D9-894E-AE55-3DE133FE37BE}" dt="2021-03-01T04:13:15.927" v="607"/>
          <ac:inkMkLst>
            <pc:docMk/>
            <pc:sldMk cId="2349107279" sldId="274"/>
            <ac:inkMk id="25" creationId="{43BEA454-C6C4-E24C-8B5F-0F2F359A9649}"/>
          </ac:inkMkLst>
        </pc:inkChg>
        <pc:inkChg chg="add topLvl">
          <ac:chgData name="Aggie Menezes" userId="74619c95fa3483c9" providerId="LiveId" clId="{20A26620-95D9-894E-AE55-3DE133FE37BE}" dt="2021-03-01T04:13:15.927" v="607"/>
          <ac:inkMkLst>
            <pc:docMk/>
            <pc:sldMk cId="2349107279" sldId="274"/>
            <ac:inkMk id="26" creationId="{3107C071-D43F-AA4B-B580-E5B30E45EDA3}"/>
          </ac:inkMkLst>
        </pc:inkChg>
        <pc:inkChg chg="add topLvl">
          <ac:chgData name="Aggie Menezes" userId="74619c95fa3483c9" providerId="LiveId" clId="{20A26620-95D9-894E-AE55-3DE133FE37BE}" dt="2021-03-01T04:13:15.927" v="607"/>
          <ac:inkMkLst>
            <pc:docMk/>
            <pc:sldMk cId="2349107279" sldId="274"/>
            <ac:inkMk id="27" creationId="{1D883960-9B9D-0049-B018-FFE2518C41E2}"/>
          </ac:inkMkLst>
        </pc:inkChg>
        <pc:inkChg chg="add topLvl">
          <ac:chgData name="Aggie Menezes" userId="74619c95fa3483c9" providerId="LiveId" clId="{20A26620-95D9-894E-AE55-3DE133FE37BE}" dt="2021-03-01T04:13:15.927" v="607"/>
          <ac:inkMkLst>
            <pc:docMk/>
            <pc:sldMk cId="2349107279" sldId="274"/>
            <ac:inkMk id="28" creationId="{6D7BD9A5-3CBD-8347-B60A-496B1E55E2E3}"/>
          </ac:inkMkLst>
        </pc:inkChg>
        <pc:inkChg chg="add topLvl">
          <ac:chgData name="Aggie Menezes" userId="74619c95fa3483c9" providerId="LiveId" clId="{20A26620-95D9-894E-AE55-3DE133FE37BE}" dt="2021-03-01T04:13:15.927" v="607"/>
          <ac:inkMkLst>
            <pc:docMk/>
            <pc:sldMk cId="2349107279" sldId="274"/>
            <ac:inkMk id="29" creationId="{52EB7301-EADC-2C46-9564-81DDFE5EE23F}"/>
          </ac:inkMkLst>
        </pc:inkChg>
        <pc:inkChg chg="add topLvl">
          <ac:chgData name="Aggie Menezes" userId="74619c95fa3483c9" providerId="LiveId" clId="{20A26620-95D9-894E-AE55-3DE133FE37BE}" dt="2021-03-01T04:13:15.927" v="607"/>
          <ac:inkMkLst>
            <pc:docMk/>
            <pc:sldMk cId="2349107279" sldId="274"/>
            <ac:inkMk id="30" creationId="{B57A80E9-C90F-2D45-9602-F46028CFE233}"/>
          </ac:inkMkLst>
        </pc:inkChg>
        <pc:inkChg chg="add topLvl">
          <ac:chgData name="Aggie Menezes" userId="74619c95fa3483c9" providerId="LiveId" clId="{20A26620-95D9-894E-AE55-3DE133FE37BE}" dt="2021-03-01T04:13:15.927" v="607"/>
          <ac:inkMkLst>
            <pc:docMk/>
            <pc:sldMk cId="2349107279" sldId="274"/>
            <ac:inkMk id="32" creationId="{49893F54-5AA7-5240-8774-F201DB928073}"/>
          </ac:inkMkLst>
        </pc:inkChg>
        <pc:inkChg chg="add topLvl">
          <ac:chgData name="Aggie Menezes" userId="74619c95fa3483c9" providerId="LiveId" clId="{20A26620-95D9-894E-AE55-3DE133FE37BE}" dt="2021-03-01T04:13:15.927" v="607"/>
          <ac:inkMkLst>
            <pc:docMk/>
            <pc:sldMk cId="2349107279" sldId="274"/>
            <ac:inkMk id="33" creationId="{7E384C24-B43D-C04E-BC86-CB772C8955F7}"/>
          </ac:inkMkLst>
        </pc:inkChg>
        <pc:inkChg chg="add topLvl">
          <ac:chgData name="Aggie Menezes" userId="74619c95fa3483c9" providerId="LiveId" clId="{20A26620-95D9-894E-AE55-3DE133FE37BE}" dt="2021-03-01T04:13:15.927" v="607"/>
          <ac:inkMkLst>
            <pc:docMk/>
            <pc:sldMk cId="2349107279" sldId="274"/>
            <ac:inkMk id="34" creationId="{33C8DCB0-5690-9546-96AB-716D9A097040}"/>
          </ac:inkMkLst>
        </pc:inkChg>
        <pc:inkChg chg="add topLvl">
          <ac:chgData name="Aggie Menezes" userId="74619c95fa3483c9" providerId="LiveId" clId="{20A26620-95D9-894E-AE55-3DE133FE37BE}" dt="2021-03-01T04:13:15.927" v="607"/>
          <ac:inkMkLst>
            <pc:docMk/>
            <pc:sldMk cId="2349107279" sldId="274"/>
            <ac:inkMk id="35" creationId="{91DB94E6-3A48-7240-A038-FBEB882B10A3}"/>
          </ac:inkMkLst>
        </pc:inkChg>
        <pc:inkChg chg="add topLvl">
          <ac:chgData name="Aggie Menezes" userId="74619c95fa3483c9" providerId="LiveId" clId="{20A26620-95D9-894E-AE55-3DE133FE37BE}" dt="2021-03-01T04:13:15.927" v="607"/>
          <ac:inkMkLst>
            <pc:docMk/>
            <pc:sldMk cId="2349107279" sldId="274"/>
            <ac:inkMk id="36" creationId="{2005115E-94F0-894E-9D5F-CDD747EBB03E}"/>
          </ac:inkMkLst>
        </pc:inkChg>
        <pc:inkChg chg="add topLvl">
          <ac:chgData name="Aggie Menezes" userId="74619c95fa3483c9" providerId="LiveId" clId="{20A26620-95D9-894E-AE55-3DE133FE37BE}" dt="2021-03-01T04:13:15.927" v="607"/>
          <ac:inkMkLst>
            <pc:docMk/>
            <pc:sldMk cId="2349107279" sldId="274"/>
            <ac:inkMk id="37" creationId="{5AC79F79-DB9D-7445-87FF-3120F3DEF47B}"/>
          </ac:inkMkLst>
        </pc:inkChg>
        <pc:inkChg chg="add topLvl">
          <ac:chgData name="Aggie Menezes" userId="74619c95fa3483c9" providerId="LiveId" clId="{20A26620-95D9-894E-AE55-3DE133FE37BE}" dt="2021-03-01T04:13:15.927" v="607"/>
          <ac:inkMkLst>
            <pc:docMk/>
            <pc:sldMk cId="2349107279" sldId="274"/>
            <ac:inkMk id="39" creationId="{FC19AE29-D1C3-DE49-9ACF-CEF84DC92E73}"/>
          </ac:inkMkLst>
        </pc:inkChg>
        <pc:inkChg chg="add topLvl">
          <ac:chgData name="Aggie Menezes" userId="74619c95fa3483c9" providerId="LiveId" clId="{20A26620-95D9-894E-AE55-3DE133FE37BE}" dt="2021-03-01T04:13:15.927" v="607"/>
          <ac:inkMkLst>
            <pc:docMk/>
            <pc:sldMk cId="2349107279" sldId="274"/>
            <ac:inkMk id="40" creationId="{B4F3EECF-73D8-1E43-8EA6-94814406D897}"/>
          </ac:inkMkLst>
        </pc:inkChg>
        <pc:inkChg chg="add topLvl">
          <ac:chgData name="Aggie Menezes" userId="74619c95fa3483c9" providerId="LiveId" clId="{20A26620-95D9-894E-AE55-3DE133FE37BE}" dt="2021-03-01T04:13:15.927" v="607"/>
          <ac:inkMkLst>
            <pc:docMk/>
            <pc:sldMk cId="2349107279" sldId="274"/>
            <ac:inkMk id="41" creationId="{56178EE7-13D8-1E4C-A504-E0D0511FED07}"/>
          </ac:inkMkLst>
        </pc:inkChg>
        <pc:inkChg chg="add topLvl">
          <ac:chgData name="Aggie Menezes" userId="74619c95fa3483c9" providerId="LiveId" clId="{20A26620-95D9-894E-AE55-3DE133FE37BE}" dt="2021-03-01T04:13:15.927" v="607"/>
          <ac:inkMkLst>
            <pc:docMk/>
            <pc:sldMk cId="2349107279" sldId="274"/>
            <ac:inkMk id="43" creationId="{226BFFCD-51CA-D848-9DE5-55F395FAFE9E}"/>
          </ac:inkMkLst>
        </pc:inkChg>
        <pc:inkChg chg="add topLvl">
          <ac:chgData name="Aggie Menezes" userId="74619c95fa3483c9" providerId="LiveId" clId="{20A26620-95D9-894E-AE55-3DE133FE37BE}" dt="2021-03-01T04:13:15.927" v="607"/>
          <ac:inkMkLst>
            <pc:docMk/>
            <pc:sldMk cId="2349107279" sldId="274"/>
            <ac:inkMk id="45" creationId="{4EB5FB62-035C-DB4D-B686-BED5A6347D40}"/>
          </ac:inkMkLst>
        </pc:inkChg>
        <pc:inkChg chg="add topLvl">
          <ac:chgData name="Aggie Menezes" userId="74619c95fa3483c9" providerId="LiveId" clId="{20A26620-95D9-894E-AE55-3DE133FE37BE}" dt="2021-03-01T04:13:15.927" v="607"/>
          <ac:inkMkLst>
            <pc:docMk/>
            <pc:sldMk cId="2349107279" sldId="274"/>
            <ac:inkMk id="47" creationId="{789D76E7-877E-C740-8967-D0091BD9C380}"/>
          </ac:inkMkLst>
        </pc:inkChg>
        <pc:inkChg chg="add topLvl">
          <ac:chgData name="Aggie Menezes" userId="74619c95fa3483c9" providerId="LiveId" clId="{20A26620-95D9-894E-AE55-3DE133FE37BE}" dt="2021-03-01T04:13:15.927" v="607"/>
          <ac:inkMkLst>
            <pc:docMk/>
            <pc:sldMk cId="2349107279" sldId="274"/>
            <ac:inkMk id="48" creationId="{BB8E8995-9A9C-EB4A-8CE3-55387092DEEE}"/>
          </ac:inkMkLst>
        </pc:inkChg>
        <pc:inkChg chg="add topLvl">
          <ac:chgData name="Aggie Menezes" userId="74619c95fa3483c9" providerId="LiveId" clId="{20A26620-95D9-894E-AE55-3DE133FE37BE}" dt="2021-03-01T04:13:15.927" v="607"/>
          <ac:inkMkLst>
            <pc:docMk/>
            <pc:sldMk cId="2349107279" sldId="274"/>
            <ac:inkMk id="49" creationId="{13791B7B-1DDB-8841-BB94-3A61DD81077E}"/>
          </ac:inkMkLst>
        </pc:inkChg>
        <pc:inkChg chg="add topLvl">
          <ac:chgData name="Aggie Menezes" userId="74619c95fa3483c9" providerId="LiveId" clId="{20A26620-95D9-894E-AE55-3DE133FE37BE}" dt="2021-03-01T04:13:15.927" v="607"/>
          <ac:inkMkLst>
            <pc:docMk/>
            <pc:sldMk cId="2349107279" sldId="274"/>
            <ac:inkMk id="50" creationId="{6FCADD05-C9C5-9F41-B912-831D8C037CCD}"/>
          </ac:inkMkLst>
        </pc:inkChg>
        <pc:inkChg chg="add topLvl">
          <ac:chgData name="Aggie Menezes" userId="74619c95fa3483c9" providerId="LiveId" clId="{20A26620-95D9-894E-AE55-3DE133FE37BE}" dt="2021-03-01T04:13:15.927" v="607"/>
          <ac:inkMkLst>
            <pc:docMk/>
            <pc:sldMk cId="2349107279" sldId="274"/>
            <ac:inkMk id="53" creationId="{10B696F3-335F-5A44-ACD7-9619572CA4F8}"/>
          </ac:inkMkLst>
        </pc:inkChg>
        <pc:inkChg chg="add topLvl">
          <ac:chgData name="Aggie Menezes" userId="74619c95fa3483c9" providerId="LiveId" clId="{20A26620-95D9-894E-AE55-3DE133FE37BE}" dt="2021-03-01T04:13:15.927" v="607"/>
          <ac:inkMkLst>
            <pc:docMk/>
            <pc:sldMk cId="2349107279" sldId="274"/>
            <ac:inkMk id="54" creationId="{40069643-4D37-F448-ACFA-41CC547F52CA}"/>
          </ac:inkMkLst>
        </pc:inkChg>
        <pc:inkChg chg="add topLvl">
          <ac:chgData name="Aggie Menezes" userId="74619c95fa3483c9" providerId="LiveId" clId="{20A26620-95D9-894E-AE55-3DE133FE37BE}" dt="2021-03-01T04:13:15.927" v="607"/>
          <ac:inkMkLst>
            <pc:docMk/>
            <pc:sldMk cId="2349107279" sldId="274"/>
            <ac:inkMk id="55" creationId="{DF440695-5B5A-3F48-A0A9-CCE2A43A802F}"/>
          </ac:inkMkLst>
        </pc:inkChg>
        <pc:inkChg chg="add topLvl">
          <ac:chgData name="Aggie Menezes" userId="74619c95fa3483c9" providerId="LiveId" clId="{20A26620-95D9-894E-AE55-3DE133FE37BE}" dt="2021-03-01T04:13:15.927" v="607"/>
          <ac:inkMkLst>
            <pc:docMk/>
            <pc:sldMk cId="2349107279" sldId="274"/>
            <ac:inkMk id="56" creationId="{1AC5F53C-7C51-814E-BDB6-F33D937588F4}"/>
          </ac:inkMkLst>
        </pc:inkChg>
        <pc:inkChg chg="add topLvl">
          <ac:chgData name="Aggie Menezes" userId="74619c95fa3483c9" providerId="LiveId" clId="{20A26620-95D9-894E-AE55-3DE133FE37BE}" dt="2021-03-01T04:13:15.927" v="607"/>
          <ac:inkMkLst>
            <pc:docMk/>
            <pc:sldMk cId="2349107279" sldId="274"/>
            <ac:inkMk id="58" creationId="{927D441D-00D1-6D40-9729-5F948F78C852}"/>
          </ac:inkMkLst>
        </pc:inkChg>
        <pc:inkChg chg="add topLvl">
          <ac:chgData name="Aggie Menezes" userId="74619c95fa3483c9" providerId="LiveId" clId="{20A26620-95D9-894E-AE55-3DE133FE37BE}" dt="2021-03-01T04:13:15.927" v="607"/>
          <ac:inkMkLst>
            <pc:docMk/>
            <pc:sldMk cId="2349107279" sldId="274"/>
            <ac:inkMk id="59" creationId="{5E4545B6-F1E4-D84E-9C79-5B00ADE80E6E}"/>
          </ac:inkMkLst>
        </pc:inkChg>
        <pc:inkChg chg="add topLvl">
          <ac:chgData name="Aggie Menezes" userId="74619c95fa3483c9" providerId="LiveId" clId="{20A26620-95D9-894E-AE55-3DE133FE37BE}" dt="2021-03-01T04:13:15.927" v="607"/>
          <ac:inkMkLst>
            <pc:docMk/>
            <pc:sldMk cId="2349107279" sldId="274"/>
            <ac:inkMk id="60" creationId="{7918ACCB-0AC4-0348-907A-E8EEACBE11A2}"/>
          </ac:inkMkLst>
        </pc:inkChg>
        <pc:inkChg chg="add topLvl">
          <ac:chgData name="Aggie Menezes" userId="74619c95fa3483c9" providerId="LiveId" clId="{20A26620-95D9-894E-AE55-3DE133FE37BE}" dt="2021-03-01T04:13:15.927" v="607"/>
          <ac:inkMkLst>
            <pc:docMk/>
            <pc:sldMk cId="2349107279" sldId="274"/>
            <ac:inkMk id="61" creationId="{6DDF8B3F-0254-1042-BA11-4D85124E7127}"/>
          </ac:inkMkLst>
        </pc:inkChg>
        <pc:inkChg chg="add topLvl">
          <ac:chgData name="Aggie Menezes" userId="74619c95fa3483c9" providerId="LiveId" clId="{20A26620-95D9-894E-AE55-3DE133FE37BE}" dt="2021-03-01T04:13:15.927" v="607"/>
          <ac:inkMkLst>
            <pc:docMk/>
            <pc:sldMk cId="2349107279" sldId="274"/>
            <ac:inkMk id="62" creationId="{F0838158-C46F-3442-8F82-2104872C1182}"/>
          </ac:inkMkLst>
        </pc:inkChg>
        <pc:inkChg chg="add topLvl">
          <ac:chgData name="Aggie Menezes" userId="74619c95fa3483c9" providerId="LiveId" clId="{20A26620-95D9-894E-AE55-3DE133FE37BE}" dt="2021-03-01T04:13:15.927" v="607"/>
          <ac:inkMkLst>
            <pc:docMk/>
            <pc:sldMk cId="2349107279" sldId="274"/>
            <ac:inkMk id="63" creationId="{E2785D81-86BE-E14A-AB9E-F522FFCB491A}"/>
          </ac:inkMkLst>
        </pc:inkChg>
        <pc:inkChg chg="add topLvl">
          <ac:chgData name="Aggie Menezes" userId="74619c95fa3483c9" providerId="LiveId" clId="{20A26620-95D9-894E-AE55-3DE133FE37BE}" dt="2021-03-01T04:13:15.927" v="607"/>
          <ac:inkMkLst>
            <pc:docMk/>
            <pc:sldMk cId="2349107279" sldId="274"/>
            <ac:inkMk id="64" creationId="{C2F03FB6-2DA9-D144-9886-72C62750C17E}"/>
          </ac:inkMkLst>
        </pc:inkChg>
        <pc:inkChg chg="add topLvl">
          <ac:chgData name="Aggie Menezes" userId="74619c95fa3483c9" providerId="LiveId" clId="{20A26620-95D9-894E-AE55-3DE133FE37BE}" dt="2021-03-01T04:13:15.927" v="607"/>
          <ac:inkMkLst>
            <pc:docMk/>
            <pc:sldMk cId="2349107279" sldId="274"/>
            <ac:inkMk id="65" creationId="{562ACB30-FBBE-104E-AEC0-C904E9923329}"/>
          </ac:inkMkLst>
        </pc:inkChg>
        <pc:inkChg chg="add topLvl">
          <ac:chgData name="Aggie Menezes" userId="74619c95fa3483c9" providerId="LiveId" clId="{20A26620-95D9-894E-AE55-3DE133FE37BE}" dt="2021-03-01T04:13:15.927" v="607"/>
          <ac:inkMkLst>
            <pc:docMk/>
            <pc:sldMk cId="2349107279" sldId="274"/>
            <ac:inkMk id="66" creationId="{550FF40B-F443-5443-AD15-0ED72070C6BC}"/>
          </ac:inkMkLst>
        </pc:inkChg>
        <pc:inkChg chg="add topLvl">
          <ac:chgData name="Aggie Menezes" userId="74619c95fa3483c9" providerId="LiveId" clId="{20A26620-95D9-894E-AE55-3DE133FE37BE}" dt="2021-03-01T04:13:15.927" v="607"/>
          <ac:inkMkLst>
            <pc:docMk/>
            <pc:sldMk cId="2349107279" sldId="274"/>
            <ac:inkMk id="67" creationId="{2E213841-9BA8-184F-9F82-E30DF7C53C32}"/>
          </ac:inkMkLst>
        </pc:inkChg>
        <pc:inkChg chg="add topLvl">
          <ac:chgData name="Aggie Menezes" userId="74619c95fa3483c9" providerId="LiveId" clId="{20A26620-95D9-894E-AE55-3DE133FE37BE}" dt="2021-03-01T04:13:15.927" v="607"/>
          <ac:inkMkLst>
            <pc:docMk/>
            <pc:sldMk cId="2349107279" sldId="274"/>
            <ac:inkMk id="68" creationId="{7559A230-ECAF-CB44-8D45-6ED9CE604555}"/>
          </ac:inkMkLst>
        </pc:inkChg>
        <pc:inkChg chg="add topLvl">
          <ac:chgData name="Aggie Menezes" userId="74619c95fa3483c9" providerId="LiveId" clId="{20A26620-95D9-894E-AE55-3DE133FE37BE}" dt="2021-03-01T04:13:15.927" v="607"/>
          <ac:inkMkLst>
            <pc:docMk/>
            <pc:sldMk cId="2349107279" sldId="274"/>
            <ac:inkMk id="69" creationId="{1D158DFA-A4F1-E64E-BA67-398EA8395A09}"/>
          </ac:inkMkLst>
        </pc:inkChg>
        <pc:inkChg chg="add topLvl">
          <ac:chgData name="Aggie Menezes" userId="74619c95fa3483c9" providerId="LiveId" clId="{20A26620-95D9-894E-AE55-3DE133FE37BE}" dt="2021-03-01T04:13:15.927" v="607"/>
          <ac:inkMkLst>
            <pc:docMk/>
            <pc:sldMk cId="2349107279" sldId="274"/>
            <ac:inkMk id="72" creationId="{633C8A6E-B56D-F24E-A3E7-E5C11121A395}"/>
          </ac:inkMkLst>
        </pc:inkChg>
        <pc:inkChg chg="add topLvl">
          <ac:chgData name="Aggie Menezes" userId="74619c95fa3483c9" providerId="LiveId" clId="{20A26620-95D9-894E-AE55-3DE133FE37BE}" dt="2021-03-01T04:13:22.932" v="614"/>
          <ac:inkMkLst>
            <pc:docMk/>
            <pc:sldMk cId="2349107279" sldId="274"/>
            <ac:inkMk id="73" creationId="{CBCC6611-A180-5540-8723-E90A08F38004}"/>
          </ac:inkMkLst>
        </pc:inkChg>
        <pc:inkChg chg="add topLvl">
          <ac:chgData name="Aggie Menezes" userId="74619c95fa3483c9" providerId="LiveId" clId="{20A26620-95D9-894E-AE55-3DE133FE37BE}" dt="2021-03-01T04:13:22.932" v="614"/>
          <ac:inkMkLst>
            <pc:docMk/>
            <pc:sldMk cId="2349107279" sldId="274"/>
            <ac:inkMk id="74" creationId="{B8D00598-4F64-6F44-ADCD-7AD88A0F43E5}"/>
          </ac:inkMkLst>
        </pc:inkChg>
        <pc:inkChg chg="add topLvl">
          <ac:chgData name="Aggie Menezes" userId="74619c95fa3483c9" providerId="LiveId" clId="{20A26620-95D9-894E-AE55-3DE133FE37BE}" dt="2021-03-01T04:13:22.932" v="614"/>
          <ac:inkMkLst>
            <pc:docMk/>
            <pc:sldMk cId="2349107279" sldId="274"/>
            <ac:inkMk id="75" creationId="{75B72BA9-69BA-BF4D-B4BB-3E79F67789EA}"/>
          </ac:inkMkLst>
        </pc:inkChg>
        <pc:inkChg chg="add topLvl">
          <ac:chgData name="Aggie Menezes" userId="74619c95fa3483c9" providerId="LiveId" clId="{20A26620-95D9-894E-AE55-3DE133FE37BE}" dt="2021-03-01T04:13:22.932" v="614"/>
          <ac:inkMkLst>
            <pc:docMk/>
            <pc:sldMk cId="2349107279" sldId="274"/>
            <ac:inkMk id="77" creationId="{BF61E3AD-A770-D746-AE49-C259EA4B1C24}"/>
          </ac:inkMkLst>
        </pc:inkChg>
        <pc:inkChg chg="add topLvl">
          <ac:chgData name="Aggie Menezes" userId="74619c95fa3483c9" providerId="LiveId" clId="{20A26620-95D9-894E-AE55-3DE133FE37BE}" dt="2021-03-01T04:13:22.932" v="614"/>
          <ac:inkMkLst>
            <pc:docMk/>
            <pc:sldMk cId="2349107279" sldId="274"/>
            <ac:inkMk id="78" creationId="{E71E71DE-342A-D44A-85AF-273DC60608DB}"/>
          </ac:inkMkLst>
        </pc:inkChg>
        <pc:inkChg chg="add topLvl">
          <ac:chgData name="Aggie Menezes" userId="74619c95fa3483c9" providerId="LiveId" clId="{20A26620-95D9-894E-AE55-3DE133FE37BE}" dt="2021-03-01T04:13:22.932" v="614"/>
          <ac:inkMkLst>
            <pc:docMk/>
            <pc:sldMk cId="2349107279" sldId="274"/>
            <ac:inkMk id="79" creationId="{2E689361-85E9-FB44-9C84-20882003A9B7}"/>
          </ac:inkMkLst>
        </pc:inkChg>
        <pc:inkChg chg="add topLvl">
          <ac:chgData name="Aggie Menezes" userId="74619c95fa3483c9" providerId="LiveId" clId="{20A26620-95D9-894E-AE55-3DE133FE37BE}" dt="2021-03-01T04:13:22.932" v="614"/>
          <ac:inkMkLst>
            <pc:docMk/>
            <pc:sldMk cId="2349107279" sldId="274"/>
            <ac:inkMk id="80" creationId="{82844CC9-B190-D649-8B9A-783F1DB8D27D}"/>
          </ac:inkMkLst>
        </pc:inkChg>
        <pc:inkChg chg="add topLvl">
          <ac:chgData name="Aggie Menezes" userId="74619c95fa3483c9" providerId="LiveId" clId="{20A26620-95D9-894E-AE55-3DE133FE37BE}" dt="2021-03-01T04:13:22.932" v="614"/>
          <ac:inkMkLst>
            <pc:docMk/>
            <pc:sldMk cId="2349107279" sldId="274"/>
            <ac:inkMk id="81" creationId="{62522FA2-7BAE-5D4F-B814-1B270916FBB8}"/>
          </ac:inkMkLst>
        </pc:inkChg>
        <pc:inkChg chg="add topLvl">
          <ac:chgData name="Aggie Menezes" userId="74619c95fa3483c9" providerId="LiveId" clId="{20A26620-95D9-894E-AE55-3DE133FE37BE}" dt="2021-03-01T04:13:22.932" v="614"/>
          <ac:inkMkLst>
            <pc:docMk/>
            <pc:sldMk cId="2349107279" sldId="274"/>
            <ac:inkMk id="82" creationId="{5AC4801C-CB98-774F-8E38-9C3B8B750738}"/>
          </ac:inkMkLst>
        </pc:inkChg>
        <pc:inkChg chg="add topLvl">
          <ac:chgData name="Aggie Menezes" userId="74619c95fa3483c9" providerId="LiveId" clId="{20A26620-95D9-894E-AE55-3DE133FE37BE}" dt="2021-03-01T04:13:22.932" v="614"/>
          <ac:inkMkLst>
            <pc:docMk/>
            <pc:sldMk cId="2349107279" sldId="274"/>
            <ac:inkMk id="83" creationId="{7C2BD1BE-EC60-5C4E-8D3F-581914A7F49C}"/>
          </ac:inkMkLst>
        </pc:inkChg>
        <pc:inkChg chg="add topLvl">
          <ac:chgData name="Aggie Menezes" userId="74619c95fa3483c9" providerId="LiveId" clId="{20A26620-95D9-894E-AE55-3DE133FE37BE}" dt="2021-03-01T04:13:22.932" v="614"/>
          <ac:inkMkLst>
            <pc:docMk/>
            <pc:sldMk cId="2349107279" sldId="274"/>
            <ac:inkMk id="84" creationId="{C90F6A16-FD4B-5247-983B-3B9CF38AA0E0}"/>
          </ac:inkMkLst>
        </pc:inkChg>
        <pc:inkChg chg="add topLvl">
          <ac:chgData name="Aggie Menezes" userId="74619c95fa3483c9" providerId="LiveId" clId="{20A26620-95D9-894E-AE55-3DE133FE37BE}" dt="2021-03-01T04:13:22.932" v="614"/>
          <ac:inkMkLst>
            <pc:docMk/>
            <pc:sldMk cId="2349107279" sldId="274"/>
            <ac:inkMk id="85" creationId="{0A9169AE-79D8-4047-A797-63D3F10AB04A}"/>
          </ac:inkMkLst>
        </pc:inkChg>
        <pc:inkChg chg="add topLvl">
          <ac:chgData name="Aggie Menezes" userId="74619c95fa3483c9" providerId="LiveId" clId="{20A26620-95D9-894E-AE55-3DE133FE37BE}" dt="2021-03-01T04:13:22.932" v="614"/>
          <ac:inkMkLst>
            <pc:docMk/>
            <pc:sldMk cId="2349107279" sldId="274"/>
            <ac:inkMk id="86" creationId="{65E284C0-72F5-964B-AD4E-DBBA5608B156}"/>
          </ac:inkMkLst>
        </pc:inkChg>
        <pc:inkChg chg="add topLvl">
          <ac:chgData name="Aggie Menezes" userId="74619c95fa3483c9" providerId="LiveId" clId="{20A26620-95D9-894E-AE55-3DE133FE37BE}" dt="2021-03-01T04:13:22.932" v="614"/>
          <ac:inkMkLst>
            <pc:docMk/>
            <pc:sldMk cId="2349107279" sldId="274"/>
            <ac:inkMk id="87" creationId="{585CCAAE-4BFA-8C4D-9EE3-4C4FE1AACF2C}"/>
          </ac:inkMkLst>
        </pc:inkChg>
        <pc:inkChg chg="add topLvl">
          <ac:chgData name="Aggie Menezes" userId="74619c95fa3483c9" providerId="LiveId" clId="{20A26620-95D9-894E-AE55-3DE133FE37BE}" dt="2021-03-01T04:13:22.932" v="614"/>
          <ac:inkMkLst>
            <pc:docMk/>
            <pc:sldMk cId="2349107279" sldId="274"/>
            <ac:inkMk id="88" creationId="{D6A01395-1997-B84B-BE0D-2A36863B2798}"/>
          </ac:inkMkLst>
        </pc:inkChg>
        <pc:inkChg chg="add topLvl">
          <ac:chgData name="Aggie Menezes" userId="74619c95fa3483c9" providerId="LiveId" clId="{20A26620-95D9-894E-AE55-3DE133FE37BE}" dt="2021-03-01T04:13:22.932" v="614"/>
          <ac:inkMkLst>
            <pc:docMk/>
            <pc:sldMk cId="2349107279" sldId="274"/>
            <ac:inkMk id="90" creationId="{A466B6C3-FE7F-4642-B978-9FD4F3098106}"/>
          </ac:inkMkLst>
        </pc:inkChg>
        <pc:inkChg chg="add topLvl">
          <ac:chgData name="Aggie Menezes" userId="74619c95fa3483c9" providerId="LiveId" clId="{20A26620-95D9-894E-AE55-3DE133FE37BE}" dt="2021-03-01T04:13:22.932" v="614"/>
          <ac:inkMkLst>
            <pc:docMk/>
            <pc:sldMk cId="2349107279" sldId="274"/>
            <ac:inkMk id="91" creationId="{C76897D1-1D6E-2941-8341-1DAE1EE644C2}"/>
          </ac:inkMkLst>
        </pc:inkChg>
        <pc:inkChg chg="add topLvl">
          <ac:chgData name="Aggie Menezes" userId="74619c95fa3483c9" providerId="LiveId" clId="{20A26620-95D9-894E-AE55-3DE133FE37BE}" dt="2021-03-01T04:13:22.932" v="614"/>
          <ac:inkMkLst>
            <pc:docMk/>
            <pc:sldMk cId="2349107279" sldId="274"/>
            <ac:inkMk id="92" creationId="{EB8E5806-0098-7D4D-80B9-B100C3D4E0E6}"/>
          </ac:inkMkLst>
        </pc:inkChg>
        <pc:inkChg chg="add">
          <ac:chgData name="Aggie Menezes" userId="74619c95fa3483c9" providerId="LiveId" clId="{20A26620-95D9-894E-AE55-3DE133FE37BE}" dt="2021-03-01T04:13:18.792" v="608"/>
          <ac:inkMkLst>
            <pc:docMk/>
            <pc:sldMk cId="2349107279" sldId="274"/>
            <ac:inkMk id="94" creationId="{CC325B22-91B0-DC40-A5AF-184406F5BBC1}"/>
          </ac:inkMkLst>
        </pc:inkChg>
        <pc:inkChg chg="add">
          <ac:chgData name="Aggie Menezes" userId="74619c95fa3483c9" providerId="LiveId" clId="{20A26620-95D9-894E-AE55-3DE133FE37BE}" dt="2021-03-01T04:13:20.108" v="609"/>
          <ac:inkMkLst>
            <pc:docMk/>
            <pc:sldMk cId="2349107279" sldId="274"/>
            <ac:inkMk id="95" creationId="{A776161F-83FE-0840-9082-FC7A431EC2AF}"/>
          </ac:inkMkLst>
        </pc:inkChg>
        <pc:inkChg chg="add">
          <ac:chgData name="Aggie Menezes" userId="74619c95fa3483c9" providerId="LiveId" clId="{20A26620-95D9-894E-AE55-3DE133FE37BE}" dt="2021-03-01T04:13:20.313" v="610"/>
          <ac:inkMkLst>
            <pc:docMk/>
            <pc:sldMk cId="2349107279" sldId="274"/>
            <ac:inkMk id="96" creationId="{4802691A-B127-F64D-BDDB-A3A1C4551E51}"/>
          </ac:inkMkLst>
        </pc:inkChg>
        <pc:inkChg chg="add">
          <ac:chgData name="Aggie Menezes" userId="74619c95fa3483c9" providerId="LiveId" clId="{20A26620-95D9-894E-AE55-3DE133FE37BE}" dt="2021-03-01T04:13:20.978" v="611"/>
          <ac:inkMkLst>
            <pc:docMk/>
            <pc:sldMk cId="2349107279" sldId="274"/>
            <ac:inkMk id="97" creationId="{4B37D147-E8CC-EE4A-9C9D-0F983CF0170B}"/>
          </ac:inkMkLst>
        </pc:inkChg>
        <pc:inkChg chg="add">
          <ac:chgData name="Aggie Menezes" userId="74619c95fa3483c9" providerId="LiveId" clId="{20A26620-95D9-894E-AE55-3DE133FE37BE}" dt="2021-03-01T04:13:21.182" v="612"/>
          <ac:inkMkLst>
            <pc:docMk/>
            <pc:sldMk cId="2349107279" sldId="274"/>
            <ac:inkMk id="98" creationId="{A7BC0387-AB11-C94F-9B62-93352CA6AE9E}"/>
          </ac:inkMkLst>
        </pc:inkChg>
        <pc:inkChg chg="add">
          <ac:chgData name="Aggie Menezes" userId="74619c95fa3483c9" providerId="LiveId" clId="{20A26620-95D9-894E-AE55-3DE133FE37BE}" dt="2021-03-01T04:13:21.989" v="613"/>
          <ac:inkMkLst>
            <pc:docMk/>
            <pc:sldMk cId="2349107279" sldId="274"/>
            <ac:inkMk id="99" creationId="{92A48269-9620-E84C-8B04-C35EB3A03BA2}"/>
          </ac:inkMkLst>
        </pc:inkChg>
        <pc:inkChg chg="add">
          <ac:chgData name="Aggie Menezes" userId="74619c95fa3483c9" providerId="LiveId" clId="{20A26620-95D9-894E-AE55-3DE133FE37BE}" dt="2021-03-01T04:13:28.007" v="615"/>
          <ac:inkMkLst>
            <pc:docMk/>
            <pc:sldMk cId="2349107279" sldId="274"/>
            <ac:inkMk id="101" creationId="{E8092510-0E29-3849-B020-4C0ACE2EDB46}"/>
          </ac:inkMkLst>
        </pc:inkChg>
        <pc:inkChg chg="add">
          <ac:chgData name="Aggie Menezes" userId="74619c95fa3483c9" providerId="LiveId" clId="{20A26620-95D9-894E-AE55-3DE133FE37BE}" dt="2021-03-01T04:13:29.354" v="616"/>
          <ac:inkMkLst>
            <pc:docMk/>
            <pc:sldMk cId="2349107279" sldId="274"/>
            <ac:inkMk id="102" creationId="{415DB2FE-134E-C548-9E2D-40E16EF47D20}"/>
          </ac:inkMkLst>
        </pc:inkChg>
        <pc:inkChg chg="add">
          <ac:chgData name="Aggie Menezes" userId="74619c95fa3483c9" providerId="LiveId" clId="{20A26620-95D9-894E-AE55-3DE133FE37BE}" dt="2021-03-01T04:13:29.554" v="617"/>
          <ac:inkMkLst>
            <pc:docMk/>
            <pc:sldMk cId="2349107279" sldId="274"/>
            <ac:inkMk id="103" creationId="{F1182F4D-3A3C-1E4B-8EA4-0585B7EDA8DA}"/>
          </ac:inkMkLst>
        </pc:inkChg>
        <pc:inkChg chg="add">
          <ac:chgData name="Aggie Menezes" userId="74619c95fa3483c9" providerId="LiveId" clId="{20A26620-95D9-894E-AE55-3DE133FE37BE}" dt="2021-03-01T04:13:29.755" v="618"/>
          <ac:inkMkLst>
            <pc:docMk/>
            <pc:sldMk cId="2349107279" sldId="274"/>
            <ac:inkMk id="104" creationId="{FFE4FC1C-3B63-F441-9DC9-710D74658523}"/>
          </ac:inkMkLst>
        </pc:inkChg>
        <pc:inkChg chg="add">
          <ac:chgData name="Aggie Menezes" userId="74619c95fa3483c9" providerId="LiveId" clId="{20A26620-95D9-894E-AE55-3DE133FE37BE}" dt="2021-03-01T04:13:29.913" v="619"/>
          <ac:inkMkLst>
            <pc:docMk/>
            <pc:sldMk cId="2349107279" sldId="274"/>
            <ac:inkMk id="105" creationId="{9A107A4F-3CDD-5046-A601-D5C150943598}"/>
          </ac:inkMkLst>
        </pc:inkChg>
        <pc:inkChg chg="add">
          <ac:chgData name="Aggie Menezes" userId="74619c95fa3483c9" providerId="LiveId" clId="{20A26620-95D9-894E-AE55-3DE133FE37BE}" dt="2021-03-01T04:13:30.257" v="620"/>
          <ac:inkMkLst>
            <pc:docMk/>
            <pc:sldMk cId="2349107279" sldId="274"/>
            <ac:inkMk id="106" creationId="{CD0A0142-B861-8548-BB9F-72708931C397}"/>
          </ac:inkMkLst>
        </pc:inkChg>
        <pc:inkChg chg="add">
          <ac:chgData name="Aggie Menezes" userId="74619c95fa3483c9" providerId="LiveId" clId="{20A26620-95D9-894E-AE55-3DE133FE37BE}" dt="2021-03-01T04:13:30.590" v="621"/>
          <ac:inkMkLst>
            <pc:docMk/>
            <pc:sldMk cId="2349107279" sldId="274"/>
            <ac:inkMk id="107" creationId="{E86DBA3E-4959-B541-8325-A85F480BB6F6}"/>
          </ac:inkMkLst>
        </pc:inkChg>
        <pc:inkChg chg="add">
          <ac:chgData name="Aggie Menezes" userId="74619c95fa3483c9" providerId="LiveId" clId="{20A26620-95D9-894E-AE55-3DE133FE37BE}" dt="2021-03-01T04:13:31.421" v="622"/>
          <ac:inkMkLst>
            <pc:docMk/>
            <pc:sldMk cId="2349107279" sldId="274"/>
            <ac:inkMk id="108" creationId="{A6B081E6-82C5-7B48-B641-9353DDB5E2E4}"/>
          </ac:inkMkLst>
        </pc:inkChg>
        <pc:inkChg chg="add">
          <ac:chgData name="Aggie Menezes" userId="74619c95fa3483c9" providerId="LiveId" clId="{20A26620-95D9-894E-AE55-3DE133FE37BE}" dt="2021-03-01T04:13:31.698" v="623"/>
          <ac:inkMkLst>
            <pc:docMk/>
            <pc:sldMk cId="2349107279" sldId="274"/>
            <ac:inkMk id="109" creationId="{2D3C2520-D37D-444B-BDC1-8DCF336E4501}"/>
          </ac:inkMkLst>
        </pc:inkChg>
        <pc:inkChg chg="add">
          <ac:chgData name="Aggie Menezes" userId="74619c95fa3483c9" providerId="LiveId" clId="{20A26620-95D9-894E-AE55-3DE133FE37BE}" dt="2021-03-01T04:13:32.180" v="624"/>
          <ac:inkMkLst>
            <pc:docMk/>
            <pc:sldMk cId="2349107279" sldId="274"/>
            <ac:inkMk id="110" creationId="{718CCB12-27B8-C245-8ECE-7B5E3574A0AF}"/>
          </ac:inkMkLst>
        </pc:inkChg>
        <pc:inkChg chg="add topLvl">
          <ac:chgData name="Aggie Menezes" userId="74619c95fa3483c9" providerId="LiveId" clId="{20A26620-95D9-894E-AE55-3DE133FE37BE}" dt="2021-03-01T04:22:42.644" v="649"/>
          <ac:inkMkLst>
            <pc:docMk/>
            <pc:sldMk cId="2349107279" sldId="274"/>
            <ac:inkMk id="112" creationId="{AD8B6D0E-588E-444F-BC55-CD68F1E2D787}"/>
          </ac:inkMkLst>
        </pc:inkChg>
        <pc:inkChg chg="add topLvl">
          <ac:chgData name="Aggie Menezes" userId="74619c95fa3483c9" providerId="LiveId" clId="{20A26620-95D9-894E-AE55-3DE133FE37BE}" dt="2021-03-01T04:22:42.644" v="649"/>
          <ac:inkMkLst>
            <pc:docMk/>
            <pc:sldMk cId="2349107279" sldId="274"/>
            <ac:inkMk id="113" creationId="{EA89583B-EC0C-4246-AFAD-C751CBE1F604}"/>
          </ac:inkMkLst>
        </pc:inkChg>
        <pc:inkChg chg="add topLvl">
          <ac:chgData name="Aggie Menezes" userId="74619c95fa3483c9" providerId="LiveId" clId="{20A26620-95D9-894E-AE55-3DE133FE37BE}" dt="2021-03-01T04:22:42.644" v="649"/>
          <ac:inkMkLst>
            <pc:docMk/>
            <pc:sldMk cId="2349107279" sldId="274"/>
            <ac:inkMk id="114" creationId="{36DB9F7D-9C22-5949-B3D4-7506765B6355}"/>
          </ac:inkMkLst>
        </pc:inkChg>
        <pc:inkChg chg="add topLvl">
          <ac:chgData name="Aggie Menezes" userId="74619c95fa3483c9" providerId="LiveId" clId="{20A26620-95D9-894E-AE55-3DE133FE37BE}" dt="2021-03-01T04:22:42.644" v="649"/>
          <ac:inkMkLst>
            <pc:docMk/>
            <pc:sldMk cId="2349107279" sldId="274"/>
            <ac:inkMk id="115" creationId="{E8941D8F-9F28-C34B-B998-CCBD4B07EB23}"/>
          </ac:inkMkLst>
        </pc:inkChg>
        <pc:inkChg chg="add topLvl">
          <ac:chgData name="Aggie Menezes" userId="74619c95fa3483c9" providerId="LiveId" clId="{20A26620-95D9-894E-AE55-3DE133FE37BE}" dt="2021-03-01T04:22:42.644" v="649"/>
          <ac:inkMkLst>
            <pc:docMk/>
            <pc:sldMk cId="2349107279" sldId="274"/>
            <ac:inkMk id="116" creationId="{ABD5D533-0B9F-E542-8074-29EF74B6DCC5}"/>
          </ac:inkMkLst>
        </pc:inkChg>
        <pc:inkChg chg="add topLvl">
          <ac:chgData name="Aggie Menezes" userId="74619c95fa3483c9" providerId="LiveId" clId="{20A26620-95D9-894E-AE55-3DE133FE37BE}" dt="2021-03-01T04:23:23.388" v="652"/>
          <ac:inkMkLst>
            <pc:docMk/>
            <pc:sldMk cId="2349107279" sldId="274"/>
            <ac:inkMk id="118" creationId="{72D4488A-F060-4A46-BCEB-8E488B2DD6A5}"/>
          </ac:inkMkLst>
        </pc:inkChg>
        <pc:inkChg chg="add topLvl">
          <ac:chgData name="Aggie Menezes" userId="74619c95fa3483c9" providerId="LiveId" clId="{20A26620-95D9-894E-AE55-3DE133FE37BE}" dt="2021-03-01T04:23:23.388" v="652"/>
          <ac:inkMkLst>
            <pc:docMk/>
            <pc:sldMk cId="2349107279" sldId="274"/>
            <ac:inkMk id="120" creationId="{48EC62A5-8851-8649-98ED-E714327B287C}"/>
          </ac:inkMkLst>
        </pc:inkChg>
        <pc:inkChg chg="add topLvl">
          <ac:chgData name="Aggie Menezes" userId="74619c95fa3483c9" providerId="LiveId" clId="{20A26620-95D9-894E-AE55-3DE133FE37BE}" dt="2021-03-01T04:23:23.388" v="652"/>
          <ac:inkMkLst>
            <pc:docMk/>
            <pc:sldMk cId="2349107279" sldId="274"/>
            <ac:inkMk id="121" creationId="{422509E3-2A9B-1046-BB4D-D9BA148FAD24}"/>
          </ac:inkMkLst>
        </pc:inkChg>
        <pc:inkChg chg="add topLvl">
          <ac:chgData name="Aggie Menezes" userId="74619c95fa3483c9" providerId="LiveId" clId="{20A26620-95D9-894E-AE55-3DE133FE37BE}" dt="2021-03-01T04:23:23.388" v="652"/>
          <ac:inkMkLst>
            <pc:docMk/>
            <pc:sldMk cId="2349107279" sldId="274"/>
            <ac:inkMk id="123" creationId="{BCE998DD-EF48-1645-9316-0BC8759B23AF}"/>
          </ac:inkMkLst>
        </pc:inkChg>
        <pc:inkChg chg="add topLvl">
          <ac:chgData name="Aggie Menezes" userId="74619c95fa3483c9" providerId="LiveId" clId="{20A26620-95D9-894E-AE55-3DE133FE37BE}" dt="2021-03-01T04:23:23.388" v="652"/>
          <ac:inkMkLst>
            <pc:docMk/>
            <pc:sldMk cId="2349107279" sldId="274"/>
            <ac:inkMk id="125" creationId="{859544DD-F3AA-3345-9C8F-0AFCDFE77539}"/>
          </ac:inkMkLst>
        </pc:inkChg>
        <pc:inkChg chg="add topLvl">
          <ac:chgData name="Aggie Menezes" userId="74619c95fa3483c9" providerId="LiveId" clId="{20A26620-95D9-894E-AE55-3DE133FE37BE}" dt="2021-03-01T04:23:23.388" v="652"/>
          <ac:inkMkLst>
            <pc:docMk/>
            <pc:sldMk cId="2349107279" sldId="274"/>
            <ac:inkMk id="126" creationId="{828C39FD-8C4D-7F46-B955-27FAF0DFF81E}"/>
          </ac:inkMkLst>
        </pc:inkChg>
        <pc:inkChg chg="add topLvl">
          <ac:chgData name="Aggie Menezes" userId="74619c95fa3483c9" providerId="LiveId" clId="{20A26620-95D9-894E-AE55-3DE133FE37BE}" dt="2021-03-01T04:23:23.388" v="652"/>
          <ac:inkMkLst>
            <pc:docMk/>
            <pc:sldMk cId="2349107279" sldId="274"/>
            <ac:inkMk id="127" creationId="{8A7D6AD2-E734-0D4B-83D5-2E0D36646381}"/>
          </ac:inkMkLst>
        </pc:inkChg>
        <pc:inkChg chg="add topLvl">
          <ac:chgData name="Aggie Menezes" userId="74619c95fa3483c9" providerId="LiveId" clId="{20A26620-95D9-894E-AE55-3DE133FE37BE}" dt="2021-03-01T04:23:23.388" v="652"/>
          <ac:inkMkLst>
            <pc:docMk/>
            <pc:sldMk cId="2349107279" sldId="274"/>
            <ac:inkMk id="128" creationId="{C4C6C349-224F-7A41-A43C-739B18D02D5F}"/>
          </ac:inkMkLst>
        </pc:inkChg>
        <pc:inkChg chg="add topLvl">
          <ac:chgData name="Aggie Menezes" userId="74619c95fa3483c9" providerId="LiveId" clId="{20A26620-95D9-894E-AE55-3DE133FE37BE}" dt="2021-03-01T04:23:23.388" v="652"/>
          <ac:inkMkLst>
            <pc:docMk/>
            <pc:sldMk cId="2349107279" sldId="274"/>
            <ac:inkMk id="129" creationId="{CB3BC98D-1AED-F04D-88BE-63692D0D8BC2}"/>
          </ac:inkMkLst>
        </pc:inkChg>
        <pc:inkChg chg="add topLvl">
          <ac:chgData name="Aggie Menezes" userId="74619c95fa3483c9" providerId="LiveId" clId="{20A26620-95D9-894E-AE55-3DE133FE37BE}" dt="2021-03-01T04:23:23.388" v="652"/>
          <ac:inkMkLst>
            <pc:docMk/>
            <pc:sldMk cId="2349107279" sldId="274"/>
            <ac:inkMk id="130" creationId="{51C6685C-E76C-9B4B-9297-03C8BA9F9AB5}"/>
          </ac:inkMkLst>
        </pc:inkChg>
        <pc:inkChg chg="add topLvl">
          <ac:chgData name="Aggie Menezes" userId="74619c95fa3483c9" providerId="LiveId" clId="{20A26620-95D9-894E-AE55-3DE133FE37BE}" dt="2021-03-01T04:23:23.388" v="652"/>
          <ac:inkMkLst>
            <pc:docMk/>
            <pc:sldMk cId="2349107279" sldId="274"/>
            <ac:inkMk id="131" creationId="{530D56B5-74AE-9845-A788-DE4623B27A3D}"/>
          </ac:inkMkLst>
        </pc:inkChg>
        <pc:inkChg chg="add topLvl">
          <ac:chgData name="Aggie Menezes" userId="74619c95fa3483c9" providerId="LiveId" clId="{20A26620-95D9-894E-AE55-3DE133FE37BE}" dt="2021-03-01T04:23:23.388" v="652"/>
          <ac:inkMkLst>
            <pc:docMk/>
            <pc:sldMk cId="2349107279" sldId="274"/>
            <ac:inkMk id="132" creationId="{6D7B37CF-FF6E-BB44-A9C7-16DCFCBC5C9E}"/>
          </ac:inkMkLst>
        </pc:inkChg>
        <pc:inkChg chg="add topLvl">
          <ac:chgData name="Aggie Menezes" userId="74619c95fa3483c9" providerId="LiveId" clId="{20A26620-95D9-894E-AE55-3DE133FE37BE}" dt="2021-03-01T04:23:23.388" v="652"/>
          <ac:inkMkLst>
            <pc:docMk/>
            <pc:sldMk cId="2349107279" sldId="274"/>
            <ac:inkMk id="133" creationId="{A967072E-9D0B-7642-80DB-3F3D63CF86CD}"/>
          </ac:inkMkLst>
        </pc:inkChg>
        <pc:inkChg chg="add topLvl">
          <ac:chgData name="Aggie Menezes" userId="74619c95fa3483c9" providerId="LiveId" clId="{20A26620-95D9-894E-AE55-3DE133FE37BE}" dt="2021-03-01T04:23:23.388" v="652"/>
          <ac:inkMkLst>
            <pc:docMk/>
            <pc:sldMk cId="2349107279" sldId="274"/>
            <ac:inkMk id="134" creationId="{3D9279D4-3475-A84C-9281-C546F63F66B4}"/>
          </ac:inkMkLst>
        </pc:inkChg>
        <pc:inkChg chg="add topLvl">
          <ac:chgData name="Aggie Menezes" userId="74619c95fa3483c9" providerId="LiveId" clId="{20A26620-95D9-894E-AE55-3DE133FE37BE}" dt="2021-03-01T04:23:23.388" v="652"/>
          <ac:inkMkLst>
            <pc:docMk/>
            <pc:sldMk cId="2349107279" sldId="274"/>
            <ac:inkMk id="135" creationId="{946667FE-A295-274A-A93F-CFDEDD884E05}"/>
          </ac:inkMkLst>
        </pc:inkChg>
        <pc:inkChg chg="add">
          <ac:chgData name="Aggie Menezes" userId="74619c95fa3483c9" providerId="LiveId" clId="{20A26620-95D9-894E-AE55-3DE133FE37BE}" dt="2021-03-01T04:23:21.753" v="650"/>
          <ac:inkMkLst>
            <pc:docMk/>
            <pc:sldMk cId="2349107279" sldId="274"/>
            <ac:inkMk id="137" creationId="{3ABF3AD9-E4DC-9A44-A007-9729A133A4DA}"/>
          </ac:inkMkLst>
        </pc:inkChg>
        <pc:inkChg chg="add">
          <ac:chgData name="Aggie Menezes" userId="74619c95fa3483c9" providerId="LiveId" clId="{20A26620-95D9-894E-AE55-3DE133FE37BE}" dt="2021-03-01T04:23:22.702" v="651"/>
          <ac:inkMkLst>
            <pc:docMk/>
            <pc:sldMk cId="2349107279" sldId="274"/>
            <ac:inkMk id="138" creationId="{061A159F-0CD9-2946-BB3E-50A9F4A10E0C}"/>
          </ac:inkMkLst>
        </pc:inkChg>
        <pc:inkChg chg="add">
          <ac:chgData name="Aggie Menezes" userId="74619c95fa3483c9" providerId="LiveId" clId="{20A26620-95D9-894E-AE55-3DE133FE37BE}" dt="2021-03-01T04:24:35.380" v="653"/>
          <ac:inkMkLst>
            <pc:docMk/>
            <pc:sldMk cId="2349107279" sldId="274"/>
            <ac:inkMk id="140" creationId="{1A4ED6B6-9D4F-3349-A503-375E5BCE6A43}"/>
          </ac:inkMkLst>
        </pc:inkChg>
        <pc:inkChg chg="add">
          <ac:chgData name="Aggie Menezes" userId="74619c95fa3483c9" providerId="LiveId" clId="{20A26620-95D9-894E-AE55-3DE133FE37BE}" dt="2021-03-01T04:24:35.688" v="654"/>
          <ac:inkMkLst>
            <pc:docMk/>
            <pc:sldMk cId="2349107279" sldId="274"/>
            <ac:inkMk id="141" creationId="{033602B8-D48B-9745-9F23-880D8A6CDC11}"/>
          </ac:inkMkLst>
        </pc:inkChg>
        <pc:inkChg chg="add">
          <ac:chgData name="Aggie Menezes" userId="74619c95fa3483c9" providerId="LiveId" clId="{20A26620-95D9-894E-AE55-3DE133FE37BE}" dt="2021-03-01T04:24:35.873" v="655"/>
          <ac:inkMkLst>
            <pc:docMk/>
            <pc:sldMk cId="2349107279" sldId="274"/>
            <ac:inkMk id="142" creationId="{BDB3684D-51EF-B640-9B10-8E30E8F429E2}"/>
          </ac:inkMkLst>
        </pc:inkChg>
        <pc:inkChg chg="add">
          <ac:chgData name="Aggie Menezes" userId="74619c95fa3483c9" providerId="LiveId" clId="{20A26620-95D9-894E-AE55-3DE133FE37BE}" dt="2021-03-01T04:24:36.524" v="656"/>
          <ac:inkMkLst>
            <pc:docMk/>
            <pc:sldMk cId="2349107279" sldId="274"/>
            <ac:inkMk id="143" creationId="{E0B4967A-0A71-F446-9BAD-7CD5A702FA28}"/>
          </ac:inkMkLst>
        </pc:inkChg>
        <pc:inkChg chg="add">
          <ac:chgData name="Aggie Menezes" userId="74619c95fa3483c9" providerId="LiveId" clId="{20A26620-95D9-894E-AE55-3DE133FE37BE}" dt="2021-03-01T04:24:37.315" v="657"/>
          <ac:inkMkLst>
            <pc:docMk/>
            <pc:sldMk cId="2349107279" sldId="274"/>
            <ac:inkMk id="144" creationId="{FB0EE972-1CEF-E247-BAAD-F844B8C08CC8}"/>
          </ac:inkMkLst>
        </pc:inkChg>
        <pc:inkChg chg="add">
          <ac:chgData name="Aggie Menezes" userId="74619c95fa3483c9" providerId="LiveId" clId="{20A26620-95D9-894E-AE55-3DE133FE37BE}" dt="2021-03-01T04:24:37.946" v="658"/>
          <ac:inkMkLst>
            <pc:docMk/>
            <pc:sldMk cId="2349107279" sldId="274"/>
            <ac:inkMk id="145" creationId="{CD9F5D40-B516-F345-811B-DA366C6B81F1}"/>
          </ac:inkMkLst>
        </pc:inkChg>
        <pc:inkChg chg="add">
          <ac:chgData name="Aggie Menezes" userId="74619c95fa3483c9" providerId="LiveId" clId="{20A26620-95D9-894E-AE55-3DE133FE37BE}" dt="2021-03-01T04:24:38.166" v="659"/>
          <ac:inkMkLst>
            <pc:docMk/>
            <pc:sldMk cId="2349107279" sldId="274"/>
            <ac:inkMk id="146" creationId="{40ED5659-0F85-2747-9ADE-84924C04EE9D}"/>
          </ac:inkMkLst>
        </pc:inkChg>
        <pc:inkChg chg="add">
          <ac:chgData name="Aggie Menezes" userId="74619c95fa3483c9" providerId="LiveId" clId="{20A26620-95D9-894E-AE55-3DE133FE37BE}" dt="2021-03-01T04:24:38.606" v="660"/>
          <ac:inkMkLst>
            <pc:docMk/>
            <pc:sldMk cId="2349107279" sldId="274"/>
            <ac:inkMk id="147" creationId="{92595204-EE17-BA48-AEE2-F1780FBCAB4C}"/>
          </ac:inkMkLst>
        </pc:inkChg>
        <pc:inkChg chg="add">
          <ac:chgData name="Aggie Menezes" userId="74619c95fa3483c9" providerId="LiveId" clId="{20A26620-95D9-894E-AE55-3DE133FE37BE}" dt="2021-03-01T04:24:39.098" v="661"/>
          <ac:inkMkLst>
            <pc:docMk/>
            <pc:sldMk cId="2349107279" sldId="274"/>
            <ac:inkMk id="148" creationId="{41D578B7-A4BF-FF44-BBE6-07FB95B3DBB3}"/>
          </ac:inkMkLst>
        </pc:inkChg>
        <pc:inkChg chg="add">
          <ac:chgData name="Aggie Menezes" userId="74619c95fa3483c9" providerId="LiveId" clId="{20A26620-95D9-894E-AE55-3DE133FE37BE}" dt="2021-03-01T04:24:39.379" v="662"/>
          <ac:inkMkLst>
            <pc:docMk/>
            <pc:sldMk cId="2349107279" sldId="274"/>
            <ac:inkMk id="149" creationId="{DBA42627-9C5E-4744-B317-409665C24AAB}"/>
          </ac:inkMkLst>
        </pc:inkChg>
        <pc:inkChg chg="add">
          <ac:chgData name="Aggie Menezes" userId="74619c95fa3483c9" providerId="LiveId" clId="{20A26620-95D9-894E-AE55-3DE133FE37BE}" dt="2021-03-01T04:24:39.632" v="663"/>
          <ac:inkMkLst>
            <pc:docMk/>
            <pc:sldMk cId="2349107279" sldId="274"/>
            <ac:inkMk id="150" creationId="{164DAD6E-73EB-9E47-9D75-0BDFCECF0D1D}"/>
          </ac:inkMkLst>
        </pc:inkChg>
        <pc:inkChg chg="add">
          <ac:chgData name="Aggie Menezes" userId="74619c95fa3483c9" providerId="LiveId" clId="{20A26620-95D9-894E-AE55-3DE133FE37BE}" dt="2021-03-01T04:24:40.155" v="664"/>
          <ac:inkMkLst>
            <pc:docMk/>
            <pc:sldMk cId="2349107279" sldId="274"/>
            <ac:inkMk id="151" creationId="{1EECFD8B-50BA-9D43-8262-F00D02C0FDDD}"/>
          </ac:inkMkLst>
        </pc:inkChg>
        <pc:inkChg chg="add">
          <ac:chgData name="Aggie Menezes" userId="74619c95fa3483c9" providerId="LiveId" clId="{20A26620-95D9-894E-AE55-3DE133FE37BE}" dt="2021-03-01T04:24:40.645" v="665"/>
          <ac:inkMkLst>
            <pc:docMk/>
            <pc:sldMk cId="2349107279" sldId="274"/>
            <ac:inkMk id="152" creationId="{A4AB1048-F884-FB45-B380-4E2831AC7102}"/>
          </ac:inkMkLst>
        </pc:inkChg>
      </pc:sldChg>
      <pc:sldChg chg="addSp delSp">
        <pc:chgData name="Aggie Menezes" userId="74619c95fa3483c9" providerId="LiveId" clId="{20A26620-95D9-894E-AE55-3DE133FE37BE}" dt="2021-03-22T11:23:29.546" v="2715"/>
        <pc:sldMkLst>
          <pc:docMk/>
          <pc:sldMk cId="2701373781" sldId="277"/>
        </pc:sldMkLst>
        <pc:grpChg chg="add del">
          <ac:chgData name="Aggie Menezes" userId="74619c95fa3483c9" providerId="LiveId" clId="{20A26620-95D9-894E-AE55-3DE133FE37BE}" dt="2021-03-22T11:21:34.667" v="2622"/>
          <ac:grpSpMkLst>
            <pc:docMk/>
            <pc:sldMk cId="2701373781" sldId="277"/>
            <ac:grpSpMk id="8" creationId="{36CA0A15-2AC6-4C45-B64F-2741F4E51D18}"/>
          </ac:grpSpMkLst>
        </pc:grpChg>
        <pc:grpChg chg="add del">
          <ac:chgData name="Aggie Menezes" userId="74619c95fa3483c9" providerId="LiveId" clId="{20A26620-95D9-894E-AE55-3DE133FE37BE}" dt="2021-03-22T11:21:34.667" v="2622"/>
          <ac:grpSpMkLst>
            <pc:docMk/>
            <pc:sldMk cId="2701373781" sldId="277"/>
            <ac:grpSpMk id="30" creationId="{508D5CB6-9255-9C4D-80E6-FF4CA40FAD64}"/>
          </ac:grpSpMkLst>
        </pc:grpChg>
        <pc:grpChg chg="add del">
          <ac:chgData name="Aggie Menezes" userId="74619c95fa3483c9" providerId="LiveId" clId="{20A26620-95D9-894E-AE55-3DE133FE37BE}" dt="2021-03-22T11:21:34.667" v="2622"/>
          <ac:grpSpMkLst>
            <pc:docMk/>
            <pc:sldMk cId="2701373781" sldId="277"/>
            <ac:grpSpMk id="33" creationId="{ECDEB4A8-DD3D-AC45-B5AA-F6DE35EB87FC}"/>
          </ac:grpSpMkLst>
        </pc:grpChg>
        <pc:grpChg chg="add del">
          <ac:chgData name="Aggie Menezes" userId="74619c95fa3483c9" providerId="LiveId" clId="{20A26620-95D9-894E-AE55-3DE133FE37BE}" dt="2021-03-22T11:22:24.453" v="2638"/>
          <ac:grpSpMkLst>
            <pc:docMk/>
            <pc:sldMk cId="2701373781" sldId="277"/>
            <ac:grpSpMk id="42" creationId="{4FF3654E-1EC5-2342-BE94-098E9BD79B2A}"/>
          </ac:grpSpMkLst>
        </pc:grpChg>
        <pc:grpChg chg="add del">
          <ac:chgData name="Aggie Menezes" userId="74619c95fa3483c9" providerId="LiveId" clId="{20A26620-95D9-894E-AE55-3DE133FE37BE}" dt="2021-03-22T11:22:24.453" v="2638"/>
          <ac:grpSpMkLst>
            <pc:docMk/>
            <pc:sldMk cId="2701373781" sldId="277"/>
            <ac:grpSpMk id="49" creationId="{4003D8A0-4B4C-A64D-A452-A03FAB99CD0F}"/>
          </ac:grpSpMkLst>
        </pc:grpChg>
        <pc:grpChg chg="add del">
          <ac:chgData name="Aggie Menezes" userId="74619c95fa3483c9" providerId="LiveId" clId="{20A26620-95D9-894E-AE55-3DE133FE37BE}" dt="2021-03-22T11:22:24.453" v="2638"/>
          <ac:grpSpMkLst>
            <pc:docMk/>
            <pc:sldMk cId="2701373781" sldId="277"/>
            <ac:grpSpMk id="66" creationId="{61668722-5503-7442-9BE5-98EDF4362A80}"/>
          </ac:grpSpMkLst>
        </pc:grpChg>
        <pc:grpChg chg="add del">
          <ac:chgData name="Aggie Menezes" userId="74619c95fa3483c9" providerId="LiveId" clId="{20A26620-95D9-894E-AE55-3DE133FE37BE}" dt="2021-03-22T11:23:04.085" v="2686"/>
          <ac:grpSpMkLst>
            <pc:docMk/>
            <pc:sldMk cId="2701373781" sldId="277"/>
            <ac:grpSpMk id="78" creationId="{83B0AB85-3888-904D-A23D-3C59061A44EE}"/>
          </ac:grpSpMkLst>
        </pc:grpChg>
        <pc:grpChg chg="add">
          <ac:chgData name="Aggie Menezes" userId="74619c95fa3483c9" providerId="LiveId" clId="{20A26620-95D9-894E-AE55-3DE133FE37BE}" dt="2021-03-22T11:22:44.688" v="2650"/>
          <ac:grpSpMkLst>
            <pc:docMk/>
            <pc:sldMk cId="2701373781" sldId="277"/>
            <ac:grpSpMk id="90" creationId="{2318034C-A388-8040-8F26-8CC1AB676D6A}"/>
          </ac:grpSpMkLst>
        </pc:grpChg>
        <pc:grpChg chg="add del">
          <ac:chgData name="Aggie Menezes" userId="74619c95fa3483c9" providerId="LiveId" clId="{20A26620-95D9-894E-AE55-3DE133FE37BE}" dt="2021-03-22T11:23:29.546" v="2715"/>
          <ac:grpSpMkLst>
            <pc:docMk/>
            <pc:sldMk cId="2701373781" sldId="277"/>
            <ac:grpSpMk id="95" creationId="{8DD8C770-9199-4447-9550-32D75B07CAC2}"/>
          </ac:grpSpMkLst>
        </pc:grpChg>
        <pc:grpChg chg="add del">
          <ac:chgData name="Aggie Menezes" userId="74619c95fa3483c9" providerId="LiveId" clId="{20A26620-95D9-894E-AE55-3DE133FE37BE}" dt="2021-03-22T11:23:12.767" v="2697"/>
          <ac:grpSpMkLst>
            <pc:docMk/>
            <pc:sldMk cId="2701373781" sldId="277"/>
            <ac:grpSpMk id="99" creationId="{556F51C4-5CBE-2145-A780-98D446946CE2}"/>
          </ac:grpSpMkLst>
        </pc:grpChg>
        <pc:grpChg chg="add del">
          <ac:chgData name="Aggie Menezes" userId="74619c95fa3483c9" providerId="LiveId" clId="{20A26620-95D9-894E-AE55-3DE133FE37BE}" dt="2021-03-22T11:23:24.110" v="2706"/>
          <ac:grpSpMkLst>
            <pc:docMk/>
            <pc:sldMk cId="2701373781" sldId="277"/>
            <ac:grpSpMk id="101" creationId="{62BC7C8B-DC50-5943-9465-FCB17A6EE07C}"/>
          </ac:grpSpMkLst>
        </pc:grpChg>
        <pc:grpChg chg="add del">
          <ac:chgData name="Aggie Menezes" userId="74619c95fa3483c9" providerId="LiveId" clId="{20A26620-95D9-894E-AE55-3DE133FE37BE}" dt="2021-03-22T11:23:29.546" v="2715"/>
          <ac:grpSpMkLst>
            <pc:docMk/>
            <pc:sldMk cId="2701373781" sldId="277"/>
            <ac:grpSpMk id="110" creationId="{0F1BDC66-FE0E-1F4F-97CD-D5C13B43E90A}"/>
          </ac:grpSpMkLst>
        </pc:grpChg>
        <pc:grpChg chg="add">
          <ac:chgData name="Aggie Menezes" userId="74619c95fa3483c9" providerId="LiveId" clId="{20A26620-95D9-894E-AE55-3DE133FE37BE}" dt="2021-03-22T11:23:29.546" v="2715"/>
          <ac:grpSpMkLst>
            <pc:docMk/>
            <pc:sldMk cId="2701373781" sldId="277"/>
            <ac:grpSpMk id="119" creationId="{AEBC1A16-68FD-A646-9B9C-F9574EA956AD}"/>
          </ac:grpSpMkLst>
        </pc:grpChg>
        <pc:inkChg chg="add topLvl">
          <ac:chgData name="Aggie Menezes" userId="74619c95fa3483c9" providerId="LiveId" clId="{20A26620-95D9-894E-AE55-3DE133FE37BE}" dt="2021-03-22T11:23:04.085" v="2686"/>
          <ac:inkMkLst>
            <pc:docMk/>
            <pc:sldMk cId="2701373781" sldId="277"/>
            <ac:inkMk id="3" creationId="{A560D01D-084A-D646-AEA7-48BFB6D914F6}"/>
          </ac:inkMkLst>
        </pc:inkChg>
        <pc:inkChg chg="add">
          <ac:chgData name="Aggie Menezes" userId="74619c95fa3483c9" providerId="LiveId" clId="{20A26620-95D9-894E-AE55-3DE133FE37BE}" dt="2021-03-06T04:18:54.618" v="1497" actId="7634"/>
          <ac:inkMkLst>
            <pc:docMk/>
            <pc:sldMk cId="2701373781" sldId="277"/>
            <ac:inkMk id="3" creationId="{DAAC6784-BF59-AB42-A7D4-9CBBF51C610A}"/>
          </ac:inkMkLst>
        </pc:inkChg>
        <pc:inkChg chg="add del topLvl">
          <ac:chgData name="Aggie Menezes" userId="74619c95fa3483c9" providerId="LiveId" clId="{20A26620-95D9-894E-AE55-3DE133FE37BE}" dt="2021-03-22T11:23:04.054" v="2682"/>
          <ac:inkMkLst>
            <pc:docMk/>
            <pc:sldMk cId="2701373781" sldId="277"/>
            <ac:inkMk id="5" creationId="{4344F78A-AAF8-6046-82F7-6C6B7C7BF3E6}"/>
          </ac:inkMkLst>
        </pc:inkChg>
        <pc:inkChg chg="add del topLvl">
          <ac:chgData name="Aggie Menezes" userId="74619c95fa3483c9" providerId="LiveId" clId="{20A26620-95D9-894E-AE55-3DE133FE37BE}" dt="2021-03-22T11:23:03.834" v="2663"/>
          <ac:inkMkLst>
            <pc:docMk/>
            <pc:sldMk cId="2701373781" sldId="277"/>
            <ac:inkMk id="6" creationId="{6388C56E-C021-6547-AF62-24F59166D96C}"/>
          </ac:inkMkLst>
        </pc:inkChg>
        <pc:inkChg chg="add del topLvl">
          <ac:chgData name="Aggie Menezes" userId="74619c95fa3483c9" providerId="LiveId" clId="{20A26620-95D9-894E-AE55-3DE133FE37BE}" dt="2021-03-22T11:23:03.930" v="2670"/>
          <ac:inkMkLst>
            <pc:docMk/>
            <pc:sldMk cId="2701373781" sldId="277"/>
            <ac:inkMk id="7" creationId="{34DC0240-AA3A-0542-A612-64991419B6C2}"/>
          </ac:inkMkLst>
        </pc:inkChg>
        <pc:inkChg chg="add del topLvl">
          <ac:chgData name="Aggie Menezes" userId="74619c95fa3483c9" providerId="LiveId" clId="{20A26620-95D9-894E-AE55-3DE133FE37BE}" dt="2021-03-22T11:23:03.734" v="2657"/>
          <ac:inkMkLst>
            <pc:docMk/>
            <pc:sldMk cId="2701373781" sldId="277"/>
            <ac:inkMk id="9" creationId="{BE5B7028-0D71-ED4D-992E-E9FE43C07864}"/>
          </ac:inkMkLst>
        </pc:inkChg>
        <pc:inkChg chg="add del topLvl">
          <ac:chgData name="Aggie Menezes" userId="74619c95fa3483c9" providerId="LiveId" clId="{20A26620-95D9-894E-AE55-3DE133FE37BE}" dt="2021-03-22T11:23:03.819" v="2662"/>
          <ac:inkMkLst>
            <pc:docMk/>
            <pc:sldMk cId="2701373781" sldId="277"/>
            <ac:inkMk id="10" creationId="{2B64C1A6-2FE0-FB4F-A15D-EE2DB0582FD2}"/>
          </ac:inkMkLst>
        </pc:inkChg>
        <pc:inkChg chg="add del topLvl">
          <ac:chgData name="Aggie Menezes" userId="74619c95fa3483c9" providerId="LiveId" clId="{20A26620-95D9-894E-AE55-3DE133FE37BE}" dt="2021-03-22T11:23:03.952" v="2672"/>
          <ac:inkMkLst>
            <pc:docMk/>
            <pc:sldMk cId="2701373781" sldId="277"/>
            <ac:inkMk id="11" creationId="{DAFD32C6-AF24-BD42-ABAA-5FC37DC9A520}"/>
          </ac:inkMkLst>
        </pc:inkChg>
        <pc:inkChg chg="add del topLvl">
          <ac:chgData name="Aggie Menezes" userId="74619c95fa3483c9" providerId="LiveId" clId="{20A26620-95D9-894E-AE55-3DE133FE37BE}" dt="2021-03-22T11:23:03.801" v="2661"/>
          <ac:inkMkLst>
            <pc:docMk/>
            <pc:sldMk cId="2701373781" sldId="277"/>
            <ac:inkMk id="13" creationId="{42F5E09D-F60E-1C41-945E-48522C876CED}"/>
          </ac:inkMkLst>
        </pc:inkChg>
        <pc:inkChg chg="add del topLvl">
          <ac:chgData name="Aggie Menezes" userId="74619c95fa3483c9" providerId="LiveId" clId="{20A26620-95D9-894E-AE55-3DE133FE37BE}" dt="2021-03-22T11:23:03.656" v="2653"/>
          <ac:inkMkLst>
            <pc:docMk/>
            <pc:sldMk cId="2701373781" sldId="277"/>
            <ac:inkMk id="14" creationId="{C37238F5-49D7-4C48-94A3-9F69E0C3F849}"/>
          </ac:inkMkLst>
        </pc:inkChg>
        <pc:inkChg chg="add del topLvl">
          <ac:chgData name="Aggie Menezes" userId="74619c95fa3483c9" providerId="LiveId" clId="{20A26620-95D9-894E-AE55-3DE133FE37BE}" dt="2021-03-22T11:23:03.676" v="2654"/>
          <ac:inkMkLst>
            <pc:docMk/>
            <pc:sldMk cId="2701373781" sldId="277"/>
            <ac:inkMk id="23" creationId="{98515456-373E-5748-AD2D-9CE3BA92F52E}"/>
          </ac:inkMkLst>
        </pc:inkChg>
        <pc:inkChg chg="add del topLvl">
          <ac:chgData name="Aggie Menezes" userId="74619c95fa3483c9" providerId="LiveId" clId="{20A26620-95D9-894E-AE55-3DE133FE37BE}" dt="2021-03-22T11:23:04.002" v="2676"/>
          <ac:inkMkLst>
            <pc:docMk/>
            <pc:sldMk cId="2701373781" sldId="277"/>
            <ac:inkMk id="24" creationId="{B6B32CF0-47F0-E54A-BE4E-2FF26EDA5D23}"/>
          </ac:inkMkLst>
        </pc:inkChg>
        <pc:inkChg chg="add del topLvl">
          <ac:chgData name="Aggie Menezes" userId="74619c95fa3483c9" providerId="LiveId" clId="{20A26620-95D9-894E-AE55-3DE133FE37BE}" dt="2021-03-22T11:23:04.085" v="2686"/>
          <ac:inkMkLst>
            <pc:docMk/>
            <pc:sldMk cId="2701373781" sldId="277"/>
            <ac:inkMk id="25" creationId="{A1DB6F8D-81C5-0F40-8125-96C55BC85D48}"/>
          </ac:inkMkLst>
        </pc:inkChg>
        <pc:inkChg chg="add del topLvl">
          <ac:chgData name="Aggie Menezes" userId="74619c95fa3483c9" providerId="LiveId" clId="{20A26620-95D9-894E-AE55-3DE133FE37BE}" dt="2021-03-22T11:23:03.905" v="2668"/>
          <ac:inkMkLst>
            <pc:docMk/>
            <pc:sldMk cId="2701373781" sldId="277"/>
            <ac:inkMk id="27" creationId="{7138A1DE-BC0F-C748-B6F3-872D123B5A5D}"/>
          </ac:inkMkLst>
        </pc:inkChg>
        <pc:inkChg chg="add del topLvl">
          <ac:chgData name="Aggie Menezes" userId="74619c95fa3483c9" providerId="LiveId" clId="{20A26620-95D9-894E-AE55-3DE133FE37BE}" dt="2021-03-22T11:23:03.767" v="2659"/>
          <ac:inkMkLst>
            <pc:docMk/>
            <pc:sldMk cId="2701373781" sldId="277"/>
            <ac:inkMk id="29" creationId="{5CD5481E-AFE3-6B40-9D22-A42DAB843465}"/>
          </ac:inkMkLst>
        </pc:inkChg>
        <pc:inkChg chg="add del topLvl">
          <ac:chgData name="Aggie Menezes" userId="74619c95fa3483c9" providerId="LiveId" clId="{20A26620-95D9-894E-AE55-3DE133FE37BE}" dt="2021-03-22T11:23:04.011" v="2677"/>
          <ac:inkMkLst>
            <pc:docMk/>
            <pc:sldMk cId="2701373781" sldId="277"/>
            <ac:inkMk id="31" creationId="{BF1C3FCC-73CB-F44A-A7BB-F73702202BBA}"/>
          </ac:inkMkLst>
        </pc:inkChg>
        <pc:inkChg chg="add del topLvl">
          <ac:chgData name="Aggie Menezes" userId="74619c95fa3483c9" providerId="LiveId" clId="{20A26620-95D9-894E-AE55-3DE133FE37BE}" dt="2021-03-22T11:23:03.750" v="2658"/>
          <ac:inkMkLst>
            <pc:docMk/>
            <pc:sldMk cId="2701373781" sldId="277"/>
            <ac:inkMk id="32" creationId="{1A8571D3-2B38-D241-997E-9E6C1F7E5C32}"/>
          </ac:inkMkLst>
        </pc:inkChg>
        <pc:inkChg chg="add del topLvl">
          <ac:chgData name="Aggie Menezes" userId="74619c95fa3483c9" providerId="LiveId" clId="{20A26620-95D9-894E-AE55-3DE133FE37BE}" dt="2021-03-22T11:23:04.062" v="2683"/>
          <ac:inkMkLst>
            <pc:docMk/>
            <pc:sldMk cId="2701373781" sldId="277"/>
            <ac:inkMk id="34" creationId="{FB1F62AA-C826-EF4A-9087-EF67EDB9407A}"/>
          </ac:inkMkLst>
        </pc:inkChg>
        <pc:inkChg chg="add del topLvl">
          <ac:chgData name="Aggie Menezes" userId="74619c95fa3483c9" providerId="LiveId" clId="{20A26620-95D9-894E-AE55-3DE133FE37BE}" dt="2021-03-22T11:23:03.978" v="2674"/>
          <ac:inkMkLst>
            <pc:docMk/>
            <pc:sldMk cId="2701373781" sldId="277"/>
            <ac:inkMk id="35" creationId="{BBFC074F-8FB9-FB43-99AA-5D0DBFCF4012}"/>
          </ac:inkMkLst>
        </pc:inkChg>
        <pc:inkChg chg="add del topLvl">
          <ac:chgData name="Aggie Menezes" userId="74619c95fa3483c9" providerId="LiveId" clId="{20A26620-95D9-894E-AE55-3DE133FE37BE}" dt="2021-03-22T11:23:03.878" v="2666"/>
          <ac:inkMkLst>
            <pc:docMk/>
            <pc:sldMk cId="2701373781" sldId="277"/>
            <ac:inkMk id="36" creationId="{81A4368C-9852-A640-938F-3E29D4E3ED8E}"/>
          </ac:inkMkLst>
        </pc:inkChg>
        <pc:inkChg chg="add del topLvl">
          <ac:chgData name="Aggie Menezes" userId="74619c95fa3483c9" providerId="LiveId" clId="{20A26620-95D9-894E-AE55-3DE133FE37BE}" dt="2021-03-22T11:23:03.697" v="2655"/>
          <ac:inkMkLst>
            <pc:docMk/>
            <pc:sldMk cId="2701373781" sldId="277"/>
            <ac:inkMk id="37" creationId="{E8497D8A-FFA0-AA48-B992-524081FD48B4}"/>
          </ac:inkMkLst>
        </pc:inkChg>
        <pc:inkChg chg="add del topLvl">
          <ac:chgData name="Aggie Menezes" userId="74619c95fa3483c9" providerId="LiveId" clId="{20A26620-95D9-894E-AE55-3DE133FE37BE}" dt="2021-03-22T11:23:04.039" v="2680"/>
          <ac:inkMkLst>
            <pc:docMk/>
            <pc:sldMk cId="2701373781" sldId="277"/>
            <ac:inkMk id="38" creationId="{89CE6BF2-6EE4-A041-922D-9276EEDD57E7}"/>
          </ac:inkMkLst>
        </pc:inkChg>
        <pc:inkChg chg="add del topLvl">
          <ac:chgData name="Aggie Menezes" userId="74619c95fa3483c9" providerId="LiveId" clId="{20A26620-95D9-894E-AE55-3DE133FE37BE}" dt="2021-03-22T11:23:03.941" v="2671"/>
          <ac:inkMkLst>
            <pc:docMk/>
            <pc:sldMk cId="2701373781" sldId="277"/>
            <ac:inkMk id="39" creationId="{0A395755-6C16-6845-9C94-10B326154405}"/>
          </ac:inkMkLst>
        </pc:inkChg>
        <pc:inkChg chg="add del topLvl">
          <ac:chgData name="Aggie Menezes" userId="74619c95fa3483c9" providerId="LiveId" clId="{20A26620-95D9-894E-AE55-3DE133FE37BE}" dt="2021-03-22T11:23:03.849" v="2664"/>
          <ac:inkMkLst>
            <pc:docMk/>
            <pc:sldMk cId="2701373781" sldId="277"/>
            <ac:inkMk id="41" creationId="{1F10DFB8-843E-9740-BC4A-4E47D0CEF9C3}"/>
          </ac:inkMkLst>
        </pc:inkChg>
        <pc:inkChg chg="add del topLvl">
          <ac:chgData name="Aggie Menezes" userId="74619c95fa3483c9" providerId="LiveId" clId="{20A26620-95D9-894E-AE55-3DE133FE37BE}" dt="2021-03-22T11:23:03.615" v="2651"/>
          <ac:inkMkLst>
            <pc:docMk/>
            <pc:sldMk cId="2701373781" sldId="277"/>
            <ac:inkMk id="50" creationId="{8B0E7428-66C3-5A47-9EF8-A20DC2DB9729}"/>
          </ac:inkMkLst>
        </pc:inkChg>
        <pc:inkChg chg="add del topLvl">
          <ac:chgData name="Aggie Menezes" userId="74619c95fa3483c9" providerId="LiveId" clId="{20A26620-95D9-894E-AE55-3DE133FE37BE}" dt="2021-03-22T11:23:04.021" v="2678"/>
          <ac:inkMkLst>
            <pc:docMk/>
            <pc:sldMk cId="2701373781" sldId="277"/>
            <ac:inkMk id="51" creationId="{334C3BDD-46C7-B541-98AA-980C2CB25A50}"/>
          </ac:inkMkLst>
        </pc:inkChg>
        <pc:inkChg chg="add del topLvl">
          <ac:chgData name="Aggie Menezes" userId="74619c95fa3483c9" providerId="LiveId" clId="{20A26620-95D9-894E-AE55-3DE133FE37BE}" dt="2021-03-22T11:23:03.918" v="2669"/>
          <ac:inkMkLst>
            <pc:docMk/>
            <pc:sldMk cId="2701373781" sldId="277"/>
            <ac:inkMk id="54" creationId="{2025DF12-7AB2-E04A-BC5E-03A21E3076E1}"/>
          </ac:inkMkLst>
        </pc:inkChg>
        <pc:inkChg chg="add del">
          <ac:chgData name="Aggie Menezes" userId="74619c95fa3483c9" providerId="LiveId" clId="{20A26620-95D9-894E-AE55-3DE133FE37BE}" dt="2021-03-22T11:23:03.784" v="2660"/>
          <ac:inkMkLst>
            <pc:docMk/>
            <pc:sldMk cId="2701373781" sldId="277"/>
            <ac:inkMk id="67" creationId="{1C089600-0C6B-DD43-A6B7-00326A4D7620}"/>
          </ac:inkMkLst>
        </pc:inkChg>
        <pc:inkChg chg="add del">
          <ac:chgData name="Aggie Menezes" userId="74619c95fa3483c9" providerId="LiveId" clId="{20A26620-95D9-894E-AE55-3DE133FE37BE}" dt="2021-03-22T11:23:04.070" v="2684"/>
          <ac:inkMkLst>
            <pc:docMk/>
            <pc:sldMk cId="2701373781" sldId="277"/>
            <ac:inkMk id="68" creationId="{57F3FFFE-1FC9-9248-9DD4-148B74E31046}"/>
          </ac:inkMkLst>
        </pc:inkChg>
        <pc:inkChg chg="add del">
          <ac:chgData name="Aggie Menezes" userId="74619c95fa3483c9" providerId="LiveId" clId="{20A26620-95D9-894E-AE55-3DE133FE37BE}" dt="2021-03-22T11:23:04.077" v="2685"/>
          <ac:inkMkLst>
            <pc:docMk/>
            <pc:sldMk cId="2701373781" sldId="277"/>
            <ac:inkMk id="69" creationId="{97ABBED6-9528-AE4C-8823-869A7121FE9E}"/>
          </ac:inkMkLst>
        </pc:inkChg>
        <pc:inkChg chg="add del">
          <ac:chgData name="Aggie Menezes" userId="74619c95fa3483c9" providerId="LiveId" clId="{20A26620-95D9-894E-AE55-3DE133FE37BE}" dt="2021-03-22T11:23:03.989" v="2675"/>
          <ac:inkMkLst>
            <pc:docMk/>
            <pc:sldMk cId="2701373781" sldId="277"/>
            <ac:inkMk id="70" creationId="{33B1A522-CF5A-8E4A-B2B7-9B899DBA151D}"/>
          </ac:inkMkLst>
        </pc:inkChg>
        <pc:inkChg chg="add del">
          <ac:chgData name="Aggie Menezes" userId="74619c95fa3483c9" providerId="LiveId" clId="{20A26620-95D9-894E-AE55-3DE133FE37BE}" dt="2021-03-22T11:23:03.891" v="2667"/>
          <ac:inkMkLst>
            <pc:docMk/>
            <pc:sldMk cId="2701373781" sldId="277"/>
            <ac:inkMk id="71" creationId="{A626C802-184D-3449-AA0A-EAC9CD37F09F}"/>
          </ac:inkMkLst>
        </pc:inkChg>
        <pc:inkChg chg="add del">
          <ac:chgData name="Aggie Menezes" userId="74619c95fa3483c9" providerId="LiveId" clId="{20A26620-95D9-894E-AE55-3DE133FE37BE}" dt="2021-03-22T11:23:03.715" v="2656"/>
          <ac:inkMkLst>
            <pc:docMk/>
            <pc:sldMk cId="2701373781" sldId="277"/>
            <ac:inkMk id="72" creationId="{384FC008-1E59-E842-9A77-065F4A7740D1}"/>
          </ac:inkMkLst>
        </pc:inkChg>
        <pc:inkChg chg="add del">
          <ac:chgData name="Aggie Menezes" userId="74619c95fa3483c9" providerId="LiveId" clId="{20A26620-95D9-894E-AE55-3DE133FE37BE}" dt="2021-03-22T11:23:04.047" v="2681"/>
          <ac:inkMkLst>
            <pc:docMk/>
            <pc:sldMk cId="2701373781" sldId="277"/>
            <ac:inkMk id="73" creationId="{080118E9-A3AF-1E4A-88FB-BC92EAEA74B9}"/>
          </ac:inkMkLst>
        </pc:inkChg>
        <pc:inkChg chg="add del">
          <ac:chgData name="Aggie Menezes" userId="74619c95fa3483c9" providerId="LiveId" clId="{20A26620-95D9-894E-AE55-3DE133FE37BE}" dt="2021-03-22T11:23:03.963" v="2673"/>
          <ac:inkMkLst>
            <pc:docMk/>
            <pc:sldMk cId="2701373781" sldId="277"/>
            <ac:inkMk id="74" creationId="{59727074-FC01-B54C-8CF4-0611C638FD86}"/>
          </ac:inkMkLst>
        </pc:inkChg>
        <pc:inkChg chg="add del">
          <ac:chgData name="Aggie Menezes" userId="74619c95fa3483c9" providerId="LiveId" clId="{20A26620-95D9-894E-AE55-3DE133FE37BE}" dt="2021-03-22T11:23:03.864" v="2665"/>
          <ac:inkMkLst>
            <pc:docMk/>
            <pc:sldMk cId="2701373781" sldId="277"/>
            <ac:inkMk id="75" creationId="{E5DB255F-9F17-E54B-BC19-885CA49752C3}"/>
          </ac:inkMkLst>
        </pc:inkChg>
        <pc:inkChg chg="add del">
          <ac:chgData name="Aggie Menezes" userId="74619c95fa3483c9" providerId="LiveId" clId="{20A26620-95D9-894E-AE55-3DE133FE37BE}" dt="2021-03-22T11:23:03.636" v="2652"/>
          <ac:inkMkLst>
            <pc:docMk/>
            <pc:sldMk cId="2701373781" sldId="277"/>
            <ac:inkMk id="76" creationId="{51D6109F-E2D8-3D42-903E-3771B27D0674}"/>
          </ac:inkMkLst>
        </pc:inkChg>
        <pc:inkChg chg="add del">
          <ac:chgData name="Aggie Menezes" userId="74619c95fa3483c9" providerId="LiveId" clId="{20A26620-95D9-894E-AE55-3DE133FE37BE}" dt="2021-03-22T11:23:04.031" v="2679"/>
          <ac:inkMkLst>
            <pc:docMk/>
            <pc:sldMk cId="2701373781" sldId="277"/>
            <ac:inkMk id="77" creationId="{94919E77-015D-4049-AF04-31DCC49F3183}"/>
          </ac:inkMkLst>
        </pc:inkChg>
        <pc:inkChg chg="add">
          <ac:chgData name="Aggie Menezes" userId="74619c95fa3483c9" providerId="LiveId" clId="{20A26620-95D9-894E-AE55-3DE133FE37BE}" dt="2021-03-22T11:22:40.283" v="2639"/>
          <ac:inkMkLst>
            <pc:docMk/>
            <pc:sldMk cId="2701373781" sldId="277"/>
            <ac:inkMk id="79" creationId="{AB196108-7EFF-3243-A3DB-4D6168B31209}"/>
          </ac:inkMkLst>
        </pc:inkChg>
        <pc:inkChg chg="add">
          <ac:chgData name="Aggie Menezes" userId="74619c95fa3483c9" providerId="LiveId" clId="{20A26620-95D9-894E-AE55-3DE133FE37BE}" dt="2021-03-22T11:22:40.487" v="2640"/>
          <ac:inkMkLst>
            <pc:docMk/>
            <pc:sldMk cId="2701373781" sldId="277"/>
            <ac:inkMk id="80" creationId="{5D7FD38B-5C0A-594D-9B29-D9D83E57BCE5}"/>
          </ac:inkMkLst>
        </pc:inkChg>
        <pc:inkChg chg="add">
          <ac:chgData name="Aggie Menezes" userId="74619c95fa3483c9" providerId="LiveId" clId="{20A26620-95D9-894E-AE55-3DE133FE37BE}" dt="2021-03-22T11:22:40.672" v="2641"/>
          <ac:inkMkLst>
            <pc:docMk/>
            <pc:sldMk cId="2701373781" sldId="277"/>
            <ac:inkMk id="81" creationId="{2BDC441C-D67A-6545-A4F8-11314DA1A24A}"/>
          </ac:inkMkLst>
        </pc:inkChg>
        <pc:inkChg chg="add">
          <ac:chgData name="Aggie Menezes" userId="74619c95fa3483c9" providerId="LiveId" clId="{20A26620-95D9-894E-AE55-3DE133FE37BE}" dt="2021-03-22T11:22:40.848" v="2642"/>
          <ac:inkMkLst>
            <pc:docMk/>
            <pc:sldMk cId="2701373781" sldId="277"/>
            <ac:inkMk id="82" creationId="{55790495-ABC6-144A-8B98-208E98035013}"/>
          </ac:inkMkLst>
        </pc:inkChg>
        <pc:inkChg chg="add">
          <ac:chgData name="Aggie Menezes" userId="74619c95fa3483c9" providerId="LiveId" clId="{20A26620-95D9-894E-AE55-3DE133FE37BE}" dt="2021-03-22T11:22:41.570" v="2643"/>
          <ac:inkMkLst>
            <pc:docMk/>
            <pc:sldMk cId="2701373781" sldId="277"/>
            <ac:inkMk id="83" creationId="{F500704D-72AC-6E46-8C11-8E2499E780BE}"/>
          </ac:inkMkLst>
        </pc:inkChg>
        <pc:inkChg chg="add">
          <ac:chgData name="Aggie Menezes" userId="74619c95fa3483c9" providerId="LiveId" clId="{20A26620-95D9-894E-AE55-3DE133FE37BE}" dt="2021-03-22T11:22:42.098" v="2644"/>
          <ac:inkMkLst>
            <pc:docMk/>
            <pc:sldMk cId="2701373781" sldId="277"/>
            <ac:inkMk id="84" creationId="{2491E26D-6AC6-4549-884F-46F08CB96411}"/>
          </ac:inkMkLst>
        </pc:inkChg>
        <pc:inkChg chg="add">
          <ac:chgData name="Aggie Menezes" userId="74619c95fa3483c9" providerId="LiveId" clId="{20A26620-95D9-894E-AE55-3DE133FE37BE}" dt="2021-03-22T11:22:42.390" v="2645"/>
          <ac:inkMkLst>
            <pc:docMk/>
            <pc:sldMk cId="2701373781" sldId="277"/>
            <ac:inkMk id="85" creationId="{6C9CF802-0A88-0841-86F3-74E4ED33F340}"/>
          </ac:inkMkLst>
        </pc:inkChg>
        <pc:inkChg chg="add">
          <ac:chgData name="Aggie Menezes" userId="74619c95fa3483c9" providerId="LiveId" clId="{20A26620-95D9-894E-AE55-3DE133FE37BE}" dt="2021-03-22T11:22:43.044" v="2646"/>
          <ac:inkMkLst>
            <pc:docMk/>
            <pc:sldMk cId="2701373781" sldId="277"/>
            <ac:inkMk id="86" creationId="{0937E3BB-42E0-324C-B479-5501E70885F2}"/>
          </ac:inkMkLst>
        </pc:inkChg>
        <pc:inkChg chg="add">
          <ac:chgData name="Aggie Menezes" userId="74619c95fa3483c9" providerId="LiveId" clId="{20A26620-95D9-894E-AE55-3DE133FE37BE}" dt="2021-03-22T11:22:43.394" v="2647"/>
          <ac:inkMkLst>
            <pc:docMk/>
            <pc:sldMk cId="2701373781" sldId="277"/>
            <ac:inkMk id="87" creationId="{9BE3BE64-4135-DC43-B598-A608DA78498E}"/>
          </ac:inkMkLst>
        </pc:inkChg>
        <pc:inkChg chg="add">
          <ac:chgData name="Aggie Menezes" userId="74619c95fa3483c9" providerId="LiveId" clId="{20A26620-95D9-894E-AE55-3DE133FE37BE}" dt="2021-03-22T11:22:43.815" v="2648"/>
          <ac:inkMkLst>
            <pc:docMk/>
            <pc:sldMk cId="2701373781" sldId="277"/>
            <ac:inkMk id="88" creationId="{45B2A82B-1FD3-AE4F-9F2A-DB7E27813395}"/>
          </ac:inkMkLst>
        </pc:inkChg>
        <pc:inkChg chg="add">
          <ac:chgData name="Aggie Menezes" userId="74619c95fa3483c9" providerId="LiveId" clId="{20A26620-95D9-894E-AE55-3DE133FE37BE}" dt="2021-03-22T11:22:44.045" v="2649"/>
          <ac:inkMkLst>
            <pc:docMk/>
            <pc:sldMk cId="2701373781" sldId="277"/>
            <ac:inkMk id="89" creationId="{1188893B-AB92-EC4D-82CE-0FCE9EECA2B0}"/>
          </ac:inkMkLst>
        </pc:inkChg>
        <pc:inkChg chg="add topLvl">
          <ac:chgData name="Aggie Menezes" userId="74619c95fa3483c9" providerId="LiveId" clId="{20A26620-95D9-894E-AE55-3DE133FE37BE}" dt="2021-03-22T11:23:29.546" v="2715"/>
          <ac:inkMkLst>
            <pc:docMk/>
            <pc:sldMk cId="2701373781" sldId="277"/>
            <ac:inkMk id="91" creationId="{647299C3-105A-F047-9A97-DEC1D4787E61}"/>
          </ac:inkMkLst>
        </pc:inkChg>
        <pc:inkChg chg="add topLvl">
          <ac:chgData name="Aggie Menezes" userId="74619c95fa3483c9" providerId="LiveId" clId="{20A26620-95D9-894E-AE55-3DE133FE37BE}" dt="2021-03-22T11:23:29.546" v="2715"/>
          <ac:inkMkLst>
            <pc:docMk/>
            <pc:sldMk cId="2701373781" sldId="277"/>
            <ac:inkMk id="92" creationId="{517CE4D6-C77E-4946-A39F-3BA387B870CF}"/>
          </ac:inkMkLst>
        </pc:inkChg>
        <pc:inkChg chg="add topLvl">
          <ac:chgData name="Aggie Menezes" userId="74619c95fa3483c9" providerId="LiveId" clId="{20A26620-95D9-894E-AE55-3DE133FE37BE}" dt="2021-03-22T11:23:29.546" v="2715"/>
          <ac:inkMkLst>
            <pc:docMk/>
            <pc:sldMk cId="2701373781" sldId="277"/>
            <ac:inkMk id="93" creationId="{5FAFF9C6-2648-4841-B1C6-0C12B769942C}"/>
          </ac:inkMkLst>
        </pc:inkChg>
        <pc:inkChg chg="add topLvl">
          <ac:chgData name="Aggie Menezes" userId="74619c95fa3483c9" providerId="LiveId" clId="{20A26620-95D9-894E-AE55-3DE133FE37BE}" dt="2021-03-22T11:23:29.546" v="2715"/>
          <ac:inkMkLst>
            <pc:docMk/>
            <pc:sldMk cId="2701373781" sldId="277"/>
            <ac:inkMk id="94" creationId="{A142F816-B5C2-FA4D-96D5-D5CEF176B876}"/>
          </ac:inkMkLst>
        </pc:inkChg>
        <pc:inkChg chg="add topLvl">
          <ac:chgData name="Aggie Menezes" userId="74619c95fa3483c9" providerId="LiveId" clId="{20A26620-95D9-894E-AE55-3DE133FE37BE}" dt="2021-03-22T11:23:29.546" v="2715"/>
          <ac:inkMkLst>
            <pc:docMk/>
            <pc:sldMk cId="2701373781" sldId="277"/>
            <ac:inkMk id="96" creationId="{500A4DB2-C428-5C47-A237-E5331EDC1BE5}"/>
          </ac:inkMkLst>
        </pc:inkChg>
        <pc:inkChg chg="add topLvl">
          <ac:chgData name="Aggie Menezes" userId="74619c95fa3483c9" providerId="LiveId" clId="{20A26620-95D9-894E-AE55-3DE133FE37BE}" dt="2021-03-22T11:23:29.546" v="2715"/>
          <ac:inkMkLst>
            <pc:docMk/>
            <pc:sldMk cId="2701373781" sldId="277"/>
            <ac:inkMk id="97" creationId="{BC049534-9473-A542-B0AC-2477D8F4A2EF}"/>
          </ac:inkMkLst>
        </pc:inkChg>
        <pc:inkChg chg="add topLvl">
          <ac:chgData name="Aggie Menezes" userId="74619c95fa3483c9" providerId="LiveId" clId="{20A26620-95D9-894E-AE55-3DE133FE37BE}" dt="2021-03-22T11:23:29.546" v="2715"/>
          <ac:inkMkLst>
            <pc:docMk/>
            <pc:sldMk cId="2701373781" sldId="277"/>
            <ac:inkMk id="98" creationId="{DF84EA63-98CC-3940-BB94-5C87602B80C2}"/>
          </ac:inkMkLst>
        </pc:inkChg>
        <pc:inkChg chg="add topLvl">
          <ac:chgData name="Aggie Menezes" userId="74619c95fa3483c9" providerId="LiveId" clId="{20A26620-95D9-894E-AE55-3DE133FE37BE}" dt="2021-03-22T11:23:29.546" v="2715"/>
          <ac:inkMkLst>
            <pc:docMk/>
            <pc:sldMk cId="2701373781" sldId="277"/>
            <ac:inkMk id="100" creationId="{C37E2951-F7B2-C949-81AC-7164E679E25C}"/>
          </ac:inkMkLst>
        </pc:inkChg>
        <pc:inkChg chg="add topLvl">
          <ac:chgData name="Aggie Menezes" userId="74619c95fa3483c9" providerId="LiveId" clId="{20A26620-95D9-894E-AE55-3DE133FE37BE}" dt="2021-03-22T11:23:29.546" v="2715"/>
          <ac:inkMkLst>
            <pc:docMk/>
            <pc:sldMk cId="2701373781" sldId="277"/>
            <ac:inkMk id="102" creationId="{F4B86848-6711-2D4D-B102-D7413CBDE446}"/>
          </ac:inkMkLst>
        </pc:inkChg>
        <pc:inkChg chg="add topLvl">
          <ac:chgData name="Aggie Menezes" userId="74619c95fa3483c9" providerId="LiveId" clId="{20A26620-95D9-894E-AE55-3DE133FE37BE}" dt="2021-03-22T11:23:29.546" v="2715"/>
          <ac:inkMkLst>
            <pc:docMk/>
            <pc:sldMk cId="2701373781" sldId="277"/>
            <ac:inkMk id="103" creationId="{E894B9FB-30E0-4840-9286-B29E2898202F}"/>
          </ac:inkMkLst>
        </pc:inkChg>
        <pc:inkChg chg="add topLvl">
          <ac:chgData name="Aggie Menezes" userId="74619c95fa3483c9" providerId="LiveId" clId="{20A26620-95D9-894E-AE55-3DE133FE37BE}" dt="2021-03-22T11:23:29.546" v="2715"/>
          <ac:inkMkLst>
            <pc:docMk/>
            <pc:sldMk cId="2701373781" sldId="277"/>
            <ac:inkMk id="104" creationId="{3A4FC019-4252-D14C-81F2-9731661E0D4C}"/>
          </ac:inkMkLst>
        </pc:inkChg>
        <pc:inkChg chg="add topLvl">
          <ac:chgData name="Aggie Menezes" userId="74619c95fa3483c9" providerId="LiveId" clId="{20A26620-95D9-894E-AE55-3DE133FE37BE}" dt="2021-03-22T11:23:29.546" v="2715"/>
          <ac:inkMkLst>
            <pc:docMk/>
            <pc:sldMk cId="2701373781" sldId="277"/>
            <ac:inkMk id="105" creationId="{587BCEC4-2E42-504C-9BD3-1FD145DDCF3B}"/>
          </ac:inkMkLst>
        </pc:inkChg>
        <pc:inkChg chg="add topLvl">
          <ac:chgData name="Aggie Menezes" userId="74619c95fa3483c9" providerId="LiveId" clId="{20A26620-95D9-894E-AE55-3DE133FE37BE}" dt="2021-03-22T11:23:29.546" v="2715"/>
          <ac:inkMkLst>
            <pc:docMk/>
            <pc:sldMk cId="2701373781" sldId="277"/>
            <ac:inkMk id="106" creationId="{4BC6AF33-1043-D249-A6BE-723C0F52856B}"/>
          </ac:inkMkLst>
        </pc:inkChg>
        <pc:inkChg chg="add topLvl">
          <ac:chgData name="Aggie Menezes" userId="74619c95fa3483c9" providerId="LiveId" clId="{20A26620-95D9-894E-AE55-3DE133FE37BE}" dt="2021-03-22T11:23:29.546" v="2715"/>
          <ac:inkMkLst>
            <pc:docMk/>
            <pc:sldMk cId="2701373781" sldId="277"/>
            <ac:inkMk id="107" creationId="{5A05D886-598D-3F4E-BEDE-6F282902E961}"/>
          </ac:inkMkLst>
        </pc:inkChg>
        <pc:inkChg chg="add topLvl">
          <ac:chgData name="Aggie Menezes" userId="74619c95fa3483c9" providerId="LiveId" clId="{20A26620-95D9-894E-AE55-3DE133FE37BE}" dt="2021-03-22T11:23:29.546" v="2715"/>
          <ac:inkMkLst>
            <pc:docMk/>
            <pc:sldMk cId="2701373781" sldId="277"/>
            <ac:inkMk id="108" creationId="{B630CD1E-4F4D-C84E-9643-E91A417B67C9}"/>
          </ac:inkMkLst>
        </pc:inkChg>
        <pc:inkChg chg="add topLvl">
          <ac:chgData name="Aggie Menezes" userId="74619c95fa3483c9" providerId="LiveId" clId="{20A26620-95D9-894E-AE55-3DE133FE37BE}" dt="2021-03-22T11:23:29.546" v="2715"/>
          <ac:inkMkLst>
            <pc:docMk/>
            <pc:sldMk cId="2701373781" sldId="277"/>
            <ac:inkMk id="109" creationId="{9B12CCA7-77AF-9B4A-B910-2BEC502506EB}"/>
          </ac:inkMkLst>
        </pc:inkChg>
        <pc:inkChg chg="add">
          <ac:chgData name="Aggie Menezes" userId="74619c95fa3483c9" providerId="LiveId" clId="{20A26620-95D9-894E-AE55-3DE133FE37BE}" dt="2021-03-22T11:23:24.756" v="2707"/>
          <ac:inkMkLst>
            <pc:docMk/>
            <pc:sldMk cId="2701373781" sldId="277"/>
            <ac:inkMk id="111" creationId="{D44A78FE-F707-2B41-914F-900914B6C576}"/>
          </ac:inkMkLst>
        </pc:inkChg>
        <pc:inkChg chg="add">
          <ac:chgData name="Aggie Menezes" userId="74619c95fa3483c9" providerId="LiveId" clId="{20A26620-95D9-894E-AE55-3DE133FE37BE}" dt="2021-03-22T11:23:25.097" v="2708"/>
          <ac:inkMkLst>
            <pc:docMk/>
            <pc:sldMk cId="2701373781" sldId="277"/>
            <ac:inkMk id="112" creationId="{C3818735-371F-934C-A133-2FEA3284929C}"/>
          </ac:inkMkLst>
        </pc:inkChg>
        <pc:inkChg chg="add">
          <ac:chgData name="Aggie Menezes" userId="74619c95fa3483c9" providerId="LiveId" clId="{20A26620-95D9-894E-AE55-3DE133FE37BE}" dt="2021-03-22T11:23:25.392" v="2709"/>
          <ac:inkMkLst>
            <pc:docMk/>
            <pc:sldMk cId="2701373781" sldId="277"/>
            <ac:inkMk id="113" creationId="{8702EA1E-4827-D148-A0C0-6D2CB0BED62C}"/>
          </ac:inkMkLst>
        </pc:inkChg>
        <pc:inkChg chg="add">
          <ac:chgData name="Aggie Menezes" userId="74619c95fa3483c9" providerId="LiveId" clId="{20A26620-95D9-894E-AE55-3DE133FE37BE}" dt="2021-03-22T11:23:25.831" v="2710"/>
          <ac:inkMkLst>
            <pc:docMk/>
            <pc:sldMk cId="2701373781" sldId="277"/>
            <ac:inkMk id="114" creationId="{1ED33D76-036F-1345-9455-7010DFCED43C}"/>
          </ac:inkMkLst>
        </pc:inkChg>
        <pc:inkChg chg="add">
          <ac:chgData name="Aggie Menezes" userId="74619c95fa3483c9" providerId="LiveId" clId="{20A26620-95D9-894E-AE55-3DE133FE37BE}" dt="2021-03-22T11:23:26.017" v="2711"/>
          <ac:inkMkLst>
            <pc:docMk/>
            <pc:sldMk cId="2701373781" sldId="277"/>
            <ac:inkMk id="115" creationId="{64884D9C-0EC9-A841-9D44-A559E8674E04}"/>
          </ac:inkMkLst>
        </pc:inkChg>
        <pc:inkChg chg="add">
          <ac:chgData name="Aggie Menezes" userId="74619c95fa3483c9" providerId="LiveId" clId="{20A26620-95D9-894E-AE55-3DE133FE37BE}" dt="2021-03-22T11:23:26.169" v="2712"/>
          <ac:inkMkLst>
            <pc:docMk/>
            <pc:sldMk cId="2701373781" sldId="277"/>
            <ac:inkMk id="116" creationId="{3092E7AD-E018-E74E-9F34-D98846461C8F}"/>
          </ac:inkMkLst>
        </pc:inkChg>
        <pc:inkChg chg="add">
          <ac:chgData name="Aggie Menezes" userId="74619c95fa3483c9" providerId="LiveId" clId="{20A26620-95D9-894E-AE55-3DE133FE37BE}" dt="2021-03-22T11:23:27.575" v="2713"/>
          <ac:inkMkLst>
            <pc:docMk/>
            <pc:sldMk cId="2701373781" sldId="277"/>
            <ac:inkMk id="117" creationId="{BC4A0D5D-61AB-C348-82F9-D32E75B412E1}"/>
          </ac:inkMkLst>
        </pc:inkChg>
        <pc:inkChg chg="add">
          <ac:chgData name="Aggie Menezes" userId="74619c95fa3483c9" providerId="LiveId" clId="{20A26620-95D9-894E-AE55-3DE133FE37BE}" dt="2021-03-22T11:23:28.632" v="2714"/>
          <ac:inkMkLst>
            <pc:docMk/>
            <pc:sldMk cId="2701373781" sldId="277"/>
            <ac:inkMk id="118" creationId="{EAC225F3-F02F-9A45-B378-98C593BC83B9}"/>
          </ac:inkMkLst>
        </pc:inkChg>
      </pc:sldChg>
      <pc:sldChg chg="addSp delSp">
        <pc:chgData name="Aggie Menezes" userId="74619c95fa3483c9" providerId="LiveId" clId="{20A26620-95D9-894E-AE55-3DE133FE37BE}" dt="2021-03-22T11:37:33.419" v="2883"/>
        <pc:sldMkLst>
          <pc:docMk/>
          <pc:sldMk cId="3966679043" sldId="278"/>
        </pc:sldMkLst>
        <pc:grpChg chg="add del">
          <ac:chgData name="Aggie Menezes" userId="74619c95fa3483c9" providerId="LiveId" clId="{20A26620-95D9-894E-AE55-3DE133FE37BE}" dt="2021-03-03T03:44:15.455" v="991"/>
          <ac:grpSpMkLst>
            <pc:docMk/>
            <pc:sldMk cId="3966679043" sldId="278"/>
            <ac:grpSpMk id="10" creationId="{9957D861-C236-134D-9521-231330135904}"/>
          </ac:grpSpMkLst>
        </pc:grpChg>
        <pc:grpChg chg="add del">
          <ac:chgData name="Aggie Menezes" userId="74619c95fa3483c9" providerId="LiveId" clId="{20A26620-95D9-894E-AE55-3DE133FE37BE}" dt="2021-03-22T10:35:40.908" v="2519"/>
          <ac:grpSpMkLst>
            <pc:docMk/>
            <pc:sldMk cId="3966679043" sldId="278"/>
            <ac:grpSpMk id="15" creationId="{446AE2C1-3453-454F-9CE1-0A5713090851}"/>
          </ac:grpSpMkLst>
        </pc:grpChg>
        <pc:grpChg chg="add">
          <ac:chgData name="Aggie Menezes" userId="74619c95fa3483c9" providerId="LiveId" clId="{20A26620-95D9-894E-AE55-3DE133FE37BE}" dt="2021-03-22T11:29:44.334" v="2745"/>
          <ac:grpSpMkLst>
            <pc:docMk/>
            <pc:sldMk cId="3966679043" sldId="278"/>
            <ac:grpSpMk id="19" creationId="{F74C6A2C-F162-584B-83E2-767EFF6F1FAA}"/>
          </ac:grpSpMkLst>
        </pc:grpChg>
        <pc:grpChg chg="add del">
          <ac:chgData name="Aggie Menezes" userId="74619c95fa3483c9" providerId="LiveId" clId="{20A26620-95D9-894E-AE55-3DE133FE37BE}" dt="2021-03-22T11:30:16.105" v="2751"/>
          <ac:grpSpMkLst>
            <pc:docMk/>
            <pc:sldMk cId="3966679043" sldId="278"/>
            <ac:grpSpMk id="22" creationId="{B4A44ED7-A307-AD4A-B197-AA0E3B765E08}"/>
          </ac:grpSpMkLst>
        </pc:grpChg>
        <pc:grpChg chg="add del">
          <ac:chgData name="Aggie Menezes" userId="74619c95fa3483c9" providerId="LiveId" clId="{20A26620-95D9-894E-AE55-3DE133FE37BE}" dt="2021-03-22T11:30:21.507" v="2755"/>
          <ac:grpSpMkLst>
            <pc:docMk/>
            <pc:sldMk cId="3966679043" sldId="278"/>
            <ac:grpSpMk id="25" creationId="{8B7505BB-84F5-2E4F-9B58-3EA4FE878F86}"/>
          </ac:grpSpMkLst>
        </pc:grpChg>
        <pc:grpChg chg="add del">
          <ac:chgData name="Aggie Menezes" userId="74619c95fa3483c9" providerId="LiveId" clId="{20A26620-95D9-894E-AE55-3DE133FE37BE}" dt="2021-03-22T11:30:25.349" v="2759"/>
          <ac:grpSpMkLst>
            <pc:docMk/>
            <pc:sldMk cId="3966679043" sldId="278"/>
            <ac:grpSpMk id="29" creationId="{21337986-5859-894F-AFDC-821AB87EB68E}"/>
          </ac:grpSpMkLst>
        </pc:grpChg>
        <pc:grpChg chg="add">
          <ac:chgData name="Aggie Menezes" userId="74619c95fa3483c9" providerId="LiveId" clId="{20A26620-95D9-894E-AE55-3DE133FE37BE}" dt="2021-03-22T11:30:25.349" v="2759"/>
          <ac:grpSpMkLst>
            <pc:docMk/>
            <pc:sldMk cId="3966679043" sldId="278"/>
            <ac:grpSpMk id="33" creationId="{6288486E-A3EE-0548-B607-2FE84ADEF047}"/>
          </ac:grpSpMkLst>
        </pc:grpChg>
        <pc:grpChg chg="add del">
          <ac:chgData name="Aggie Menezes" userId="74619c95fa3483c9" providerId="LiveId" clId="{20A26620-95D9-894E-AE55-3DE133FE37BE}" dt="2021-03-22T11:31:30.618" v="2807"/>
          <ac:grpSpMkLst>
            <pc:docMk/>
            <pc:sldMk cId="3966679043" sldId="278"/>
            <ac:grpSpMk id="37" creationId="{0E5ADED4-4E74-F64D-82F3-0071BF7E0E0B}"/>
          </ac:grpSpMkLst>
        </pc:grpChg>
        <pc:grpChg chg="add del">
          <ac:chgData name="Aggie Menezes" userId="74619c95fa3483c9" providerId="LiveId" clId="{20A26620-95D9-894E-AE55-3DE133FE37BE}" dt="2021-03-22T11:31:01.370" v="2768"/>
          <ac:grpSpMkLst>
            <pc:docMk/>
            <pc:sldMk cId="3966679043" sldId="278"/>
            <ac:grpSpMk id="40" creationId="{85DE5060-6D37-5A4C-81C6-00EA8C1E8406}"/>
          </ac:grpSpMkLst>
        </pc:grpChg>
        <pc:grpChg chg="add del">
          <ac:chgData name="Aggie Menezes" userId="74619c95fa3483c9" providerId="LiveId" clId="{20A26620-95D9-894E-AE55-3DE133FE37BE}" dt="2021-03-22T11:31:11.262" v="2779"/>
          <ac:grpSpMkLst>
            <pc:docMk/>
            <pc:sldMk cId="3966679043" sldId="278"/>
            <ac:grpSpMk id="42" creationId="{39DA656E-3608-6B44-8B88-67D4156DBF17}"/>
          </ac:grpSpMkLst>
        </pc:grpChg>
        <pc:grpChg chg="add del">
          <ac:chgData name="Aggie Menezes" userId="74619c95fa3483c9" providerId="LiveId" clId="{20A26620-95D9-894E-AE55-3DE133FE37BE}" dt="2021-03-22T11:31:15.744" v="2791"/>
          <ac:grpSpMkLst>
            <pc:docMk/>
            <pc:sldMk cId="3966679043" sldId="278"/>
            <ac:grpSpMk id="54" creationId="{C134A757-8A26-7548-A1A0-5B74C93F8A27}"/>
          </ac:grpSpMkLst>
        </pc:grpChg>
        <pc:grpChg chg="add del">
          <ac:chgData name="Aggie Menezes" userId="74619c95fa3483c9" providerId="LiveId" clId="{20A26620-95D9-894E-AE55-3DE133FE37BE}" dt="2021-03-22T11:31:16.824" v="2793"/>
          <ac:grpSpMkLst>
            <pc:docMk/>
            <pc:sldMk cId="3966679043" sldId="278"/>
            <ac:grpSpMk id="66" creationId="{E9B899E3-4737-2745-8466-F882CD7C1BB8}"/>
          </ac:grpSpMkLst>
        </pc:grpChg>
        <pc:grpChg chg="add del">
          <ac:chgData name="Aggie Menezes" userId="74619c95fa3483c9" providerId="LiveId" clId="{20A26620-95D9-894E-AE55-3DE133FE37BE}" dt="2021-03-22T11:31:23.700" v="2800"/>
          <ac:grpSpMkLst>
            <pc:docMk/>
            <pc:sldMk cId="3966679043" sldId="278"/>
            <ac:grpSpMk id="67" creationId="{0CC6981F-229D-534E-AD65-B16A7D21BFF5}"/>
          </ac:grpSpMkLst>
        </pc:grpChg>
        <pc:grpChg chg="add del">
          <ac:chgData name="Aggie Menezes" userId="74619c95fa3483c9" providerId="LiveId" clId="{20A26620-95D9-894E-AE55-3DE133FE37BE}" dt="2021-03-22T11:31:23.700" v="2800"/>
          <ac:grpSpMkLst>
            <pc:docMk/>
            <pc:sldMk cId="3966679043" sldId="278"/>
            <ac:grpSpMk id="69" creationId="{F038518D-B5EC-0E45-AC94-8252F1D2964C}"/>
          </ac:grpSpMkLst>
        </pc:grpChg>
        <pc:grpChg chg="add del">
          <ac:chgData name="Aggie Menezes" userId="74619c95fa3483c9" providerId="LiveId" clId="{20A26620-95D9-894E-AE55-3DE133FE37BE}" dt="2021-03-22T11:32:41.789" v="2822"/>
          <ac:grpSpMkLst>
            <pc:docMk/>
            <pc:sldMk cId="3966679043" sldId="278"/>
            <ac:grpSpMk id="76" creationId="{16239C90-AB7D-644E-B392-186988F0D7C0}"/>
          </ac:grpSpMkLst>
        </pc:grpChg>
        <pc:grpChg chg="add del">
          <ac:chgData name="Aggie Menezes" userId="74619c95fa3483c9" providerId="LiveId" clId="{20A26620-95D9-894E-AE55-3DE133FE37BE}" dt="2021-03-22T11:32:35.862" v="2815"/>
          <ac:grpSpMkLst>
            <pc:docMk/>
            <pc:sldMk cId="3966679043" sldId="278"/>
            <ac:grpSpMk id="83" creationId="{D2BC9ACE-F7AB-6E45-A093-20C91DE94E6C}"/>
          </ac:grpSpMkLst>
        </pc:grpChg>
        <pc:grpChg chg="add">
          <ac:chgData name="Aggie Menezes" userId="74619c95fa3483c9" providerId="LiveId" clId="{20A26620-95D9-894E-AE55-3DE133FE37BE}" dt="2021-03-22T11:32:35.862" v="2815"/>
          <ac:grpSpMkLst>
            <pc:docMk/>
            <pc:sldMk cId="3966679043" sldId="278"/>
            <ac:grpSpMk id="91" creationId="{D74AD163-027C-B346-81B5-50B49068373E}"/>
          </ac:grpSpMkLst>
        </pc:grpChg>
        <pc:grpChg chg="add">
          <ac:chgData name="Aggie Menezes" userId="74619c95fa3483c9" providerId="LiveId" clId="{20A26620-95D9-894E-AE55-3DE133FE37BE}" dt="2021-03-22T11:32:41.789" v="2822"/>
          <ac:grpSpMkLst>
            <pc:docMk/>
            <pc:sldMk cId="3966679043" sldId="278"/>
            <ac:grpSpMk id="98" creationId="{FE61C4B6-94FF-7A46-91A9-CFE0B3CBB892}"/>
          </ac:grpSpMkLst>
        </pc:grpChg>
        <pc:grpChg chg="add del">
          <ac:chgData name="Aggie Menezes" userId="74619c95fa3483c9" providerId="LiveId" clId="{20A26620-95D9-894E-AE55-3DE133FE37BE}" dt="2021-03-22T11:32:51.360" v="2835"/>
          <ac:grpSpMkLst>
            <pc:docMk/>
            <pc:sldMk cId="3966679043" sldId="278"/>
            <ac:grpSpMk id="103" creationId="{DA1A242E-5F17-6748-82C9-50F1A883426B}"/>
          </ac:grpSpMkLst>
        </pc:grpChg>
        <pc:grpChg chg="add del">
          <ac:chgData name="Aggie Menezes" userId="74619c95fa3483c9" providerId="LiveId" clId="{20A26620-95D9-894E-AE55-3DE133FE37BE}" dt="2021-03-22T11:32:56.799" v="2842"/>
          <ac:grpSpMkLst>
            <pc:docMk/>
            <pc:sldMk cId="3966679043" sldId="278"/>
            <ac:grpSpMk id="126" creationId="{E155E564-496E-994A-95B8-6FFAD44BA0DA}"/>
          </ac:grpSpMkLst>
        </pc:grpChg>
        <pc:grpChg chg="add del">
          <ac:chgData name="Aggie Menezes" userId="74619c95fa3483c9" providerId="LiveId" clId="{20A26620-95D9-894E-AE55-3DE133FE37BE}" dt="2021-03-22T11:36:42.781" v="2844"/>
          <ac:grpSpMkLst>
            <pc:docMk/>
            <pc:sldMk cId="3966679043" sldId="278"/>
            <ac:grpSpMk id="134" creationId="{10B0A15E-3DEC-BE4D-BB8C-479272EB48EB}"/>
          </ac:grpSpMkLst>
        </pc:grpChg>
        <pc:grpChg chg="add del">
          <ac:chgData name="Aggie Menezes" userId="74619c95fa3483c9" providerId="LiveId" clId="{20A26620-95D9-894E-AE55-3DE133FE37BE}" dt="2021-03-22T11:36:45.413" v="2846"/>
          <ac:grpSpMkLst>
            <pc:docMk/>
            <pc:sldMk cId="3966679043" sldId="278"/>
            <ac:grpSpMk id="136" creationId="{B682B6DE-9180-244A-8FE6-8392CA3323BE}"/>
          </ac:grpSpMkLst>
        </pc:grpChg>
        <pc:grpChg chg="add del">
          <ac:chgData name="Aggie Menezes" userId="74619c95fa3483c9" providerId="LiveId" clId="{20A26620-95D9-894E-AE55-3DE133FE37BE}" dt="2021-03-22T11:36:51.488" v="2850"/>
          <ac:grpSpMkLst>
            <pc:docMk/>
            <pc:sldMk cId="3966679043" sldId="278"/>
            <ac:grpSpMk id="142" creationId="{0F9DDA11-31F3-7140-8308-72D60B9C270A}"/>
          </ac:grpSpMkLst>
        </pc:grpChg>
        <pc:grpChg chg="add del">
          <ac:chgData name="Aggie Menezes" userId="74619c95fa3483c9" providerId="LiveId" clId="{20A26620-95D9-894E-AE55-3DE133FE37BE}" dt="2021-03-22T11:36:54.503" v="2855"/>
          <ac:grpSpMkLst>
            <pc:docMk/>
            <pc:sldMk cId="3966679043" sldId="278"/>
            <ac:grpSpMk id="149" creationId="{1EB59624-548D-894B-B3C1-E4059AEBCC2D}"/>
          </ac:grpSpMkLst>
        </pc:grpChg>
        <pc:grpChg chg="add del">
          <ac:chgData name="Aggie Menezes" userId="74619c95fa3483c9" providerId="LiveId" clId="{20A26620-95D9-894E-AE55-3DE133FE37BE}" dt="2021-03-22T11:36:58.368" v="2857"/>
          <ac:grpSpMkLst>
            <pc:docMk/>
            <pc:sldMk cId="3966679043" sldId="278"/>
            <ac:grpSpMk id="155" creationId="{6AEC2646-EA9F-F342-844B-113ECBECAD4B}"/>
          </ac:grpSpMkLst>
        </pc:grpChg>
        <pc:grpChg chg="add del">
          <ac:chgData name="Aggie Menezes" userId="74619c95fa3483c9" providerId="LiveId" clId="{20A26620-95D9-894E-AE55-3DE133FE37BE}" dt="2021-03-22T11:37:02.398" v="2860"/>
          <ac:grpSpMkLst>
            <pc:docMk/>
            <pc:sldMk cId="3966679043" sldId="278"/>
            <ac:grpSpMk id="157" creationId="{7CA616FE-A44A-5040-AE03-5417E31BD728}"/>
          </ac:grpSpMkLst>
        </pc:grpChg>
        <pc:grpChg chg="add del">
          <ac:chgData name="Aggie Menezes" userId="74619c95fa3483c9" providerId="LiveId" clId="{20A26620-95D9-894E-AE55-3DE133FE37BE}" dt="2021-03-22T11:37:09.130" v="2862"/>
          <ac:grpSpMkLst>
            <pc:docMk/>
            <pc:sldMk cId="3966679043" sldId="278"/>
            <ac:grpSpMk id="160" creationId="{DBAB9116-B1F3-414F-8FAA-BAEF1825DC48}"/>
          </ac:grpSpMkLst>
        </pc:grpChg>
        <pc:grpChg chg="add del">
          <ac:chgData name="Aggie Menezes" userId="74619c95fa3483c9" providerId="LiveId" clId="{20A26620-95D9-894E-AE55-3DE133FE37BE}" dt="2021-03-22T11:37:11.052" v="2864"/>
          <ac:grpSpMkLst>
            <pc:docMk/>
            <pc:sldMk cId="3966679043" sldId="278"/>
            <ac:grpSpMk id="162" creationId="{5F42070A-E4AD-3F42-8B5A-413A74B23ECE}"/>
          </ac:grpSpMkLst>
        </pc:grpChg>
        <pc:grpChg chg="add del">
          <ac:chgData name="Aggie Menezes" userId="74619c95fa3483c9" providerId="LiveId" clId="{20A26620-95D9-894E-AE55-3DE133FE37BE}" dt="2021-03-22T11:37:25.077" v="2870"/>
          <ac:grpSpMkLst>
            <pc:docMk/>
            <pc:sldMk cId="3966679043" sldId="278"/>
            <ac:grpSpMk id="164" creationId="{691D3BFC-4671-EF44-8BAD-24DC217CF78A}"/>
          </ac:grpSpMkLst>
        </pc:grpChg>
        <pc:grpChg chg="add del">
          <ac:chgData name="Aggie Menezes" userId="74619c95fa3483c9" providerId="LiveId" clId="{20A26620-95D9-894E-AE55-3DE133FE37BE}" dt="2021-03-22T11:37:25.077" v="2870"/>
          <ac:grpSpMkLst>
            <pc:docMk/>
            <pc:sldMk cId="3966679043" sldId="278"/>
            <ac:grpSpMk id="167" creationId="{A268FBD7-A8FA-3647-A969-3196E26D75D7}"/>
          </ac:grpSpMkLst>
        </pc:grpChg>
        <pc:grpChg chg="add del">
          <ac:chgData name="Aggie Menezes" userId="74619c95fa3483c9" providerId="LiveId" clId="{20A26620-95D9-894E-AE55-3DE133FE37BE}" dt="2021-03-22T11:37:29.915" v="2876"/>
          <ac:grpSpMkLst>
            <pc:docMk/>
            <pc:sldMk cId="3966679043" sldId="278"/>
            <ac:grpSpMk id="170" creationId="{9E8894AC-BCE1-184A-B1D3-E757728BA263}"/>
          </ac:grpSpMkLst>
        </pc:grpChg>
        <pc:grpChg chg="add del">
          <ac:chgData name="Aggie Menezes" userId="74619c95fa3483c9" providerId="LiveId" clId="{20A26620-95D9-894E-AE55-3DE133FE37BE}" dt="2021-03-22T11:37:33.419" v="2883"/>
          <ac:grpSpMkLst>
            <pc:docMk/>
            <pc:sldMk cId="3966679043" sldId="278"/>
            <ac:grpSpMk id="176" creationId="{652676E1-8B7E-5C46-B297-151B60000D49}"/>
          </ac:grpSpMkLst>
        </pc:grpChg>
        <pc:grpChg chg="add del">
          <ac:chgData name="Aggie Menezes" userId="74619c95fa3483c9" providerId="LiveId" clId="{20A26620-95D9-894E-AE55-3DE133FE37BE}" dt="2021-03-22T11:37:33.419" v="2883"/>
          <ac:grpSpMkLst>
            <pc:docMk/>
            <pc:sldMk cId="3966679043" sldId="278"/>
            <ac:grpSpMk id="180" creationId="{6817E986-6E3F-DD4C-AFB8-B91B087F76A0}"/>
          </ac:grpSpMkLst>
        </pc:grpChg>
        <pc:grpChg chg="add">
          <ac:chgData name="Aggie Menezes" userId="74619c95fa3483c9" providerId="LiveId" clId="{20A26620-95D9-894E-AE55-3DE133FE37BE}" dt="2021-03-22T11:37:33.419" v="2883"/>
          <ac:grpSpMkLst>
            <pc:docMk/>
            <pc:sldMk cId="3966679043" sldId="278"/>
            <ac:grpSpMk id="183" creationId="{8B21203F-2D39-9646-B542-C7442B039C45}"/>
          </ac:grpSpMkLst>
        </pc:grpChg>
        <pc:inkChg chg="add">
          <ac:chgData name="Aggie Menezes" userId="74619c95fa3483c9" providerId="LiveId" clId="{20A26620-95D9-894E-AE55-3DE133FE37BE}" dt="2021-03-09T02:49:58.835" v="1535"/>
          <ac:inkMkLst>
            <pc:docMk/>
            <pc:sldMk cId="3966679043" sldId="278"/>
            <ac:inkMk id="6" creationId="{339DA8C5-966F-F944-B851-B92F7C8C4428}"/>
          </ac:inkMkLst>
        </pc:inkChg>
        <pc:inkChg chg="add del">
          <ac:chgData name="Aggie Menezes" userId="74619c95fa3483c9" providerId="LiveId" clId="{20A26620-95D9-894E-AE55-3DE133FE37BE}" dt="2021-03-03T03:44:15.449" v="990"/>
          <ac:inkMkLst>
            <pc:docMk/>
            <pc:sldMk cId="3966679043" sldId="278"/>
            <ac:inkMk id="7" creationId="{F7BEDBC9-5D1E-3749-8265-B75262319BC6}"/>
          </ac:inkMkLst>
        </pc:inkChg>
        <pc:inkChg chg="add del">
          <ac:chgData name="Aggie Menezes" userId="74619c95fa3483c9" providerId="LiveId" clId="{20A26620-95D9-894E-AE55-3DE133FE37BE}" dt="2021-03-22T10:35:40.917" v="2521"/>
          <ac:inkMkLst>
            <pc:docMk/>
            <pc:sldMk cId="3966679043" sldId="278"/>
            <ac:inkMk id="8" creationId="{45A6CD64-3557-8D48-BB37-DE114F90B35F}"/>
          </ac:inkMkLst>
        </pc:inkChg>
        <pc:inkChg chg="add topLvl">
          <ac:chgData name="Aggie Menezes" userId="74619c95fa3483c9" providerId="LiveId" clId="{20A26620-95D9-894E-AE55-3DE133FE37BE}" dt="2021-03-03T03:44:15.455" v="991"/>
          <ac:inkMkLst>
            <pc:docMk/>
            <pc:sldMk cId="3966679043" sldId="278"/>
            <ac:inkMk id="8" creationId="{D5D0ADE1-D66C-B143-8D39-05FE2B04D437}"/>
          </ac:inkMkLst>
        </pc:inkChg>
        <pc:inkChg chg="add del">
          <ac:chgData name="Aggie Menezes" userId="74619c95fa3483c9" providerId="LiveId" clId="{20A26620-95D9-894E-AE55-3DE133FE37BE}" dt="2021-03-22T10:35:42.028" v="2523"/>
          <ac:inkMkLst>
            <pc:docMk/>
            <pc:sldMk cId="3966679043" sldId="278"/>
            <ac:inkMk id="9" creationId="{9CDD0A5A-5E78-3C49-AA09-2D841277B3FD}"/>
          </ac:inkMkLst>
        </pc:inkChg>
        <pc:inkChg chg="add del topLvl">
          <ac:chgData name="Aggie Menezes" userId="74619c95fa3483c9" providerId="LiveId" clId="{20A26620-95D9-894E-AE55-3DE133FE37BE}" dt="2021-03-03T03:44:15.455" v="991"/>
          <ac:inkMkLst>
            <pc:docMk/>
            <pc:sldMk cId="3966679043" sldId="278"/>
            <ac:inkMk id="9" creationId="{D04F1672-D510-7F41-90F5-1C27C49B0275}"/>
          </ac:inkMkLst>
        </pc:inkChg>
        <pc:inkChg chg="add del topLvl">
          <ac:chgData name="Aggie Menezes" userId="74619c95fa3483c9" providerId="LiveId" clId="{20A26620-95D9-894E-AE55-3DE133FE37BE}" dt="2021-03-22T10:35:40.914" v="2520"/>
          <ac:inkMkLst>
            <pc:docMk/>
            <pc:sldMk cId="3966679043" sldId="278"/>
            <ac:inkMk id="12" creationId="{D3E5E632-EF44-1B4C-8A4B-29214045DE76}"/>
          </ac:inkMkLst>
        </pc:inkChg>
        <pc:inkChg chg="add del topLvl">
          <ac:chgData name="Aggie Menezes" userId="74619c95fa3483c9" providerId="LiveId" clId="{20A26620-95D9-894E-AE55-3DE133FE37BE}" dt="2021-03-22T10:35:40.908" v="2519"/>
          <ac:inkMkLst>
            <pc:docMk/>
            <pc:sldMk cId="3966679043" sldId="278"/>
            <ac:inkMk id="14" creationId="{63433C55-B611-8847-94A8-534515476794}"/>
          </ac:inkMkLst>
        </pc:inkChg>
        <pc:inkChg chg="add del">
          <ac:chgData name="Aggie Menezes" userId="74619c95fa3483c9" providerId="LiveId" clId="{20A26620-95D9-894E-AE55-3DE133FE37BE}" dt="2021-03-22T10:35:42.025" v="2522"/>
          <ac:inkMkLst>
            <pc:docMk/>
            <pc:sldMk cId="3966679043" sldId="278"/>
            <ac:inkMk id="16" creationId="{13D7C1DB-ADC1-8A49-87E9-5AEA75308585}"/>
          </ac:inkMkLst>
        </pc:inkChg>
        <pc:inkChg chg="add">
          <ac:chgData name="Aggie Menezes" userId="74619c95fa3483c9" providerId="LiveId" clId="{20A26620-95D9-894E-AE55-3DE133FE37BE}" dt="2021-03-22T11:29:41.717" v="2743"/>
          <ac:inkMkLst>
            <pc:docMk/>
            <pc:sldMk cId="3966679043" sldId="278"/>
            <ac:inkMk id="17" creationId="{9A8DB288-0602-B34A-A1E9-B11B6F8CC034}"/>
          </ac:inkMkLst>
        </pc:inkChg>
        <pc:inkChg chg="add">
          <ac:chgData name="Aggie Menezes" userId="74619c95fa3483c9" providerId="LiveId" clId="{20A26620-95D9-894E-AE55-3DE133FE37BE}" dt="2021-03-22T11:29:43.808" v="2744"/>
          <ac:inkMkLst>
            <pc:docMk/>
            <pc:sldMk cId="3966679043" sldId="278"/>
            <ac:inkMk id="18" creationId="{C8B74C2B-E86D-1E48-A446-495B46EC41A8}"/>
          </ac:inkMkLst>
        </pc:inkChg>
        <pc:inkChg chg="add topLvl">
          <ac:chgData name="Aggie Menezes" userId="74619c95fa3483c9" providerId="LiveId" clId="{20A26620-95D9-894E-AE55-3DE133FE37BE}" dt="2021-03-22T11:30:25.349" v="2759"/>
          <ac:inkMkLst>
            <pc:docMk/>
            <pc:sldMk cId="3966679043" sldId="278"/>
            <ac:inkMk id="20" creationId="{AEA7E767-C8C2-1645-85D7-959B02E5C1FE}"/>
          </ac:inkMkLst>
        </pc:inkChg>
        <pc:inkChg chg="add topLvl">
          <ac:chgData name="Aggie Menezes" userId="74619c95fa3483c9" providerId="LiveId" clId="{20A26620-95D9-894E-AE55-3DE133FE37BE}" dt="2021-03-22T11:30:25.349" v="2759"/>
          <ac:inkMkLst>
            <pc:docMk/>
            <pc:sldMk cId="3966679043" sldId="278"/>
            <ac:inkMk id="21" creationId="{CEACC40C-516A-0B44-9173-7F5F4E8AEE30}"/>
          </ac:inkMkLst>
        </pc:inkChg>
        <pc:inkChg chg="add topLvl">
          <ac:chgData name="Aggie Menezes" userId="74619c95fa3483c9" providerId="LiveId" clId="{20A26620-95D9-894E-AE55-3DE133FE37BE}" dt="2021-03-22T11:30:25.349" v="2759"/>
          <ac:inkMkLst>
            <pc:docMk/>
            <pc:sldMk cId="3966679043" sldId="278"/>
            <ac:inkMk id="23" creationId="{0B0BA10A-C544-624C-98CE-10ECBE9EB289}"/>
          </ac:inkMkLst>
        </pc:inkChg>
        <pc:inkChg chg="add topLvl">
          <ac:chgData name="Aggie Menezes" userId="74619c95fa3483c9" providerId="LiveId" clId="{20A26620-95D9-894E-AE55-3DE133FE37BE}" dt="2021-03-22T11:30:25.349" v="2759"/>
          <ac:inkMkLst>
            <pc:docMk/>
            <pc:sldMk cId="3966679043" sldId="278"/>
            <ac:inkMk id="24" creationId="{548E0ACC-617D-A143-A53A-3171E476ECBE}"/>
          </ac:inkMkLst>
        </pc:inkChg>
        <pc:inkChg chg="add topLvl">
          <ac:chgData name="Aggie Menezes" userId="74619c95fa3483c9" providerId="LiveId" clId="{20A26620-95D9-894E-AE55-3DE133FE37BE}" dt="2021-03-22T11:30:25.349" v="2759"/>
          <ac:inkMkLst>
            <pc:docMk/>
            <pc:sldMk cId="3966679043" sldId="278"/>
            <ac:inkMk id="26" creationId="{DA410791-FFFA-3649-854A-079AFACCF563}"/>
          </ac:inkMkLst>
        </pc:inkChg>
        <pc:inkChg chg="add topLvl">
          <ac:chgData name="Aggie Menezes" userId="74619c95fa3483c9" providerId="LiveId" clId="{20A26620-95D9-894E-AE55-3DE133FE37BE}" dt="2021-03-22T11:30:25.349" v="2759"/>
          <ac:inkMkLst>
            <pc:docMk/>
            <pc:sldMk cId="3966679043" sldId="278"/>
            <ac:inkMk id="27" creationId="{643D5956-E15D-9A4B-A966-5EF13DFEF1DD}"/>
          </ac:inkMkLst>
        </pc:inkChg>
        <pc:inkChg chg="add topLvl">
          <ac:chgData name="Aggie Menezes" userId="74619c95fa3483c9" providerId="LiveId" clId="{20A26620-95D9-894E-AE55-3DE133FE37BE}" dt="2021-03-22T11:30:25.349" v="2759"/>
          <ac:inkMkLst>
            <pc:docMk/>
            <pc:sldMk cId="3966679043" sldId="278"/>
            <ac:inkMk id="28" creationId="{23CEEF30-DD12-D248-B08C-978D0E90D139}"/>
          </ac:inkMkLst>
        </pc:inkChg>
        <pc:inkChg chg="add">
          <ac:chgData name="Aggie Menezes" userId="74619c95fa3483c9" providerId="LiveId" clId="{20A26620-95D9-894E-AE55-3DE133FE37BE}" dt="2021-03-22T11:30:23.183" v="2756"/>
          <ac:inkMkLst>
            <pc:docMk/>
            <pc:sldMk cId="3966679043" sldId="278"/>
            <ac:inkMk id="30" creationId="{E85E035D-8B61-674C-AB87-05FBBE96D272}"/>
          </ac:inkMkLst>
        </pc:inkChg>
        <pc:inkChg chg="add">
          <ac:chgData name="Aggie Menezes" userId="74619c95fa3483c9" providerId="LiveId" clId="{20A26620-95D9-894E-AE55-3DE133FE37BE}" dt="2021-03-22T11:30:23.806" v="2757"/>
          <ac:inkMkLst>
            <pc:docMk/>
            <pc:sldMk cId="3966679043" sldId="278"/>
            <ac:inkMk id="31" creationId="{B9D98B27-40DC-EE4F-A7FD-1B92B901B68D}"/>
          </ac:inkMkLst>
        </pc:inkChg>
        <pc:inkChg chg="add">
          <ac:chgData name="Aggie Menezes" userId="74619c95fa3483c9" providerId="LiveId" clId="{20A26620-95D9-894E-AE55-3DE133FE37BE}" dt="2021-03-22T11:30:24.411" v="2758"/>
          <ac:inkMkLst>
            <pc:docMk/>
            <pc:sldMk cId="3966679043" sldId="278"/>
            <ac:inkMk id="32" creationId="{F83CF53F-791B-2940-8807-31014A399426}"/>
          </ac:inkMkLst>
        </pc:inkChg>
        <pc:inkChg chg="add topLvl">
          <ac:chgData name="Aggie Menezes" userId="74619c95fa3483c9" providerId="LiveId" clId="{20A26620-95D9-894E-AE55-3DE133FE37BE}" dt="2021-03-22T11:32:35.862" v="2815"/>
          <ac:inkMkLst>
            <pc:docMk/>
            <pc:sldMk cId="3966679043" sldId="278"/>
            <ac:inkMk id="34" creationId="{426A87F5-0FE7-8143-9514-B1EB2467ED30}"/>
          </ac:inkMkLst>
        </pc:inkChg>
        <pc:inkChg chg="add topLvl">
          <ac:chgData name="Aggie Menezes" userId="74619c95fa3483c9" providerId="LiveId" clId="{20A26620-95D9-894E-AE55-3DE133FE37BE}" dt="2021-03-22T11:32:35.862" v="2815"/>
          <ac:inkMkLst>
            <pc:docMk/>
            <pc:sldMk cId="3966679043" sldId="278"/>
            <ac:inkMk id="35" creationId="{240BF5D5-C807-FB4C-AB46-175E5103725E}"/>
          </ac:inkMkLst>
        </pc:inkChg>
        <pc:inkChg chg="add topLvl">
          <ac:chgData name="Aggie Menezes" userId="74619c95fa3483c9" providerId="LiveId" clId="{20A26620-95D9-894E-AE55-3DE133FE37BE}" dt="2021-03-22T11:32:35.862" v="2815"/>
          <ac:inkMkLst>
            <pc:docMk/>
            <pc:sldMk cId="3966679043" sldId="278"/>
            <ac:inkMk id="36" creationId="{8649E21B-13A1-3641-BD1E-7CAFEC88E81C}"/>
          </ac:inkMkLst>
        </pc:inkChg>
        <pc:inkChg chg="add topLvl">
          <ac:chgData name="Aggie Menezes" userId="74619c95fa3483c9" providerId="LiveId" clId="{20A26620-95D9-894E-AE55-3DE133FE37BE}" dt="2021-03-22T11:32:41.789" v="2822"/>
          <ac:inkMkLst>
            <pc:docMk/>
            <pc:sldMk cId="3966679043" sldId="278"/>
            <ac:inkMk id="38" creationId="{13BC55A2-F6E4-5346-AA51-5AFDC0E9AE97}"/>
          </ac:inkMkLst>
        </pc:inkChg>
        <pc:inkChg chg="add topLvl">
          <ac:chgData name="Aggie Menezes" userId="74619c95fa3483c9" providerId="LiveId" clId="{20A26620-95D9-894E-AE55-3DE133FE37BE}" dt="2021-03-22T11:32:41.789" v="2822"/>
          <ac:inkMkLst>
            <pc:docMk/>
            <pc:sldMk cId="3966679043" sldId="278"/>
            <ac:inkMk id="39" creationId="{DE2BA4FC-55AD-FB4F-8966-BD3C4209B256}"/>
          </ac:inkMkLst>
        </pc:inkChg>
        <pc:inkChg chg="add topLvl">
          <ac:chgData name="Aggie Menezes" userId="74619c95fa3483c9" providerId="LiveId" clId="{20A26620-95D9-894E-AE55-3DE133FE37BE}" dt="2021-03-22T11:32:41.789" v="2822"/>
          <ac:inkMkLst>
            <pc:docMk/>
            <pc:sldMk cId="3966679043" sldId="278"/>
            <ac:inkMk id="41" creationId="{0091B104-91A1-6E47-B3D6-97E76B6674A9}"/>
          </ac:inkMkLst>
        </pc:inkChg>
        <pc:inkChg chg="add">
          <ac:chgData name="Aggie Menezes" userId="74619c95fa3483c9" providerId="LiveId" clId="{20A26620-95D9-894E-AE55-3DE133FE37BE}" dt="2021-03-06T03:55:22.254" v="1396" actId="7634"/>
          <ac:inkMkLst>
            <pc:docMk/>
            <pc:sldMk cId="3966679043" sldId="278"/>
            <ac:inkMk id="43" creationId="{1AA89BDB-2021-F543-90DE-AE6E61ADBFA7}"/>
          </ac:inkMkLst>
        </pc:inkChg>
        <pc:inkChg chg="add topLvl">
          <ac:chgData name="Aggie Menezes" userId="74619c95fa3483c9" providerId="LiveId" clId="{20A26620-95D9-894E-AE55-3DE133FE37BE}" dt="2021-03-22T11:32:41.789" v="2822"/>
          <ac:inkMkLst>
            <pc:docMk/>
            <pc:sldMk cId="3966679043" sldId="278"/>
            <ac:inkMk id="43" creationId="{62CEF93E-074A-A24A-976E-B499209C07DC}"/>
          </ac:inkMkLst>
        </pc:inkChg>
        <pc:inkChg chg="add topLvl">
          <ac:chgData name="Aggie Menezes" userId="74619c95fa3483c9" providerId="LiveId" clId="{20A26620-95D9-894E-AE55-3DE133FE37BE}" dt="2021-03-22T11:32:41.789" v="2822"/>
          <ac:inkMkLst>
            <pc:docMk/>
            <pc:sldMk cId="3966679043" sldId="278"/>
            <ac:inkMk id="44" creationId="{57EC78FE-433D-724B-B532-764662CFAC69}"/>
          </ac:inkMkLst>
        </pc:inkChg>
        <pc:inkChg chg="add topLvl">
          <ac:chgData name="Aggie Menezes" userId="74619c95fa3483c9" providerId="LiveId" clId="{20A26620-95D9-894E-AE55-3DE133FE37BE}" dt="2021-03-22T11:32:41.789" v="2822"/>
          <ac:inkMkLst>
            <pc:docMk/>
            <pc:sldMk cId="3966679043" sldId="278"/>
            <ac:inkMk id="45" creationId="{CD19A0CC-3BF3-DD4D-8583-44E2E76AE41A}"/>
          </ac:inkMkLst>
        </pc:inkChg>
        <pc:inkChg chg="add topLvl">
          <ac:chgData name="Aggie Menezes" userId="74619c95fa3483c9" providerId="LiveId" clId="{20A26620-95D9-894E-AE55-3DE133FE37BE}" dt="2021-03-22T11:32:41.789" v="2822"/>
          <ac:inkMkLst>
            <pc:docMk/>
            <pc:sldMk cId="3966679043" sldId="278"/>
            <ac:inkMk id="47" creationId="{28E246E7-661E-614E-9691-68F6F180B286}"/>
          </ac:inkMkLst>
        </pc:inkChg>
        <pc:inkChg chg="add topLvl">
          <ac:chgData name="Aggie Menezes" userId="74619c95fa3483c9" providerId="LiveId" clId="{20A26620-95D9-894E-AE55-3DE133FE37BE}" dt="2021-03-22T11:32:41.789" v="2822"/>
          <ac:inkMkLst>
            <pc:docMk/>
            <pc:sldMk cId="3966679043" sldId="278"/>
            <ac:inkMk id="48" creationId="{512AAE46-011A-234F-BA2A-6B53FD117D3C}"/>
          </ac:inkMkLst>
        </pc:inkChg>
        <pc:inkChg chg="add topLvl">
          <ac:chgData name="Aggie Menezes" userId="74619c95fa3483c9" providerId="LiveId" clId="{20A26620-95D9-894E-AE55-3DE133FE37BE}" dt="2021-03-22T11:32:41.789" v="2822"/>
          <ac:inkMkLst>
            <pc:docMk/>
            <pc:sldMk cId="3966679043" sldId="278"/>
            <ac:inkMk id="49" creationId="{4BE5F42A-822D-194A-A625-224297839942}"/>
          </ac:inkMkLst>
        </pc:inkChg>
        <pc:inkChg chg="add topLvl">
          <ac:chgData name="Aggie Menezes" userId="74619c95fa3483c9" providerId="LiveId" clId="{20A26620-95D9-894E-AE55-3DE133FE37BE}" dt="2021-03-22T11:32:41.789" v="2822"/>
          <ac:inkMkLst>
            <pc:docMk/>
            <pc:sldMk cId="3966679043" sldId="278"/>
            <ac:inkMk id="50" creationId="{5DCA6645-E4EB-D943-B8C1-F80F3FCA97C1}"/>
          </ac:inkMkLst>
        </pc:inkChg>
        <pc:inkChg chg="add topLvl">
          <ac:chgData name="Aggie Menezes" userId="74619c95fa3483c9" providerId="LiveId" clId="{20A26620-95D9-894E-AE55-3DE133FE37BE}" dt="2021-03-22T11:32:41.789" v="2822"/>
          <ac:inkMkLst>
            <pc:docMk/>
            <pc:sldMk cId="3966679043" sldId="278"/>
            <ac:inkMk id="51" creationId="{8A5FE585-A0E2-844B-AB74-6E697ACB9144}"/>
          </ac:inkMkLst>
        </pc:inkChg>
        <pc:inkChg chg="add topLvl">
          <ac:chgData name="Aggie Menezes" userId="74619c95fa3483c9" providerId="LiveId" clId="{20A26620-95D9-894E-AE55-3DE133FE37BE}" dt="2021-03-22T11:32:41.789" v="2822"/>
          <ac:inkMkLst>
            <pc:docMk/>
            <pc:sldMk cId="3966679043" sldId="278"/>
            <ac:inkMk id="52" creationId="{7B1AA904-EA67-E943-AF87-84BC9994A6FC}"/>
          </ac:inkMkLst>
        </pc:inkChg>
        <pc:inkChg chg="add topLvl">
          <ac:chgData name="Aggie Menezes" userId="74619c95fa3483c9" providerId="LiveId" clId="{20A26620-95D9-894E-AE55-3DE133FE37BE}" dt="2021-03-22T11:32:41.789" v="2822"/>
          <ac:inkMkLst>
            <pc:docMk/>
            <pc:sldMk cId="3966679043" sldId="278"/>
            <ac:inkMk id="53" creationId="{A1B8F2D9-512C-2442-8217-FEC3731751FA}"/>
          </ac:inkMkLst>
        </pc:inkChg>
        <pc:inkChg chg="add topLvl">
          <ac:chgData name="Aggie Menezes" userId="74619c95fa3483c9" providerId="LiveId" clId="{20A26620-95D9-894E-AE55-3DE133FE37BE}" dt="2021-03-22T11:32:41.789" v="2822"/>
          <ac:inkMkLst>
            <pc:docMk/>
            <pc:sldMk cId="3966679043" sldId="278"/>
            <ac:inkMk id="55" creationId="{CCD3C634-29B7-EC41-8ABC-0137BFF91A62}"/>
          </ac:inkMkLst>
        </pc:inkChg>
        <pc:inkChg chg="add topLvl">
          <ac:chgData name="Aggie Menezes" userId="74619c95fa3483c9" providerId="LiveId" clId="{20A26620-95D9-894E-AE55-3DE133FE37BE}" dt="2021-03-22T11:32:41.789" v="2822"/>
          <ac:inkMkLst>
            <pc:docMk/>
            <pc:sldMk cId="3966679043" sldId="278"/>
            <ac:inkMk id="56" creationId="{B1F505A1-0C75-7B48-BBA8-50410BE2D298}"/>
          </ac:inkMkLst>
        </pc:inkChg>
        <pc:inkChg chg="add topLvl">
          <ac:chgData name="Aggie Menezes" userId="74619c95fa3483c9" providerId="LiveId" clId="{20A26620-95D9-894E-AE55-3DE133FE37BE}" dt="2021-03-22T11:32:41.789" v="2822"/>
          <ac:inkMkLst>
            <pc:docMk/>
            <pc:sldMk cId="3966679043" sldId="278"/>
            <ac:inkMk id="57" creationId="{7F42D923-A280-B042-B235-EBC04544DA2B}"/>
          </ac:inkMkLst>
        </pc:inkChg>
        <pc:inkChg chg="add topLvl">
          <ac:chgData name="Aggie Menezes" userId="74619c95fa3483c9" providerId="LiveId" clId="{20A26620-95D9-894E-AE55-3DE133FE37BE}" dt="2021-03-22T11:32:41.789" v="2822"/>
          <ac:inkMkLst>
            <pc:docMk/>
            <pc:sldMk cId="3966679043" sldId="278"/>
            <ac:inkMk id="58" creationId="{679E16CE-1A6D-DB4D-B2F1-475739E97E31}"/>
          </ac:inkMkLst>
        </pc:inkChg>
        <pc:inkChg chg="add topLvl">
          <ac:chgData name="Aggie Menezes" userId="74619c95fa3483c9" providerId="LiveId" clId="{20A26620-95D9-894E-AE55-3DE133FE37BE}" dt="2021-03-22T11:32:41.789" v="2822"/>
          <ac:inkMkLst>
            <pc:docMk/>
            <pc:sldMk cId="3966679043" sldId="278"/>
            <ac:inkMk id="59" creationId="{6F4461AD-2CC7-064F-8F75-B3AC60C2DAD5}"/>
          </ac:inkMkLst>
        </pc:inkChg>
        <pc:inkChg chg="add topLvl">
          <ac:chgData name="Aggie Menezes" userId="74619c95fa3483c9" providerId="LiveId" clId="{20A26620-95D9-894E-AE55-3DE133FE37BE}" dt="2021-03-22T11:32:41.789" v="2822"/>
          <ac:inkMkLst>
            <pc:docMk/>
            <pc:sldMk cId="3966679043" sldId="278"/>
            <ac:inkMk id="60" creationId="{0AAFA0B7-201C-3F4F-B2BF-BC7A929EBFDD}"/>
          </ac:inkMkLst>
        </pc:inkChg>
        <pc:inkChg chg="add topLvl">
          <ac:chgData name="Aggie Menezes" userId="74619c95fa3483c9" providerId="LiveId" clId="{20A26620-95D9-894E-AE55-3DE133FE37BE}" dt="2021-03-22T11:32:41.789" v="2822"/>
          <ac:inkMkLst>
            <pc:docMk/>
            <pc:sldMk cId="3966679043" sldId="278"/>
            <ac:inkMk id="61" creationId="{06A1C574-5B55-C64D-94FB-9BC72958D10B}"/>
          </ac:inkMkLst>
        </pc:inkChg>
        <pc:inkChg chg="add topLvl">
          <ac:chgData name="Aggie Menezes" userId="74619c95fa3483c9" providerId="LiveId" clId="{20A26620-95D9-894E-AE55-3DE133FE37BE}" dt="2021-03-22T11:32:41.789" v="2822"/>
          <ac:inkMkLst>
            <pc:docMk/>
            <pc:sldMk cId="3966679043" sldId="278"/>
            <ac:inkMk id="62" creationId="{E9BFA10B-B8B4-3642-864C-04FE68F9F9DC}"/>
          </ac:inkMkLst>
        </pc:inkChg>
        <pc:inkChg chg="add topLvl">
          <ac:chgData name="Aggie Menezes" userId="74619c95fa3483c9" providerId="LiveId" clId="{20A26620-95D9-894E-AE55-3DE133FE37BE}" dt="2021-03-22T11:32:41.789" v="2822"/>
          <ac:inkMkLst>
            <pc:docMk/>
            <pc:sldMk cId="3966679043" sldId="278"/>
            <ac:inkMk id="63" creationId="{9DAD0865-923B-0740-91FC-2E64058C6D56}"/>
          </ac:inkMkLst>
        </pc:inkChg>
        <pc:inkChg chg="add topLvl">
          <ac:chgData name="Aggie Menezes" userId="74619c95fa3483c9" providerId="LiveId" clId="{20A26620-95D9-894E-AE55-3DE133FE37BE}" dt="2021-03-22T11:32:41.789" v="2822"/>
          <ac:inkMkLst>
            <pc:docMk/>
            <pc:sldMk cId="3966679043" sldId="278"/>
            <ac:inkMk id="64" creationId="{95B2F0E2-F3DF-6746-BCE3-E2AFE0F7A067}"/>
          </ac:inkMkLst>
        </pc:inkChg>
        <pc:inkChg chg="add topLvl">
          <ac:chgData name="Aggie Menezes" userId="74619c95fa3483c9" providerId="LiveId" clId="{20A26620-95D9-894E-AE55-3DE133FE37BE}" dt="2021-03-22T11:32:41.789" v="2822"/>
          <ac:inkMkLst>
            <pc:docMk/>
            <pc:sldMk cId="3966679043" sldId="278"/>
            <ac:inkMk id="65" creationId="{BF4077DD-24F7-9946-A932-E2B361C91625}"/>
          </ac:inkMkLst>
        </pc:inkChg>
        <pc:inkChg chg="add topLvl">
          <ac:chgData name="Aggie Menezes" userId="74619c95fa3483c9" providerId="LiveId" clId="{20A26620-95D9-894E-AE55-3DE133FE37BE}" dt="2021-03-22T11:32:41.789" v="2822"/>
          <ac:inkMkLst>
            <pc:docMk/>
            <pc:sldMk cId="3966679043" sldId="278"/>
            <ac:inkMk id="68" creationId="{EBDC0032-1894-EA49-8178-4124363539FF}"/>
          </ac:inkMkLst>
        </pc:inkChg>
        <pc:inkChg chg="add topLvl">
          <ac:chgData name="Aggie Menezes" userId="74619c95fa3483c9" providerId="LiveId" clId="{20A26620-95D9-894E-AE55-3DE133FE37BE}" dt="2021-03-22T11:32:41.789" v="2822"/>
          <ac:inkMkLst>
            <pc:docMk/>
            <pc:sldMk cId="3966679043" sldId="278"/>
            <ac:inkMk id="70" creationId="{C35BC24A-1C22-834F-AEEF-8A250F3E82FF}"/>
          </ac:inkMkLst>
        </pc:inkChg>
        <pc:inkChg chg="add topLvl">
          <ac:chgData name="Aggie Menezes" userId="74619c95fa3483c9" providerId="LiveId" clId="{20A26620-95D9-894E-AE55-3DE133FE37BE}" dt="2021-03-22T11:32:41.789" v="2822"/>
          <ac:inkMkLst>
            <pc:docMk/>
            <pc:sldMk cId="3966679043" sldId="278"/>
            <ac:inkMk id="71" creationId="{F86222B7-D48A-A04C-A331-A9E987B47149}"/>
          </ac:inkMkLst>
        </pc:inkChg>
        <pc:inkChg chg="add topLvl">
          <ac:chgData name="Aggie Menezes" userId="74619c95fa3483c9" providerId="LiveId" clId="{20A26620-95D9-894E-AE55-3DE133FE37BE}" dt="2021-03-22T11:32:41.789" v="2822"/>
          <ac:inkMkLst>
            <pc:docMk/>
            <pc:sldMk cId="3966679043" sldId="278"/>
            <ac:inkMk id="72" creationId="{0226A26C-9F79-464D-9B2F-605752E8AF26}"/>
          </ac:inkMkLst>
        </pc:inkChg>
        <pc:inkChg chg="add topLvl">
          <ac:chgData name="Aggie Menezes" userId="74619c95fa3483c9" providerId="LiveId" clId="{20A26620-95D9-894E-AE55-3DE133FE37BE}" dt="2021-03-22T11:32:41.789" v="2822"/>
          <ac:inkMkLst>
            <pc:docMk/>
            <pc:sldMk cId="3966679043" sldId="278"/>
            <ac:inkMk id="73" creationId="{6226870D-9DE6-0446-8B8F-DF862909A66D}"/>
          </ac:inkMkLst>
        </pc:inkChg>
        <pc:inkChg chg="add topLvl">
          <ac:chgData name="Aggie Menezes" userId="74619c95fa3483c9" providerId="LiveId" clId="{20A26620-95D9-894E-AE55-3DE133FE37BE}" dt="2021-03-22T11:32:41.789" v="2822"/>
          <ac:inkMkLst>
            <pc:docMk/>
            <pc:sldMk cId="3966679043" sldId="278"/>
            <ac:inkMk id="74" creationId="{07B64CAE-2780-F446-99B3-0ACC3C53C158}"/>
          </ac:inkMkLst>
        </pc:inkChg>
        <pc:inkChg chg="add topLvl">
          <ac:chgData name="Aggie Menezes" userId="74619c95fa3483c9" providerId="LiveId" clId="{20A26620-95D9-894E-AE55-3DE133FE37BE}" dt="2021-03-22T11:32:41.789" v="2822"/>
          <ac:inkMkLst>
            <pc:docMk/>
            <pc:sldMk cId="3966679043" sldId="278"/>
            <ac:inkMk id="75" creationId="{26D97A4A-3D1F-FE4A-8589-22625B67C9D2}"/>
          </ac:inkMkLst>
        </pc:inkChg>
        <pc:inkChg chg="add topLvl">
          <ac:chgData name="Aggie Menezes" userId="74619c95fa3483c9" providerId="LiveId" clId="{20A26620-95D9-894E-AE55-3DE133FE37BE}" dt="2021-03-22T11:32:35.862" v="2815"/>
          <ac:inkMkLst>
            <pc:docMk/>
            <pc:sldMk cId="3966679043" sldId="278"/>
            <ac:inkMk id="77" creationId="{F77CF615-70B6-C94D-B84D-97D4DA1062AC}"/>
          </ac:inkMkLst>
        </pc:inkChg>
        <pc:inkChg chg="add topLvl">
          <ac:chgData name="Aggie Menezes" userId="74619c95fa3483c9" providerId="LiveId" clId="{20A26620-95D9-894E-AE55-3DE133FE37BE}" dt="2021-03-22T11:32:35.862" v="2815"/>
          <ac:inkMkLst>
            <pc:docMk/>
            <pc:sldMk cId="3966679043" sldId="278"/>
            <ac:inkMk id="78" creationId="{F493282B-BC1A-C045-B88A-AC29E3E8CFA9}"/>
          </ac:inkMkLst>
        </pc:inkChg>
        <pc:inkChg chg="add topLvl">
          <ac:chgData name="Aggie Menezes" userId="74619c95fa3483c9" providerId="LiveId" clId="{20A26620-95D9-894E-AE55-3DE133FE37BE}" dt="2021-03-22T11:32:35.862" v="2815"/>
          <ac:inkMkLst>
            <pc:docMk/>
            <pc:sldMk cId="3966679043" sldId="278"/>
            <ac:inkMk id="79" creationId="{549080E4-EB7D-A748-B0E4-F8472D63B47F}"/>
          </ac:inkMkLst>
        </pc:inkChg>
        <pc:inkChg chg="add topLvl">
          <ac:chgData name="Aggie Menezes" userId="74619c95fa3483c9" providerId="LiveId" clId="{20A26620-95D9-894E-AE55-3DE133FE37BE}" dt="2021-03-22T11:32:35.862" v="2815"/>
          <ac:inkMkLst>
            <pc:docMk/>
            <pc:sldMk cId="3966679043" sldId="278"/>
            <ac:inkMk id="80" creationId="{173619D3-C8BC-0F48-9175-AFBD27544237}"/>
          </ac:inkMkLst>
        </pc:inkChg>
        <pc:inkChg chg="add topLvl">
          <ac:chgData name="Aggie Menezes" userId="74619c95fa3483c9" providerId="LiveId" clId="{20A26620-95D9-894E-AE55-3DE133FE37BE}" dt="2021-03-22T11:32:35.862" v="2815"/>
          <ac:inkMkLst>
            <pc:docMk/>
            <pc:sldMk cId="3966679043" sldId="278"/>
            <ac:inkMk id="81" creationId="{84D3CEE6-289A-E24E-ADA9-A22BD43B40D5}"/>
          </ac:inkMkLst>
        </pc:inkChg>
        <pc:inkChg chg="add topLvl">
          <ac:chgData name="Aggie Menezes" userId="74619c95fa3483c9" providerId="LiveId" clId="{20A26620-95D9-894E-AE55-3DE133FE37BE}" dt="2021-03-22T11:32:35.862" v="2815"/>
          <ac:inkMkLst>
            <pc:docMk/>
            <pc:sldMk cId="3966679043" sldId="278"/>
            <ac:inkMk id="82" creationId="{7578F9C9-4006-4F46-944C-C06DCFBA1AB4}"/>
          </ac:inkMkLst>
        </pc:inkChg>
        <pc:inkChg chg="add">
          <ac:chgData name="Aggie Menezes" userId="74619c95fa3483c9" providerId="LiveId" clId="{20A26620-95D9-894E-AE55-3DE133FE37BE}" dt="2021-03-22T11:32:31.033" v="2808"/>
          <ac:inkMkLst>
            <pc:docMk/>
            <pc:sldMk cId="3966679043" sldId="278"/>
            <ac:inkMk id="84" creationId="{AAB8EFCC-DB41-3245-B6D1-872211DF5C60}"/>
          </ac:inkMkLst>
        </pc:inkChg>
        <pc:inkChg chg="add">
          <ac:chgData name="Aggie Menezes" userId="74619c95fa3483c9" providerId="LiveId" clId="{20A26620-95D9-894E-AE55-3DE133FE37BE}" dt="2021-03-22T11:32:32.626" v="2809"/>
          <ac:inkMkLst>
            <pc:docMk/>
            <pc:sldMk cId="3966679043" sldId="278"/>
            <ac:inkMk id="85" creationId="{8E7B826C-D0E7-EB47-99B2-5F20B994DF16}"/>
          </ac:inkMkLst>
        </pc:inkChg>
        <pc:inkChg chg="add">
          <ac:chgData name="Aggie Menezes" userId="74619c95fa3483c9" providerId="LiveId" clId="{20A26620-95D9-894E-AE55-3DE133FE37BE}" dt="2021-03-22T11:32:32.904" v="2810"/>
          <ac:inkMkLst>
            <pc:docMk/>
            <pc:sldMk cId="3966679043" sldId="278"/>
            <ac:inkMk id="86" creationId="{A582B0DE-905D-AC4A-8593-5298D06BF823}"/>
          </ac:inkMkLst>
        </pc:inkChg>
        <pc:inkChg chg="add">
          <ac:chgData name="Aggie Menezes" userId="74619c95fa3483c9" providerId="LiveId" clId="{20A26620-95D9-894E-AE55-3DE133FE37BE}" dt="2021-03-22T11:32:33.267" v="2811"/>
          <ac:inkMkLst>
            <pc:docMk/>
            <pc:sldMk cId="3966679043" sldId="278"/>
            <ac:inkMk id="87" creationId="{B5A7C542-F53B-1D46-A1B5-991CE01ADCD8}"/>
          </ac:inkMkLst>
        </pc:inkChg>
        <pc:inkChg chg="add">
          <ac:chgData name="Aggie Menezes" userId="74619c95fa3483c9" providerId="LiveId" clId="{20A26620-95D9-894E-AE55-3DE133FE37BE}" dt="2021-03-22T11:32:33.759" v="2812"/>
          <ac:inkMkLst>
            <pc:docMk/>
            <pc:sldMk cId="3966679043" sldId="278"/>
            <ac:inkMk id="88" creationId="{905313C6-287C-D140-9CBD-C3BD0B6EDA05}"/>
          </ac:inkMkLst>
        </pc:inkChg>
        <pc:inkChg chg="add">
          <ac:chgData name="Aggie Menezes" userId="74619c95fa3483c9" providerId="LiveId" clId="{20A26620-95D9-894E-AE55-3DE133FE37BE}" dt="2021-03-22T11:32:34.122" v="2813"/>
          <ac:inkMkLst>
            <pc:docMk/>
            <pc:sldMk cId="3966679043" sldId="278"/>
            <ac:inkMk id="89" creationId="{866620F6-331D-8B4C-AB11-D475A9179B95}"/>
          </ac:inkMkLst>
        </pc:inkChg>
        <pc:inkChg chg="add">
          <ac:chgData name="Aggie Menezes" userId="74619c95fa3483c9" providerId="LiveId" clId="{20A26620-95D9-894E-AE55-3DE133FE37BE}" dt="2021-03-22T11:32:35.318" v="2814"/>
          <ac:inkMkLst>
            <pc:docMk/>
            <pc:sldMk cId="3966679043" sldId="278"/>
            <ac:inkMk id="90" creationId="{6EA4ABC9-FBB4-F246-8445-77E3E8F563E8}"/>
          </ac:inkMkLst>
        </pc:inkChg>
        <pc:inkChg chg="add">
          <ac:chgData name="Aggie Menezes" userId="74619c95fa3483c9" providerId="LiveId" clId="{20A26620-95D9-894E-AE55-3DE133FE37BE}" dt="2021-03-22T11:32:37.946" v="2816"/>
          <ac:inkMkLst>
            <pc:docMk/>
            <pc:sldMk cId="3966679043" sldId="278"/>
            <ac:inkMk id="92" creationId="{04A6A297-980F-AE4F-A3F5-51B50CFC367C}"/>
          </ac:inkMkLst>
        </pc:inkChg>
        <pc:inkChg chg="add">
          <ac:chgData name="Aggie Menezes" userId="74619c95fa3483c9" providerId="LiveId" clId="{20A26620-95D9-894E-AE55-3DE133FE37BE}" dt="2021-03-22T11:32:38.213" v="2817"/>
          <ac:inkMkLst>
            <pc:docMk/>
            <pc:sldMk cId="3966679043" sldId="278"/>
            <ac:inkMk id="93" creationId="{626C44E0-3432-2B47-A58D-7D34157F78E0}"/>
          </ac:inkMkLst>
        </pc:inkChg>
        <pc:inkChg chg="add">
          <ac:chgData name="Aggie Menezes" userId="74619c95fa3483c9" providerId="LiveId" clId="{20A26620-95D9-894E-AE55-3DE133FE37BE}" dt="2021-03-22T11:32:38.584" v="2818"/>
          <ac:inkMkLst>
            <pc:docMk/>
            <pc:sldMk cId="3966679043" sldId="278"/>
            <ac:inkMk id="94" creationId="{9EB218F1-1478-5046-A5A0-3D76AC4338E9}"/>
          </ac:inkMkLst>
        </pc:inkChg>
        <pc:inkChg chg="add">
          <ac:chgData name="Aggie Menezes" userId="74619c95fa3483c9" providerId="LiveId" clId="{20A26620-95D9-894E-AE55-3DE133FE37BE}" dt="2021-03-22T11:32:39.064" v="2819"/>
          <ac:inkMkLst>
            <pc:docMk/>
            <pc:sldMk cId="3966679043" sldId="278"/>
            <ac:inkMk id="95" creationId="{83A13C00-3AC5-A344-B98A-CB5354193A4E}"/>
          </ac:inkMkLst>
        </pc:inkChg>
        <pc:inkChg chg="add">
          <ac:chgData name="Aggie Menezes" userId="74619c95fa3483c9" providerId="LiveId" clId="{20A26620-95D9-894E-AE55-3DE133FE37BE}" dt="2021-03-22T11:32:39.834" v="2820"/>
          <ac:inkMkLst>
            <pc:docMk/>
            <pc:sldMk cId="3966679043" sldId="278"/>
            <ac:inkMk id="96" creationId="{A4262B0D-0DFC-BD44-8692-1BB95B7004E9}"/>
          </ac:inkMkLst>
        </pc:inkChg>
        <pc:inkChg chg="add">
          <ac:chgData name="Aggie Menezes" userId="74619c95fa3483c9" providerId="LiveId" clId="{20A26620-95D9-894E-AE55-3DE133FE37BE}" dt="2021-03-22T11:32:41.018" v="2821"/>
          <ac:inkMkLst>
            <pc:docMk/>
            <pc:sldMk cId="3966679043" sldId="278"/>
            <ac:inkMk id="97" creationId="{DB82152A-3580-F448-80D3-99554B5AF656}"/>
          </ac:inkMkLst>
        </pc:inkChg>
        <pc:inkChg chg="add topLvl">
          <ac:chgData name="Aggie Menezes" userId="74619c95fa3483c9" providerId="LiveId" clId="{20A26620-95D9-894E-AE55-3DE133FE37BE}" dt="2021-03-22T11:36:45.413" v="2846"/>
          <ac:inkMkLst>
            <pc:docMk/>
            <pc:sldMk cId="3966679043" sldId="278"/>
            <ac:inkMk id="99" creationId="{F015B9A9-3A5F-E949-BF21-28B3D06E6FCF}"/>
          </ac:inkMkLst>
        </pc:inkChg>
        <pc:inkChg chg="add topLvl">
          <ac:chgData name="Aggie Menezes" userId="74619c95fa3483c9" providerId="LiveId" clId="{20A26620-95D9-894E-AE55-3DE133FE37BE}" dt="2021-03-22T11:36:45.413" v="2846"/>
          <ac:inkMkLst>
            <pc:docMk/>
            <pc:sldMk cId="3966679043" sldId="278"/>
            <ac:inkMk id="100" creationId="{0DA6FEDA-5778-AB44-81F1-B9746BB513ED}"/>
          </ac:inkMkLst>
        </pc:inkChg>
        <pc:inkChg chg="add topLvl">
          <ac:chgData name="Aggie Menezes" userId="74619c95fa3483c9" providerId="LiveId" clId="{20A26620-95D9-894E-AE55-3DE133FE37BE}" dt="2021-03-22T11:36:45.413" v="2846"/>
          <ac:inkMkLst>
            <pc:docMk/>
            <pc:sldMk cId="3966679043" sldId="278"/>
            <ac:inkMk id="101" creationId="{F4C7DDCD-AFD9-DB48-B6B1-91226A1F6931}"/>
          </ac:inkMkLst>
        </pc:inkChg>
        <pc:inkChg chg="add topLvl">
          <ac:chgData name="Aggie Menezes" userId="74619c95fa3483c9" providerId="LiveId" clId="{20A26620-95D9-894E-AE55-3DE133FE37BE}" dt="2021-03-22T11:36:45.413" v="2846"/>
          <ac:inkMkLst>
            <pc:docMk/>
            <pc:sldMk cId="3966679043" sldId="278"/>
            <ac:inkMk id="102" creationId="{1DFFA5E4-25C3-764E-BE8A-B9131D9583A9}"/>
          </ac:inkMkLst>
        </pc:inkChg>
        <pc:inkChg chg="add topLvl">
          <ac:chgData name="Aggie Menezes" userId="74619c95fa3483c9" providerId="LiveId" clId="{20A26620-95D9-894E-AE55-3DE133FE37BE}" dt="2021-03-22T11:36:45.413" v="2846"/>
          <ac:inkMkLst>
            <pc:docMk/>
            <pc:sldMk cId="3966679043" sldId="278"/>
            <ac:inkMk id="104" creationId="{F3D8D8D0-2EDB-F24D-B5DD-70971BFF2D87}"/>
          </ac:inkMkLst>
        </pc:inkChg>
        <pc:inkChg chg="add topLvl">
          <ac:chgData name="Aggie Menezes" userId="74619c95fa3483c9" providerId="LiveId" clId="{20A26620-95D9-894E-AE55-3DE133FE37BE}" dt="2021-03-22T11:36:45.413" v="2846"/>
          <ac:inkMkLst>
            <pc:docMk/>
            <pc:sldMk cId="3966679043" sldId="278"/>
            <ac:inkMk id="105" creationId="{ABE94D68-CD45-5C4F-B96E-4FE5F1845884}"/>
          </ac:inkMkLst>
        </pc:inkChg>
        <pc:inkChg chg="add topLvl">
          <ac:chgData name="Aggie Menezes" userId="74619c95fa3483c9" providerId="LiveId" clId="{20A26620-95D9-894E-AE55-3DE133FE37BE}" dt="2021-03-22T11:36:45.413" v="2846"/>
          <ac:inkMkLst>
            <pc:docMk/>
            <pc:sldMk cId="3966679043" sldId="278"/>
            <ac:inkMk id="107" creationId="{8462AE57-6873-5649-A3C6-DCD813BCC850}"/>
          </ac:inkMkLst>
        </pc:inkChg>
        <pc:inkChg chg="add topLvl">
          <ac:chgData name="Aggie Menezes" userId="74619c95fa3483c9" providerId="LiveId" clId="{20A26620-95D9-894E-AE55-3DE133FE37BE}" dt="2021-03-22T11:36:45.413" v="2846"/>
          <ac:inkMkLst>
            <pc:docMk/>
            <pc:sldMk cId="3966679043" sldId="278"/>
            <ac:inkMk id="108" creationId="{9F2B3036-1BF7-B343-89C9-C286B03735D3}"/>
          </ac:inkMkLst>
        </pc:inkChg>
        <pc:inkChg chg="add topLvl">
          <ac:chgData name="Aggie Menezes" userId="74619c95fa3483c9" providerId="LiveId" clId="{20A26620-95D9-894E-AE55-3DE133FE37BE}" dt="2021-03-22T11:36:45.413" v="2846"/>
          <ac:inkMkLst>
            <pc:docMk/>
            <pc:sldMk cId="3966679043" sldId="278"/>
            <ac:inkMk id="109" creationId="{B1EB4507-AAB2-4B40-822A-C9FA0E029142}"/>
          </ac:inkMkLst>
        </pc:inkChg>
        <pc:inkChg chg="add topLvl">
          <ac:chgData name="Aggie Menezes" userId="74619c95fa3483c9" providerId="LiveId" clId="{20A26620-95D9-894E-AE55-3DE133FE37BE}" dt="2021-03-22T11:36:45.413" v="2846"/>
          <ac:inkMkLst>
            <pc:docMk/>
            <pc:sldMk cId="3966679043" sldId="278"/>
            <ac:inkMk id="110" creationId="{AB2756B8-42D6-BF49-8E2C-1308C1A56059}"/>
          </ac:inkMkLst>
        </pc:inkChg>
        <pc:inkChg chg="add topLvl">
          <ac:chgData name="Aggie Menezes" userId="74619c95fa3483c9" providerId="LiveId" clId="{20A26620-95D9-894E-AE55-3DE133FE37BE}" dt="2021-03-22T11:36:45.413" v="2846"/>
          <ac:inkMkLst>
            <pc:docMk/>
            <pc:sldMk cId="3966679043" sldId="278"/>
            <ac:inkMk id="125" creationId="{292CF7BC-D778-204C-BEA7-B846B870A435}"/>
          </ac:inkMkLst>
        </pc:inkChg>
        <pc:inkChg chg="add topLvl">
          <ac:chgData name="Aggie Menezes" userId="74619c95fa3483c9" providerId="LiveId" clId="{20A26620-95D9-894E-AE55-3DE133FE37BE}" dt="2021-03-22T11:36:45.413" v="2846"/>
          <ac:inkMkLst>
            <pc:docMk/>
            <pc:sldMk cId="3966679043" sldId="278"/>
            <ac:inkMk id="127" creationId="{CB479888-6B11-B643-8542-2193169036FF}"/>
          </ac:inkMkLst>
        </pc:inkChg>
        <pc:inkChg chg="add topLvl">
          <ac:chgData name="Aggie Menezes" userId="74619c95fa3483c9" providerId="LiveId" clId="{20A26620-95D9-894E-AE55-3DE133FE37BE}" dt="2021-03-22T11:36:45.413" v="2846"/>
          <ac:inkMkLst>
            <pc:docMk/>
            <pc:sldMk cId="3966679043" sldId="278"/>
            <ac:inkMk id="128" creationId="{0F750833-145E-1C4B-8F68-D9F65A832CB0}"/>
          </ac:inkMkLst>
        </pc:inkChg>
        <pc:inkChg chg="add topLvl">
          <ac:chgData name="Aggie Menezes" userId="74619c95fa3483c9" providerId="LiveId" clId="{20A26620-95D9-894E-AE55-3DE133FE37BE}" dt="2021-03-22T11:36:45.413" v="2846"/>
          <ac:inkMkLst>
            <pc:docMk/>
            <pc:sldMk cId="3966679043" sldId="278"/>
            <ac:inkMk id="130" creationId="{43D53485-FF30-DA44-8140-6ED362FE7BF0}"/>
          </ac:inkMkLst>
        </pc:inkChg>
        <pc:inkChg chg="add topLvl">
          <ac:chgData name="Aggie Menezes" userId="74619c95fa3483c9" providerId="LiveId" clId="{20A26620-95D9-894E-AE55-3DE133FE37BE}" dt="2021-03-22T11:36:45.413" v="2846"/>
          <ac:inkMkLst>
            <pc:docMk/>
            <pc:sldMk cId="3966679043" sldId="278"/>
            <ac:inkMk id="131" creationId="{8145FB0C-95A8-6741-9933-2FCED907A84F}"/>
          </ac:inkMkLst>
        </pc:inkChg>
        <pc:inkChg chg="add topLvl">
          <ac:chgData name="Aggie Menezes" userId="74619c95fa3483c9" providerId="LiveId" clId="{20A26620-95D9-894E-AE55-3DE133FE37BE}" dt="2021-03-22T11:36:45.413" v="2846"/>
          <ac:inkMkLst>
            <pc:docMk/>
            <pc:sldMk cId="3966679043" sldId="278"/>
            <ac:inkMk id="132" creationId="{BF1ACD1E-BBB1-414F-9181-35721B89DE87}"/>
          </ac:inkMkLst>
        </pc:inkChg>
        <pc:inkChg chg="add topLvl">
          <ac:chgData name="Aggie Menezes" userId="74619c95fa3483c9" providerId="LiveId" clId="{20A26620-95D9-894E-AE55-3DE133FE37BE}" dt="2021-03-22T11:36:45.413" v="2846"/>
          <ac:inkMkLst>
            <pc:docMk/>
            <pc:sldMk cId="3966679043" sldId="278"/>
            <ac:inkMk id="133" creationId="{285BEFE3-A868-C445-AE11-198B52320AAB}"/>
          </ac:inkMkLst>
        </pc:inkChg>
        <pc:inkChg chg="add topLvl">
          <ac:chgData name="Aggie Menezes" userId="74619c95fa3483c9" providerId="LiveId" clId="{20A26620-95D9-894E-AE55-3DE133FE37BE}" dt="2021-03-22T11:37:33.419" v="2883"/>
          <ac:inkMkLst>
            <pc:docMk/>
            <pc:sldMk cId="3966679043" sldId="278"/>
            <ac:inkMk id="135" creationId="{8D550E43-0939-184F-A500-15295085C97E}"/>
          </ac:inkMkLst>
        </pc:inkChg>
        <pc:inkChg chg="add topLvl">
          <ac:chgData name="Aggie Menezes" userId="74619c95fa3483c9" providerId="LiveId" clId="{20A26620-95D9-894E-AE55-3DE133FE37BE}" dt="2021-03-22T11:37:33.419" v="2883"/>
          <ac:inkMkLst>
            <pc:docMk/>
            <pc:sldMk cId="3966679043" sldId="278"/>
            <ac:inkMk id="138" creationId="{7C5CDF1F-C4A3-A74C-A231-E0C854804FE1}"/>
          </ac:inkMkLst>
        </pc:inkChg>
        <pc:inkChg chg="add topLvl">
          <ac:chgData name="Aggie Menezes" userId="74619c95fa3483c9" providerId="LiveId" clId="{20A26620-95D9-894E-AE55-3DE133FE37BE}" dt="2021-03-22T11:37:33.419" v="2883"/>
          <ac:inkMkLst>
            <pc:docMk/>
            <pc:sldMk cId="3966679043" sldId="278"/>
            <ac:inkMk id="146" creationId="{D31EC79A-9826-594A-A759-806C491E8668}"/>
          </ac:inkMkLst>
        </pc:inkChg>
        <pc:inkChg chg="add topLvl">
          <ac:chgData name="Aggie Menezes" userId="74619c95fa3483c9" providerId="LiveId" clId="{20A26620-95D9-894E-AE55-3DE133FE37BE}" dt="2021-03-22T11:37:33.419" v="2883"/>
          <ac:inkMkLst>
            <pc:docMk/>
            <pc:sldMk cId="3966679043" sldId="278"/>
            <ac:inkMk id="147" creationId="{F7C03267-3343-0742-BCD4-D561626C5A37}"/>
          </ac:inkMkLst>
        </pc:inkChg>
        <pc:inkChg chg="add topLvl">
          <ac:chgData name="Aggie Menezes" userId="74619c95fa3483c9" providerId="LiveId" clId="{20A26620-95D9-894E-AE55-3DE133FE37BE}" dt="2021-03-22T11:37:33.419" v="2883"/>
          <ac:inkMkLst>
            <pc:docMk/>
            <pc:sldMk cId="3966679043" sldId="278"/>
            <ac:inkMk id="148" creationId="{98636C72-9281-1F45-A987-8A0280DE641A}"/>
          </ac:inkMkLst>
        </pc:inkChg>
        <pc:inkChg chg="add topLvl">
          <ac:chgData name="Aggie Menezes" userId="74619c95fa3483c9" providerId="LiveId" clId="{20A26620-95D9-894E-AE55-3DE133FE37BE}" dt="2021-03-22T11:37:33.419" v="2883"/>
          <ac:inkMkLst>
            <pc:docMk/>
            <pc:sldMk cId="3966679043" sldId="278"/>
            <ac:inkMk id="150" creationId="{884E0466-B8A5-6342-863D-E393CF3CF5B0}"/>
          </ac:inkMkLst>
        </pc:inkChg>
        <pc:inkChg chg="add topLvl">
          <ac:chgData name="Aggie Menezes" userId="74619c95fa3483c9" providerId="LiveId" clId="{20A26620-95D9-894E-AE55-3DE133FE37BE}" dt="2021-03-22T11:37:33.419" v="2883"/>
          <ac:inkMkLst>
            <pc:docMk/>
            <pc:sldMk cId="3966679043" sldId="278"/>
            <ac:inkMk id="151" creationId="{1FD377F9-1A51-6F43-BF73-FED9761005D6}"/>
          </ac:inkMkLst>
        </pc:inkChg>
        <pc:inkChg chg="add topLvl">
          <ac:chgData name="Aggie Menezes" userId="74619c95fa3483c9" providerId="LiveId" clId="{20A26620-95D9-894E-AE55-3DE133FE37BE}" dt="2021-03-22T11:37:33.419" v="2883"/>
          <ac:inkMkLst>
            <pc:docMk/>
            <pc:sldMk cId="3966679043" sldId="278"/>
            <ac:inkMk id="152" creationId="{112DCAFF-F473-ED4E-A813-F0CD03DF29FF}"/>
          </ac:inkMkLst>
        </pc:inkChg>
        <pc:inkChg chg="add topLvl">
          <ac:chgData name="Aggie Menezes" userId="74619c95fa3483c9" providerId="LiveId" clId="{20A26620-95D9-894E-AE55-3DE133FE37BE}" dt="2021-03-22T11:37:33.419" v="2883"/>
          <ac:inkMkLst>
            <pc:docMk/>
            <pc:sldMk cId="3966679043" sldId="278"/>
            <ac:inkMk id="154" creationId="{0AA0E150-78F8-6E47-ACC7-C00317177997}"/>
          </ac:inkMkLst>
        </pc:inkChg>
        <pc:inkChg chg="add topLvl">
          <ac:chgData name="Aggie Menezes" userId="74619c95fa3483c9" providerId="LiveId" clId="{20A26620-95D9-894E-AE55-3DE133FE37BE}" dt="2021-03-22T11:37:33.419" v="2883"/>
          <ac:inkMkLst>
            <pc:docMk/>
            <pc:sldMk cId="3966679043" sldId="278"/>
            <ac:inkMk id="156" creationId="{00285DEE-23F3-9A4F-B25C-DB595AC381A8}"/>
          </ac:inkMkLst>
        </pc:inkChg>
        <pc:inkChg chg="add topLvl">
          <ac:chgData name="Aggie Menezes" userId="74619c95fa3483c9" providerId="LiveId" clId="{20A26620-95D9-894E-AE55-3DE133FE37BE}" dt="2021-03-22T11:37:33.419" v="2883"/>
          <ac:inkMkLst>
            <pc:docMk/>
            <pc:sldMk cId="3966679043" sldId="278"/>
            <ac:inkMk id="158" creationId="{F148E2BA-33A3-E942-B795-4014411AA49F}"/>
          </ac:inkMkLst>
        </pc:inkChg>
        <pc:inkChg chg="add topLvl">
          <ac:chgData name="Aggie Menezes" userId="74619c95fa3483c9" providerId="LiveId" clId="{20A26620-95D9-894E-AE55-3DE133FE37BE}" dt="2021-03-22T11:37:33.419" v="2883"/>
          <ac:inkMkLst>
            <pc:docMk/>
            <pc:sldMk cId="3966679043" sldId="278"/>
            <ac:inkMk id="159" creationId="{97F1A1FB-0E08-5241-8D62-2640AF5E504A}"/>
          </ac:inkMkLst>
        </pc:inkChg>
        <pc:inkChg chg="add topLvl">
          <ac:chgData name="Aggie Menezes" userId="74619c95fa3483c9" providerId="LiveId" clId="{20A26620-95D9-894E-AE55-3DE133FE37BE}" dt="2021-03-22T11:37:33.419" v="2883"/>
          <ac:inkMkLst>
            <pc:docMk/>
            <pc:sldMk cId="3966679043" sldId="278"/>
            <ac:inkMk id="161" creationId="{62A1E05C-D42F-A44E-9DCA-EB1D5ADE0697}"/>
          </ac:inkMkLst>
        </pc:inkChg>
        <pc:inkChg chg="add topLvl">
          <ac:chgData name="Aggie Menezes" userId="74619c95fa3483c9" providerId="LiveId" clId="{20A26620-95D9-894E-AE55-3DE133FE37BE}" dt="2021-03-22T11:37:33.419" v="2883"/>
          <ac:inkMkLst>
            <pc:docMk/>
            <pc:sldMk cId="3966679043" sldId="278"/>
            <ac:inkMk id="163" creationId="{D14EC787-A02B-B244-9C62-803B94EDF2BF}"/>
          </ac:inkMkLst>
        </pc:inkChg>
        <pc:inkChg chg="add topLvl">
          <ac:chgData name="Aggie Menezes" userId="74619c95fa3483c9" providerId="LiveId" clId="{20A26620-95D9-894E-AE55-3DE133FE37BE}" dt="2021-03-22T11:37:33.419" v="2883"/>
          <ac:inkMkLst>
            <pc:docMk/>
            <pc:sldMk cId="3966679043" sldId="278"/>
            <ac:inkMk id="165" creationId="{9EFFCD8F-6204-6F4D-950D-88863F099911}"/>
          </ac:inkMkLst>
        </pc:inkChg>
        <pc:inkChg chg="add topLvl">
          <ac:chgData name="Aggie Menezes" userId="74619c95fa3483c9" providerId="LiveId" clId="{20A26620-95D9-894E-AE55-3DE133FE37BE}" dt="2021-03-22T11:37:33.419" v="2883"/>
          <ac:inkMkLst>
            <pc:docMk/>
            <pc:sldMk cId="3966679043" sldId="278"/>
            <ac:inkMk id="166" creationId="{1C206964-D2C0-3045-A1BA-D33251519926}"/>
          </ac:inkMkLst>
        </pc:inkChg>
        <pc:inkChg chg="add topLvl">
          <ac:chgData name="Aggie Menezes" userId="74619c95fa3483c9" providerId="LiveId" clId="{20A26620-95D9-894E-AE55-3DE133FE37BE}" dt="2021-03-22T11:37:33.419" v="2883"/>
          <ac:inkMkLst>
            <pc:docMk/>
            <pc:sldMk cId="3966679043" sldId="278"/>
            <ac:inkMk id="168" creationId="{50CD1CA0-B230-144E-862F-35BB7F1E5D26}"/>
          </ac:inkMkLst>
        </pc:inkChg>
        <pc:inkChg chg="add topLvl">
          <ac:chgData name="Aggie Menezes" userId="74619c95fa3483c9" providerId="LiveId" clId="{20A26620-95D9-894E-AE55-3DE133FE37BE}" dt="2021-03-22T11:37:33.419" v="2883"/>
          <ac:inkMkLst>
            <pc:docMk/>
            <pc:sldMk cId="3966679043" sldId="278"/>
            <ac:inkMk id="169" creationId="{20F1D4C2-B464-0746-B5F2-6BE9DE4E641D}"/>
          </ac:inkMkLst>
        </pc:inkChg>
        <pc:inkChg chg="add topLvl">
          <ac:chgData name="Aggie Menezes" userId="74619c95fa3483c9" providerId="LiveId" clId="{20A26620-95D9-894E-AE55-3DE133FE37BE}" dt="2021-03-22T11:37:33.419" v="2883"/>
          <ac:inkMkLst>
            <pc:docMk/>
            <pc:sldMk cId="3966679043" sldId="278"/>
            <ac:inkMk id="171" creationId="{EF9CF8E6-9319-8A41-BA9C-EF5E865404D5}"/>
          </ac:inkMkLst>
        </pc:inkChg>
        <pc:inkChg chg="add topLvl">
          <ac:chgData name="Aggie Menezes" userId="74619c95fa3483c9" providerId="LiveId" clId="{20A26620-95D9-894E-AE55-3DE133FE37BE}" dt="2021-03-22T11:37:33.419" v="2883"/>
          <ac:inkMkLst>
            <pc:docMk/>
            <pc:sldMk cId="3966679043" sldId="278"/>
            <ac:inkMk id="172" creationId="{8459A92E-F96B-554E-8EF5-1BD189D62CE8}"/>
          </ac:inkMkLst>
        </pc:inkChg>
        <pc:inkChg chg="add topLvl">
          <ac:chgData name="Aggie Menezes" userId="74619c95fa3483c9" providerId="LiveId" clId="{20A26620-95D9-894E-AE55-3DE133FE37BE}" dt="2021-03-22T11:37:33.419" v="2883"/>
          <ac:inkMkLst>
            <pc:docMk/>
            <pc:sldMk cId="3966679043" sldId="278"/>
            <ac:inkMk id="173" creationId="{CEF2FDA8-E641-5F41-9D53-09F1879683D3}"/>
          </ac:inkMkLst>
        </pc:inkChg>
        <pc:inkChg chg="add topLvl">
          <ac:chgData name="Aggie Menezes" userId="74619c95fa3483c9" providerId="LiveId" clId="{20A26620-95D9-894E-AE55-3DE133FE37BE}" dt="2021-03-22T11:37:33.419" v="2883"/>
          <ac:inkMkLst>
            <pc:docMk/>
            <pc:sldMk cId="3966679043" sldId="278"/>
            <ac:inkMk id="174" creationId="{0AB6941D-A79A-7747-8E5A-9DFCD098EC58}"/>
          </ac:inkMkLst>
        </pc:inkChg>
        <pc:inkChg chg="add topLvl">
          <ac:chgData name="Aggie Menezes" userId="74619c95fa3483c9" providerId="LiveId" clId="{20A26620-95D9-894E-AE55-3DE133FE37BE}" dt="2021-03-22T11:37:33.419" v="2883"/>
          <ac:inkMkLst>
            <pc:docMk/>
            <pc:sldMk cId="3966679043" sldId="278"/>
            <ac:inkMk id="175" creationId="{E5B32552-4A47-464E-AAC8-F32A8F1903B4}"/>
          </ac:inkMkLst>
        </pc:inkChg>
        <pc:inkChg chg="add topLvl">
          <ac:chgData name="Aggie Menezes" userId="74619c95fa3483c9" providerId="LiveId" clId="{20A26620-95D9-894E-AE55-3DE133FE37BE}" dt="2021-03-22T11:37:33.419" v="2883"/>
          <ac:inkMkLst>
            <pc:docMk/>
            <pc:sldMk cId="3966679043" sldId="278"/>
            <ac:inkMk id="177" creationId="{4A20F7EB-55E5-6745-A9D0-C2951BA567D9}"/>
          </ac:inkMkLst>
        </pc:inkChg>
        <pc:inkChg chg="add topLvl">
          <ac:chgData name="Aggie Menezes" userId="74619c95fa3483c9" providerId="LiveId" clId="{20A26620-95D9-894E-AE55-3DE133FE37BE}" dt="2021-03-22T11:37:33.419" v="2883"/>
          <ac:inkMkLst>
            <pc:docMk/>
            <pc:sldMk cId="3966679043" sldId="278"/>
            <ac:inkMk id="178" creationId="{35D170BF-DBD7-8C42-B583-DFF26C7A6D19}"/>
          </ac:inkMkLst>
        </pc:inkChg>
        <pc:inkChg chg="add topLvl">
          <ac:chgData name="Aggie Menezes" userId="74619c95fa3483c9" providerId="LiveId" clId="{20A26620-95D9-894E-AE55-3DE133FE37BE}" dt="2021-03-22T11:37:33.419" v="2883"/>
          <ac:inkMkLst>
            <pc:docMk/>
            <pc:sldMk cId="3966679043" sldId="278"/>
            <ac:inkMk id="179" creationId="{CE58EA92-E650-FF4B-B419-B82519D0B3B3}"/>
          </ac:inkMkLst>
        </pc:inkChg>
        <pc:inkChg chg="add">
          <ac:chgData name="Aggie Menezes" userId="74619c95fa3483c9" providerId="LiveId" clId="{20A26620-95D9-894E-AE55-3DE133FE37BE}" dt="2021-03-22T11:37:32.295" v="2881"/>
          <ac:inkMkLst>
            <pc:docMk/>
            <pc:sldMk cId="3966679043" sldId="278"/>
            <ac:inkMk id="181" creationId="{EB0E6629-E24B-7A40-B4DB-1CF479D749E9}"/>
          </ac:inkMkLst>
        </pc:inkChg>
        <pc:inkChg chg="add">
          <ac:chgData name="Aggie Menezes" userId="74619c95fa3483c9" providerId="LiveId" clId="{20A26620-95D9-894E-AE55-3DE133FE37BE}" dt="2021-03-22T11:37:32.512" v="2882"/>
          <ac:inkMkLst>
            <pc:docMk/>
            <pc:sldMk cId="3966679043" sldId="278"/>
            <ac:inkMk id="182" creationId="{1D7CD38C-936E-494C-AAB6-5FE25CDC4ECF}"/>
          </ac:inkMkLst>
        </pc:inkChg>
      </pc:sldChg>
      <pc:sldChg chg="addSp delSp">
        <pc:chgData name="Aggie Menezes" userId="74619c95fa3483c9" providerId="LiveId" clId="{20A26620-95D9-894E-AE55-3DE133FE37BE}" dt="2021-03-22T10:09:35.502" v="2416"/>
        <pc:sldMkLst>
          <pc:docMk/>
          <pc:sldMk cId="2603362420" sldId="279"/>
        </pc:sldMkLst>
        <pc:grpChg chg="add">
          <ac:chgData name="Aggie Menezes" userId="74619c95fa3483c9" providerId="LiveId" clId="{20A26620-95D9-894E-AE55-3DE133FE37BE}" dt="2021-03-22T10:01:12.112" v="2390"/>
          <ac:grpSpMkLst>
            <pc:docMk/>
            <pc:sldMk cId="2603362420" sldId="279"/>
            <ac:grpSpMk id="32" creationId="{04CC3DE4-CF9E-1844-97FC-8E37CCB18136}"/>
          </ac:grpSpMkLst>
        </pc:grpChg>
        <pc:grpChg chg="add del">
          <ac:chgData name="Aggie Menezes" userId="74619c95fa3483c9" providerId="LiveId" clId="{20A26620-95D9-894E-AE55-3DE133FE37BE}" dt="2021-03-22T10:06:12.228" v="2398"/>
          <ac:grpSpMkLst>
            <pc:docMk/>
            <pc:sldMk cId="2603362420" sldId="279"/>
            <ac:grpSpMk id="47" creationId="{55C54FF8-D333-3C4B-8416-5302517A8123}"/>
          </ac:grpSpMkLst>
        </pc:grpChg>
        <pc:grpChg chg="add del">
          <ac:chgData name="Aggie Menezes" userId="74619c95fa3483c9" providerId="LiveId" clId="{20A26620-95D9-894E-AE55-3DE133FE37BE}" dt="2021-03-22T10:06:14.372" v="2400"/>
          <ac:grpSpMkLst>
            <pc:docMk/>
            <pc:sldMk cId="2603362420" sldId="279"/>
            <ac:grpSpMk id="50" creationId="{54F579BE-281C-134C-9859-29BA79C75A6C}"/>
          </ac:grpSpMkLst>
        </pc:grpChg>
        <pc:grpChg chg="add del">
          <ac:chgData name="Aggie Menezes" userId="74619c95fa3483c9" providerId="LiveId" clId="{20A26620-95D9-894E-AE55-3DE133FE37BE}" dt="2021-03-22T10:06:23.029" v="2412"/>
          <ac:grpSpMkLst>
            <pc:docMk/>
            <pc:sldMk cId="2603362420" sldId="279"/>
            <ac:grpSpMk id="55" creationId="{D9986C1C-8413-FA46-9FC4-0EF58ADD639F}"/>
          </ac:grpSpMkLst>
        </pc:grpChg>
        <pc:grpChg chg="add del">
          <ac:chgData name="Aggie Menezes" userId="74619c95fa3483c9" providerId="LiveId" clId="{20A26620-95D9-894E-AE55-3DE133FE37BE}" dt="2021-03-22T10:09:35.502" v="2416"/>
          <ac:grpSpMkLst>
            <pc:docMk/>
            <pc:sldMk cId="2603362420" sldId="279"/>
            <ac:grpSpMk id="83" creationId="{88EA4B06-B35D-7342-846B-3118483FA42C}"/>
          </ac:grpSpMkLst>
        </pc:grpChg>
        <pc:grpChg chg="add del">
          <ac:chgData name="Aggie Menezes" userId="74619c95fa3483c9" providerId="LiveId" clId="{20A26620-95D9-894E-AE55-3DE133FE37BE}" dt="2021-03-22T10:09:35.502" v="2416"/>
          <ac:grpSpMkLst>
            <pc:docMk/>
            <pc:sldMk cId="2603362420" sldId="279"/>
            <ac:grpSpMk id="84" creationId="{60E3A8C6-F752-4C49-AFD1-AAD19CD58730}"/>
          </ac:grpSpMkLst>
        </pc:grpChg>
        <pc:grpChg chg="add">
          <ac:chgData name="Aggie Menezes" userId="74619c95fa3483c9" providerId="LiveId" clId="{20A26620-95D9-894E-AE55-3DE133FE37BE}" dt="2021-03-22T10:09:35.502" v="2416"/>
          <ac:grpSpMkLst>
            <pc:docMk/>
            <pc:sldMk cId="2603362420" sldId="279"/>
            <ac:grpSpMk id="88" creationId="{2A9228CC-6678-5E47-9075-D6357E0A38FD}"/>
          </ac:grpSpMkLst>
        </pc:grpChg>
        <pc:inkChg chg="add">
          <ac:chgData name="Aggie Menezes" userId="74619c95fa3483c9" providerId="LiveId" clId="{20A26620-95D9-894E-AE55-3DE133FE37BE}" dt="2021-03-22T10:01:07.366" v="2380"/>
          <ac:inkMkLst>
            <pc:docMk/>
            <pc:sldMk cId="2603362420" sldId="279"/>
            <ac:inkMk id="2" creationId="{9BE1C7B1-86E9-4B4C-A961-49A4CF534D5B}"/>
          </ac:inkMkLst>
        </pc:inkChg>
        <pc:inkChg chg="add">
          <ac:chgData name="Aggie Menezes" userId="74619c95fa3483c9" providerId="LiveId" clId="{20A26620-95D9-894E-AE55-3DE133FE37BE}" dt="2021-03-22T10:01:07.744" v="2381"/>
          <ac:inkMkLst>
            <pc:docMk/>
            <pc:sldMk cId="2603362420" sldId="279"/>
            <ac:inkMk id="16" creationId="{F5A37358-3BBE-AD4A-A71E-97083BBDAF2A}"/>
          </ac:inkMkLst>
        </pc:inkChg>
        <pc:inkChg chg="add">
          <ac:chgData name="Aggie Menezes" userId="74619c95fa3483c9" providerId="LiveId" clId="{20A26620-95D9-894E-AE55-3DE133FE37BE}" dt="2021-03-22T10:01:08.165" v="2382"/>
          <ac:inkMkLst>
            <pc:docMk/>
            <pc:sldMk cId="2603362420" sldId="279"/>
            <ac:inkMk id="19" creationId="{E293D7BA-ACBA-CC4C-BAD7-A6E38C66317C}"/>
          </ac:inkMkLst>
        </pc:inkChg>
        <pc:inkChg chg="add">
          <ac:chgData name="Aggie Menezes" userId="74619c95fa3483c9" providerId="LiveId" clId="{20A26620-95D9-894E-AE55-3DE133FE37BE}" dt="2021-03-22T10:01:08.567" v="2383"/>
          <ac:inkMkLst>
            <pc:docMk/>
            <pc:sldMk cId="2603362420" sldId="279"/>
            <ac:inkMk id="21" creationId="{97A17839-BE41-714D-A231-D258931021C7}"/>
          </ac:inkMkLst>
        </pc:inkChg>
        <pc:inkChg chg="add">
          <ac:chgData name="Aggie Menezes" userId="74619c95fa3483c9" providerId="LiveId" clId="{20A26620-95D9-894E-AE55-3DE133FE37BE}" dt="2021-03-22T10:01:08.985" v="2384"/>
          <ac:inkMkLst>
            <pc:docMk/>
            <pc:sldMk cId="2603362420" sldId="279"/>
            <ac:inkMk id="25" creationId="{5BA7239A-292B-F341-B86C-C82AC1EB6565}"/>
          </ac:inkMkLst>
        </pc:inkChg>
        <pc:inkChg chg="add">
          <ac:chgData name="Aggie Menezes" userId="74619c95fa3483c9" providerId="LiveId" clId="{20A26620-95D9-894E-AE55-3DE133FE37BE}" dt="2021-03-22T10:01:09.723" v="2385"/>
          <ac:inkMkLst>
            <pc:docMk/>
            <pc:sldMk cId="2603362420" sldId="279"/>
            <ac:inkMk id="26" creationId="{05BF9D6E-9D2A-8D42-B663-0A2881794F19}"/>
          </ac:inkMkLst>
        </pc:inkChg>
        <pc:inkChg chg="add">
          <ac:chgData name="Aggie Menezes" userId="74619c95fa3483c9" providerId="LiveId" clId="{20A26620-95D9-894E-AE55-3DE133FE37BE}" dt="2021-03-22T10:01:10.014" v="2386"/>
          <ac:inkMkLst>
            <pc:docMk/>
            <pc:sldMk cId="2603362420" sldId="279"/>
            <ac:inkMk id="27" creationId="{6A7AB10C-0913-424F-95FC-C94A9861E0BF}"/>
          </ac:inkMkLst>
        </pc:inkChg>
        <pc:inkChg chg="add">
          <ac:chgData name="Aggie Menezes" userId="74619c95fa3483c9" providerId="LiveId" clId="{20A26620-95D9-894E-AE55-3DE133FE37BE}" dt="2021-03-22T10:01:10.201" v="2387"/>
          <ac:inkMkLst>
            <pc:docMk/>
            <pc:sldMk cId="2603362420" sldId="279"/>
            <ac:inkMk id="28" creationId="{54F807E2-CA75-174D-835B-B0B73D7E4585}"/>
          </ac:inkMkLst>
        </pc:inkChg>
        <pc:inkChg chg="add">
          <ac:chgData name="Aggie Menezes" userId="74619c95fa3483c9" providerId="LiveId" clId="{20A26620-95D9-894E-AE55-3DE133FE37BE}" dt="2021-03-22T10:01:10.845" v="2388"/>
          <ac:inkMkLst>
            <pc:docMk/>
            <pc:sldMk cId="2603362420" sldId="279"/>
            <ac:inkMk id="29" creationId="{379ED68C-2846-5244-858C-9BC2B0867C96}"/>
          </ac:inkMkLst>
        </pc:inkChg>
        <pc:inkChg chg="add">
          <ac:chgData name="Aggie Menezes" userId="74619c95fa3483c9" providerId="LiveId" clId="{20A26620-95D9-894E-AE55-3DE133FE37BE}" dt="2021-03-22T10:01:11.512" v="2389"/>
          <ac:inkMkLst>
            <pc:docMk/>
            <pc:sldMk cId="2603362420" sldId="279"/>
            <ac:inkMk id="30" creationId="{E33480D8-ED0D-1F4A-993B-C5029AEEF5B9}"/>
          </ac:inkMkLst>
        </pc:inkChg>
        <pc:inkChg chg="add topLvl">
          <ac:chgData name="Aggie Menezes" userId="74619c95fa3483c9" providerId="LiveId" clId="{20A26620-95D9-894E-AE55-3DE133FE37BE}" dt="2021-03-22T10:09:35.502" v="2416"/>
          <ac:inkMkLst>
            <pc:docMk/>
            <pc:sldMk cId="2603362420" sldId="279"/>
            <ac:inkMk id="36" creationId="{92586030-C166-D144-B636-F7FCB59A3565}"/>
          </ac:inkMkLst>
        </pc:inkChg>
        <pc:inkChg chg="add topLvl">
          <ac:chgData name="Aggie Menezes" userId="74619c95fa3483c9" providerId="LiveId" clId="{20A26620-95D9-894E-AE55-3DE133FE37BE}" dt="2021-03-22T10:09:35.502" v="2416"/>
          <ac:inkMkLst>
            <pc:docMk/>
            <pc:sldMk cId="2603362420" sldId="279"/>
            <ac:inkMk id="37" creationId="{C60AC62C-AD4C-F949-8B6F-F3616E785F7E}"/>
          </ac:inkMkLst>
        </pc:inkChg>
        <pc:inkChg chg="add topLvl">
          <ac:chgData name="Aggie Menezes" userId="74619c95fa3483c9" providerId="LiveId" clId="{20A26620-95D9-894E-AE55-3DE133FE37BE}" dt="2021-03-22T10:09:35.502" v="2416"/>
          <ac:inkMkLst>
            <pc:docMk/>
            <pc:sldMk cId="2603362420" sldId="279"/>
            <ac:inkMk id="42" creationId="{58C0F7EE-8761-694D-9D50-8F999FBDA9FD}"/>
          </ac:inkMkLst>
        </pc:inkChg>
        <pc:inkChg chg="add topLvl">
          <ac:chgData name="Aggie Menezes" userId="74619c95fa3483c9" providerId="LiveId" clId="{20A26620-95D9-894E-AE55-3DE133FE37BE}" dt="2021-03-22T10:09:35.502" v="2416"/>
          <ac:inkMkLst>
            <pc:docMk/>
            <pc:sldMk cId="2603362420" sldId="279"/>
            <ac:inkMk id="43" creationId="{F7CF9FAD-ABCD-F84D-9873-08E3C1EF701C}"/>
          </ac:inkMkLst>
        </pc:inkChg>
        <pc:inkChg chg="add topLvl">
          <ac:chgData name="Aggie Menezes" userId="74619c95fa3483c9" providerId="LiveId" clId="{20A26620-95D9-894E-AE55-3DE133FE37BE}" dt="2021-03-22T10:09:35.502" v="2416"/>
          <ac:inkMkLst>
            <pc:docMk/>
            <pc:sldMk cId="2603362420" sldId="279"/>
            <ac:inkMk id="48" creationId="{E713EDD0-8111-E143-8AF2-31E28099F96E}"/>
          </ac:inkMkLst>
        </pc:inkChg>
        <pc:inkChg chg="add topLvl">
          <ac:chgData name="Aggie Menezes" userId="74619c95fa3483c9" providerId="LiveId" clId="{20A26620-95D9-894E-AE55-3DE133FE37BE}" dt="2021-03-22T10:09:35.502" v="2416"/>
          <ac:inkMkLst>
            <pc:docMk/>
            <pc:sldMk cId="2603362420" sldId="279"/>
            <ac:inkMk id="49" creationId="{DC66F3C9-0BF8-B640-B4E3-3FF68F4BCD7D}"/>
          </ac:inkMkLst>
        </pc:inkChg>
        <pc:inkChg chg="add topLvl">
          <ac:chgData name="Aggie Menezes" userId="74619c95fa3483c9" providerId="LiveId" clId="{20A26620-95D9-894E-AE55-3DE133FE37BE}" dt="2021-03-22T10:09:35.502" v="2416"/>
          <ac:inkMkLst>
            <pc:docMk/>
            <pc:sldMk cId="2603362420" sldId="279"/>
            <ac:inkMk id="53" creationId="{16F175D3-5446-0D4B-9CC5-4029C5C2ABC9}"/>
          </ac:inkMkLst>
        </pc:inkChg>
        <pc:inkChg chg="add topLvl">
          <ac:chgData name="Aggie Menezes" userId="74619c95fa3483c9" providerId="LiveId" clId="{20A26620-95D9-894E-AE55-3DE133FE37BE}" dt="2021-03-22T10:09:35.502" v="2416"/>
          <ac:inkMkLst>
            <pc:docMk/>
            <pc:sldMk cId="2603362420" sldId="279"/>
            <ac:inkMk id="62" creationId="{4BF8104C-08B3-724C-9BED-3D248DEEA43F}"/>
          </ac:inkMkLst>
        </pc:inkChg>
        <pc:inkChg chg="add topLvl">
          <ac:chgData name="Aggie Menezes" userId="74619c95fa3483c9" providerId="LiveId" clId="{20A26620-95D9-894E-AE55-3DE133FE37BE}" dt="2021-03-22T10:09:35.502" v="2416"/>
          <ac:inkMkLst>
            <pc:docMk/>
            <pc:sldMk cId="2603362420" sldId="279"/>
            <ac:inkMk id="63" creationId="{FB683B47-6B1F-7B40-BA47-30CD3CFC93FC}"/>
          </ac:inkMkLst>
        </pc:inkChg>
        <pc:inkChg chg="add topLvl">
          <ac:chgData name="Aggie Menezes" userId="74619c95fa3483c9" providerId="LiveId" clId="{20A26620-95D9-894E-AE55-3DE133FE37BE}" dt="2021-03-22T10:09:35.502" v="2416"/>
          <ac:inkMkLst>
            <pc:docMk/>
            <pc:sldMk cId="2603362420" sldId="279"/>
            <ac:inkMk id="66" creationId="{14B96400-AD34-5247-9A82-2CEEA479B010}"/>
          </ac:inkMkLst>
        </pc:inkChg>
        <pc:inkChg chg="add topLvl">
          <ac:chgData name="Aggie Menezes" userId="74619c95fa3483c9" providerId="LiveId" clId="{20A26620-95D9-894E-AE55-3DE133FE37BE}" dt="2021-03-22T10:09:35.502" v="2416"/>
          <ac:inkMkLst>
            <pc:docMk/>
            <pc:sldMk cId="2603362420" sldId="279"/>
            <ac:inkMk id="68" creationId="{47ED19DF-6876-4646-8758-B5BA13B239F4}"/>
          </ac:inkMkLst>
        </pc:inkChg>
        <pc:inkChg chg="add topLvl">
          <ac:chgData name="Aggie Menezes" userId="74619c95fa3483c9" providerId="LiveId" clId="{20A26620-95D9-894E-AE55-3DE133FE37BE}" dt="2021-03-22T10:09:35.502" v="2416"/>
          <ac:inkMkLst>
            <pc:docMk/>
            <pc:sldMk cId="2603362420" sldId="279"/>
            <ac:inkMk id="71" creationId="{F79431E0-33AD-4F4A-B855-05595FCB118A}"/>
          </ac:inkMkLst>
        </pc:inkChg>
        <pc:inkChg chg="add topLvl">
          <ac:chgData name="Aggie Menezes" userId="74619c95fa3483c9" providerId="LiveId" clId="{20A26620-95D9-894E-AE55-3DE133FE37BE}" dt="2021-03-22T10:09:35.502" v="2416"/>
          <ac:inkMkLst>
            <pc:docMk/>
            <pc:sldMk cId="2603362420" sldId="279"/>
            <ac:inkMk id="77" creationId="{17264C03-CD88-8740-9072-0EBCB622F001}"/>
          </ac:inkMkLst>
        </pc:inkChg>
        <pc:inkChg chg="add topLvl">
          <ac:chgData name="Aggie Menezes" userId="74619c95fa3483c9" providerId="LiveId" clId="{20A26620-95D9-894E-AE55-3DE133FE37BE}" dt="2021-03-22T10:09:35.502" v="2416"/>
          <ac:inkMkLst>
            <pc:docMk/>
            <pc:sldMk cId="2603362420" sldId="279"/>
            <ac:inkMk id="78" creationId="{CA2E1BD2-9EE8-F04A-93A2-F7BD8F2BE935}"/>
          </ac:inkMkLst>
        </pc:inkChg>
        <pc:inkChg chg="add topLvl">
          <ac:chgData name="Aggie Menezes" userId="74619c95fa3483c9" providerId="LiveId" clId="{20A26620-95D9-894E-AE55-3DE133FE37BE}" dt="2021-03-22T10:09:35.502" v="2416"/>
          <ac:inkMkLst>
            <pc:docMk/>
            <pc:sldMk cId="2603362420" sldId="279"/>
            <ac:inkMk id="79" creationId="{8BCCC529-74B7-B54B-8357-B405E6E2C370}"/>
          </ac:inkMkLst>
        </pc:inkChg>
        <pc:inkChg chg="add topLvl">
          <ac:chgData name="Aggie Menezes" userId="74619c95fa3483c9" providerId="LiveId" clId="{20A26620-95D9-894E-AE55-3DE133FE37BE}" dt="2021-03-22T10:09:35.502" v="2416"/>
          <ac:inkMkLst>
            <pc:docMk/>
            <pc:sldMk cId="2603362420" sldId="279"/>
            <ac:inkMk id="80" creationId="{9861E7A5-3C1B-1B4C-887E-217D963EF15F}"/>
          </ac:inkMkLst>
        </pc:inkChg>
        <pc:inkChg chg="add topLvl">
          <ac:chgData name="Aggie Menezes" userId="74619c95fa3483c9" providerId="LiveId" clId="{20A26620-95D9-894E-AE55-3DE133FE37BE}" dt="2021-03-22T10:09:35.502" v="2416"/>
          <ac:inkMkLst>
            <pc:docMk/>
            <pc:sldMk cId="2603362420" sldId="279"/>
            <ac:inkMk id="81" creationId="{B75E4924-0447-1644-96A0-9337FF64F5E0}"/>
          </ac:inkMkLst>
        </pc:inkChg>
        <pc:inkChg chg="add topLvl">
          <ac:chgData name="Aggie Menezes" userId="74619c95fa3483c9" providerId="LiveId" clId="{20A26620-95D9-894E-AE55-3DE133FE37BE}" dt="2021-03-22T10:09:35.502" v="2416"/>
          <ac:inkMkLst>
            <pc:docMk/>
            <pc:sldMk cId="2603362420" sldId="279"/>
            <ac:inkMk id="82" creationId="{89C48926-6EAB-9240-AA60-69698E1EBF96}"/>
          </ac:inkMkLst>
        </pc:inkChg>
        <pc:inkChg chg="add">
          <ac:chgData name="Aggie Menezes" userId="74619c95fa3483c9" providerId="LiveId" clId="{20A26620-95D9-894E-AE55-3DE133FE37BE}" dt="2021-03-22T10:09:33.764" v="2413"/>
          <ac:inkMkLst>
            <pc:docMk/>
            <pc:sldMk cId="2603362420" sldId="279"/>
            <ac:inkMk id="85" creationId="{E3F5AF7E-030E-A44C-B9E5-51EB1DEC3BA7}"/>
          </ac:inkMkLst>
        </pc:inkChg>
        <pc:inkChg chg="add">
          <ac:chgData name="Aggie Menezes" userId="74619c95fa3483c9" providerId="LiveId" clId="{20A26620-95D9-894E-AE55-3DE133FE37BE}" dt="2021-03-22T10:09:34.288" v="2414"/>
          <ac:inkMkLst>
            <pc:docMk/>
            <pc:sldMk cId="2603362420" sldId="279"/>
            <ac:inkMk id="86" creationId="{5C3E1BA7-9AD0-1946-8DFE-3E84E8A7A7F9}"/>
          </ac:inkMkLst>
        </pc:inkChg>
        <pc:inkChg chg="add">
          <ac:chgData name="Aggie Menezes" userId="74619c95fa3483c9" providerId="LiveId" clId="{20A26620-95D9-894E-AE55-3DE133FE37BE}" dt="2021-03-22T10:09:34.646" v="2415"/>
          <ac:inkMkLst>
            <pc:docMk/>
            <pc:sldMk cId="2603362420" sldId="279"/>
            <ac:inkMk id="87" creationId="{9323978A-3F17-B746-A50E-AA52B541892B}"/>
          </ac:inkMkLst>
        </pc:inkChg>
      </pc:sldChg>
      <pc:sldChg chg="addSp delSp">
        <pc:chgData name="Aggie Menezes" userId="74619c95fa3483c9" providerId="LiveId" clId="{20A26620-95D9-894E-AE55-3DE133FE37BE}" dt="2021-03-09T03:01:44.993" v="1748"/>
        <pc:sldMkLst>
          <pc:docMk/>
          <pc:sldMk cId="2809466778" sldId="280"/>
        </pc:sldMkLst>
        <pc:grpChg chg="add">
          <ac:chgData name="Aggie Menezes" userId="74619c95fa3483c9" providerId="LiveId" clId="{20A26620-95D9-894E-AE55-3DE133FE37BE}" dt="2021-03-09T03:00:42.284" v="1702"/>
          <ac:grpSpMkLst>
            <pc:docMk/>
            <pc:sldMk cId="2809466778" sldId="280"/>
            <ac:grpSpMk id="7" creationId="{83BE1CB9-5C02-7449-A16D-74E811674828}"/>
          </ac:grpSpMkLst>
        </pc:grpChg>
        <pc:grpChg chg="add del">
          <ac:chgData name="Aggie Menezes" userId="74619c95fa3483c9" providerId="LiveId" clId="{20A26620-95D9-894E-AE55-3DE133FE37BE}" dt="2021-03-06T04:05:56.081" v="1491"/>
          <ac:grpSpMkLst>
            <pc:docMk/>
            <pc:sldMk cId="2809466778" sldId="280"/>
            <ac:grpSpMk id="10" creationId="{0D651730-AD24-1442-9F62-068D43E0A937}"/>
          </ac:grpSpMkLst>
        </pc:grpChg>
        <pc:grpChg chg="add">
          <ac:chgData name="Aggie Menezes" userId="74619c95fa3483c9" providerId="LiveId" clId="{20A26620-95D9-894E-AE55-3DE133FE37BE}" dt="2021-03-06T04:05:51.296" v="1484"/>
          <ac:grpSpMkLst>
            <pc:docMk/>
            <pc:sldMk cId="2809466778" sldId="280"/>
            <ac:grpSpMk id="11" creationId="{E6BB7FE7-E172-1847-AAFE-4538182B96B2}"/>
          </ac:grpSpMkLst>
        </pc:grpChg>
        <pc:grpChg chg="add">
          <ac:chgData name="Aggie Menezes" userId="74619c95fa3483c9" providerId="LiveId" clId="{20A26620-95D9-894E-AE55-3DE133FE37BE}" dt="2021-03-09T03:00:44.977" v="1707"/>
          <ac:grpSpMkLst>
            <pc:docMk/>
            <pc:sldMk cId="2809466778" sldId="280"/>
            <ac:grpSpMk id="13" creationId="{2266C22E-6D00-D145-B315-3C18B18D8DE2}"/>
          </ac:grpSpMkLst>
        </pc:grpChg>
        <pc:grpChg chg="add del">
          <ac:chgData name="Aggie Menezes" userId="74619c95fa3483c9" providerId="LiveId" clId="{20A26620-95D9-894E-AE55-3DE133FE37BE}" dt="2021-03-09T03:00:55.096" v="1714"/>
          <ac:grpSpMkLst>
            <pc:docMk/>
            <pc:sldMk cId="2809466778" sldId="280"/>
            <ac:grpSpMk id="18" creationId="{4B1E542A-A8EA-0044-A990-A20CBE91B222}"/>
          </ac:grpSpMkLst>
        </pc:grpChg>
        <pc:grpChg chg="add">
          <ac:chgData name="Aggie Menezes" userId="74619c95fa3483c9" providerId="LiveId" clId="{20A26620-95D9-894E-AE55-3DE133FE37BE}" dt="2021-03-06T04:05:56.081" v="1491"/>
          <ac:grpSpMkLst>
            <pc:docMk/>
            <pc:sldMk cId="2809466778" sldId="280"/>
            <ac:grpSpMk id="18" creationId="{A78F65DD-02FC-5D44-A3CE-23796E4D56A1}"/>
          </ac:grpSpMkLst>
        </pc:grpChg>
        <pc:grpChg chg="add del">
          <ac:chgData name="Aggie Menezes" userId="74619c95fa3483c9" providerId="LiveId" clId="{20A26620-95D9-894E-AE55-3DE133FE37BE}" dt="2021-03-09T03:00:58.168" v="1719"/>
          <ac:grpSpMkLst>
            <pc:docMk/>
            <pc:sldMk cId="2809466778" sldId="280"/>
            <ac:grpSpMk id="20" creationId="{C91477FF-0327-E646-80DA-A44868B8963F}"/>
          </ac:grpSpMkLst>
        </pc:grpChg>
        <pc:grpChg chg="add">
          <ac:chgData name="Aggie Menezes" userId="74619c95fa3483c9" providerId="LiveId" clId="{20A26620-95D9-894E-AE55-3DE133FE37BE}" dt="2021-03-06T04:05:58.465" v="1496"/>
          <ac:grpSpMkLst>
            <pc:docMk/>
            <pc:sldMk cId="2809466778" sldId="280"/>
            <ac:grpSpMk id="23" creationId="{2DD53998-B278-3940-95E7-36451666F7F9}"/>
          </ac:grpSpMkLst>
        </pc:grpChg>
        <pc:grpChg chg="add del">
          <ac:chgData name="Aggie Menezes" userId="74619c95fa3483c9" providerId="LiveId" clId="{20A26620-95D9-894E-AE55-3DE133FE37BE}" dt="2021-03-09T03:00:59.296" v="1721"/>
          <ac:grpSpMkLst>
            <pc:docMk/>
            <pc:sldMk cId="2809466778" sldId="280"/>
            <ac:grpSpMk id="25" creationId="{F1A0A0FB-8518-E64C-961A-7790C5A218DA}"/>
          </ac:grpSpMkLst>
        </pc:grpChg>
        <pc:grpChg chg="add del">
          <ac:chgData name="Aggie Menezes" userId="74619c95fa3483c9" providerId="LiveId" clId="{20A26620-95D9-894E-AE55-3DE133FE37BE}" dt="2021-03-09T03:01:00.515" v="1723"/>
          <ac:grpSpMkLst>
            <pc:docMk/>
            <pc:sldMk cId="2809466778" sldId="280"/>
            <ac:grpSpMk id="27" creationId="{01EA9B67-3C9E-4440-B101-D6D2955BA8D7}"/>
          </ac:grpSpMkLst>
        </pc:grpChg>
        <pc:grpChg chg="add del">
          <ac:chgData name="Aggie Menezes" userId="74619c95fa3483c9" providerId="LiveId" clId="{20A26620-95D9-894E-AE55-3DE133FE37BE}" dt="2021-03-09T03:01:40.368" v="1742"/>
          <ac:grpSpMkLst>
            <pc:docMk/>
            <pc:sldMk cId="2809466778" sldId="280"/>
            <ac:grpSpMk id="29" creationId="{99912E8F-0DD6-8B4E-9185-CEFDB988BC78}"/>
          </ac:grpSpMkLst>
        </pc:grpChg>
        <pc:grpChg chg="add">
          <ac:chgData name="Aggie Menezes" userId="74619c95fa3483c9" providerId="LiveId" clId="{20A26620-95D9-894E-AE55-3DE133FE37BE}" dt="2021-03-09T03:01:07.884" v="1729"/>
          <ac:grpSpMkLst>
            <pc:docMk/>
            <pc:sldMk cId="2809466778" sldId="280"/>
            <ac:grpSpMk id="35" creationId="{6604AC1C-4AED-274B-830C-441A60397B52}"/>
          </ac:grpSpMkLst>
        </pc:grpChg>
        <pc:grpChg chg="add">
          <ac:chgData name="Aggie Menezes" userId="74619c95fa3483c9" providerId="LiveId" clId="{20A26620-95D9-894E-AE55-3DE133FE37BE}" dt="2021-03-09T03:01:07.884" v="1729"/>
          <ac:grpSpMkLst>
            <pc:docMk/>
            <pc:sldMk cId="2809466778" sldId="280"/>
            <ac:grpSpMk id="36" creationId="{EBA64D0C-25C4-CD48-B839-8BDACB10DF10}"/>
          </ac:grpSpMkLst>
        </pc:grpChg>
        <pc:grpChg chg="add del">
          <ac:chgData name="Aggie Menezes" userId="74619c95fa3483c9" providerId="LiveId" clId="{20A26620-95D9-894E-AE55-3DE133FE37BE}" dt="2021-03-09T03:01:24.841" v="1737"/>
          <ac:grpSpMkLst>
            <pc:docMk/>
            <pc:sldMk cId="2809466778" sldId="280"/>
            <ac:grpSpMk id="43" creationId="{C09BDCC2-A74F-3D42-958A-9326D88133C0}"/>
          </ac:grpSpMkLst>
        </pc:grpChg>
        <pc:grpChg chg="add del">
          <ac:chgData name="Aggie Menezes" userId="74619c95fa3483c9" providerId="LiveId" clId="{20A26620-95D9-894E-AE55-3DE133FE37BE}" dt="2021-03-09T03:01:40.368" v="1742"/>
          <ac:grpSpMkLst>
            <pc:docMk/>
            <pc:sldMk cId="2809466778" sldId="280"/>
            <ac:grpSpMk id="45" creationId="{AD2CB221-0C0B-F744-8959-44878A2BF816}"/>
          </ac:grpSpMkLst>
        </pc:grpChg>
        <pc:grpChg chg="add">
          <ac:chgData name="Aggie Menezes" userId="74619c95fa3483c9" providerId="LiveId" clId="{20A26620-95D9-894E-AE55-3DE133FE37BE}" dt="2021-03-09T03:01:40.368" v="1742"/>
          <ac:grpSpMkLst>
            <pc:docMk/>
            <pc:sldMk cId="2809466778" sldId="280"/>
            <ac:grpSpMk id="60" creationId="{74A60EF8-C7E9-4C4A-A015-369CE2F93AAD}"/>
          </ac:grpSpMkLst>
        </pc:grpChg>
        <pc:grpChg chg="add">
          <ac:chgData name="Aggie Menezes" userId="74619c95fa3483c9" providerId="LiveId" clId="{20A26620-95D9-894E-AE55-3DE133FE37BE}" dt="2021-03-09T03:01:44.993" v="1748"/>
          <ac:grpSpMkLst>
            <pc:docMk/>
            <pc:sldMk cId="2809466778" sldId="280"/>
            <ac:grpSpMk id="66" creationId="{0B1ECA8B-C5A0-2141-825F-101F226B0739}"/>
          </ac:grpSpMkLst>
        </pc:grpChg>
        <pc:inkChg chg="add">
          <ac:chgData name="Aggie Menezes" userId="74619c95fa3483c9" providerId="LiveId" clId="{20A26620-95D9-894E-AE55-3DE133FE37BE}" dt="2021-03-09T03:00:40.663" v="1700"/>
          <ac:inkMkLst>
            <pc:docMk/>
            <pc:sldMk cId="2809466778" sldId="280"/>
            <ac:inkMk id="4" creationId="{8EFF55A4-BACE-7940-AC25-772F189C8D22}"/>
          </ac:inkMkLst>
        </pc:inkChg>
        <pc:inkChg chg="add">
          <ac:chgData name="Aggie Menezes" userId="74619c95fa3483c9" providerId="LiveId" clId="{20A26620-95D9-894E-AE55-3DE133FE37BE}" dt="2021-03-06T04:05:48.053" v="1480"/>
          <ac:inkMkLst>
            <pc:docMk/>
            <pc:sldMk cId="2809466778" sldId="280"/>
            <ac:inkMk id="4" creationId="{A0E2A930-2509-D341-9E0A-BDBD34A48B6A}"/>
          </ac:inkMkLst>
        </pc:inkChg>
        <pc:inkChg chg="add">
          <ac:chgData name="Aggie Menezes" userId="74619c95fa3483c9" providerId="LiveId" clId="{20A26620-95D9-894E-AE55-3DE133FE37BE}" dt="2021-03-06T04:05:48.784" v="1481"/>
          <ac:inkMkLst>
            <pc:docMk/>
            <pc:sldMk cId="2809466778" sldId="280"/>
            <ac:inkMk id="6" creationId="{559D5F7B-64E4-5B41-9BF7-802CEA8F368A}"/>
          </ac:inkMkLst>
        </pc:inkChg>
        <pc:inkChg chg="add">
          <ac:chgData name="Aggie Menezes" userId="74619c95fa3483c9" providerId="LiveId" clId="{20A26620-95D9-894E-AE55-3DE133FE37BE}" dt="2021-03-09T03:00:41.304" v="1701"/>
          <ac:inkMkLst>
            <pc:docMk/>
            <pc:sldMk cId="2809466778" sldId="280"/>
            <ac:inkMk id="6" creationId="{E8A3457E-36E5-0E4E-91EF-6C9FE761664E}"/>
          </ac:inkMkLst>
        </pc:inkChg>
        <pc:inkChg chg="add topLvl">
          <ac:chgData name="Aggie Menezes" userId="74619c95fa3483c9" providerId="LiveId" clId="{20A26620-95D9-894E-AE55-3DE133FE37BE}" dt="2021-03-06T04:05:56.081" v="1491"/>
          <ac:inkMkLst>
            <pc:docMk/>
            <pc:sldMk cId="2809466778" sldId="280"/>
            <ac:inkMk id="7" creationId="{3718C258-DEB2-E14E-8ED9-BD172C5C2915}"/>
          </ac:inkMkLst>
        </pc:inkChg>
        <pc:inkChg chg="add topLvl">
          <ac:chgData name="Aggie Menezes" userId="74619c95fa3483c9" providerId="LiveId" clId="{20A26620-95D9-894E-AE55-3DE133FE37BE}" dt="2021-03-06T04:05:56.081" v="1491"/>
          <ac:inkMkLst>
            <pc:docMk/>
            <pc:sldMk cId="2809466778" sldId="280"/>
            <ac:inkMk id="8" creationId="{245C173B-9B38-D54F-8A21-26D6647D61A8}"/>
          </ac:inkMkLst>
        </pc:inkChg>
        <pc:inkChg chg="add">
          <ac:chgData name="Aggie Menezes" userId="74619c95fa3483c9" providerId="LiveId" clId="{20A26620-95D9-894E-AE55-3DE133FE37BE}" dt="2021-03-09T03:00:42.829" v="1703"/>
          <ac:inkMkLst>
            <pc:docMk/>
            <pc:sldMk cId="2809466778" sldId="280"/>
            <ac:inkMk id="8" creationId="{8D643962-64C6-5C48-95AE-171C0DE65FCE}"/>
          </ac:inkMkLst>
        </pc:inkChg>
        <pc:inkChg chg="add">
          <ac:chgData name="Aggie Menezes" userId="74619c95fa3483c9" providerId="LiveId" clId="{20A26620-95D9-894E-AE55-3DE133FE37BE}" dt="2021-03-09T03:00:43.318" v="1704"/>
          <ac:inkMkLst>
            <pc:docMk/>
            <pc:sldMk cId="2809466778" sldId="280"/>
            <ac:inkMk id="10" creationId="{2F064DB2-826E-9C48-88D7-CEDBEFDE9586}"/>
          </ac:inkMkLst>
        </pc:inkChg>
        <pc:inkChg chg="add">
          <ac:chgData name="Aggie Menezes" userId="74619c95fa3483c9" providerId="LiveId" clId="{20A26620-95D9-894E-AE55-3DE133FE37BE}" dt="2021-03-09T03:00:43.676" v="1705"/>
          <ac:inkMkLst>
            <pc:docMk/>
            <pc:sldMk cId="2809466778" sldId="280"/>
            <ac:inkMk id="11" creationId="{811F482E-B3A0-F940-AF7D-B79592084C51}"/>
          </ac:inkMkLst>
        </pc:inkChg>
        <pc:inkChg chg="add">
          <ac:chgData name="Aggie Menezes" userId="74619c95fa3483c9" providerId="LiveId" clId="{20A26620-95D9-894E-AE55-3DE133FE37BE}" dt="2021-03-06T04:05:53.331" v="1485"/>
          <ac:inkMkLst>
            <pc:docMk/>
            <pc:sldMk cId="2809466778" sldId="280"/>
            <ac:inkMk id="12" creationId="{3729642E-05D5-F945-BC5A-6C0CB5619BE0}"/>
          </ac:inkMkLst>
        </pc:inkChg>
        <pc:inkChg chg="add">
          <ac:chgData name="Aggie Menezes" userId="74619c95fa3483c9" providerId="LiveId" clId="{20A26620-95D9-894E-AE55-3DE133FE37BE}" dt="2021-03-09T03:00:44.321" v="1706"/>
          <ac:inkMkLst>
            <pc:docMk/>
            <pc:sldMk cId="2809466778" sldId="280"/>
            <ac:inkMk id="12" creationId="{604C66A7-B80F-444E-8ED0-6E7BA53CCF83}"/>
          </ac:inkMkLst>
        </pc:inkChg>
        <pc:inkChg chg="add">
          <ac:chgData name="Aggie Menezes" userId="74619c95fa3483c9" providerId="LiveId" clId="{20A26620-95D9-894E-AE55-3DE133FE37BE}" dt="2021-03-06T04:05:53.693" v="1486"/>
          <ac:inkMkLst>
            <pc:docMk/>
            <pc:sldMk cId="2809466778" sldId="280"/>
            <ac:inkMk id="13" creationId="{3120E0E1-7F00-014A-97BF-74E3168F2919}"/>
          </ac:inkMkLst>
        </pc:inkChg>
        <pc:inkChg chg="add">
          <ac:chgData name="Aggie Menezes" userId="74619c95fa3483c9" providerId="LiveId" clId="{20A26620-95D9-894E-AE55-3DE133FE37BE}" dt="2021-03-06T04:05:53.877" v="1487"/>
          <ac:inkMkLst>
            <pc:docMk/>
            <pc:sldMk cId="2809466778" sldId="280"/>
            <ac:inkMk id="14" creationId="{19046305-1954-1A46-8FE8-8C0F8E654124}"/>
          </ac:inkMkLst>
        </pc:inkChg>
        <pc:inkChg chg="add topLvl">
          <ac:chgData name="Aggie Menezes" userId="74619c95fa3483c9" providerId="LiveId" clId="{20A26620-95D9-894E-AE55-3DE133FE37BE}" dt="2021-03-09T03:01:40.368" v="1742"/>
          <ac:inkMkLst>
            <pc:docMk/>
            <pc:sldMk cId="2809466778" sldId="280"/>
            <ac:inkMk id="14" creationId="{D34AAD5D-DEDC-B145-B6F6-B566FB5532BD}"/>
          </ac:inkMkLst>
        </pc:inkChg>
        <pc:inkChg chg="add topLvl">
          <ac:chgData name="Aggie Menezes" userId="74619c95fa3483c9" providerId="LiveId" clId="{20A26620-95D9-894E-AE55-3DE133FE37BE}" dt="2021-03-09T03:01:40.368" v="1742"/>
          <ac:inkMkLst>
            <pc:docMk/>
            <pc:sldMk cId="2809466778" sldId="280"/>
            <ac:inkMk id="15" creationId="{1EC94595-17A2-7343-BB1F-676D1714AE20}"/>
          </ac:inkMkLst>
        </pc:inkChg>
        <pc:inkChg chg="add">
          <ac:chgData name="Aggie Menezes" userId="74619c95fa3483c9" providerId="LiveId" clId="{20A26620-95D9-894E-AE55-3DE133FE37BE}" dt="2021-03-06T04:05:54.206" v="1488"/>
          <ac:inkMkLst>
            <pc:docMk/>
            <pc:sldMk cId="2809466778" sldId="280"/>
            <ac:inkMk id="15" creationId="{EF97CC93-496C-CD4A-B4E3-AFB73E1116EE}"/>
          </ac:inkMkLst>
        </pc:inkChg>
        <pc:inkChg chg="add topLvl">
          <ac:chgData name="Aggie Menezes" userId="74619c95fa3483c9" providerId="LiveId" clId="{20A26620-95D9-894E-AE55-3DE133FE37BE}" dt="2021-03-09T03:01:40.368" v="1742"/>
          <ac:inkMkLst>
            <pc:docMk/>
            <pc:sldMk cId="2809466778" sldId="280"/>
            <ac:inkMk id="16" creationId="{C743108E-9ACC-8045-B3C1-454AB15A4817}"/>
          </ac:inkMkLst>
        </pc:inkChg>
        <pc:inkChg chg="add">
          <ac:chgData name="Aggie Menezes" userId="74619c95fa3483c9" providerId="LiveId" clId="{20A26620-95D9-894E-AE55-3DE133FE37BE}" dt="2021-03-06T04:05:54.754" v="1489"/>
          <ac:inkMkLst>
            <pc:docMk/>
            <pc:sldMk cId="2809466778" sldId="280"/>
            <ac:inkMk id="16" creationId="{E67D1B33-D051-B242-A706-E316A10A82D3}"/>
          </ac:inkMkLst>
        </pc:inkChg>
        <pc:inkChg chg="add">
          <ac:chgData name="Aggie Menezes" userId="74619c95fa3483c9" providerId="LiveId" clId="{20A26620-95D9-894E-AE55-3DE133FE37BE}" dt="2021-03-06T04:05:55.474" v="1490"/>
          <ac:inkMkLst>
            <pc:docMk/>
            <pc:sldMk cId="2809466778" sldId="280"/>
            <ac:inkMk id="17" creationId="{2ABF0990-54EB-6445-B501-20C9593DF889}"/>
          </ac:inkMkLst>
        </pc:inkChg>
        <pc:inkChg chg="add topLvl">
          <ac:chgData name="Aggie Menezes" userId="74619c95fa3483c9" providerId="LiveId" clId="{20A26620-95D9-894E-AE55-3DE133FE37BE}" dt="2021-03-09T03:01:40.368" v="1742"/>
          <ac:inkMkLst>
            <pc:docMk/>
            <pc:sldMk cId="2809466778" sldId="280"/>
            <ac:inkMk id="17" creationId="{ABAC3806-2FC4-4045-99E3-864974FFF9DF}"/>
          </ac:inkMkLst>
        </pc:inkChg>
        <pc:inkChg chg="add topLvl">
          <ac:chgData name="Aggie Menezes" userId="74619c95fa3483c9" providerId="LiveId" clId="{20A26620-95D9-894E-AE55-3DE133FE37BE}" dt="2021-03-09T03:01:40.368" v="1742"/>
          <ac:inkMkLst>
            <pc:docMk/>
            <pc:sldMk cId="2809466778" sldId="280"/>
            <ac:inkMk id="19" creationId="{5BC7C0BD-30AD-844C-ACE7-D4D6B72E6FBE}"/>
          </ac:inkMkLst>
        </pc:inkChg>
        <pc:inkChg chg="add">
          <ac:chgData name="Aggie Menezes" userId="74619c95fa3483c9" providerId="LiveId" clId="{20A26620-95D9-894E-AE55-3DE133FE37BE}" dt="2021-03-06T04:05:56.285" v="1492"/>
          <ac:inkMkLst>
            <pc:docMk/>
            <pc:sldMk cId="2809466778" sldId="280"/>
            <ac:inkMk id="19" creationId="{A2AD4BBE-8FB5-264F-87B9-5C4C3175C423}"/>
          </ac:inkMkLst>
        </pc:inkChg>
        <pc:inkChg chg="add">
          <ac:chgData name="Aggie Menezes" userId="74619c95fa3483c9" providerId="LiveId" clId="{20A26620-95D9-894E-AE55-3DE133FE37BE}" dt="2021-03-06T04:05:56.449" v="1493"/>
          <ac:inkMkLst>
            <pc:docMk/>
            <pc:sldMk cId="2809466778" sldId="280"/>
            <ac:inkMk id="20" creationId="{C9C495BF-1640-5E49-9A15-1BD21AB0E564}"/>
          </ac:inkMkLst>
        </pc:inkChg>
        <pc:inkChg chg="add topLvl">
          <ac:chgData name="Aggie Menezes" userId="74619c95fa3483c9" providerId="LiveId" clId="{20A26620-95D9-894E-AE55-3DE133FE37BE}" dt="2021-03-09T03:01:40.368" v="1742"/>
          <ac:inkMkLst>
            <pc:docMk/>
            <pc:sldMk cId="2809466778" sldId="280"/>
            <ac:inkMk id="21" creationId="{0D342215-0305-FD4B-A2C5-F61D78E1B361}"/>
          </ac:inkMkLst>
        </pc:inkChg>
        <pc:inkChg chg="add">
          <ac:chgData name="Aggie Menezes" userId="74619c95fa3483c9" providerId="LiveId" clId="{20A26620-95D9-894E-AE55-3DE133FE37BE}" dt="2021-03-06T04:05:56.877" v="1494"/>
          <ac:inkMkLst>
            <pc:docMk/>
            <pc:sldMk cId="2809466778" sldId="280"/>
            <ac:inkMk id="21" creationId="{8323F08F-3A9D-064C-ACB0-A30E76E58C47}"/>
          </ac:inkMkLst>
        </pc:inkChg>
        <pc:inkChg chg="add topLvl">
          <ac:chgData name="Aggie Menezes" userId="74619c95fa3483c9" providerId="LiveId" clId="{20A26620-95D9-894E-AE55-3DE133FE37BE}" dt="2021-03-09T03:01:40.368" v="1742"/>
          <ac:inkMkLst>
            <pc:docMk/>
            <pc:sldMk cId="2809466778" sldId="280"/>
            <ac:inkMk id="22" creationId="{303360B3-760C-3C4E-BBF2-6CBBA2FACDB9}"/>
          </ac:inkMkLst>
        </pc:inkChg>
        <pc:inkChg chg="add">
          <ac:chgData name="Aggie Menezes" userId="74619c95fa3483c9" providerId="LiveId" clId="{20A26620-95D9-894E-AE55-3DE133FE37BE}" dt="2021-03-06T04:05:57.628" v="1495"/>
          <ac:inkMkLst>
            <pc:docMk/>
            <pc:sldMk cId="2809466778" sldId="280"/>
            <ac:inkMk id="22" creationId="{B1B82FD5-AE39-4D46-9682-951944066978}"/>
          </ac:inkMkLst>
        </pc:inkChg>
        <pc:inkChg chg="add topLvl">
          <ac:chgData name="Aggie Menezes" userId="74619c95fa3483c9" providerId="LiveId" clId="{20A26620-95D9-894E-AE55-3DE133FE37BE}" dt="2021-03-09T03:01:40.368" v="1742"/>
          <ac:inkMkLst>
            <pc:docMk/>
            <pc:sldMk cId="2809466778" sldId="280"/>
            <ac:inkMk id="23" creationId="{E5B73FE3-7AEA-814A-8419-C980FDB314A4}"/>
          </ac:inkMkLst>
        </pc:inkChg>
        <pc:inkChg chg="add topLvl">
          <ac:chgData name="Aggie Menezes" userId="74619c95fa3483c9" providerId="LiveId" clId="{20A26620-95D9-894E-AE55-3DE133FE37BE}" dt="2021-03-09T03:01:40.368" v="1742"/>
          <ac:inkMkLst>
            <pc:docMk/>
            <pc:sldMk cId="2809466778" sldId="280"/>
            <ac:inkMk id="24" creationId="{6D039582-AB98-0C42-ABF6-DD406115C71C}"/>
          </ac:inkMkLst>
        </pc:inkChg>
        <pc:inkChg chg="add topLvl">
          <ac:chgData name="Aggie Menezes" userId="74619c95fa3483c9" providerId="LiveId" clId="{20A26620-95D9-894E-AE55-3DE133FE37BE}" dt="2021-03-09T03:01:40.368" v="1742"/>
          <ac:inkMkLst>
            <pc:docMk/>
            <pc:sldMk cId="2809466778" sldId="280"/>
            <ac:inkMk id="26" creationId="{22DF7489-3FAB-1A49-80ED-22B509FAABCF}"/>
          </ac:inkMkLst>
        </pc:inkChg>
        <pc:inkChg chg="add topLvl">
          <ac:chgData name="Aggie Menezes" userId="74619c95fa3483c9" providerId="LiveId" clId="{20A26620-95D9-894E-AE55-3DE133FE37BE}" dt="2021-03-09T03:01:40.368" v="1742"/>
          <ac:inkMkLst>
            <pc:docMk/>
            <pc:sldMk cId="2809466778" sldId="280"/>
            <ac:inkMk id="28" creationId="{9765BE46-6B54-7E4F-9C74-13D086E5936E}"/>
          </ac:inkMkLst>
        </pc:inkChg>
        <pc:inkChg chg="add">
          <ac:chgData name="Aggie Menezes" userId="74619c95fa3483c9" providerId="LiveId" clId="{20A26620-95D9-894E-AE55-3DE133FE37BE}" dt="2021-03-09T03:01:04.140" v="1724"/>
          <ac:inkMkLst>
            <pc:docMk/>
            <pc:sldMk cId="2809466778" sldId="280"/>
            <ac:inkMk id="30" creationId="{1F4D6B61-B30F-B240-B204-333C0364BD56}"/>
          </ac:inkMkLst>
        </pc:inkChg>
        <pc:inkChg chg="add">
          <ac:chgData name="Aggie Menezes" userId="74619c95fa3483c9" providerId="LiveId" clId="{20A26620-95D9-894E-AE55-3DE133FE37BE}" dt="2021-03-09T03:01:04.793" v="1725"/>
          <ac:inkMkLst>
            <pc:docMk/>
            <pc:sldMk cId="2809466778" sldId="280"/>
            <ac:inkMk id="31" creationId="{8E34B4D2-DAFE-9E47-89E7-EF4C0D1C5FCB}"/>
          </ac:inkMkLst>
        </pc:inkChg>
        <pc:inkChg chg="add">
          <ac:chgData name="Aggie Menezes" userId="74619c95fa3483c9" providerId="LiveId" clId="{20A26620-95D9-894E-AE55-3DE133FE37BE}" dt="2021-03-09T03:01:05.878" v="1726"/>
          <ac:inkMkLst>
            <pc:docMk/>
            <pc:sldMk cId="2809466778" sldId="280"/>
            <ac:inkMk id="32" creationId="{04A600BD-DF95-3A4B-8D28-70D29C27D8DB}"/>
          </ac:inkMkLst>
        </pc:inkChg>
        <pc:inkChg chg="add">
          <ac:chgData name="Aggie Menezes" userId="74619c95fa3483c9" providerId="LiveId" clId="{20A26620-95D9-894E-AE55-3DE133FE37BE}" dt="2021-03-09T03:01:06.321" v="1727"/>
          <ac:inkMkLst>
            <pc:docMk/>
            <pc:sldMk cId="2809466778" sldId="280"/>
            <ac:inkMk id="33" creationId="{FE018811-D060-9D43-B7A4-9A4574B9FADD}"/>
          </ac:inkMkLst>
        </pc:inkChg>
        <pc:inkChg chg="add">
          <ac:chgData name="Aggie Menezes" userId="74619c95fa3483c9" providerId="LiveId" clId="{20A26620-95D9-894E-AE55-3DE133FE37BE}" dt="2021-03-09T03:01:06.878" v="1728"/>
          <ac:inkMkLst>
            <pc:docMk/>
            <pc:sldMk cId="2809466778" sldId="280"/>
            <ac:inkMk id="34" creationId="{5E2367D3-36BA-374E-9BAF-A4117ED160EF}"/>
          </ac:inkMkLst>
        </pc:inkChg>
        <pc:inkChg chg="add topLvl">
          <ac:chgData name="Aggie Menezes" userId="74619c95fa3483c9" providerId="LiveId" clId="{20A26620-95D9-894E-AE55-3DE133FE37BE}" dt="2021-03-09T03:01:40.368" v="1742"/>
          <ac:inkMkLst>
            <pc:docMk/>
            <pc:sldMk cId="2809466778" sldId="280"/>
            <ac:inkMk id="37" creationId="{8946DAB5-9933-F844-93B8-42823B4435FD}"/>
          </ac:inkMkLst>
        </pc:inkChg>
        <pc:inkChg chg="add topLvl">
          <ac:chgData name="Aggie Menezes" userId="74619c95fa3483c9" providerId="LiveId" clId="{20A26620-95D9-894E-AE55-3DE133FE37BE}" dt="2021-03-09T03:01:40.368" v="1742"/>
          <ac:inkMkLst>
            <pc:docMk/>
            <pc:sldMk cId="2809466778" sldId="280"/>
            <ac:inkMk id="38" creationId="{D2E9BA5F-4E2B-2547-AD24-87E77003711A}"/>
          </ac:inkMkLst>
        </pc:inkChg>
        <pc:inkChg chg="add topLvl">
          <ac:chgData name="Aggie Menezes" userId="74619c95fa3483c9" providerId="LiveId" clId="{20A26620-95D9-894E-AE55-3DE133FE37BE}" dt="2021-03-09T03:01:40.368" v="1742"/>
          <ac:inkMkLst>
            <pc:docMk/>
            <pc:sldMk cId="2809466778" sldId="280"/>
            <ac:inkMk id="39" creationId="{7BF56938-6FB4-D040-8D1D-0ADCEEC90C3E}"/>
          </ac:inkMkLst>
        </pc:inkChg>
        <pc:inkChg chg="add topLvl">
          <ac:chgData name="Aggie Menezes" userId="74619c95fa3483c9" providerId="LiveId" clId="{20A26620-95D9-894E-AE55-3DE133FE37BE}" dt="2021-03-09T03:01:40.368" v="1742"/>
          <ac:inkMkLst>
            <pc:docMk/>
            <pc:sldMk cId="2809466778" sldId="280"/>
            <ac:inkMk id="40" creationId="{76DB7BB9-BE18-B14E-A0B3-E302D1371C0C}"/>
          </ac:inkMkLst>
        </pc:inkChg>
        <pc:inkChg chg="add topLvl">
          <ac:chgData name="Aggie Menezes" userId="74619c95fa3483c9" providerId="LiveId" clId="{20A26620-95D9-894E-AE55-3DE133FE37BE}" dt="2021-03-09T03:01:40.368" v="1742"/>
          <ac:inkMkLst>
            <pc:docMk/>
            <pc:sldMk cId="2809466778" sldId="280"/>
            <ac:inkMk id="41" creationId="{05CE1586-592C-D149-9341-8FD627F728B0}"/>
          </ac:inkMkLst>
        </pc:inkChg>
        <pc:inkChg chg="add topLvl">
          <ac:chgData name="Aggie Menezes" userId="74619c95fa3483c9" providerId="LiveId" clId="{20A26620-95D9-894E-AE55-3DE133FE37BE}" dt="2021-03-09T03:01:40.368" v="1742"/>
          <ac:inkMkLst>
            <pc:docMk/>
            <pc:sldMk cId="2809466778" sldId="280"/>
            <ac:inkMk id="44" creationId="{C9A7A857-1CC5-D844-85D0-FE6D98675ACC}"/>
          </ac:inkMkLst>
        </pc:inkChg>
        <pc:inkChg chg="add">
          <ac:chgData name="Aggie Menezes" userId="74619c95fa3483c9" providerId="LiveId" clId="{20A26620-95D9-894E-AE55-3DE133FE37BE}" dt="2021-03-09T03:01:37.643" v="1738"/>
          <ac:inkMkLst>
            <pc:docMk/>
            <pc:sldMk cId="2809466778" sldId="280"/>
            <ac:inkMk id="46" creationId="{9EDF81BD-3CC7-B24A-BF08-D0E3CB70E118}"/>
          </ac:inkMkLst>
        </pc:inkChg>
        <pc:inkChg chg="add">
          <ac:chgData name="Aggie Menezes" userId="74619c95fa3483c9" providerId="LiveId" clId="{20A26620-95D9-894E-AE55-3DE133FE37BE}" dt="2021-03-09T03:01:38.299" v="1739"/>
          <ac:inkMkLst>
            <pc:docMk/>
            <pc:sldMk cId="2809466778" sldId="280"/>
            <ac:inkMk id="47" creationId="{984EF946-1D11-1548-9A1A-F35102DFD6EF}"/>
          </ac:inkMkLst>
        </pc:inkChg>
        <pc:inkChg chg="add">
          <ac:chgData name="Aggie Menezes" userId="74619c95fa3483c9" providerId="LiveId" clId="{20A26620-95D9-894E-AE55-3DE133FE37BE}" dt="2021-03-09T03:01:38.477" v="1740"/>
          <ac:inkMkLst>
            <pc:docMk/>
            <pc:sldMk cId="2809466778" sldId="280"/>
            <ac:inkMk id="58" creationId="{70DB2257-F928-274E-9525-DAA6BDC5F21E}"/>
          </ac:inkMkLst>
        </pc:inkChg>
        <pc:inkChg chg="add">
          <ac:chgData name="Aggie Menezes" userId="74619c95fa3483c9" providerId="LiveId" clId="{20A26620-95D9-894E-AE55-3DE133FE37BE}" dt="2021-03-09T03:01:39.285" v="1741"/>
          <ac:inkMkLst>
            <pc:docMk/>
            <pc:sldMk cId="2809466778" sldId="280"/>
            <ac:inkMk id="59" creationId="{57E7DA82-5A06-3A47-9241-37CA7FF12AF8}"/>
          </ac:inkMkLst>
        </pc:inkChg>
        <pc:inkChg chg="add">
          <ac:chgData name="Aggie Menezes" userId="74619c95fa3483c9" providerId="LiveId" clId="{20A26620-95D9-894E-AE55-3DE133FE37BE}" dt="2021-03-09T03:01:41.747" v="1743"/>
          <ac:inkMkLst>
            <pc:docMk/>
            <pc:sldMk cId="2809466778" sldId="280"/>
            <ac:inkMk id="61" creationId="{1488ECF9-1F51-244D-B2B5-3AE06421C0A9}"/>
          </ac:inkMkLst>
        </pc:inkChg>
        <pc:inkChg chg="add">
          <ac:chgData name="Aggie Menezes" userId="74619c95fa3483c9" providerId="LiveId" clId="{20A26620-95D9-894E-AE55-3DE133FE37BE}" dt="2021-03-09T03:01:42.600" v="1744"/>
          <ac:inkMkLst>
            <pc:docMk/>
            <pc:sldMk cId="2809466778" sldId="280"/>
            <ac:inkMk id="62" creationId="{84B00662-EB16-A14D-9FF6-C8F6C3011E66}"/>
          </ac:inkMkLst>
        </pc:inkChg>
        <pc:inkChg chg="add">
          <ac:chgData name="Aggie Menezes" userId="74619c95fa3483c9" providerId="LiveId" clId="{20A26620-95D9-894E-AE55-3DE133FE37BE}" dt="2021-03-09T03:01:42.981" v="1745"/>
          <ac:inkMkLst>
            <pc:docMk/>
            <pc:sldMk cId="2809466778" sldId="280"/>
            <ac:inkMk id="63" creationId="{2C0C59BA-61C8-904E-944D-E5A316D52A16}"/>
          </ac:inkMkLst>
        </pc:inkChg>
        <pc:inkChg chg="add">
          <ac:chgData name="Aggie Menezes" userId="74619c95fa3483c9" providerId="LiveId" clId="{20A26620-95D9-894E-AE55-3DE133FE37BE}" dt="2021-03-09T03:01:43.305" v="1746"/>
          <ac:inkMkLst>
            <pc:docMk/>
            <pc:sldMk cId="2809466778" sldId="280"/>
            <ac:inkMk id="64" creationId="{7CB68455-CB64-6043-A2DE-910F3F8223C3}"/>
          </ac:inkMkLst>
        </pc:inkChg>
        <pc:inkChg chg="add">
          <ac:chgData name="Aggie Menezes" userId="74619c95fa3483c9" providerId="LiveId" clId="{20A26620-95D9-894E-AE55-3DE133FE37BE}" dt="2021-03-09T03:01:44.022" v="1747"/>
          <ac:inkMkLst>
            <pc:docMk/>
            <pc:sldMk cId="2809466778" sldId="280"/>
            <ac:inkMk id="65" creationId="{8DC64C72-1C1E-CD4E-B2DA-ED704D1D0C25}"/>
          </ac:inkMkLst>
        </pc:inkChg>
      </pc:sldChg>
      <pc:sldChg chg="addSp delSp">
        <pc:chgData name="Aggie Menezes" userId="74619c95fa3483c9" providerId="LiveId" clId="{20A26620-95D9-894E-AE55-3DE133FE37BE}" dt="2021-03-09T02:54:55.366" v="1644"/>
        <pc:sldMkLst>
          <pc:docMk/>
          <pc:sldMk cId="3326272039" sldId="281"/>
        </pc:sldMkLst>
        <pc:grpChg chg="add del">
          <ac:chgData name="Aggie Menezes" userId="74619c95fa3483c9" providerId="LiveId" clId="{20A26620-95D9-894E-AE55-3DE133FE37BE}" dt="2021-03-09T02:53:49.123" v="1585"/>
          <ac:grpSpMkLst>
            <pc:docMk/>
            <pc:sldMk cId="3326272039" sldId="281"/>
            <ac:grpSpMk id="10" creationId="{8191842F-0BF8-E645-BBB6-909FFE1FAA9C}"/>
          </ac:grpSpMkLst>
        </pc:grpChg>
        <pc:grpChg chg="add del">
          <ac:chgData name="Aggie Menezes" userId="74619c95fa3483c9" providerId="LiveId" clId="{20A26620-95D9-894E-AE55-3DE133FE37BE}" dt="2021-03-09T02:53:14.920" v="1570"/>
          <ac:grpSpMkLst>
            <pc:docMk/>
            <pc:sldMk cId="3326272039" sldId="281"/>
            <ac:grpSpMk id="13" creationId="{2D5B60F0-1ABD-E240-A845-0A4ECA3D7ED1}"/>
          </ac:grpSpMkLst>
        </pc:grpChg>
        <pc:grpChg chg="add">
          <ac:chgData name="Aggie Menezes" userId="74619c95fa3483c9" providerId="LiveId" clId="{20A26620-95D9-894E-AE55-3DE133FE37BE}" dt="2021-03-09T02:53:14.920" v="1570"/>
          <ac:grpSpMkLst>
            <pc:docMk/>
            <pc:sldMk cId="3326272039" sldId="281"/>
            <ac:grpSpMk id="16" creationId="{547833BB-66C0-344B-BF0D-CF0997A6747F}"/>
          </ac:grpSpMkLst>
        </pc:grpChg>
        <pc:grpChg chg="add">
          <ac:chgData name="Aggie Menezes" userId="74619c95fa3483c9" providerId="LiveId" clId="{20A26620-95D9-894E-AE55-3DE133FE37BE}" dt="2021-03-09T02:53:21.808" v="1573"/>
          <ac:grpSpMkLst>
            <pc:docMk/>
            <pc:sldMk cId="3326272039" sldId="281"/>
            <ac:grpSpMk id="19" creationId="{57F528E0-3A45-A54F-B87D-07F7CF2AE951}"/>
          </ac:grpSpMkLst>
        </pc:grpChg>
        <pc:grpChg chg="add">
          <ac:chgData name="Aggie Menezes" userId="74619c95fa3483c9" providerId="LiveId" clId="{20A26620-95D9-894E-AE55-3DE133FE37BE}" dt="2021-03-09T02:53:23.966" v="1577"/>
          <ac:grpSpMkLst>
            <pc:docMk/>
            <pc:sldMk cId="3326272039" sldId="281"/>
            <ac:grpSpMk id="23" creationId="{A5E3827F-306D-8C43-B40F-43F5C82CB807}"/>
          </ac:grpSpMkLst>
        </pc:grpChg>
        <pc:grpChg chg="add">
          <ac:chgData name="Aggie Menezes" userId="74619c95fa3483c9" providerId="LiveId" clId="{20A26620-95D9-894E-AE55-3DE133FE37BE}" dt="2021-03-09T02:53:41.067" v="1580"/>
          <ac:grpSpMkLst>
            <pc:docMk/>
            <pc:sldMk cId="3326272039" sldId="281"/>
            <ac:grpSpMk id="26" creationId="{8EEF58D7-E07F-8A49-B836-1807B96E75BD}"/>
          </ac:grpSpMkLst>
        </pc:grpChg>
        <pc:grpChg chg="add del">
          <ac:chgData name="Aggie Menezes" userId="74619c95fa3483c9" providerId="LiveId" clId="{20A26620-95D9-894E-AE55-3DE133FE37BE}" dt="2021-03-09T02:54:00.362" v="1595"/>
          <ac:grpSpMkLst>
            <pc:docMk/>
            <pc:sldMk cId="3326272039" sldId="281"/>
            <ac:grpSpMk id="29" creationId="{0685B1D7-05D3-A74A-8885-4FB934397003}"/>
          </ac:grpSpMkLst>
        </pc:grpChg>
        <pc:grpChg chg="add">
          <ac:chgData name="Aggie Menezes" userId="74619c95fa3483c9" providerId="LiveId" clId="{20A26620-95D9-894E-AE55-3DE133FE37BE}" dt="2021-03-09T02:53:49.123" v="1585"/>
          <ac:grpSpMkLst>
            <pc:docMk/>
            <pc:sldMk cId="3326272039" sldId="281"/>
            <ac:grpSpMk id="31" creationId="{39AF4215-3EBA-7D44-9366-BA082F81A988}"/>
          </ac:grpSpMkLst>
        </pc:grpChg>
        <pc:grpChg chg="add">
          <ac:chgData name="Aggie Menezes" userId="74619c95fa3483c9" providerId="LiveId" clId="{20A26620-95D9-894E-AE55-3DE133FE37BE}" dt="2021-03-09T02:53:51.722" v="1588"/>
          <ac:grpSpMkLst>
            <pc:docMk/>
            <pc:sldMk cId="3326272039" sldId="281"/>
            <ac:grpSpMk id="36" creationId="{7BDEDC66-C547-9445-AFA6-B34F863FF136}"/>
          </ac:grpSpMkLst>
        </pc:grpChg>
        <pc:grpChg chg="add del">
          <ac:chgData name="Aggie Menezes" userId="74619c95fa3483c9" providerId="LiveId" clId="{20A26620-95D9-894E-AE55-3DE133FE37BE}" dt="2021-03-09T02:54:00.362" v="1595"/>
          <ac:grpSpMkLst>
            <pc:docMk/>
            <pc:sldMk cId="3326272039" sldId="281"/>
            <ac:grpSpMk id="40" creationId="{63F036C1-A766-0A4C-8AC8-5633B6FF001E}"/>
          </ac:grpSpMkLst>
        </pc:grpChg>
        <pc:grpChg chg="add del">
          <ac:chgData name="Aggie Menezes" userId="74619c95fa3483c9" providerId="LiveId" clId="{20A26620-95D9-894E-AE55-3DE133FE37BE}" dt="2021-03-09T02:54:01.525" v="1597"/>
          <ac:grpSpMkLst>
            <pc:docMk/>
            <pc:sldMk cId="3326272039" sldId="281"/>
            <ac:grpSpMk id="43" creationId="{96E9DB0A-7249-9C4D-8CED-BC6467FE0FDB}"/>
          </ac:grpSpMkLst>
        </pc:grpChg>
        <pc:grpChg chg="add del">
          <ac:chgData name="Aggie Menezes" userId="74619c95fa3483c9" providerId="LiveId" clId="{20A26620-95D9-894E-AE55-3DE133FE37BE}" dt="2021-03-09T02:54:02.211" v="1599"/>
          <ac:grpSpMkLst>
            <pc:docMk/>
            <pc:sldMk cId="3326272039" sldId="281"/>
            <ac:grpSpMk id="45" creationId="{52E7B0E5-56FC-F844-AEA2-0F6EB8DC2A99}"/>
          </ac:grpSpMkLst>
        </pc:grpChg>
        <pc:grpChg chg="add del">
          <ac:chgData name="Aggie Menezes" userId="74619c95fa3483c9" providerId="LiveId" clId="{20A26620-95D9-894E-AE55-3DE133FE37BE}" dt="2021-03-09T02:54:08.948" v="1601"/>
          <ac:grpSpMkLst>
            <pc:docMk/>
            <pc:sldMk cId="3326272039" sldId="281"/>
            <ac:grpSpMk id="47" creationId="{F5C839F7-C55A-D141-8641-121ED37DD2F1}"/>
          </ac:grpSpMkLst>
        </pc:grpChg>
        <pc:grpChg chg="add">
          <ac:chgData name="Aggie Menezes" userId="74619c95fa3483c9" providerId="LiveId" clId="{20A26620-95D9-894E-AE55-3DE133FE37BE}" dt="2021-03-09T02:54:08.948" v="1601"/>
          <ac:grpSpMkLst>
            <pc:docMk/>
            <pc:sldMk cId="3326272039" sldId="281"/>
            <ac:grpSpMk id="49" creationId="{E54B0153-5222-854B-86A8-74C79623914B}"/>
          </ac:grpSpMkLst>
        </pc:grpChg>
        <pc:grpChg chg="add del">
          <ac:chgData name="Aggie Menezes" userId="74619c95fa3483c9" providerId="LiveId" clId="{20A26620-95D9-894E-AE55-3DE133FE37BE}" dt="2021-03-09T02:54:27.219" v="1609"/>
          <ac:grpSpMkLst>
            <pc:docMk/>
            <pc:sldMk cId="3326272039" sldId="281"/>
            <ac:grpSpMk id="54" creationId="{FBC6AEF6-032C-094E-8292-53F35DABDAD1}"/>
          </ac:grpSpMkLst>
        </pc:grpChg>
        <pc:grpChg chg="add">
          <ac:chgData name="Aggie Menezes" userId="74619c95fa3483c9" providerId="LiveId" clId="{20A26620-95D9-894E-AE55-3DE133FE37BE}" dt="2021-03-09T02:54:27.219" v="1609"/>
          <ac:grpSpMkLst>
            <pc:docMk/>
            <pc:sldMk cId="3326272039" sldId="281"/>
            <ac:grpSpMk id="57" creationId="{39F0B9D7-B29A-384E-98F9-C2025EC1552B}"/>
          </ac:grpSpMkLst>
        </pc:grpChg>
        <pc:grpChg chg="add">
          <ac:chgData name="Aggie Menezes" userId="74619c95fa3483c9" providerId="LiveId" clId="{20A26620-95D9-894E-AE55-3DE133FE37BE}" dt="2021-03-09T02:54:36.245" v="1612"/>
          <ac:grpSpMkLst>
            <pc:docMk/>
            <pc:sldMk cId="3326272039" sldId="281"/>
            <ac:grpSpMk id="60" creationId="{2E3DC41C-3233-2243-B0CA-C7D74B22346B}"/>
          </ac:grpSpMkLst>
        </pc:grpChg>
        <pc:grpChg chg="add">
          <ac:chgData name="Aggie Menezes" userId="74619c95fa3483c9" providerId="LiveId" clId="{20A26620-95D9-894E-AE55-3DE133FE37BE}" dt="2021-03-09T02:54:45.927" v="1616"/>
          <ac:grpSpMkLst>
            <pc:docMk/>
            <pc:sldMk cId="3326272039" sldId="281"/>
            <ac:grpSpMk id="64" creationId="{D412D60B-2B0D-094B-9783-19D2BDEC24EB}"/>
          </ac:grpSpMkLst>
        </pc:grpChg>
        <pc:grpChg chg="add">
          <ac:chgData name="Aggie Menezes" userId="74619c95fa3483c9" providerId="LiveId" clId="{20A26620-95D9-894E-AE55-3DE133FE37BE}" dt="2021-03-09T02:54:49.172" v="1624"/>
          <ac:grpSpMkLst>
            <pc:docMk/>
            <pc:sldMk cId="3326272039" sldId="281"/>
            <ac:grpSpMk id="72" creationId="{6CEC4524-A1DE-894B-987A-44A4D14A0066}"/>
          </ac:grpSpMkLst>
        </pc:grpChg>
        <pc:grpChg chg="add">
          <ac:chgData name="Aggie Menezes" userId="74619c95fa3483c9" providerId="LiveId" clId="{20A26620-95D9-894E-AE55-3DE133FE37BE}" dt="2021-03-09T02:54:50.837" v="1629"/>
          <ac:grpSpMkLst>
            <pc:docMk/>
            <pc:sldMk cId="3326272039" sldId="281"/>
            <ac:grpSpMk id="77" creationId="{9316822F-33E6-3040-831B-23DCBD8CEF4A}"/>
          </ac:grpSpMkLst>
        </pc:grpChg>
        <pc:grpChg chg="add">
          <ac:chgData name="Aggie Menezes" userId="74619c95fa3483c9" providerId="LiveId" clId="{20A26620-95D9-894E-AE55-3DE133FE37BE}" dt="2021-03-09T02:54:55.366" v="1644"/>
          <ac:grpSpMkLst>
            <pc:docMk/>
            <pc:sldMk cId="3326272039" sldId="281"/>
            <ac:grpSpMk id="100" creationId="{6BD460AB-8D42-2B42-8E31-842331550A72}"/>
          </ac:grpSpMkLst>
        </pc:grpChg>
        <pc:inkChg chg="add">
          <ac:chgData name="Aggie Menezes" userId="74619c95fa3483c9" providerId="LiveId" clId="{20A26620-95D9-894E-AE55-3DE133FE37BE}" dt="2021-03-09T02:52:13.154" v="1557"/>
          <ac:inkMkLst>
            <pc:docMk/>
            <pc:sldMk cId="3326272039" sldId="281"/>
            <ac:inkMk id="3" creationId="{8D06C929-754D-0D44-A813-462E68EB3421}"/>
          </ac:inkMkLst>
        </pc:inkChg>
        <pc:inkChg chg="add">
          <ac:chgData name="Aggie Menezes" userId="74619c95fa3483c9" providerId="LiveId" clId="{20A26620-95D9-894E-AE55-3DE133FE37BE}" dt="2021-03-06T03:49:59.670" v="1395" actId="7634"/>
          <ac:inkMkLst>
            <pc:docMk/>
            <pc:sldMk cId="3326272039" sldId="281"/>
            <ac:inkMk id="3" creationId="{A881CC2B-1A6F-5F47-BAD2-F138755000A1}"/>
          </ac:inkMkLst>
        </pc:inkChg>
        <pc:inkChg chg="add">
          <ac:chgData name="Aggie Menezes" userId="74619c95fa3483c9" providerId="LiveId" clId="{20A26620-95D9-894E-AE55-3DE133FE37BE}" dt="2021-03-09T02:52:16.529" v="1558"/>
          <ac:inkMkLst>
            <pc:docMk/>
            <pc:sldMk cId="3326272039" sldId="281"/>
            <ac:inkMk id="4" creationId="{0F91EA49-F0AC-934B-9CD4-CC29425601E3}"/>
          </ac:inkMkLst>
        </pc:inkChg>
        <pc:inkChg chg="add">
          <ac:chgData name="Aggie Menezes" userId="74619c95fa3483c9" providerId="LiveId" clId="{20A26620-95D9-894E-AE55-3DE133FE37BE}" dt="2021-03-09T02:52:17.557" v="1559"/>
          <ac:inkMkLst>
            <pc:docMk/>
            <pc:sldMk cId="3326272039" sldId="281"/>
            <ac:inkMk id="5" creationId="{C7C28B54-8F7E-BE4C-AAA5-F541C4D0EC1C}"/>
          </ac:inkMkLst>
        </pc:inkChg>
        <pc:inkChg chg="add">
          <ac:chgData name="Aggie Menezes" userId="74619c95fa3483c9" providerId="LiveId" clId="{20A26620-95D9-894E-AE55-3DE133FE37BE}" dt="2021-03-09T02:52:31.526" v="1560"/>
          <ac:inkMkLst>
            <pc:docMk/>
            <pc:sldMk cId="3326272039" sldId="281"/>
            <ac:inkMk id="6" creationId="{7802FE49-92A7-094C-BD3C-628177D8ABD9}"/>
          </ac:inkMkLst>
        </pc:inkChg>
        <pc:inkChg chg="add">
          <ac:chgData name="Aggie Menezes" userId="74619c95fa3483c9" providerId="LiveId" clId="{20A26620-95D9-894E-AE55-3DE133FE37BE}" dt="2021-03-09T02:52:41.869" v="1561"/>
          <ac:inkMkLst>
            <pc:docMk/>
            <pc:sldMk cId="3326272039" sldId="281"/>
            <ac:inkMk id="7" creationId="{E4738E1B-1D7A-2943-9261-6D760D5F1A96}"/>
          </ac:inkMkLst>
        </pc:inkChg>
        <pc:inkChg chg="add topLvl">
          <ac:chgData name="Aggie Menezes" userId="74619c95fa3483c9" providerId="LiveId" clId="{20A26620-95D9-894E-AE55-3DE133FE37BE}" dt="2021-03-09T02:53:49.123" v="1585"/>
          <ac:inkMkLst>
            <pc:docMk/>
            <pc:sldMk cId="3326272039" sldId="281"/>
            <ac:inkMk id="8" creationId="{305DB878-4355-FD43-9C52-45418243CF44}"/>
          </ac:inkMkLst>
        </pc:inkChg>
        <pc:inkChg chg="add topLvl">
          <ac:chgData name="Aggie Menezes" userId="74619c95fa3483c9" providerId="LiveId" clId="{20A26620-95D9-894E-AE55-3DE133FE37BE}" dt="2021-03-09T02:53:49.123" v="1585"/>
          <ac:inkMkLst>
            <pc:docMk/>
            <pc:sldMk cId="3326272039" sldId="281"/>
            <ac:inkMk id="9" creationId="{6E288ADE-FDC4-8D43-A36E-0EFA6F38AB85}"/>
          </ac:inkMkLst>
        </pc:inkChg>
        <pc:inkChg chg="add topLvl">
          <ac:chgData name="Aggie Menezes" userId="74619c95fa3483c9" providerId="LiveId" clId="{20A26620-95D9-894E-AE55-3DE133FE37BE}" dt="2021-03-09T02:53:14.920" v="1570"/>
          <ac:inkMkLst>
            <pc:docMk/>
            <pc:sldMk cId="3326272039" sldId="281"/>
            <ac:inkMk id="11" creationId="{732CF301-3BE7-4A44-882C-E88B49073130}"/>
          </ac:inkMkLst>
        </pc:inkChg>
        <pc:inkChg chg="add topLvl">
          <ac:chgData name="Aggie Menezes" userId="74619c95fa3483c9" providerId="LiveId" clId="{20A26620-95D9-894E-AE55-3DE133FE37BE}" dt="2021-03-09T02:53:14.920" v="1570"/>
          <ac:inkMkLst>
            <pc:docMk/>
            <pc:sldMk cId="3326272039" sldId="281"/>
            <ac:inkMk id="12" creationId="{F0279CD2-2B85-FF47-A8E9-51B8A8654C2C}"/>
          </ac:inkMkLst>
        </pc:inkChg>
        <pc:inkChg chg="add">
          <ac:chgData name="Aggie Menezes" userId="74619c95fa3483c9" providerId="LiveId" clId="{20A26620-95D9-894E-AE55-3DE133FE37BE}" dt="2021-03-09T02:53:13.815" v="1568"/>
          <ac:inkMkLst>
            <pc:docMk/>
            <pc:sldMk cId="3326272039" sldId="281"/>
            <ac:inkMk id="14" creationId="{E2658B08-2C32-644E-A30B-E8F8036F8C0E}"/>
          </ac:inkMkLst>
        </pc:inkChg>
        <pc:inkChg chg="add">
          <ac:chgData name="Aggie Menezes" userId="74619c95fa3483c9" providerId="LiveId" clId="{20A26620-95D9-894E-AE55-3DE133FE37BE}" dt="2021-03-09T02:53:13.986" v="1569"/>
          <ac:inkMkLst>
            <pc:docMk/>
            <pc:sldMk cId="3326272039" sldId="281"/>
            <ac:inkMk id="15" creationId="{755B5AF4-F7A5-D540-BA74-49CC9F3A4ED8}"/>
          </ac:inkMkLst>
        </pc:inkChg>
        <pc:inkChg chg="add">
          <ac:chgData name="Aggie Menezes" userId="74619c95fa3483c9" providerId="LiveId" clId="{20A26620-95D9-894E-AE55-3DE133FE37BE}" dt="2021-03-09T02:53:20.708" v="1571"/>
          <ac:inkMkLst>
            <pc:docMk/>
            <pc:sldMk cId="3326272039" sldId="281"/>
            <ac:inkMk id="17" creationId="{60966CEE-0FAF-B342-B3D7-9359AD97FE6F}"/>
          </ac:inkMkLst>
        </pc:inkChg>
        <pc:inkChg chg="add">
          <ac:chgData name="Aggie Menezes" userId="74619c95fa3483c9" providerId="LiveId" clId="{20A26620-95D9-894E-AE55-3DE133FE37BE}" dt="2021-03-09T02:53:20.869" v="1572"/>
          <ac:inkMkLst>
            <pc:docMk/>
            <pc:sldMk cId="3326272039" sldId="281"/>
            <ac:inkMk id="18" creationId="{FC427907-1E1F-0B4A-BF8E-C123DD508C8A}"/>
          </ac:inkMkLst>
        </pc:inkChg>
        <pc:inkChg chg="add">
          <ac:chgData name="Aggie Menezes" userId="74619c95fa3483c9" providerId="LiveId" clId="{20A26620-95D9-894E-AE55-3DE133FE37BE}" dt="2021-03-09T02:53:22.379" v="1574"/>
          <ac:inkMkLst>
            <pc:docMk/>
            <pc:sldMk cId="3326272039" sldId="281"/>
            <ac:inkMk id="20" creationId="{65228DE0-7588-0F44-B408-37C3D7A22FEB}"/>
          </ac:inkMkLst>
        </pc:inkChg>
        <pc:inkChg chg="add">
          <ac:chgData name="Aggie Menezes" userId="74619c95fa3483c9" providerId="LiveId" clId="{20A26620-95D9-894E-AE55-3DE133FE37BE}" dt="2021-03-09T02:53:23.026" v="1575"/>
          <ac:inkMkLst>
            <pc:docMk/>
            <pc:sldMk cId="3326272039" sldId="281"/>
            <ac:inkMk id="21" creationId="{07F06B4F-B77C-7A40-B25A-880C4B5D379D}"/>
          </ac:inkMkLst>
        </pc:inkChg>
        <pc:inkChg chg="add">
          <ac:chgData name="Aggie Menezes" userId="74619c95fa3483c9" providerId="LiveId" clId="{20A26620-95D9-894E-AE55-3DE133FE37BE}" dt="2021-03-09T02:53:23.412" v="1576"/>
          <ac:inkMkLst>
            <pc:docMk/>
            <pc:sldMk cId="3326272039" sldId="281"/>
            <ac:inkMk id="22" creationId="{DAF15AAE-13A8-5449-B385-EC05E7AB058A}"/>
          </ac:inkMkLst>
        </pc:inkChg>
        <pc:inkChg chg="add">
          <ac:chgData name="Aggie Menezes" userId="74619c95fa3483c9" providerId="LiveId" clId="{20A26620-95D9-894E-AE55-3DE133FE37BE}" dt="2021-03-09T02:53:39.455" v="1578"/>
          <ac:inkMkLst>
            <pc:docMk/>
            <pc:sldMk cId="3326272039" sldId="281"/>
            <ac:inkMk id="24" creationId="{5418FB26-6959-504E-B49E-058AC122C68C}"/>
          </ac:inkMkLst>
        </pc:inkChg>
        <pc:inkChg chg="add">
          <ac:chgData name="Aggie Menezes" userId="74619c95fa3483c9" providerId="LiveId" clId="{20A26620-95D9-894E-AE55-3DE133FE37BE}" dt="2021-03-09T02:53:40.229" v="1579"/>
          <ac:inkMkLst>
            <pc:docMk/>
            <pc:sldMk cId="3326272039" sldId="281"/>
            <ac:inkMk id="25" creationId="{899BDD94-581C-894D-82FB-8BBD564909BF}"/>
          </ac:inkMkLst>
        </pc:inkChg>
        <pc:inkChg chg="add topLvl">
          <ac:chgData name="Aggie Menezes" userId="74619c95fa3483c9" providerId="LiveId" clId="{20A26620-95D9-894E-AE55-3DE133FE37BE}" dt="2021-03-09T02:54:08.948" v="1601"/>
          <ac:inkMkLst>
            <pc:docMk/>
            <pc:sldMk cId="3326272039" sldId="281"/>
            <ac:inkMk id="27" creationId="{6551AFAA-AD47-7744-849C-1D2B212101E6}"/>
          </ac:inkMkLst>
        </pc:inkChg>
        <pc:inkChg chg="add topLvl">
          <ac:chgData name="Aggie Menezes" userId="74619c95fa3483c9" providerId="LiveId" clId="{20A26620-95D9-894E-AE55-3DE133FE37BE}" dt="2021-03-09T02:54:08.948" v="1601"/>
          <ac:inkMkLst>
            <pc:docMk/>
            <pc:sldMk cId="3326272039" sldId="281"/>
            <ac:inkMk id="28" creationId="{63F3B161-9E21-4E4A-A058-546AA0709286}"/>
          </ac:inkMkLst>
        </pc:inkChg>
        <pc:inkChg chg="add">
          <ac:chgData name="Aggie Menezes" userId="74619c95fa3483c9" providerId="LiveId" clId="{20A26620-95D9-894E-AE55-3DE133FE37BE}" dt="2021-03-09T02:53:48.593" v="1584"/>
          <ac:inkMkLst>
            <pc:docMk/>
            <pc:sldMk cId="3326272039" sldId="281"/>
            <ac:inkMk id="30" creationId="{D54867B1-5A17-854A-90F6-B9F4DE9EAE92}"/>
          </ac:inkMkLst>
        </pc:inkChg>
        <pc:inkChg chg="add">
          <ac:chgData name="Aggie Menezes" userId="74619c95fa3483c9" providerId="LiveId" clId="{20A26620-95D9-894E-AE55-3DE133FE37BE}" dt="2021-03-09T02:53:50.674" v="1586"/>
          <ac:inkMkLst>
            <pc:docMk/>
            <pc:sldMk cId="3326272039" sldId="281"/>
            <ac:inkMk id="34" creationId="{552F3FF4-ADE6-EB49-A5F5-4E0D265BABEE}"/>
          </ac:inkMkLst>
        </pc:inkChg>
        <pc:inkChg chg="add">
          <ac:chgData name="Aggie Menezes" userId="74619c95fa3483c9" providerId="LiveId" clId="{20A26620-95D9-894E-AE55-3DE133FE37BE}" dt="2021-03-09T02:53:51.163" v="1587"/>
          <ac:inkMkLst>
            <pc:docMk/>
            <pc:sldMk cId="3326272039" sldId="281"/>
            <ac:inkMk id="35" creationId="{AA902A5E-2749-A34F-AA62-E2C728637ABB}"/>
          </ac:inkMkLst>
        </pc:inkChg>
        <pc:inkChg chg="add topLvl">
          <ac:chgData name="Aggie Menezes" userId="74619c95fa3483c9" providerId="LiveId" clId="{20A26620-95D9-894E-AE55-3DE133FE37BE}" dt="2021-03-09T02:54:08.948" v="1601"/>
          <ac:inkMkLst>
            <pc:docMk/>
            <pc:sldMk cId="3326272039" sldId="281"/>
            <ac:inkMk id="37" creationId="{375E9C7A-EDF4-F343-A87D-E3241F665CBF}"/>
          </ac:inkMkLst>
        </pc:inkChg>
        <pc:inkChg chg="add topLvl">
          <ac:chgData name="Aggie Menezes" userId="74619c95fa3483c9" providerId="LiveId" clId="{20A26620-95D9-894E-AE55-3DE133FE37BE}" dt="2021-03-09T02:54:08.948" v="1601"/>
          <ac:inkMkLst>
            <pc:docMk/>
            <pc:sldMk cId="3326272039" sldId="281"/>
            <ac:inkMk id="38" creationId="{B7953AA3-4D55-6C41-84CD-97E5E52757D2}"/>
          </ac:inkMkLst>
        </pc:inkChg>
        <pc:inkChg chg="add topLvl">
          <ac:chgData name="Aggie Menezes" userId="74619c95fa3483c9" providerId="LiveId" clId="{20A26620-95D9-894E-AE55-3DE133FE37BE}" dt="2021-03-09T02:54:08.948" v="1601"/>
          <ac:inkMkLst>
            <pc:docMk/>
            <pc:sldMk cId="3326272039" sldId="281"/>
            <ac:inkMk id="39" creationId="{A723BEB0-EF06-AB46-B3C8-97553E36BF0F}"/>
          </ac:inkMkLst>
        </pc:inkChg>
        <pc:inkChg chg="add topLvl">
          <ac:chgData name="Aggie Menezes" userId="74619c95fa3483c9" providerId="LiveId" clId="{20A26620-95D9-894E-AE55-3DE133FE37BE}" dt="2021-03-09T02:54:08.948" v="1601"/>
          <ac:inkMkLst>
            <pc:docMk/>
            <pc:sldMk cId="3326272039" sldId="281"/>
            <ac:inkMk id="41" creationId="{693DE9BB-155C-BA4B-ACBF-2224EA0FB47A}"/>
          </ac:inkMkLst>
        </pc:inkChg>
        <pc:inkChg chg="add topLvl">
          <ac:chgData name="Aggie Menezes" userId="74619c95fa3483c9" providerId="LiveId" clId="{20A26620-95D9-894E-AE55-3DE133FE37BE}" dt="2021-03-09T02:54:08.948" v="1601"/>
          <ac:inkMkLst>
            <pc:docMk/>
            <pc:sldMk cId="3326272039" sldId="281"/>
            <ac:inkMk id="42" creationId="{C0E53A6C-79BA-AB43-A0CE-181395F6E6C7}"/>
          </ac:inkMkLst>
        </pc:inkChg>
        <pc:inkChg chg="add topLvl">
          <ac:chgData name="Aggie Menezes" userId="74619c95fa3483c9" providerId="LiveId" clId="{20A26620-95D9-894E-AE55-3DE133FE37BE}" dt="2021-03-09T02:54:08.948" v="1601"/>
          <ac:inkMkLst>
            <pc:docMk/>
            <pc:sldMk cId="3326272039" sldId="281"/>
            <ac:inkMk id="44" creationId="{C71605EA-1DC6-F64C-B112-C56BB314F249}"/>
          </ac:inkMkLst>
        </pc:inkChg>
        <pc:inkChg chg="add topLvl">
          <ac:chgData name="Aggie Menezes" userId="74619c95fa3483c9" providerId="LiveId" clId="{20A26620-95D9-894E-AE55-3DE133FE37BE}" dt="2021-03-09T02:54:08.948" v="1601"/>
          <ac:inkMkLst>
            <pc:docMk/>
            <pc:sldMk cId="3326272039" sldId="281"/>
            <ac:inkMk id="46" creationId="{D9A6A1ED-9777-894B-AEA9-2A3FFDF13312}"/>
          </ac:inkMkLst>
        </pc:inkChg>
        <pc:inkChg chg="add">
          <ac:chgData name="Aggie Menezes" userId="74619c95fa3483c9" providerId="LiveId" clId="{20A26620-95D9-894E-AE55-3DE133FE37BE}" dt="2021-03-09T02:54:08.407" v="1600"/>
          <ac:inkMkLst>
            <pc:docMk/>
            <pc:sldMk cId="3326272039" sldId="281"/>
            <ac:inkMk id="48" creationId="{9435E01A-CD6E-D44B-9132-BCA3DFE4ABCC}"/>
          </ac:inkMkLst>
        </pc:inkChg>
        <pc:inkChg chg="add">
          <ac:chgData name="Aggie Menezes" userId="74619c95fa3483c9" providerId="LiveId" clId="{20A26620-95D9-894E-AE55-3DE133FE37BE}" dt="2021-03-09T02:54:09.237" v="1602"/>
          <ac:inkMkLst>
            <pc:docMk/>
            <pc:sldMk cId="3326272039" sldId="281"/>
            <ac:inkMk id="50" creationId="{5F34D97C-9D04-2044-A346-BF34AA2471B2}"/>
          </ac:inkMkLst>
        </pc:inkChg>
        <pc:inkChg chg="add">
          <ac:chgData name="Aggie Menezes" userId="74619c95fa3483c9" providerId="LiveId" clId="{20A26620-95D9-894E-AE55-3DE133FE37BE}" dt="2021-03-09T02:54:17.945" v="1603"/>
          <ac:inkMkLst>
            <pc:docMk/>
            <pc:sldMk cId="3326272039" sldId="281"/>
            <ac:inkMk id="51" creationId="{81BE5E10-3366-FC45-A81F-884D77C2A15E}"/>
          </ac:inkMkLst>
        </pc:inkChg>
        <pc:inkChg chg="add topLvl">
          <ac:chgData name="Aggie Menezes" userId="74619c95fa3483c9" providerId="LiveId" clId="{20A26620-95D9-894E-AE55-3DE133FE37BE}" dt="2021-03-09T02:54:27.219" v="1609"/>
          <ac:inkMkLst>
            <pc:docMk/>
            <pc:sldMk cId="3326272039" sldId="281"/>
            <ac:inkMk id="52" creationId="{174AFA63-C6E4-6646-BEA2-5FF46954284F}"/>
          </ac:inkMkLst>
        </pc:inkChg>
        <pc:inkChg chg="add topLvl">
          <ac:chgData name="Aggie Menezes" userId="74619c95fa3483c9" providerId="LiveId" clId="{20A26620-95D9-894E-AE55-3DE133FE37BE}" dt="2021-03-09T02:54:27.219" v="1609"/>
          <ac:inkMkLst>
            <pc:docMk/>
            <pc:sldMk cId="3326272039" sldId="281"/>
            <ac:inkMk id="53" creationId="{47DC0CE3-64DE-D04D-BDEB-810B94F219B8}"/>
          </ac:inkMkLst>
        </pc:inkChg>
        <pc:inkChg chg="add">
          <ac:chgData name="Aggie Menezes" userId="74619c95fa3483c9" providerId="LiveId" clId="{20A26620-95D9-894E-AE55-3DE133FE37BE}" dt="2021-03-09T02:54:25.589" v="1607"/>
          <ac:inkMkLst>
            <pc:docMk/>
            <pc:sldMk cId="3326272039" sldId="281"/>
            <ac:inkMk id="55" creationId="{4CF412A2-760A-7A46-9C4A-D1A6ACDF5ED2}"/>
          </ac:inkMkLst>
        </pc:inkChg>
        <pc:inkChg chg="add">
          <ac:chgData name="Aggie Menezes" userId="74619c95fa3483c9" providerId="LiveId" clId="{20A26620-95D9-894E-AE55-3DE133FE37BE}" dt="2021-03-09T02:54:26.201" v="1608"/>
          <ac:inkMkLst>
            <pc:docMk/>
            <pc:sldMk cId="3326272039" sldId="281"/>
            <ac:inkMk id="56" creationId="{B0CD5BB5-8DC6-9743-AB17-35630DB3014A}"/>
          </ac:inkMkLst>
        </pc:inkChg>
        <pc:inkChg chg="add">
          <ac:chgData name="Aggie Menezes" userId="74619c95fa3483c9" providerId="LiveId" clId="{20A26620-95D9-894E-AE55-3DE133FE37BE}" dt="2021-03-09T02:54:33.432" v="1610"/>
          <ac:inkMkLst>
            <pc:docMk/>
            <pc:sldMk cId="3326272039" sldId="281"/>
            <ac:inkMk id="58" creationId="{D3EBA5CE-4347-9C43-BBC0-974A114391CC}"/>
          </ac:inkMkLst>
        </pc:inkChg>
        <pc:inkChg chg="add">
          <ac:chgData name="Aggie Menezes" userId="74619c95fa3483c9" providerId="LiveId" clId="{20A26620-95D9-894E-AE55-3DE133FE37BE}" dt="2021-03-09T02:54:35.713" v="1611"/>
          <ac:inkMkLst>
            <pc:docMk/>
            <pc:sldMk cId="3326272039" sldId="281"/>
            <ac:inkMk id="59" creationId="{6952D978-C63D-544F-9230-D7979A315616}"/>
          </ac:inkMkLst>
        </pc:inkChg>
        <pc:inkChg chg="add">
          <ac:chgData name="Aggie Menezes" userId="74619c95fa3483c9" providerId="LiveId" clId="{20A26620-95D9-894E-AE55-3DE133FE37BE}" dt="2021-03-09T02:54:44.276" v="1613"/>
          <ac:inkMkLst>
            <pc:docMk/>
            <pc:sldMk cId="3326272039" sldId="281"/>
            <ac:inkMk id="61" creationId="{657CFEFD-1697-F44E-9B7E-1B47008F5ACE}"/>
          </ac:inkMkLst>
        </pc:inkChg>
        <pc:inkChg chg="add">
          <ac:chgData name="Aggie Menezes" userId="74619c95fa3483c9" providerId="LiveId" clId="{20A26620-95D9-894E-AE55-3DE133FE37BE}" dt="2021-03-09T02:54:44.609" v="1614"/>
          <ac:inkMkLst>
            <pc:docMk/>
            <pc:sldMk cId="3326272039" sldId="281"/>
            <ac:inkMk id="62" creationId="{D0A85C5C-5206-7A42-876B-244634906AEF}"/>
          </ac:inkMkLst>
        </pc:inkChg>
        <pc:inkChg chg="add">
          <ac:chgData name="Aggie Menezes" userId="74619c95fa3483c9" providerId="LiveId" clId="{20A26620-95D9-894E-AE55-3DE133FE37BE}" dt="2021-03-09T02:54:44.875" v="1615"/>
          <ac:inkMkLst>
            <pc:docMk/>
            <pc:sldMk cId="3326272039" sldId="281"/>
            <ac:inkMk id="63" creationId="{1E87440D-C1C9-2E4F-851B-DE2BB9FF4ED6}"/>
          </ac:inkMkLst>
        </pc:inkChg>
        <pc:inkChg chg="add">
          <ac:chgData name="Aggie Menezes" userId="74619c95fa3483c9" providerId="LiveId" clId="{20A26620-95D9-894E-AE55-3DE133FE37BE}" dt="2021-03-09T02:54:46.541" v="1617"/>
          <ac:inkMkLst>
            <pc:docMk/>
            <pc:sldMk cId="3326272039" sldId="281"/>
            <ac:inkMk id="65" creationId="{B061AF27-EEBD-3342-97CD-E70370225FBF}"/>
          </ac:inkMkLst>
        </pc:inkChg>
        <pc:inkChg chg="add">
          <ac:chgData name="Aggie Menezes" userId="74619c95fa3483c9" providerId="LiveId" clId="{20A26620-95D9-894E-AE55-3DE133FE37BE}" dt="2021-03-09T02:54:46.797" v="1618"/>
          <ac:inkMkLst>
            <pc:docMk/>
            <pc:sldMk cId="3326272039" sldId="281"/>
            <ac:inkMk id="66" creationId="{97C67B1B-FF85-6044-A462-8A6048B426C9}"/>
          </ac:inkMkLst>
        </pc:inkChg>
        <pc:inkChg chg="add">
          <ac:chgData name="Aggie Menezes" userId="74619c95fa3483c9" providerId="LiveId" clId="{20A26620-95D9-894E-AE55-3DE133FE37BE}" dt="2021-03-09T02:54:46.972" v="1619"/>
          <ac:inkMkLst>
            <pc:docMk/>
            <pc:sldMk cId="3326272039" sldId="281"/>
            <ac:inkMk id="67" creationId="{2A8810D5-9E4B-EC4F-8D13-47136BF78922}"/>
          </ac:inkMkLst>
        </pc:inkChg>
        <pc:inkChg chg="add">
          <ac:chgData name="Aggie Menezes" userId="74619c95fa3483c9" providerId="LiveId" clId="{20A26620-95D9-894E-AE55-3DE133FE37BE}" dt="2021-03-09T02:54:47.569" v="1620"/>
          <ac:inkMkLst>
            <pc:docMk/>
            <pc:sldMk cId="3326272039" sldId="281"/>
            <ac:inkMk id="68" creationId="{12BC8122-B2EC-F142-A241-1938292F4FA0}"/>
          </ac:inkMkLst>
        </pc:inkChg>
        <pc:inkChg chg="add">
          <ac:chgData name="Aggie Menezes" userId="74619c95fa3483c9" providerId="LiveId" clId="{20A26620-95D9-894E-AE55-3DE133FE37BE}" dt="2021-03-09T02:54:47.722" v="1621"/>
          <ac:inkMkLst>
            <pc:docMk/>
            <pc:sldMk cId="3326272039" sldId="281"/>
            <ac:inkMk id="69" creationId="{9E7CF504-7649-6643-A250-F45D80D4A411}"/>
          </ac:inkMkLst>
        </pc:inkChg>
        <pc:inkChg chg="add">
          <ac:chgData name="Aggie Menezes" userId="74619c95fa3483c9" providerId="LiveId" clId="{20A26620-95D9-894E-AE55-3DE133FE37BE}" dt="2021-03-09T02:54:47.893" v="1622"/>
          <ac:inkMkLst>
            <pc:docMk/>
            <pc:sldMk cId="3326272039" sldId="281"/>
            <ac:inkMk id="70" creationId="{6422D64B-6723-0248-945A-A9A0AF479005}"/>
          </ac:inkMkLst>
        </pc:inkChg>
        <pc:inkChg chg="add">
          <ac:chgData name="Aggie Menezes" userId="74619c95fa3483c9" providerId="LiveId" clId="{20A26620-95D9-894E-AE55-3DE133FE37BE}" dt="2021-03-09T02:54:48.566" v="1623"/>
          <ac:inkMkLst>
            <pc:docMk/>
            <pc:sldMk cId="3326272039" sldId="281"/>
            <ac:inkMk id="71" creationId="{90BB7CED-9BA6-734E-B979-70E817BA1487}"/>
          </ac:inkMkLst>
        </pc:inkChg>
        <pc:inkChg chg="add">
          <ac:chgData name="Aggie Menezes" userId="74619c95fa3483c9" providerId="LiveId" clId="{20A26620-95D9-894E-AE55-3DE133FE37BE}" dt="2021-03-09T02:54:49.238" v="1625"/>
          <ac:inkMkLst>
            <pc:docMk/>
            <pc:sldMk cId="3326272039" sldId="281"/>
            <ac:inkMk id="73" creationId="{26867FD1-A8D2-0B40-9A9E-F7F6D87603BA}"/>
          </ac:inkMkLst>
        </pc:inkChg>
        <pc:inkChg chg="add">
          <ac:chgData name="Aggie Menezes" userId="74619c95fa3483c9" providerId="LiveId" clId="{20A26620-95D9-894E-AE55-3DE133FE37BE}" dt="2021-03-09T02:54:49.535" v="1626"/>
          <ac:inkMkLst>
            <pc:docMk/>
            <pc:sldMk cId="3326272039" sldId="281"/>
            <ac:inkMk id="74" creationId="{A7FB8273-5135-A342-A282-4166DBD6FEE3}"/>
          </ac:inkMkLst>
        </pc:inkChg>
        <pc:inkChg chg="add">
          <ac:chgData name="Aggie Menezes" userId="74619c95fa3483c9" providerId="LiveId" clId="{20A26620-95D9-894E-AE55-3DE133FE37BE}" dt="2021-03-09T02:54:49.881" v="1627"/>
          <ac:inkMkLst>
            <pc:docMk/>
            <pc:sldMk cId="3326272039" sldId="281"/>
            <ac:inkMk id="75" creationId="{59198CD5-10D7-BE4F-96F1-9A1CADA434FF}"/>
          </ac:inkMkLst>
        </pc:inkChg>
        <pc:inkChg chg="add">
          <ac:chgData name="Aggie Menezes" userId="74619c95fa3483c9" providerId="LiveId" clId="{20A26620-95D9-894E-AE55-3DE133FE37BE}" dt="2021-03-09T02:54:50.165" v="1628"/>
          <ac:inkMkLst>
            <pc:docMk/>
            <pc:sldMk cId="3326272039" sldId="281"/>
            <ac:inkMk id="76" creationId="{6D6D96A7-ECED-1C43-A062-6A3ABFCD606D}"/>
          </ac:inkMkLst>
        </pc:inkChg>
        <pc:inkChg chg="add">
          <ac:chgData name="Aggie Menezes" userId="74619c95fa3483c9" providerId="LiveId" clId="{20A26620-95D9-894E-AE55-3DE133FE37BE}" dt="2021-03-09T02:54:51.088" v="1630"/>
          <ac:inkMkLst>
            <pc:docMk/>
            <pc:sldMk cId="3326272039" sldId="281"/>
            <ac:inkMk id="78" creationId="{5C487F7D-D4AB-DA47-A5D1-84BE047AF4D8}"/>
          </ac:inkMkLst>
        </pc:inkChg>
        <pc:inkChg chg="add">
          <ac:chgData name="Aggie Menezes" userId="74619c95fa3483c9" providerId="LiveId" clId="{20A26620-95D9-894E-AE55-3DE133FE37BE}" dt="2021-03-09T02:54:51.248" v="1631"/>
          <ac:inkMkLst>
            <pc:docMk/>
            <pc:sldMk cId="3326272039" sldId="281"/>
            <ac:inkMk id="87" creationId="{3FF2BDA0-48FF-1444-81CE-D4B87754DC7D}"/>
          </ac:inkMkLst>
        </pc:inkChg>
        <pc:inkChg chg="add">
          <ac:chgData name="Aggie Menezes" userId="74619c95fa3483c9" providerId="LiveId" clId="{20A26620-95D9-894E-AE55-3DE133FE37BE}" dt="2021-03-09T02:54:51.882" v="1632"/>
          <ac:inkMkLst>
            <pc:docMk/>
            <pc:sldMk cId="3326272039" sldId="281"/>
            <ac:inkMk id="88" creationId="{50CFBDFD-4C5E-EB45-A972-F7E64FB7A90D}"/>
          </ac:inkMkLst>
        </pc:inkChg>
        <pc:inkChg chg="add">
          <ac:chgData name="Aggie Menezes" userId="74619c95fa3483c9" providerId="LiveId" clId="{20A26620-95D9-894E-AE55-3DE133FE37BE}" dt="2021-03-09T02:54:52.081" v="1633"/>
          <ac:inkMkLst>
            <pc:docMk/>
            <pc:sldMk cId="3326272039" sldId="281"/>
            <ac:inkMk id="89" creationId="{97A4B301-3CA9-BC4F-8ACF-2A8E2A37C36A}"/>
          </ac:inkMkLst>
        </pc:inkChg>
        <pc:inkChg chg="add">
          <ac:chgData name="Aggie Menezes" userId="74619c95fa3483c9" providerId="LiveId" clId="{20A26620-95D9-894E-AE55-3DE133FE37BE}" dt="2021-03-09T02:54:53.006" v="1634"/>
          <ac:inkMkLst>
            <pc:docMk/>
            <pc:sldMk cId="3326272039" sldId="281"/>
            <ac:inkMk id="90" creationId="{2BAF1C2B-27C6-D44B-9D32-97B571192FEB}"/>
          </ac:inkMkLst>
        </pc:inkChg>
        <pc:inkChg chg="add">
          <ac:chgData name="Aggie Menezes" userId="74619c95fa3483c9" providerId="LiveId" clId="{20A26620-95D9-894E-AE55-3DE133FE37BE}" dt="2021-03-09T02:54:53.198" v="1635"/>
          <ac:inkMkLst>
            <pc:docMk/>
            <pc:sldMk cId="3326272039" sldId="281"/>
            <ac:inkMk id="91" creationId="{DCEA455D-5CA0-134F-AD3D-7834D672113C}"/>
          </ac:inkMkLst>
        </pc:inkChg>
        <pc:inkChg chg="add">
          <ac:chgData name="Aggie Menezes" userId="74619c95fa3483c9" providerId="LiveId" clId="{20A26620-95D9-894E-AE55-3DE133FE37BE}" dt="2021-03-09T02:54:53.614" v="1636"/>
          <ac:inkMkLst>
            <pc:docMk/>
            <pc:sldMk cId="3326272039" sldId="281"/>
            <ac:inkMk id="92" creationId="{966E4029-8403-FB4C-9BD5-2B8774A2B47F}"/>
          </ac:inkMkLst>
        </pc:inkChg>
        <pc:inkChg chg="add">
          <ac:chgData name="Aggie Menezes" userId="74619c95fa3483c9" providerId="LiveId" clId="{20A26620-95D9-894E-AE55-3DE133FE37BE}" dt="2021-03-09T02:54:53.757" v="1637"/>
          <ac:inkMkLst>
            <pc:docMk/>
            <pc:sldMk cId="3326272039" sldId="281"/>
            <ac:inkMk id="93" creationId="{DCD3B5AB-0D72-0D43-9050-FC3ADF2450F7}"/>
          </ac:inkMkLst>
        </pc:inkChg>
        <pc:inkChg chg="add">
          <ac:chgData name="Aggie Menezes" userId="74619c95fa3483c9" providerId="LiveId" clId="{20A26620-95D9-894E-AE55-3DE133FE37BE}" dt="2021-03-09T02:54:53.918" v="1638"/>
          <ac:inkMkLst>
            <pc:docMk/>
            <pc:sldMk cId="3326272039" sldId="281"/>
            <ac:inkMk id="94" creationId="{54244749-3E88-D349-85BC-DE936004C0E6}"/>
          </ac:inkMkLst>
        </pc:inkChg>
        <pc:inkChg chg="add">
          <ac:chgData name="Aggie Menezes" userId="74619c95fa3483c9" providerId="LiveId" clId="{20A26620-95D9-894E-AE55-3DE133FE37BE}" dt="2021-03-09T02:54:54.076" v="1639"/>
          <ac:inkMkLst>
            <pc:docMk/>
            <pc:sldMk cId="3326272039" sldId="281"/>
            <ac:inkMk id="95" creationId="{AE4DB101-A704-C54A-99B3-07B5614C5DD0}"/>
          </ac:inkMkLst>
        </pc:inkChg>
        <pc:inkChg chg="add">
          <ac:chgData name="Aggie Menezes" userId="74619c95fa3483c9" providerId="LiveId" clId="{20A26620-95D9-894E-AE55-3DE133FE37BE}" dt="2021-03-09T02:54:54.234" v="1640"/>
          <ac:inkMkLst>
            <pc:docMk/>
            <pc:sldMk cId="3326272039" sldId="281"/>
            <ac:inkMk id="96" creationId="{03959EC8-36C6-FA46-8C2F-9492EA3FB600}"/>
          </ac:inkMkLst>
        </pc:inkChg>
        <pc:inkChg chg="add">
          <ac:chgData name="Aggie Menezes" userId="74619c95fa3483c9" providerId="LiveId" clId="{20A26620-95D9-894E-AE55-3DE133FE37BE}" dt="2021-03-09T02:54:54.397" v="1641"/>
          <ac:inkMkLst>
            <pc:docMk/>
            <pc:sldMk cId="3326272039" sldId="281"/>
            <ac:inkMk id="97" creationId="{33170DCB-B11A-374E-BA7A-E71FE4D43647}"/>
          </ac:inkMkLst>
        </pc:inkChg>
        <pc:inkChg chg="add">
          <ac:chgData name="Aggie Menezes" userId="74619c95fa3483c9" providerId="LiveId" clId="{20A26620-95D9-894E-AE55-3DE133FE37BE}" dt="2021-03-09T02:54:54.549" v="1642"/>
          <ac:inkMkLst>
            <pc:docMk/>
            <pc:sldMk cId="3326272039" sldId="281"/>
            <ac:inkMk id="98" creationId="{A5896C06-9A40-E848-9618-E8EAAA04FFA7}"/>
          </ac:inkMkLst>
        </pc:inkChg>
        <pc:inkChg chg="add">
          <ac:chgData name="Aggie Menezes" userId="74619c95fa3483c9" providerId="LiveId" clId="{20A26620-95D9-894E-AE55-3DE133FE37BE}" dt="2021-03-09T02:54:54.710" v="1643"/>
          <ac:inkMkLst>
            <pc:docMk/>
            <pc:sldMk cId="3326272039" sldId="281"/>
            <ac:inkMk id="99" creationId="{64C7A32F-260B-AE45-B7C4-DC6237A8929A}"/>
          </ac:inkMkLst>
        </pc:inkChg>
      </pc:sldChg>
      <pc:sldChg chg="addSp delSp">
        <pc:chgData name="Aggie Menezes" userId="74619c95fa3483c9" providerId="LiveId" clId="{20A26620-95D9-894E-AE55-3DE133FE37BE}" dt="2021-03-09T03:20:17.715" v="2379"/>
        <pc:sldMkLst>
          <pc:docMk/>
          <pc:sldMk cId="2227817946" sldId="282"/>
        </pc:sldMkLst>
        <pc:grpChg chg="add">
          <ac:chgData name="Aggie Menezes" userId="74619c95fa3483c9" providerId="LiveId" clId="{20A26620-95D9-894E-AE55-3DE133FE37BE}" dt="2021-03-09T03:17:33.464" v="2311"/>
          <ac:grpSpMkLst>
            <pc:docMk/>
            <pc:sldMk cId="2227817946" sldId="282"/>
            <ac:grpSpMk id="9" creationId="{314538FF-801C-0942-BD70-381AD7819766}"/>
          </ac:grpSpMkLst>
        </pc:grpChg>
        <pc:grpChg chg="add del">
          <ac:chgData name="Aggie Menezes" userId="74619c95fa3483c9" providerId="LiveId" clId="{20A26620-95D9-894E-AE55-3DE133FE37BE}" dt="2021-03-09T03:18:48.763" v="2331"/>
          <ac:grpSpMkLst>
            <pc:docMk/>
            <pc:sldMk cId="2227817946" sldId="282"/>
            <ac:grpSpMk id="27" creationId="{2FC6576F-D7CB-0049-A203-07313D257917}"/>
          </ac:grpSpMkLst>
        </pc:grpChg>
        <pc:grpChg chg="add del">
          <ac:chgData name="Aggie Menezes" userId="74619c95fa3483c9" providerId="LiveId" clId="{20A26620-95D9-894E-AE55-3DE133FE37BE}" dt="2021-03-09T03:18:16.565" v="2325"/>
          <ac:grpSpMkLst>
            <pc:docMk/>
            <pc:sldMk cId="2227817946" sldId="282"/>
            <ac:grpSpMk id="31" creationId="{D6E8E317-6A90-3E46-865A-E8A0A8CF7193}"/>
          </ac:grpSpMkLst>
        </pc:grpChg>
        <pc:grpChg chg="add del">
          <ac:chgData name="Aggie Menezes" userId="74619c95fa3483c9" providerId="LiveId" clId="{20A26620-95D9-894E-AE55-3DE133FE37BE}" dt="2021-03-09T03:18:48.763" v="2331"/>
          <ac:grpSpMkLst>
            <pc:docMk/>
            <pc:sldMk cId="2227817946" sldId="282"/>
            <ac:grpSpMk id="34" creationId="{7538EA11-2A17-164A-8105-E7E94F5DDFEA}"/>
          </ac:grpSpMkLst>
        </pc:grpChg>
        <pc:grpChg chg="add del">
          <ac:chgData name="Aggie Menezes" userId="74619c95fa3483c9" providerId="LiveId" clId="{20A26620-95D9-894E-AE55-3DE133FE37BE}" dt="2021-03-09T03:18:48.763" v="2331"/>
          <ac:grpSpMkLst>
            <pc:docMk/>
            <pc:sldMk cId="2227817946" sldId="282"/>
            <ac:grpSpMk id="37" creationId="{F002DE3D-9857-2F42-9D25-F86ECA42EA02}"/>
          </ac:grpSpMkLst>
        </pc:grpChg>
        <pc:grpChg chg="add del">
          <ac:chgData name="Aggie Menezes" userId="74619c95fa3483c9" providerId="LiveId" clId="{20A26620-95D9-894E-AE55-3DE133FE37BE}" dt="2021-03-09T03:18:52.621" v="2333"/>
          <ac:grpSpMkLst>
            <pc:docMk/>
            <pc:sldMk cId="2227817946" sldId="282"/>
            <ac:grpSpMk id="43" creationId="{59D978E4-0FAB-5B44-B86F-14FBE0491F2C}"/>
          </ac:grpSpMkLst>
        </pc:grpChg>
        <pc:grpChg chg="add del">
          <ac:chgData name="Aggie Menezes" userId="74619c95fa3483c9" providerId="LiveId" clId="{20A26620-95D9-894E-AE55-3DE133FE37BE}" dt="2021-03-09T03:18:55.045" v="2336"/>
          <ac:grpSpMkLst>
            <pc:docMk/>
            <pc:sldMk cId="2227817946" sldId="282"/>
            <ac:grpSpMk id="45" creationId="{677CAD4E-787B-7541-92C7-5397D1F2A655}"/>
          </ac:grpSpMkLst>
        </pc:grpChg>
        <pc:grpChg chg="add del">
          <ac:chgData name="Aggie Menezes" userId="74619c95fa3483c9" providerId="LiveId" clId="{20A26620-95D9-894E-AE55-3DE133FE37BE}" dt="2021-03-09T03:19:47.626" v="2360"/>
          <ac:grpSpMkLst>
            <pc:docMk/>
            <pc:sldMk cId="2227817946" sldId="282"/>
            <ac:grpSpMk id="48" creationId="{860306B6-3067-EC4B-8406-888C57AA5A06}"/>
          </ac:grpSpMkLst>
        </pc:grpChg>
        <pc:grpChg chg="add del">
          <ac:chgData name="Aggie Menezes" userId="74619c95fa3483c9" providerId="LiveId" clId="{20A26620-95D9-894E-AE55-3DE133FE37BE}" dt="2021-03-09T03:19:02.148" v="2343"/>
          <ac:grpSpMkLst>
            <pc:docMk/>
            <pc:sldMk cId="2227817946" sldId="282"/>
            <ac:grpSpMk id="51" creationId="{A463A501-95A5-884D-9B82-C6B8A2F5CBC6}"/>
          </ac:grpSpMkLst>
        </pc:grpChg>
        <pc:grpChg chg="add del">
          <ac:chgData name="Aggie Menezes" userId="74619c95fa3483c9" providerId="LiveId" clId="{20A26620-95D9-894E-AE55-3DE133FE37BE}" dt="2021-03-09T03:19:03.793" v="2346"/>
          <ac:grpSpMkLst>
            <pc:docMk/>
            <pc:sldMk cId="2227817946" sldId="282"/>
            <ac:grpSpMk id="55" creationId="{4A1C3447-492E-F649-B442-D64EA461CDD5}"/>
          </ac:grpSpMkLst>
        </pc:grpChg>
        <pc:grpChg chg="add del">
          <ac:chgData name="Aggie Menezes" userId="74619c95fa3483c9" providerId="LiveId" clId="{20A26620-95D9-894E-AE55-3DE133FE37BE}" dt="2021-03-09T03:19:47.626" v="2360"/>
          <ac:grpSpMkLst>
            <pc:docMk/>
            <pc:sldMk cId="2227817946" sldId="282"/>
            <ac:grpSpMk id="58" creationId="{68AE1490-5880-7244-BC13-EEFE91A8A3C2}"/>
          </ac:grpSpMkLst>
        </pc:grpChg>
        <pc:grpChg chg="add del">
          <ac:chgData name="Aggie Menezes" userId="74619c95fa3483c9" providerId="LiveId" clId="{20A26620-95D9-894E-AE55-3DE133FE37BE}" dt="2021-03-09T03:19:47.626" v="2360"/>
          <ac:grpSpMkLst>
            <pc:docMk/>
            <pc:sldMk cId="2227817946" sldId="282"/>
            <ac:grpSpMk id="63" creationId="{4AEFF15E-AE8F-CA40-85F7-0DBCD5047BF1}"/>
          </ac:grpSpMkLst>
        </pc:grpChg>
        <pc:grpChg chg="add del">
          <ac:chgData name="Aggie Menezes" userId="74619c95fa3483c9" providerId="LiveId" clId="{20A26620-95D9-894E-AE55-3DE133FE37BE}" dt="2021-03-09T03:19:47.626" v="2360"/>
          <ac:grpSpMkLst>
            <pc:docMk/>
            <pc:sldMk cId="2227817946" sldId="282"/>
            <ac:grpSpMk id="69" creationId="{8816CA02-5126-6047-AF1C-0D8CA0FBDBE3}"/>
          </ac:grpSpMkLst>
        </pc:grpChg>
        <pc:grpChg chg="add">
          <ac:chgData name="Aggie Menezes" userId="74619c95fa3483c9" providerId="LiveId" clId="{20A26620-95D9-894E-AE55-3DE133FE37BE}" dt="2021-03-09T03:19:47.626" v="2360"/>
          <ac:grpSpMkLst>
            <pc:docMk/>
            <pc:sldMk cId="2227817946" sldId="282"/>
            <ac:grpSpMk id="72" creationId="{7B74B05C-7BCF-E34E-8E4D-7C67B75E5C7B}"/>
          </ac:grpSpMkLst>
        </pc:grpChg>
        <pc:grpChg chg="add">
          <ac:chgData name="Aggie Menezes" userId="74619c95fa3483c9" providerId="LiveId" clId="{20A26620-95D9-894E-AE55-3DE133FE37BE}" dt="2021-03-09T03:19:55.398" v="2363"/>
          <ac:grpSpMkLst>
            <pc:docMk/>
            <pc:sldMk cId="2227817946" sldId="282"/>
            <ac:grpSpMk id="75" creationId="{AD19852D-9775-FE49-A443-6893272D10DA}"/>
          </ac:grpSpMkLst>
        </pc:grpChg>
        <pc:grpChg chg="add del">
          <ac:chgData name="Aggie Menezes" userId="74619c95fa3483c9" providerId="LiveId" clId="{20A26620-95D9-894E-AE55-3DE133FE37BE}" dt="2021-03-09T03:20:12.237" v="2370"/>
          <ac:grpSpMkLst>
            <pc:docMk/>
            <pc:sldMk cId="2227817946" sldId="282"/>
            <ac:grpSpMk id="78" creationId="{530FAEA1-8098-BC4D-A9AA-1F1EC76015A4}"/>
          </ac:grpSpMkLst>
        </pc:grpChg>
        <pc:grpChg chg="add del">
          <ac:chgData name="Aggie Menezes" userId="74619c95fa3483c9" providerId="LiveId" clId="{20A26620-95D9-894E-AE55-3DE133FE37BE}" dt="2021-03-09T03:20:13.679" v="2372"/>
          <ac:grpSpMkLst>
            <pc:docMk/>
            <pc:sldMk cId="2227817946" sldId="282"/>
            <ac:grpSpMk id="82" creationId="{D587C1B9-30CE-2645-B41D-6F55808C09DE}"/>
          </ac:grpSpMkLst>
        </pc:grpChg>
        <pc:grpChg chg="add del">
          <ac:chgData name="Aggie Menezes" userId="74619c95fa3483c9" providerId="LiveId" clId="{20A26620-95D9-894E-AE55-3DE133FE37BE}" dt="2021-03-09T03:20:17.715" v="2379"/>
          <ac:grpSpMkLst>
            <pc:docMk/>
            <pc:sldMk cId="2227817946" sldId="282"/>
            <ac:grpSpMk id="84" creationId="{294F8D9D-6525-8345-89EC-CB30792A8344}"/>
          </ac:grpSpMkLst>
        </pc:grpChg>
        <pc:grpChg chg="add">
          <ac:chgData name="Aggie Menezes" userId="74619c95fa3483c9" providerId="LiveId" clId="{20A26620-95D9-894E-AE55-3DE133FE37BE}" dt="2021-03-09T03:20:17.715" v="2379"/>
          <ac:grpSpMkLst>
            <pc:docMk/>
            <pc:sldMk cId="2227817946" sldId="282"/>
            <ac:grpSpMk id="91" creationId="{89D3E35E-3F8A-F945-84D0-81AFDE97CA27}"/>
          </ac:grpSpMkLst>
        </pc:grpChg>
        <pc:inkChg chg="add">
          <ac:chgData name="Aggie Menezes" userId="74619c95fa3483c9" providerId="LiveId" clId="{20A26620-95D9-894E-AE55-3DE133FE37BE}" dt="2021-03-06T04:18:54.618" v="1497" actId="7634"/>
          <ac:inkMkLst>
            <pc:docMk/>
            <pc:sldMk cId="2227817946" sldId="282"/>
            <ac:inkMk id="5" creationId="{CF642123-4E2B-944E-86FC-C10588D85146}"/>
          </ac:inkMkLst>
        </pc:inkChg>
        <pc:inkChg chg="add">
          <ac:chgData name="Aggie Menezes" userId="74619c95fa3483c9" providerId="LiveId" clId="{20A26620-95D9-894E-AE55-3DE133FE37BE}" dt="2021-03-09T03:17:31.337" v="2307"/>
          <ac:inkMkLst>
            <pc:docMk/>
            <pc:sldMk cId="2227817946" sldId="282"/>
            <ac:inkMk id="5" creationId="{E69D3642-EB33-E54A-BFB3-1741C4F5EEE3}"/>
          </ac:inkMkLst>
        </pc:inkChg>
        <pc:inkChg chg="add">
          <ac:chgData name="Aggie Menezes" userId="74619c95fa3483c9" providerId="LiveId" clId="{20A26620-95D9-894E-AE55-3DE133FE37BE}" dt="2021-03-09T03:17:31.891" v="2308"/>
          <ac:inkMkLst>
            <pc:docMk/>
            <pc:sldMk cId="2227817946" sldId="282"/>
            <ac:inkMk id="6" creationId="{D3E745B2-760F-C849-8A45-6D53CCF6D295}"/>
          </ac:inkMkLst>
        </pc:inkChg>
        <pc:inkChg chg="add">
          <ac:chgData name="Aggie Menezes" userId="74619c95fa3483c9" providerId="LiveId" clId="{20A26620-95D9-894E-AE55-3DE133FE37BE}" dt="2021-03-09T03:17:32.246" v="2309"/>
          <ac:inkMkLst>
            <pc:docMk/>
            <pc:sldMk cId="2227817946" sldId="282"/>
            <ac:inkMk id="7" creationId="{EF5EAA63-9078-7B42-9FAC-969355D2B753}"/>
          </ac:inkMkLst>
        </pc:inkChg>
        <pc:inkChg chg="add">
          <ac:chgData name="Aggie Menezes" userId="74619c95fa3483c9" providerId="LiveId" clId="{20A26620-95D9-894E-AE55-3DE133FE37BE}" dt="2021-03-09T03:17:32.859" v="2310"/>
          <ac:inkMkLst>
            <pc:docMk/>
            <pc:sldMk cId="2227817946" sldId="282"/>
            <ac:inkMk id="8" creationId="{2BA3D782-F4E3-4E41-9C38-84D9893824F5}"/>
          </ac:inkMkLst>
        </pc:inkChg>
        <pc:inkChg chg="add">
          <ac:chgData name="Aggie Menezes" userId="74619c95fa3483c9" providerId="LiveId" clId="{20A26620-95D9-894E-AE55-3DE133FE37BE}" dt="2021-03-09T03:17:55.812" v="2312"/>
          <ac:inkMkLst>
            <pc:docMk/>
            <pc:sldMk cId="2227817946" sldId="282"/>
            <ac:inkMk id="24" creationId="{8D227869-D26F-9941-A790-A61F525FDA57}"/>
          </ac:inkMkLst>
        </pc:inkChg>
        <pc:inkChg chg="add topLvl">
          <ac:chgData name="Aggie Menezes" userId="74619c95fa3483c9" providerId="LiveId" clId="{20A26620-95D9-894E-AE55-3DE133FE37BE}" dt="2021-03-09T03:18:52.621" v="2333"/>
          <ac:inkMkLst>
            <pc:docMk/>
            <pc:sldMk cId="2227817946" sldId="282"/>
            <ac:inkMk id="25" creationId="{52A8E603-4811-724A-AE3A-74E3F1B80919}"/>
          </ac:inkMkLst>
        </pc:inkChg>
        <pc:inkChg chg="add topLvl">
          <ac:chgData name="Aggie Menezes" userId="74619c95fa3483c9" providerId="LiveId" clId="{20A26620-95D9-894E-AE55-3DE133FE37BE}" dt="2021-03-09T03:18:52.621" v="2333"/>
          <ac:inkMkLst>
            <pc:docMk/>
            <pc:sldMk cId="2227817946" sldId="282"/>
            <ac:inkMk id="26" creationId="{A69C49FE-E989-4A4C-92E0-AACF8847104D}"/>
          </ac:inkMkLst>
        </pc:inkChg>
        <pc:inkChg chg="add topLvl">
          <ac:chgData name="Aggie Menezes" userId="74619c95fa3483c9" providerId="LiveId" clId="{20A26620-95D9-894E-AE55-3DE133FE37BE}" dt="2021-03-09T03:18:52.621" v="2333"/>
          <ac:inkMkLst>
            <pc:docMk/>
            <pc:sldMk cId="2227817946" sldId="282"/>
            <ac:inkMk id="28" creationId="{6AFAC5E7-23E5-3B45-860F-2FF42DDB4C71}"/>
          </ac:inkMkLst>
        </pc:inkChg>
        <pc:inkChg chg="add topLvl">
          <ac:chgData name="Aggie Menezes" userId="74619c95fa3483c9" providerId="LiveId" clId="{20A26620-95D9-894E-AE55-3DE133FE37BE}" dt="2021-03-09T03:18:52.621" v="2333"/>
          <ac:inkMkLst>
            <pc:docMk/>
            <pc:sldMk cId="2227817946" sldId="282"/>
            <ac:inkMk id="29" creationId="{E04752A0-B039-DF43-8CC0-15BA61E7EEE2}"/>
          </ac:inkMkLst>
        </pc:inkChg>
        <pc:inkChg chg="add topLvl">
          <ac:chgData name="Aggie Menezes" userId="74619c95fa3483c9" providerId="LiveId" clId="{20A26620-95D9-894E-AE55-3DE133FE37BE}" dt="2021-03-09T03:18:52.621" v="2333"/>
          <ac:inkMkLst>
            <pc:docMk/>
            <pc:sldMk cId="2227817946" sldId="282"/>
            <ac:inkMk id="30" creationId="{C5902AA0-E2C1-9947-9A5A-7EE3B9941C4B}"/>
          </ac:inkMkLst>
        </pc:inkChg>
        <pc:inkChg chg="add topLvl">
          <ac:chgData name="Aggie Menezes" userId="74619c95fa3483c9" providerId="LiveId" clId="{20A26620-95D9-894E-AE55-3DE133FE37BE}" dt="2021-03-09T03:18:52.621" v="2333"/>
          <ac:inkMkLst>
            <pc:docMk/>
            <pc:sldMk cId="2227817946" sldId="282"/>
            <ac:inkMk id="32" creationId="{C1324BB5-8580-B34E-B36D-DAB2B3A79F7B}"/>
          </ac:inkMkLst>
        </pc:inkChg>
        <pc:inkChg chg="add topLvl">
          <ac:chgData name="Aggie Menezes" userId="74619c95fa3483c9" providerId="LiveId" clId="{20A26620-95D9-894E-AE55-3DE133FE37BE}" dt="2021-03-09T03:18:52.621" v="2333"/>
          <ac:inkMkLst>
            <pc:docMk/>
            <pc:sldMk cId="2227817946" sldId="282"/>
            <ac:inkMk id="33" creationId="{8349E7BE-1B91-4F43-8406-93D445F69F3F}"/>
          </ac:inkMkLst>
        </pc:inkChg>
        <pc:inkChg chg="add topLvl">
          <ac:chgData name="Aggie Menezes" userId="74619c95fa3483c9" providerId="LiveId" clId="{20A26620-95D9-894E-AE55-3DE133FE37BE}" dt="2021-03-09T03:18:48.763" v="2331"/>
          <ac:inkMkLst>
            <pc:docMk/>
            <pc:sldMk cId="2227817946" sldId="282"/>
            <ac:inkMk id="35" creationId="{7541601E-5F9B-B947-814D-6D1C10D4A3BC}"/>
          </ac:inkMkLst>
        </pc:inkChg>
        <pc:inkChg chg="add topLvl">
          <ac:chgData name="Aggie Menezes" userId="74619c95fa3483c9" providerId="LiveId" clId="{20A26620-95D9-894E-AE55-3DE133FE37BE}" dt="2021-03-09T03:18:48.763" v="2331"/>
          <ac:inkMkLst>
            <pc:docMk/>
            <pc:sldMk cId="2227817946" sldId="282"/>
            <ac:inkMk id="36" creationId="{8E1D8FDA-425D-E84F-A146-0E1DA5A80865}"/>
          </ac:inkMkLst>
        </pc:inkChg>
        <pc:inkChg chg="add">
          <ac:chgData name="Aggie Menezes" userId="74619c95fa3483c9" providerId="LiveId" clId="{20A26620-95D9-894E-AE55-3DE133FE37BE}" dt="2021-03-09T03:18:25.784" v="2326"/>
          <ac:inkMkLst>
            <pc:docMk/>
            <pc:sldMk cId="2227817946" sldId="282"/>
            <ac:inkMk id="38" creationId="{79BD414F-066F-5A44-8E15-83F0F89AFF76}"/>
          </ac:inkMkLst>
        </pc:inkChg>
        <pc:inkChg chg="add topLvl">
          <ac:chgData name="Aggie Menezes" userId="74619c95fa3483c9" providerId="LiveId" clId="{20A26620-95D9-894E-AE55-3DE133FE37BE}" dt="2021-03-09T03:19:47.626" v="2360"/>
          <ac:inkMkLst>
            <pc:docMk/>
            <pc:sldMk cId="2227817946" sldId="282"/>
            <ac:inkMk id="39" creationId="{56BF4F0D-A450-C044-9485-7962DF0AC0E8}"/>
          </ac:inkMkLst>
        </pc:inkChg>
        <pc:inkChg chg="add">
          <ac:chgData name="Aggie Menezes" userId="74619c95fa3483c9" providerId="LiveId" clId="{20A26620-95D9-894E-AE55-3DE133FE37BE}" dt="2021-03-09T03:18:28.094" v="2328"/>
          <ac:inkMkLst>
            <pc:docMk/>
            <pc:sldMk cId="2227817946" sldId="282"/>
            <ac:inkMk id="40" creationId="{AC226115-9B9A-FE46-869C-CA2B21813871}"/>
          </ac:inkMkLst>
        </pc:inkChg>
        <pc:inkChg chg="add topLvl">
          <ac:chgData name="Aggie Menezes" userId="74619c95fa3483c9" providerId="LiveId" clId="{20A26620-95D9-894E-AE55-3DE133FE37BE}" dt="2021-03-09T03:19:47.626" v="2360"/>
          <ac:inkMkLst>
            <pc:docMk/>
            <pc:sldMk cId="2227817946" sldId="282"/>
            <ac:inkMk id="41" creationId="{153644D1-0585-9B44-801A-6EEDE1A64B89}"/>
          </ac:inkMkLst>
        </pc:inkChg>
        <pc:inkChg chg="add topLvl">
          <ac:chgData name="Aggie Menezes" userId="74619c95fa3483c9" providerId="LiveId" clId="{20A26620-95D9-894E-AE55-3DE133FE37BE}" dt="2021-03-09T03:18:52.621" v="2333"/>
          <ac:inkMkLst>
            <pc:docMk/>
            <pc:sldMk cId="2227817946" sldId="282"/>
            <ac:inkMk id="42" creationId="{CB6F740D-1468-8643-869F-88C02C4B84C0}"/>
          </ac:inkMkLst>
        </pc:inkChg>
        <pc:inkChg chg="add topLvl">
          <ac:chgData name="Aggie Menezes" userId="74619c95fa3483c9" providerId="LiveId" clId="{20A26620-95D9-894E-AE55-3DE133FE37BE}" dt="2021-03-09T03:19:47.626" v="2360"/>
          <ac:inkMkLst>
            <pc:docMk/>
            <pc:sldMk cId="2227817946" sldId="282"/>
            <ac:inkMk id="44" creationId="{8ED28DC4-2D6D-8443-897C-7EE3886C1BDA}"/>
          </ac:inkMkLst>
        </pc:inkChg>
        <pc:inkChg chg="add topLvl">
          <ac:chgData name="Aggie Menezes" userId="74619c95fa3483c9" providerId="LiveId" clId="{20A26620-95D9-894E-AE55-3DE133FE37BE}" dt="2021-03-09T03:19:47.626" v="2360"/>
          <ac:inkMkLst>
            <pc:docMk/>
            <pc:sldMk cId="2227817946" sldId="282"/>
            <ac:inkMk id="46" creationId="{8BF64D7D-6137-A047-B914-AF2A1E027D38}"/>
          </ac:inkMkLst>
        </pc:inkChg>
        <pc:inkChg chg="add topLvl">
          <ac:chgData name="Aggie Menezes" userId="74619c95fa3483c9" providerId="LiveId" clId="{20A26620-95D9-894E-AE55-3DE133FE37BE}" dt="2021-03-09T03:19:47.626" v="2360"/>
          <ac:inkMkLst>
            <pc:docMk/>
            <pc:sldMk cId="2227817946" sldId="282"/>
            <ac:inkMk id="47" creationId="{F4E46B11-5295-264F-B25A-D1C6EB57D93E}"/>
          </ac:inkMkLst>
        </pc:inkChg>
        <pc:inkChg chg="add topLvl">
          <ac:chgData name="Aggie Menezes" userId="74619c95fa3483c9" providerId="LiveId" clId="{20A26620-95D9-894E-AE55-3DE133FE37BE}" dt="2021-03-09T03:19:47.626" v="2360"/>
          <ac:inkMkLst>
            <pc:docMk/>
            <pc:sldMk cId="2227817946" sldId="282"/>
            <ac:inkMk id="49" creationId="{AEB18F24-3E47-2549-BC0E-D535A2314D44}"/>
          </ac:inkMkLst>
        </pc:inkChg>
        <pc:inkChg chg="add topLvl">
          <ac:chgData name="Aggie Menezes" userId="74619c95fa3483c9" providerId="LiveId" clId="{20A26620-95D9-894E-AE55-3DE133FE37BE}" dt="2021-03-09T03:19:47.626" v="2360"/>
          <ac:inkMkLst>
            <pc:docMk/>
            <pc:sldMk cId="2227817946" sldId="282"/>
            <ac:inkMk id="50" creationId="{ED1AF341-D7BE-1A45-A302-2719F979DF1C}"/>
          </ac:inkMkLst>
        </pc:inkChg>
        <pc:inkChg chg="add topLvl">
          <ac:chgData name="Aggie Menezes" userId="74619c95fa3483c9" providerId="LiveId" clId="{20A26620-95D9-894E-AE55-3DE133FE37BE}" dt="2021-03-09T03:19:47.626" v="2360"/>
          <ac:inkMkLst>
            <pc:docMk/>
            <pc:sldMk cId="2227817946" sldId="282"/>
            <ac:inkMk id="52" creationId="{E1180668-34E3-AD42-B86B-24B038B463EA}"/>
          </ac:inkMkLst>
        </pc:inkChg>
        <pc:inkChg chg="add topLvl">
          <ac:chgData name="Aggie Menezes" userId="74619c95fa3483c9" providerId="LiveId" clId="{20A26620-95D9-894E-AE55-3DE133FE37BE}" dt="2021-03-09T03:19:47.626" v="2360"/>
          <ac:inkMkLst>
            <pc:docMk/>
            <pc:sldMk cId="2227817946" sldId="282"/>
            <ac:inkMk id="53" creationId="{CB97B9C8-65F8-1B4B-934F-B5350B3A73FE}"/>
          </ac:inkMkLst>
        </pc:inkChg>
        <pc:inkChg chg="add topLvl">
          <ac:chgData name="Aggie Menezes" userId="74619c95fa3483c9" providerId="LiveId" clId="{20A26620-95D9-894E-AE55-3DE133FE37BE}" dt="2021-03-09T03:19:47.626" v="2360"/>
          <ac:inkMkLst>
            <pc:docMk/>
            <pc:sldMk cId="2227817946" sldId="282"/>
            <ac:inkMk id="54" creationId="{06B731A9-7E24-0040-BE93-5FFB3D337E91}"/>
          </ac:inkMkLst>
        </pc:inkChg>
        <pc:inkChg chg="add topLvl">
          <ac:chgData name="Aggie Menezes" userId="74619c95fa3483c9" providerId="LiveId" clId="{20A26620-95D9-894E-AE55-3DE133FE37BE}" dt="2021-03-09T03:19:47.626" v="2360"/>
          <ac:inkMkLst>
            <pc:docMk/>
            <pc:sldMk cId="2227817946" sldId="282"/>
            <ac:inkMk id="56" creationId="{BD553F54-B233-BB47-9320-5EAB6E12F63B}"/>
          </ac:inkMkLst>
        </pc:inkChg>
        <pc:inkChg chg="add topLvl">
          <ac:chgData name="Aggie Menezes" userId="74619c95fa3483c9" providerId="LiveId" clId="{20A26620-95D9-894E-AE55-3DE133FE37BE}" dt="2021-03-09T03:19:47.626" v="2360"/>
          <ac:inkMkLst>
            <pc:docMk/>
            <pc:sldMk cId="2227817946" sldId="282"/>
            <ac:inkMk id="57" creationId="{D5AA086C-6C7F-974C-9712-4EDCEEE819C8}"/>
          </ac:inkMkLst>
        </pc:inkChg>
        <pc:inkChg chg="add">
          <ac:chgData name="Aggie Menezes" userId="74619c95fa3483c9" providerId="LiveId" clId="{20A26620-95D9-894E-AE55-3DE133FE37BE}" dt="2021-03-09T03:19:11.873" v="2347"/>
          <ac:inkMkLst>
            <pc:docMk/>
            <pc:sldMk cId="2227817946" sldId="282"/>
            <ac:inkMk id="59" creationId="{8B35312D-E153-914F-9BE7-B234F804EC42}"/>
          </ac:inkMkLst>
        </pc:inkChg>
        <pc:inkChg chg="add">
          <ac:chgData name="Aggie Menezes" userId="74619c95fa3483c9" providerId="LiveId" clId="{20A26620-95D9-894E-AE55-3DE133FE37BE}" dt="2021-03-09T03:19:12.643" v="2348"/>
          <ac:inkMkLst>
            <pc:docMk/>
            <pc:sldMk cId="2227817946" sldId="282"/>
            <ac:inkMk id="60" creationId="{99C243F0-BF88-7447-883B-19AF790DF228}"/>
          </ac:inkMkLst>
        </pc:inkChg>
        <pc:inkChg chg="add topLvl">
          <ac:chgData name="Aggie Menezes" userId="74619c95fa3483c9" providerId="LiveId" clId="{20A26620-95D9-894E-AE55-3DE133FE37BE}" dt="2021-03-09T03:19:47.626" v="2360"/>
          <ac:inkMkLst>
            <pc:docMk/>
            <pc:sldMk cId="2227817946" sldId="282"/>
            <ac:inkMk id="61" creationId="{341B59B6-3CD7-E24F-BCDE-6F79DA6A230D}"/>
          </ac:inkMkLst>
        </pc:inkChg>
        <pc:inkChg chg="add topLvl">
          <ac:chgData name="Aggie Menezes" userId="74619c95fa3483c9" providerId="LiveId" clId="{20A26620-95D9-894E-AE55-3DE133FE37BE}" dt="2021-03-09T03:19:47.626" v="2360"/>
          <ac:inkMkLst>
            <pc:docMk/>
            <pc:sldMk cId="2227817946" sldId="282"/>
            <ac:inkMk id="62" creationId="{04905600-F7AC-D84D-B2A6-1ADC1D8A5842}"/>
          </ac:inkMkLst>
        </pc:inkChg>
        <pc:inkChg chg="add">
          <ac:chgData name="Aggie Menezes" userId="74619c95fa3483c9" providerId="LiveId" clId="{20A26620-95D9-894E-AE55-3DE133FE37BE}" dt="2021-03-09T03:19:18.440" v="2352"/>
          <ac:inkMkLst>
            <pc:docMk/>
            <pc:sldMk cId="2227817946" sldId="282"/>
            <ac:inkMk id="64" creationId="{4A26746E-F253-D444-927F-692F97FD38DD}"/>
          </ac:inkMkLst>
        </pc:inkChg>
        <pc:inkChg chg="add">
          <ac:chgData name="Aggie Menezes" userId="74619c95fa3483c9" providerId="LiveId" clId="{20A26620-95D9-894E-AE55-3DE133FE37BE}" dt="2021-03-09T03:19:22.692" v="2353"/>
          <ac:inkMkLst>
            <pc:docMk/>
            <pc:sldMk cId="2227817946" sldId="282"/>
            <ac:inkMk id="65" creationId="{ABB3D7DF-51AB-314C-90B8-D633138D762E}"/>
          </ac:inkMkLst>
        </pc:inkChg>
        <pc:inkChg chg="add">
          <ac:chgData name="Aggie Menezes" userId="74619c95fa3483c9" providerId="LiveId" clId="{20A26620-95D9-894E-AE55-3DE133FE37BE}" dt="2021-03-09T03:19:24.424" v="2354"/>
          <ac:inkMkLst>
            <pc:docMk/>
            <pc:sldMk cId="2227817946" sldId="282"/>
            <ac:inkMk id="66" creationId="{4ACA1A5A-FDD1-1A4B-9508-3E100E9B458E}"/>
          </ac:inkMkLst>
        </pc:inkChg>
        <pc:inkChg chg="add topLvl">
          <ac:chgData name="Aggie Menezes" userId="74619c95fa3483c9" providerId="LiveId" clId="{20A26620-95D9-894E-AE55-3DE133FE37BE}" dt="2021-03-09T03:19:47.626" v="2360"/>
          <ac:inkMkLst>
            <pc:docMk/>
            <pc:sldMk cId="2227817946" sldId="282"/>
            <ac:inkMk id="67" creationId="{B47D1878-DBB9-1E44-ACDC-6828009F8B86}"/>
          </ac:inkMkLst>
        </pc:inkChg>
        <pc:inkChg chg="add topLvl">
          <ac:chgData name="Aggie Menezes" userId="74619c95fa3483c9" providerId="LiveId" clId="{20A26620-95D9-894E-AE55-3DE133FE37BE}" dt="2021-03-09T03:19:47.626" v="2360"/>
          <ac:inkMkLst>
            <pc:docMk/>
            <pc:sldMk cId="2227817946" sldId="282"/>
            <ac:inkMk id="68" creationId="{1E24B386-A1E1-7743-A750-047EEF5CA4D2}"/>
          </ac:inkMkLst>
        </pc:inkChg>
        <pc:inkChg chg="add">
          <ac:chgData name="Aggie Menezes" userId="74619c95fa3483c9" providerId="LiveId" clId="{20A26620-95D9-894E-AE55-3DE133FE37BE}" dt="2021-03-09T03:19:45.980" v="2358"/>
          <ac:inkMkLst>
            <pc:docMk/>
            <pc:sldMk cId="2227817946" sldId="282"/>
            <ac:inkMk id="70" creationId="{C004D8D9-D791-C544-BC95-C60E7BD784B8}"/>
          </ac:inkMkLst>
        </pc:inkChg>
        <pc:inkChg chg="add">
          <ac:chgData name="Aggie Menezes" userId="74619c95fa3483c9" providerId="LiveId" clId="{20A26620-95D9-894E-AE55-3DE133FE37BE}" dt="2021-03-09T03:19:46.889" v="2359"/>
          <ac:inkMkLst>
            <pc:docMk/>
            <pc:sldMk cId="2227817946" sldId="282"/>
            <ac:inkMk id="71" creationId="{E19FE301-E399-B44B-B708-873B3876E564}"/>
          </ac:inkMkLst>
        </pc:inkChg>
        <pc:inkChg chg="add">
          <ac:chgData name="Aggie Menezes" userId="74619c95fa3483c9" providerId="LiveId" clId="{20A26620-95D9-894E-AE55-3DE133FE37BE}" dt="2021-03-09T03:19:53.834" v="2361"/>
          <ac:inkMkLst>
            <pc:docMk/>
            <pc:sldMk cId="2227817946" sldId="282"/>
            <ac:inkMk id="73" creationId="{916E3498-306A-2747-ABBF-A4056C6AC976}"/>
          </ac:inkMkLst>
        </pc:inkChg>
        <pc:inkChg chg="add">
          <ac:chgData name="Aggie Menezes" userId="74619c95fa3483c9" providerId="LiveId" clId="{20A26620-95D9-894E-AE55-3DE133FE37BE}" dt="2021-03-09T03:19:54.567" v="2362"/>
          <ac:inkMkLst>
            <pc:docMk/>
            <pc:sldMk cId="2227817946" sldId="282"/>
            <ac:inkMk id="74" creationId="{3430852D-9573-0947-BCDD-9CBC99A29614}"/>
          </ac:inkMkLst>
        </pc:inkChg>
        <pc:inkChg chg="add topLvl">
          <ac:chgData name="Aggie Menezes" userId="74619c95fa3483c9" providerId="LiveId" clId="{20A26620-95D9-894E-AE55-3DE133FE37BE}" dt="2021-03-09T03:20:17.715" v="2379"/>
          <ac:inkMkLst>
            <pc:docMk/>
            <pc:sldMk cId="2227817946" sldId="282"/>
            <ac:inkMk id="76" creationId="{88F8F6BF-FD37-C84B-85F3-C6CFEEE7DC41}"/>
          </ac:inkMkLst>
        </pc:inkChg>
        <pc:inkChg chg="add topLvl">
          <ac:chgData name="Aggie Menezes" userId="74619c95fa3483c9" providerId="LiveId" clId="{20A26620-95D9-894E-AE55-3DE133FE37BE}" dt="2021-03-09T03:20:17.715" v="2379"/>
          <ac:inkMkLst>
            <pc:docMk/>
            <pc:sldMk cId="2227817946" sldId="282"/>
            <ac:inkMk id="77" creationId="{F392C427-5754-1D42-9AA3-A80FD3D153AD}"/>
          </ac:inkMkLst>
        </pc:inkChg>
        <pc:inkChg chg="add topLvl">
          <ac:chgData name="Aggie Menezes" userId="74619c95fa3483c9" providerId="LiveId" clId="{20A26620-95D9-894E-AE55-3DE133FE37BE}" dt="2021-03-09T03:20:17.715" v="2379"/>
          <ac:inkMkLst>
            <pc:docMk/>
            <pc:sldMk cId="2227817946" sldId="282"/>
            <ac:inkMk id="79" creationId="{24003A4C-A91F-FA43-AC96-F84100587610}"/>
          </ac:inkMkLst>
        </pc:inkChg>
        <pc:inkChg chg="add topLvl">
          <ac:chgData name="Aggie Menezes" userId="74619c95fa3483c9" providerId="LiveId" clId="{20A26620-95D9-894E-AE55-3DE133FE37BE}" dt="2021-03-09T03:20:17.715" v="2379"/>
          <ac:inkMkLst>
            <pc:docMk/>
            <pc:sldMk cId="2227817946" sldId="282"/>
            <ac:inkMk id="80" creationId="{7B5452D8-3135-574A-A7B8-27A20D07AE93}"/>
          </ac:inkMkLst>
        </pc:inkChg>
        <pc:inkChg chg="add topLvl">
          <ac:chgData name="Aggie Menezes" userId="74619c95fa3483c9" providerId="LiveId" clId="{20A26620-95D9-894E-AE55-3DE133FE37BE}" dt="2021-03-09T03:20:17.715" v="2379"/>
          <ac:inkMkLst>
            <pc:docMk/>
            <pc:sldMk cId="2227817946" sldId="282"/>
            <ac:inkMk id="81" creationId="{92161C4D-EF25-BB4A-9841-E8D08C9C8E39}"/>
          </ac:inkMkLst>
        </pc:inkChg>
        <pc:inkChg chg="add topLvl">
          <ac:chgData name="Aggie Menezes" userId="74619c95fa3483c9" providerId="LiveId" clId="{20A26620-95D9-894E-AE55-3DE133FE37BE}" dt="2021-03-09T03:20:17.715" v="2379"/>
          <ac:inkMkLst>
            <pc:docMk/>
            <pc:sldMk cId="2227817946" sldId="282"/>
            <ac:inkMk id="83" creationId="{DF47E533-793B-C44D-97C0-D3C5AA794280}"/>
          </ac:inkMkLst>
        </pc:inkChg>
        <pc:inkChg chg="add">
          <ac:chgData name="Aggie Menezes" userId="74619c95fa3483c9" providerId="LiveId" clId="{20A26620-95D9-894E-AE55-3DE133FE37BE}" dt="2021-03-09T03:20:15.046" v="2373"/>
          <ac:inkMkLst>
            <pc:docMk/>
            <pc:sldMk cId="2227817946" sldId="282"/>
            <ac:inkMk id="85" creationId="{2B03A9B9-509A-CB44-9E9B-63D1307AF7CA}"/>
          </ac:inkMkLst>
        </pc:inkChg>
        <pc:inkChg chg="add">
          <ac:chgData name="Aggie Menezes" userId="74619c95fa3483c9" providerId="LiveId" clId="{20A26620-95D9-894E-AE55-3DE133FE37BE}" dt="2021-03-09T03:20:15.814" v="2374"/>
          <ac:inkMkLst>
            <pc:docMk/>
            <pc:sldMk cId="2227817946" sldId="282"/>
            <ac:inkMk id="86" creationId="{06DD723C-4544-4640-B2AE-53A2A0B2B5AD}"/>
          </ac:inkMkLst>
        </pc:inkChg>
        <pc:inkChg chg="add">
          <ac:chgData name="Aggie Menezes" userId="74619c95fa3483c9" providerId="LiveId" clId="{20A26620-95D9-894E-AE55-3DE133FE37BE}" dt="2021-03-09T03:20:16.081" v="2375"/>
          <ac:inkMkLst>
            <pc:docMk/>
            <pc:sldMk cId="2227817946" sldId="282"/>
            <ac:inkMk id="87" creationId="{5B5ED864-B641-394F-AFF4-B678BAEB389F}"/>
          </ac:inkMkLst>
        </pc:inkChg>
        <pc:inkChg chg="add">
          <ac:chgData name="Aggie Menezes" userId="74619c95fa3483c9" providerId="LiveId" clId="{20A26620-95D9-894E-AE55-3DE133FE37BE}" dt="2021-03-09T03:20:16.292" v="2376"/>
          <ac:inkMkLst>
            <pc:docMk/>
            <pc:sldMk cId="2227817946" sldId="282"/>
            <ac:inkMk id="88" creationId="{986AABBB-3AE4-C343-8F48-DC039AF504BC}"/>
          </ac:inkMkLst>
        </pc:inkChg>
        <pc:inkChg chg="add">
          <ac:chgData name="Aggie Menezes" userId="74619c95fa3483c9" providerId="LiveId" clId="{20A26620-95D9-894E-AE55-3DE133FE37BE}" dt="2021-03-09T03:20:16.804" v="2377"/>
          <ac:inkMkLst>
            <pc:docMk/>
            <pc:sldMk cId="2227817946" sldId="282"/>
            <ac:inkMk id="89" creationId="{FBA90AEF-B3C5-E442-8F1F-E145C4823FB1}"/>
          </ac:inkMkLst>
        </pc:inkChg>
        <pc:inkChg chg="add">
          <ac:chgData name="Aggie Menezes" userId="74619c95fa3483c9" providerId="LiveId" clId="{20A26620-95D9-894E-AE55-3DE133FE37BE}" dt="2021-03-09T03:20:17.096" v="2378"/>
          <ac:inkMkLst>
            <pc:docMk/>
            <pc:sldMk cId="2227817946" sldId="282"/>
            <ac:inkMk id="90" creationId="{1A0AB27B-5300-104E-BC3D-1D9D4136E8BC}"/>
          </ac:inkMkLst>
        </pc:inkChg>
      </pc:sldChg>
      <pc:sldChg chg="addSp delSp new ord">
        <pc:chgData name="Aggie Menezes" userId="74619c95fa3483c9" providerId="LiveId" clId="{20A26620-95D9-894E-AE55-3DE133FE37BE}" dt="2021-03-06T03:13:57.229" v="1205" actId="1076"/>
        <pc:sldMkLst>
          <pc:docMk/>
          <pc:sldMk cId="2820248114" sldId="283"/>
        </pc:sldMkLst>
        <pc:spChg chg="del">
          <ac:chgData name="Aggie Menezes" userId="74619c95fa3483c9" providerId="LiveId" clId="{20A26620-95D9-894E-AE55-3DE133FE37BE}" dt="2021-03-06T03:09:01.962" v="994" actId="478"/>
          <ac:spMkLst>
            <pc:docMk/>
            <pc:sldMk cId="2820248114" sldId="283"/>
            <ac:spMk id="2" creationId="{373A4703-03FF-9E40-8E82-F2C6851D0196}"/>
          </ac:spMkLst>
        </pc:spChg>
        <pc:grpChg chg="add del">
          <ac:chgData name="Aggie Menezes" userId="74619c95fa3483c9" providerId="LiveId" clId="{20A26620-95D9-894E-AE55-3DE133FE37BE}" dt="2021-03-06T03:09:58.820" v="1061"/>
          <ac:grpSpMkLst>
            <pc:docMk/>
            <pc:sldMk cId="2820248114" sldId="283"/>
            <ac:grpSpMk id="19" creationId="{08480D8C-F9EE-6647-9B9E-54487593192A}"/>
          </ac:grpSpMkLst>
        </pc:grpChg>
        <pc:grpChg chg="add del">
          <ac:chgData name="Aggie Menezes" userId="74619c95fa3483c9" providerId="LiveId" clId="{20A26620-95D9-894E-AE55-3DE133FE37BE}" dt="2021-03-06T03:09:58.820" v="1061"/>
          <ac:grpSpMkLst>
            <pc:docMk/>
            <pc:sldMk cId="2820248114" sldId="283"/>
            <ac:grpSpMk id="20" creationId="{F2C221AF-675D-0C4B-AC95-9A52B5999450}"/>
          </ac:grpSpMkLst>
        </pc:grpChg>
        <pc:grpChg chg="add del">
          <ac:chgData name="Aggie Menezes" userId="74619c95fa3483c9" providerId="LiveId" clId="{20A26620-95D9-894E-AE55-3DE133FE37BE}" dt="2021-03-06T03:09:58.820" v="1061"/>
          <ac:grpSpMkLst>
            <pc:docMk/>
            <pc:sldMk cId="2820248114" sldId="283"/>
            <ac:grpSpMk id="27" creationId="{41835CA9-1F48-B041-B70F-5290E8900115}"/>
          </ac:grpSpMkLst>
        </pc:grpChg>
        <pc:grpChg chg="add del">
          <ac:chgData name="Aggie Menezes" userId="74619c95fa3483c9" providerId="LiveId" clId="{20A26620-95D9-894E-AE55-3DE133FE37BE}" dt="2021-03-06T03:09:32.154" v="1037"/>
          <ac:grpSpMkLst>
            <pc:docMk/>
            <pc:sldMk cId="2820248114" sldId="283"/>
            <ac:grpSpMk id="31" creationId="{6D78CBAC-B7CF-AB4E-988B-C51EC2967277}"/>
          </ac:grpSpMkLst>
        </pc:grpChg>
        <pc:grpChg chg="add del">
          <ac:chgData name="Aggie Menezes" userId="74619c95fa3483c9" providerId="LiveId" clId="{20A26620-95D9-894E-AE55-3DE133FE37BE}" dt="2021-03-06T03:09:58.820" v="1061"/>
          <ac:grpSpMkLst>
            <pc:docMk/>
            <pc:sldMk cId="2820248114" sldId="283"/>
            <ac:grpSpMk id="36" creationId="{CD9785F9-0CB5-5146-92AD-9632DF5CA416}"/>
          </ac:grpSpMkLst>
        </pc:grpChg>
        <pc:grpChg chg="add del">
          <ac:chgData name="Aggie Menezes" userId="74619c95fa3483c9" providerId="LiveId" clId="{20A26620-95D9-894E-AE55-3DE133FE37BE}" dt="2021-03-06T03:09:32.154" v="1037"/>
          <ac:grpSpMkLst>
            <pc:docMk/>
            <pc:sldMk cId="2820248114" sldId="283"/>
            <ac:grpSpMk id="39" creationId="{4E50A948-E9D1-6842-8042-9EA750B81F11}"/>
          </ac:grpSpMkLst>
        </pc:grpChg>
        <pc:grpChg chg="add del">
          <ac:chgData name="Aggie Menezes" userId="74619c95fa3483c9" providerId="LiveId" clId="{20A26620-95D9-894E-AE55-3DE133FE37BE}" dt="2021-03-06T03:09:58.820" v="1061"/>
          <ac:grpSpMkLst>
            <pc:docMk/>
            <pc:sldMk cId="2820248114" sldId="283"/>
            <ac:grpSpMk id="47" creationId="{A480069F-4994-C849-9913-E59540B8A727}"/>
          </ac:grpSpMkLst>
        </pc:grpChg>
        <pc:grpChg chg="add del">
          <ac:chgData name="Aggie Menezes" userId="74619c95fa3483c9" providerId="LiveId" clId="{20A26620-95D9-894E-AE55-3DE133FE37BE}" dt="2021-03-06T03:09:44.029" v="1045"/>
          <ac:grpSpMkLst>
            <pc:docMk/>
            <pc:sldMk cId="2820248114" sldId="283"/>
            <ac:grpSpMk id="50" creationId="{A096D154-E03A-A24A-86BF-FBA84E7B3369}"/>
          </ac:grpSpMkLst>
        </pc:grpChg>
        <pc:grpChg chg="add del">
          <ac:chgData name="Aggie Menezes" userId="74619c95fa3483c9" providerId="LiveId" clId="{20A26620-95D9-894E-AE55-3DE133FE37BE}" dt="2021-03-06T03:09:44.029" v="1045"/>
          <ac:grpSpMkLst>
            <pc:docMk/>
            <pc:sldMk cId="2820248114" sldId="283"/>
            <ac:grpSpMk id="53" creationId="{A8F20437-6AC4-814B-9332-18586044AAF8}"/>
          </ac:grpSpMkLst>
        </pc:grpChg>
        <pc:grpChg chg="add del">
          <ac:chgData name="Aggie Menezes" userId="74619c95fa3483c9" providerId="LiveId" clId="{20A26620-95D9-894E-AE55-3DE133FE37BE}" dt="2021-03-06T03:09:45.555" v="1048"/>
          <ac:grpSpMkLst>
            <pc:docMk/>
            <pc:sldMk cId="2820248114" sldId="283"/>
            <ac:grpSpMk id="55" creationId="{5AF40E6D-64DE-5E4B-BEFE-F5691A6A6710}"/>
          </ac:grpSpMkLst>
        </pc:grpChg>
        <pc:grpChg chg="add del">
          <ac:chgData name="Aggie Menezes" userId="74619c95fa3483c9" providerId="LiveId" clId="{20A26620-95D9-894E-AE55-3DE133FE37BE}" dt="2021-03-06T03:09:51.228" v="1056"/>
          <ac:grpSpMkLst>
            <pc:docMk/>
            <pc:sldMk cId="2820248114" sldId="283"/>
            <ac:grpSpMk id="58" creationId="{841E20BA-9C24-2A4F-9F6E-78BDFF6039B9}"/>
          </ac:grpSpMkLst>
        </pc:grpChg>
        <pc:grpChg chg="add">
          <ac:chgData name="Aggie Menezes" userId="74619c95fa3483c9" providerId="LiveId" clId="{20A26620-95D9-894E-AE55-3DE133FE37BE}" dt="2021-03-06T03:09:51.228" v="1056"/>
          <ac:grpSpMkLst>
            <pc:docMk/>
            <pc:sldMk cId="2820248114" sldId="283"/>
            <ac:grpSpMk id="66" creationId="{213C0107-5366-E647-A3A5-33889E49A429}"/>
          </ac:grpSpMkLst>
        </pc:grpChg>
        <pc:grpChg chg="add">
          <ac:chgData name="Aggie Menezes" userId="74619c95fa3483c9" providerId="LiveId" clId="{20A26620-95D9-894E-AE55-3DE133FE37BE}" dt="2021-03-06T03:09:51.228" v="1056"/>
          <ac:grpSpMkLst>
            <pc:docMk/>
            <pc:sldMk cId="2820248114" sldId="283"/>
            <ac:grpSpMk id="67" creationId="{DA9B275C-CE88-214B-BAAF-36465638D245}"/>
          </ac:grpSpMkLst>
        </pc:grpChg>
        <pc:grpChg chg="add del">
          <ac:chgData name="Aggie Menezes" userId="74619c95fa3483c9" providerId="LiveId" clId="{20A26620-95D9-894E-AE55-3DE133FE37BE}" dt="2021-03-06T03:10:10.262" v="1079"/>
          <ac:grpSpMkLst>
            <pc:docMk/>
            <pc:sldMk cId="2820248114" sldId="283"/>
            <ac:grpSpMk id="72" creationId="{C7F70EB2-723F-5944-8928-F774C58747B7}"/>
          </ac:grpSpMkLst>
        </pc:grpChg>
        <pc:grpChg chg="add del">
          <ac:chgData name="Aggie Menezes" userId="74619c95fa3483c9" providerId="LiveId" clId="{20A26620-95D9-894E-AE55-3DE133FE37BE}" dt="2021-03-06T03:10:10.262" v="1079"/>
          <ac:grpSpMkLst>
            <pc:docMk/>
            <pc:sldMk cId="2820248114" sldId="283"/>
            <ac:grpSpMk id="76" creationId="{DA772799-D621-3047-8F02-C463D7DDE357}"/>
          </ac:grpSpMkLst>
        </pc:grpChg>
        <pc:grpChg chg="add del">
          <ac:chgData name="Aggie Menezes" userId="74619c95fa3483c9" providerId="LiveId" clId="{20A26620-95D9-894E-AE55-3DE133FE37BE}" dt="2021-03-06T03:10:16.452" v="1091"/>
          <ac:grpSpMkLst>
            <pc:docMk/>
            <pc:sldMk cId="2820248114" sldId="283"/>
            <ac:grpSpMk id="82" creationId="{23222EB0-D660-0941-84F2-BEC2D2E285F4}"/>
          </ac:grpSpMkLst>
        </pc:grpChg>
        <pc:grpChg chg="add del">
          <ac:chgData name="Aggie Menezes" userId="74619c95fa3483c9" providerId="LiveId" clId="{20A26620-95D9-894E-AE55-3DE133FE37BE}" dt="2021-03-06T03:10:10.262" v="1079"/>
          <ac:grpSpMkLst>
            <pc:docMk/>
            <pc:sldMk cId="2820248114" sldId="283"/>
            <ac:grpSpMk id="84" creationId="{7D6FD684-FD36-4041-B65C-35AC06F75628}"/>
          </ac:grpSpMkLst>
        </pc:grpChg>
        <pc:grpChg chg="add del">
          <ac:chgData name="Aggie Menezes" userId="74619c95fa3483c9" providerId="LiveId" clId="{20A26620-95D9-894E-AE55-3DE133FE37BE}" dt="2021-03-06T03:10:16.452" v="1091"/>
          <ac:grpSpMkLst>
            <pc:docMk/>
            <pc:sldMk cId="2820248114" sldId="283"/>
            <ac:grpSpMk id="90" creationId="{5810872C-BCA9-FC44-8E04-41E43EEE96AB}"/>
          </ac:grpSpMkLst>
        </pc:grpChg>
        <pc:grpChg chg="add del">
          <ac:chgData name="Aggie Menezes" userId="74619c95fa3483c9" providerId="LiveId" clId="{20A26620-95D9-894E-AE55-3DE133FE37BE}" dt="2021-03-06T03:10:16.452" v="1091"/>
          <ac:grpSpMkLst>
            <pc:docMk/>
            <pc:sldMk cId="2820248114" sldId="283"/>
            <ac:grpSpMk id="93" creationId="{2D68E223-A21B-F942-B3F2-1189A2BD3C6F}"/>
          </ac:grpSpMkLst>
        </pc:grpChg>
        <pc:grpChg chg="add del">
          <ac:chgData name="Aggie Menezes" userId="74619c95fa3483c9" providerId="LiveId" clId="{20A26620-95D9-894E-AE55-3DE133FE37BE}" dt="2021-03-06T03:10:24.082" v="1110"/>
          <ac:grpSpMkLst>
            <pc:docMk/>
            <pc:sldMk cId="2820248114" sldId="283"/>
            <ac:grpSpMk id="102" creationId="{69D6278E-F2DC-7E4D-93BD-25BA8642937F}"/>
          </ac:grpSpMkLst>
        </pc:grpChg>
        <pc:grpChg chg="add del">
          <ac:chgData name="Aggie Menezes" userId="74619c95fa3483c9" providerId="LiveId" clId="{20A26620-95D9-894E-AE55-3DE133FE37BE}" dt="2021-03-06T03:10:24.082" v="1110"/>
          <ac:grpSpMkLst>
            <pc:docMk/>
            <pc:sldMk cId="2820248114" sldId="283"/>
            <ac:grpSpMk id="103" creationId="{D1AF54C8-74A4-BA44-B4A8-85A7F3EE1753}"/>
          </ac:grpSpMkLst>
        </pc:grpChg>
        <pc:grpChg chg="add">
          <ac:chgData name="Aggie Menezes" userId="74619c95fa3483c9" providerId="LiveId" clId="{20A26620-95D9-894E-AE55-3DE133FE37BE}" dt="2021-03-06T03:10:24.082" v="1110"/>
          <ac:grpSpMkLst>
            <pc:docMk/>
            <pc:sldMk cId="2820248114" sldId="283"/>
            <ac:grpSpMk id="122" creationId="{49836E39-CC1D-AA44-8D0C-28996C070BA5}"/>
          </ac:grpSpMkLst>
        </pc:grpChg>
        <pc:grpChg chg="add">
          <ac:chgData name="Aggie Menezes" userId="74619c95fa3483c9" providerId="LiveId" clId="{20A26620-95D9-894E-AE55-3DE133FE37BE}" dt="2021-03-06T03:10:44.167" v="1130"/>
          <ac:grpSpMkLst>
            <pc:docMk/>
            <pc:sldMk cId="2820248114" sldId="283"/>
            <ac:grpSpMk id="142" creationId="{49C516D7-87E5-9C43-8262-3A254A40A2D1}"/>
          </ac:grpSpMkLst>
        </pc:grpChg>
        <pc:grpChg chg="add">
          <ac:chgData name="Aggie Menezes" userId="74619c95fa3483c9" providerId="LiveId" clId="{20A26620-95D9-894E-AE55-3DE133FE37BE}" dt="2021-03-06T03:10:47.888" v="1145"/>
          <ac:grpSpMkLst>
            <pc:docMk/>
            <pc:sldMk cId="2820248114" sldId="283"/>
            <ac:grpSpMk id="157" creationId="{5D614F18-E047-1449-9BFB-166F29F68BF5}"/>
          </ac:grpSpMkLst>
        </pc:grpChg>
        <pc:grpChg chg="add">
          <ac:chgData name="Aggie Menezes" userId="74619c95fa3483c9" providerId="LiveId" clId="{20A26620-95D9-894E-AE55-3DE133FE37BE}" dt="2021-03-06T03:10:51.987" v="1157"/>
          <ac:grpSpMkLst>
            <pc:docMk/>
            <pc:sldMk cId="2820248114" sldId="283"/>
            <ac:grpSpMk id="169" creationId="{251DF5E2-735B-8744-A881-4B3D6696E770}"/>
          </ac:grpSpMkLst>
        </pc:grpChg>
        <pc:grpChg chg="add">
          <ac:chgData name="Aggie Menezes" userId="74619c95fa3483c9" providerId="LiveId" clId="{20A26620-95D9-894E-AE55-3DE133FE37BE}" dt="2021-03-06T03:11:13.230" v="1162"/>
          <ac:grpSpMkLst>
            <pc:docMk/>
            <pc:sldMk cId="2820248114" sldId="283"/>
            <ac:grpSpMk id="174" creationId="{A738564E-6DB8-1A47-9D94-971CE6FFBAF3}"/>
          </ac:grpSpMkLst>
        </pc:grpChg>
        <pc:grpChg chg="add">
          <ac:chgData name="Aggie Menezes" userId="74619c95fa3483c9" providerId="LiveId" clId="{20A26620-95D9-894E-AE55-3DE133FE37BE}" dt="2021-03-06T03:11:16.447" v="1167"/>
          <ac:grpSpMkLst>
            <pc:docMk/>
            <pc:sldMk cId="2820248114" sldId="283"/>
            <ac:grpSpMk id="179" creationId="{5DDAD5F3-6EA5-0646-92F9-C25101D86E9E}"/>
          </ac:grpSpMkLst>
        </pc:grpChg>
        <pc:grpChg chg="add">
          <ac:chgData name="Aggie Menezes" userId="74619c95fa3483c9" providerId="LiveId" clId="{20A26620-95D9-894E-AE55-3DE133FE37BE}" dt="2021-03-06T03:11:36.146" v="1170"/>
          <ac:grpSpMkLst>
            <pc:docMk/>
            <pc:sldMk cId="2820248114" sldId="283"/>
            <ac:grpSpMk id="182" creationId="{323E5C9F-D1DB-4241-9C5D-419724A91A4F}"/>
          </ac:grpSpMkLst>
        </pc:grpChg>
        <pc:grpChg chg="add del">
          <ac:chgData name="Aggie Menezes" userId="74619c95fa3483c9" providerId="LiveId" clId="{20A26620-95D9-894E-AE55-3DE133FE37BE}" dt="2021-03-06T03:12:09.835" v="1185"/>
          <ac:grpSpMkLst>
            <pc:docMk/>
            <pc:sldMk cId="2820248114" sldId="283"/>
            <ac:grpSpMk id="185" creationId="{69C7A84A-01C0-7648-940B-4F584344DF8D}"/>
          </ac:grpSpMkLst>
        </pc:grpChg>
        <pc:grpChg chg="add">
          <ac:chgData name="Aggie Menezes" userId="74619c95fa3483c9" providerId="LiveId" clId="{20A26620-95D9-894E-AE55-3DE133FE37BE}" dt="2021-03-06T03:12:09.835" v="1185"/>
          <ac:grpSpMkLst>
            <pc:docMk/>
            <pc:sldMk cId="2820248114" sldId="283"/>
            <ac:grpSpMk id="187" creationId="{8119C378-C736-7D42-A9FC-79D318BC2DEE}"/>
          </ac:grpSpMkLst>
        </pc:grpChg>
        <pc:inkChg chg="add topLvl">
          <ac:chgData name="Aggie Menezes" userId="74619c95fa3483c9" providerId="LiveId" clId="{20A26620-95D9-894E-AE55-3DE133FE37BE}" dt="2021-03-06T03:10:24.082" v="1110"/>
          <ac:inkMkLst>
            <pc:docMk/>
            <pc:sldMk cId="2820248114" sldId="283"/>
            <ac:inkMk id="4" creationId="{30FC4EB5-39A5-8044-ABAF-CC5F633860B4}"/>
          </ac:inkMkLst>
        </pc:inkChg>
        <pc:inkChg chg="add topLvl">
          <ac:chgData name="Aggie Menezes" userId="74619c95fa3483c9" providerId="LiveId" clId="{20A26620-95D9-894E-AE55-3DE133FE37BE}" dt="2021-03-06T03:10:24.082" v="1110"/>
          <ac:inkMkLst>
            <pc:docMk/>
            <pc:sldMk cId="2820248114" sldId="283"/>
            <ac:inkMk id="5" creationId="{C4D660E6-E79B-7C44-8D94-548DB5108EBA}"/>
          </ac:inkMkLst>
        </pc:inkChg>
        <pc:inkChg chg="add topLvl">
          <ac:chgData name="Aggie Menezes" userId="74619c95fa3483c9" providerId="LiveId" clId="{20A26620-95D9-894E-AE55-3DE133FE37BE}" dt="2021-03-06T03:10:24.082" v="1110"/>
          <ac:inkMkLst>
            <pc:docMk/>
            <pc:sldMk cId="2820248114" sldId="283"/>
            <ac:inkMk id="6" creationId="{DA38F5DA-2B6D-3E4A-99A0-0862C42C5933}"/>
          </ac:inkMkLst>
        </pc:inkChg>
        <pc:inkChg chg="add topLvl">
          <ac:chgData name="Aggie Menezes" userId="74619c95fa3483c9" providerId="LiveId" clId="{20A26620-95D9-894E-AE55-3DE133FE37BE}" dt="2021-03-06T03:10:24.082" v="1110"/>
          <ac:inkMkLst>
            <pc:docMk/>
            <pc:sldMk cId="2820248114" sldId="283"/>
            <ac:inkMk id="7" creationId="{4D890CED-6CBA-3545-AE4A-7102CA0AF2CB}"/>
          </ac:inkMkLst>
        </pc:inkChg>
        <pc:inkChg chg="add topLvl">
          <ac:chgData name="Aggie Menezes" userId="74619c95fa3483c9" providerId="LiveId" clId="{20A26620-95D9-894E-AE55-3DE133FE37BE}" dt="2021-03-06T03:10:24.082" v="1110"/>
          <ac:inkMkLst>
            <pc:docMk/>
            <pc:sldMk cId="2820248114" sldId="283"/>
            <ac:inkMk id="8" creationId="{C188A332-D9D3-ED4D-9F52-604820F00337}"/>
          </ac:inkMkLst>
        </pc:inkChg>
        <pc:inkChg chg="add topLvl">
          <ac:chgData name="Aggie Menezes" userId="74619c95fa3483c9" providerId="LiveId" clId="{20A26620-95D9-894E-AE55-3DE133FE37BE}" dt="2021-03-06T03:10:24.082" v="1110"/>
          <ac:inkMkLst>
            <pc:docMk/>
            <pc:sldMk cId="2820248114" sldId="283"/>
            <ac:inkMk id="9" creationId="{ABF7DF4C-45A0-FE40-BC99-1EA5D57D19C1}"/>
          </ac:inkMkLst>
        </pc:inkChg>
        <pc:inkChg chg="add topLvl">
          <ac:chgData name="Aggie Menezes" userId="74619c95fa3483c9" providerId="LiveId" clId="{20A26620-95D9-894E-AE55-3DE133FE37BE}" dt="2021-03-06T03:10:24.082" v="1110"/>
          <ac:inkMkLst>
            <pc:docMk/>
            <pc:sldMk cId="2820248114" sldId="283"/>
            <ac:inkMk id="10" creationId="{BC95C128-E2C3-F740-A8B7-B72A083814F4}"/>
          </ac:inkMkLst>
        </pc:inkChg>
        <pc:inkChg chg="add topLvl">
          <ac:chgData name="Aggie Menezes" userId="74619c95fa3483c9" providerId="LiveId" clId="{20A26620-95D9-894E-AE55-3DE133FE37BE}" dt="2021-03-06T03:10:24.082" v="1110"/>
          <ac:inkMkLst>
            <pc:docMk/>
            <pc:sldMk cId="2820248114" sldId="283"/>
            <ac:inkMk id="11" creationId="{21162348-10F9-3341-AB42-CCAEC84FFAB0}"/>
          </ac:inkMkLst>
        </pc:inkChg>
        <pc:inkChg chg="add topLvl">
          <ac:chgData name="Aggie Menezes" userId="74619c95fa3483c9" providerId="LiveId" clId="{20A26620-95D9-894E-AE55-3DE133FE37BE}" dt="2021-03-06T03:10:24.082" v="1110"/>
          <ac:inkMkLst>
            <pc:docMk/>
            <pc:sldMk cId="2820248114" sldId="283"/>
            <ac:inkMk id="12" creationId="{9521B515-DD50-784F-81B9-F44B47195385}"/>
          </ac:inkMkLst>
        </pc:inkChg>
        <pc:inkChg chg="add topLvl">
          <ac:chgData name="Aggie Menezes" userId="74619c95fa3483c9" providerId="LiveId" clId="{20A26620-95D9-894E-AE55-3DE133FE37BE}" dt="2021-03-06T03:10:24.082" v="1110"/>
          <ac:inkMkLst>
            <pc:docMk/>
            <pc:sldMk cId="2820248114" sldId="283"/>
            <ac:inkMk id="13" creationId="{2F56C56E-D402-A64E-B06E-ED6BA841BB9B}"/>
          </ac:inkMkLst>
        </pc:inkChg>
        <pc:inkChg chg="add topLvl">
          <ac:chgData name="Aggie Menezes" userId="74619c95fa3483c9" providerId="LiveId" clId="{20A26620-95D9-894E-AE55-3DE133FE37BE}" dt="2021-03-06T03:10:24.082" v="1110"/>
          <ac:inkMkLst>
            <pc:docMk/>
            <pc:sldMk cId="2820248114" sldId="283"/>
            <ac:inkMk id="14" creationId="{F9F40FE5-EF0D-174B-B8AF-B07A52CD58CD}"/>
          </ac:inkMkLst>
        </pc:inkChg>
        <pc:inkChg chg="add topLvl">
          <ac:chgData name="Aggie Menezes" userId="74619c95fa3483c9" providerId="LiveId" clId="{20A26620-95D9-894E-AE55-3DE133FE37BE}" dt="2021-03-06T03:10:24.082" v="1110"/>
          <ac:inkMkLst>
            <pc:docMk/>
            <pc:sldMk cId="2820248114" sldId="283"/>
            <ac:inkMk id="15" creationId="{01A50D86-4347-CE4C-895C-0E3466D2A6C7}"/>
          </ac:inkMkLst>
        </pc:inkChg>
        <pc:inkChg chg="add topLvl">
          <ac:chgData name="Aggie Menezes" userId="74619c95fa3483c9" providerId="LiveId" clId="{20A26620-95D9-894E-AE55-3DE133FE37BE}" dt="2021-03-06T03:10:24.082" v="1110"/>
          <ac:inkMkLst>
            <pc:docMk/>
            <pc:sldMk cId="2820248114" sldId="283"/>
            <ac:inkMk id="16" creationId="{A159D6B6-DCE0-AA45-9DAB-8E10128D1DEE}"/>
          </ac:inkMkLst>
        </pc:inkChg>
        <pc:inkChg chg="add topLvl">
          <ac:chgData name="Aggie Menezes" userId="74619c95fa3483c9" providerId="LiveId" clId="{20A26620-95D9-894E-AE55-3DE133FE37BE}" dt="2021-03-06T03:10:24.082" v="1110"/>
          <ac:inkMkLst>
            <pc:docMk/>
            <pc:sldMk cId="2820248114" sldId="283"/>
            <ac:inkMk id="17" creationId="{76A351BA-D9CA-4F42-9E44-D522DDEF215A}"/>
          </ac:inkMkLst>
        </pc:inkChg>
        <pc:inkChg chg="add topLvl">
          <ac:chgData name="Aggie Menezes" userId="74619c95fa3483c9" providerId="LiveId" clId="{20A26620-95D9-894E-AE55-3DE133FE37BE}" dt="2021-03-06T03:10:24.082" v="1110"/>
          <ac:inkMkLst>
            <pc:docMk/>
            <pc:sldMk cId="2820248114" sldId="283"/>
            <ac:inkMk id="18" creationId="{53E0A729-5F77-9A42-B458-E76BCBE47E50}"/>
          </ac:inkMkLst>
        </pc:inkChg>
        <pc:inkChg chg="add topLvl">
          <ac:chgData name="Aggie Menezes" userId="74619c95fa3483c9" providerId="LiveId" clId="{20A26620-95D9-894E-AE55-3DE133FE37BE}" dt="2021-03-06T03:10:24.082" v="1110"/>
          <ac:inkMkLst>
            <pc:docMk/>
            <pc:sldMk cId="2820248114" sldId="283"/>
            <ac:inkMk id="21" creationId="{4E79AA50-3B24-1C4B-AEE0-1EA463908E6D}"/>
          </ac:inkMkLst>
        </pc:inkChg>
        <pc:inkChg chg="add topLvl">
          <ac:chgData name="Aggie Menezes" userId="74619c95fa3483c9" providerId="LiveId" clId="{20A26620-95D9-894E-AE55-3DE133FE37BE}" dt="2021-03-06T03:10:24.082" v="1110"/>
          <ac:inkMkLst>
            <pc:docMk/>
            <pc:sldMk cId="2820248114" sldId="283"/>
            <ac:inkMk id="22" creationId="{DC84E8DD-887A-C14B-BA47-5AC8B047B4C4}"/>
          </ac:inkMkLst>
        </pc:inkChg>
        <pc:inkChg chg="add topLvl">
          <ac:chgData name="Aggie Menezes" userId="74619c95fa3483c9" providerId="LiveId" clId="{20A26620-95D9-894E-AE55-3DE133FE37BE}" dt="2021-03-06T03:10:24.082" v="1110"/>
          <ac:inkMkLst>
            <pc:docMk/>
            <pc:sldMk cId="2820248114" sldId="283"/>
            <ac:inkMk id="23" creationId="{CB945215-78F1-6843-946D-14A693474387}"/>
          </ac:inkMkLst>
        </pc:inkChg>
        <pc:inkChg chg="add topLvl">
          <ac:chgData name="Aggie Menezes" userId="74619c95fa3483c9" providerId="LiveId" clId="{20A26620-95D9-894E-AE55-3DE133FE37BE}" dt="2021-03-06T03:10:24.082" v="1110"/>
          <ac:inkMkLst>
            <pc:docMk/>
            <pc:sldMk cId="2820248114" sldId="283"/>
            <ac:inkMk id="24" creationId="{BDE6A9F9-A6A5-964F-A85B-B3B777AE3324}"/>
          </ac:inkMkLst>
        </pc:inkChg>
        <pc:inkChg chg="add topLvl">
          <ac:chgData name="Aggie Menezes" userId="74619c95fa3483c9" providerId="LiveId" clId="{20A26620-95D9-894E-AE55-3DE133FE37BE}" dt="2021-03-06T03:10:24.082" v="1110"/>
          <ac:inkMkLst>
            <pc:docMk/>
            <pc:sldMk cId="2820248114" sldId="283"/>
            <ac:inkMk id="25" creationId="{A8101986-B433-D148-B278-259A1CB3B9EC}"/>
          </ac:inkMkLst>
        </pc:inkChg>
        <pc:inkChg chg="add topLvl">
          <ac:chgData name="Aggie Menezes" userId="74619c95fa3483c9" providerId="LiveId" clId="{20A26620-95D9-894E-AE55-3DE133FE37BE}" dt="2021-03-06T03:10:24.082" v="1110"/>
          <ac:inkMkLst>
            <pc:docMk/>
            <pc:sldMk cId="2820248114" sldId="283"/>
            <ac:inkMk id="26" creationId="{A8BC19F9-2F9B-A04C-86DE-62D7D4B0041E}"/>
          </ac:inkMkLst>
        </pc:inkChg>
        <pc:inkChg chg="add topLvl">
          <ac:chgData name="Aggie Menezes" userId="74619c95fa3483c9" providerId="LiveId" clId="{20A26620-95D9-894E-AE55-3DE133FE37BE}" dt="2021-03-06T03:10:24.082" v="1110"/>
          <ac:inkMkLst>
            <pc:docMk/>
            <pc:sldMk cId="2820248114" sldId="283"/>
            <ac:inkMk id="28" creationId="{BFA5DA7E-270E-D145-9665-5ADAED73B12D}"/>
          </ac:inkMkLst>
        </pc:inkChg>
        <pc:inkChg chg="add topLvl">
          <ac:chgData name="Aggie Menezes" userId="74619c95fa3483c9" providerId="LiveId" clId="{20A26620-95D9-894E-AE55-3DE133FE37BE}" dt="2021-03-06T03:10:24.082" v="1110"/>
          <ac:inkMkLst>
            <pc:docMk/>
            <pc:sldMk cId="2820248114" sldId="283"/>
            <ac:inkMk id="29" creationId="{FFCEA92B-D32B-E344-8EEB-8391C6ECFBBF}"/>
          </ac:inkMkLst>
        </pc:inkChg>
        <pc:inkChg chg="add topLvl">
          <ac:chgData name="Aggie Menezes" userId="74619c95fa3483c9" providerId="LiveId" clId="{20A26620-95D9-894E-AE55-3DE133FE37BE}" dt="2021-03-06T03:10:24.082" v="1110"/>
          <ac:inkMkLst>
            <pc:docMk/>
            <pc:sldMk cId="2820248114" sldId="283"/>
            <ac:inkMk id="30" creationId="{79AD25FA-8F8E-A54E-A192-B184F0AA6C7C}"/>
          </ac:inkMkLst>
        </pc:inkChg>
        <pc:inkChg chg="add topLvl">
          <ac:chgData name="Aggie Menezes" userId="74619c95fa3483c9" providerId="LiveId" clId="{20A26620-95D9-894E-AE55-3DE133FE37BE}" dt="2021-03-06T03:10:24.082" v="1110"/>
          <ac:inkMkLst>
            <pc:docMk/>
            <pc:sldMk cId="2820248114" sldId="283"/>
            <ac:inkMk id="32" creationId="{C9190269-0FBB-CD40-868A-B1F0C03B4D58}"/>
          </ac:inkMkLst>
        </pc:inkChg>
        <pc:inkChg chg="add topLvl">
          <ac:chgData name="Aggie Menezes" userId="74619c95fa3483c9" providerId="LiveId" clId="{20A26620-95D9-894E-AE55-3DE133FE37BE}" dt="2021-03-06T03:10:24.082" v="1110"/>
          <ac:inkMkLst>
            <pc:docMk/>
            <pc:sldMk cId="2820248114" sldId="283"/>
            <ac:inkMk id="33" creationId="{F86C90F4-EC12-7442-BB1F-6B0DEFE430C6}"/>
          </ac:inkMkLst>
        </pc:inkChg>
        <pc:inkChg chg="add topLvl">
          <ac:chgData name="Aggie Menezes" userId="74619c95fa3483c9" providerId="LiveId" clId="{20A26620-95D9-894E-AE55-3DE133FE37BE}" dt="2021-03-06T03:10:24.082" v="1110"/>
          <ac:inkMkLst>
            <pc:docMk/>
            <pc:sldMk cId="2820248114" sldId="283"/>
            <ac:inkMk id="34" creationId="{35D36ABF-048A-1A43-B103-5BF28C333342}"/>
          </ac:inkMkLst>
        </pc:inkChg>
        <pc:inkChg chg="add topLvl">
          <ac:chgData name="Aggie Menezes" userId="74619c95fa3483c9" providerId="LiveId" clId="{20A26620-95D9-894E-AE55-3DE133FE37BE}" dt="2021-03-06T03:10:24.082" v="1110"/>
          <ac:inkMkLst>
            <pc:docMk/>
            <pc:sldMk cId="2820248114" sldId="283"/>
            <ac:inkMk id="35" creationId="{EAA36DC7-E06A-7E47-BE36-0D708E4EF9B0}"/>
          </ac:inkMkLst>
        </pc:inkChg>
        <pc:inkChg chg="add topLvl">
          <ac:chgData name="Aggie Menezes" userId="74619c95fa3483c9" providerId="LiveId" clId="{20A26620-95D9-894E-AE55-3DE133FE37BE}" dt="2021-03-06T03:10:24.082" v="1110"/>
          <ac:inkMkLst>
            <pc:docMk/>
            <pc:sldMk cId="2820248114" sldId="283"/>
            <ac:inkMk id="37" creationId="{E3EFD051-879E-2747-B045-8D69A2B0CF3D}"/>
          </ac:inkMkLst>
        </pc:inkChg>
        <pc:inkChg chg="add topLvl">
          <ac:chgData name="Aggie Menezes" userId="74619c95fa3483c9" providerId="LiveId" clId="{20A26620-95D9-894E-AE55-3DE133FE37BE}" dt="2021-03-06T03:10:24.082" v="1110"/>
          <ac:inkMkLst>
            <pc:docMk/>
            <pc:sldMk cId="2820248114" sldId="283"/>
            <ac:inkMk id="38" creationId="{43915C32-DCD8-2749-ABD8-8A5471174DD6}"/>
          </ac:inkMkLst>
        </pc:inkChg>
        <pc:inkChg chg="add topLvl">
          <ac:chgData name="Aggie Menezes" userId="74619c95fa3483c9" providerId="LiveId" clId="{20A26620-95D9-894E-AE55-3DE133FE37BE}" dt="2021-03-06T03:10:24.082" v="1110"/>
          <ac:inkMkLst>
            <pc:docMk/>
            <pc:sldMk cId="2820248114" sldId="283"/>
            <ac:inkMk id="40" creationId="{0A734F61-1221-5143-A762-5184F2300686}"/>
          </ac:inkMkLst>
        </pc:inkChg>
        <pc:inkChg chg="add topLvl">
          <ac:chgData name="Aggie Menezes" userId="74619c95fa3483c9" providerId="LiveId" clId="{20A26620-95D9-894E-AE55-3DE133FE37BE}" dt="2021-03-06T03:10:24.082" v="1110"/>
          <ac:inkMkLst>
            <pc:docMk/>
            <pc:sldMk cId="2820248114" sldId="283"/>
            <ac:inkMk id="41" creationId="{265D550D-6526-4F4D-8901-2FB700444415}"/>
          </ac:inkMkLst>
        </pc:inkChg>
        <pc:inkChg chg="add topLvl">
          <ac:chgData name="Aggie Menezes" userId="74619c95fa3483c9" providerId="LiveId" clId="{20A26620-95D9-894E-AE55-3DE133FE37BE}" dt="2021-03-06T03:10:24.082" v="1110"/>
          <ac:inkMkLst>
            <pc:docMk/>
            <pc:sldMk cId="2820248114" sldId="283"/>
            <ac:inkMk id="42" creationId="{5594669A-D5A7-754F-9332-B74656FB4C27}"/>
          </ac:inkMkLst>
        </pc:inkChg>
        <pc:inkChg chg="add topLvl">
          <ac:chgData name="Aggie Menezes" userId="74619c95fa3483c9" providerId="LiveId" clId="{20A26620-95D9-894E-AE55-3DE133FE37BE}" dt="2021-03-06T03:10:24.082" v="1110"/>
          <ac:inkMkLst>
            <pc:docMk/>
            <pc:sldMk cId="2820248114" sldId="283"/>
            <ac:inkMk id="43" creationId="{21871DF7-3FBF-E44B-BD95-7F0DD34E954F}"/>
          </ac:inkMkLst>
        </pc:inkChg>
        <pc:inkChg chg="add topLvl">
          <ac:chgData name="Aggie Menezes" userId="74619c95fa3483c9" providerId="LiveId" clId="{20A26620-95D9-894E-AE55-3DE133FE37BE}" dt="2021-03-06T03:10:24.082" v="1110"/>
          <ac:inkMkLst>
            <pc:docMk/>
            <pc:sldMk cId="2820248114" sldId="283"/>
            <ac:inkMk id="44" creationId="{14FEBAA7-567F-C04A-80D7-2C8D515EAAEF}"/>
          </ac:inkMkLst>
        </pc:inkChg>
        <pc:inkChg chg="add topLvl">
          <ac:chgData name="Aggie Menezes" userId="74619c95fa3483c9" providerId="LiveId" clId="{20A26620-95D9-894E-AE55-3DE133FE37BE}" dt="2021-03-06T03:10:24.082" v="1110"/>
          <ac:inkMkLst>
            <pc:docMk/>
            <pc:sldMk cId="2820248114" sldId="283"/>
            <ac:inkMk id="45" creationId="{0C4549CF-3E49-7240-92FB-4394C47A63E6}"/>
          </ac:inkMkLst>
        </pc:inkChg>
        <pc:inkChg chg="add topLvl">
          <ac:chgData name="Aggie Menezes" userId="74619c95fa3483c9" providerId="LiveId" clId="{20A26620-95D9-894E-AE55-3DE133FE37BE}" dt="2021-03-06T03:10:24.082" v="1110"/>
          <ac:inkMkLst>
            <pc:docMk/>
            <pc:sldMk cId="2820248114" sldId="283"/>
            <ac:inkMk id="46" creationId="{EE5E080D-0E61-244A-BBE7-58AE18FD94A6}"/>
          </ac:inkMkLst>
        </pc:inkChg>
        <pc:inkChg chg="add topLvl">
          <ac:chgData name="Aggie Menezes" userId="74619c95fa3483c9" providerId="LiveId" clId="{20A26620-95D9-894E-AE55-3DE133FE37BE}" dt="2021-03-06T03:10:24.082" v="1110"/>
          <ac:inkMkLst>
            <pc:docMk/>
            <pc:sldMk cId="2820248114" sldId="283"/>
            <ac:inkMk id="48" creationId="{FF6A8A57-2244-DB4E-B55E-3DA610F062A4}"/>
          </ac:inkMkLst>
        </pc:inkChg>
        <pc:inkChg chg="add topLvl">
          <ac:chgData name="Aggie Menezes" userId="74619c95fa3483c9" providerId="LiveId" clId="{20A26620-95D9-894E-AE55-3DE133FE37BE}" dt="2021-03-06T03:10:24.082" v="1110"/>
          <ac:inkMkLst>
            <pc:docMk/>
            <pc:sldMk cId="2820248114" sldId="283"/>
            <ac:inkMk id="49" creationId="{6AC02620-34BE-C44D-A5D9-884F5BAC17A7}"/>
          </ac:inkMkLst>
        </pc:inkChg>
        <pc:inkChg chg="add topLvl">
          <ac:chgData name="Aggie Menezes" userId="74619c95fa3483c9" providerId="LiveId" clId="{20A26620-95D9-894E-AE55-3DE133FE37BE}" dt="2021-03-06T03:10:24.082" v="1110"/>
          <ac:inkMkLst>
            <pc:docMk/>
            <pc:sldMk cId="2820248114" sldId="283"/>
            <ac:inkMk id="51" creationId="{6F7AF5DA-74EE-4A4D-B4F0-E7DE299AC668}"/>
          </ac:inkMkLst>
        </pc:inkChg>
        <pc:inkChg chg="add topLvl">
          <ac:chgData name="Aggie Menezes" userId="74619c95fa3483c9" providerId="LiveId" clId="{20A26620-95D9-894E-AE55-3DE133FE37BE}" dt="2021-03-06T03:10:24.082" v="1110"/>
          <ac:inkMkLst>
            <pc:docMk/>
            <pc:sldMk cId="2820248114" sldId="283"/>
            <ac:inkMk id="52" creationId="{7A30F3CF-5FBE-C447-A80C-584FB263C304}"/>
          </ac:inkMkLst>
        </pc:inkChg>
        <pc:inkChg chg="add topLvl">
          <ac:chgData name="Aggie Menezes" userId="74619c95fa3483c9" providerId="LiveId" clId="{20A26620-95D9-894E-AE55-3DE133FE37BE}" dt="2021-03-06T03:10:24.082" v="1110"/>
          <ac:inkMkLst>
            <pc:docMk/>
            <pc:sldMk cId="2820248114" sldId="283"/>
            <ac:inkMk id="54" creationId="{C1D671ED-3A4F-7740-BD81-76F8BBFEEECB}"/>
          </ac:inkMkLst>
        </pc:inkChg>
        <pc:inkChg chg="add topLvl">
          <ac:chgData name="Aggie Menezes" userId="74619c95fa3483c9" providerId="LiveId" clId="{20A26620-95D9-894E-AE55-3DE133FE37BE}" dt="2021-03-06T03:10:24.082" v="1110"/>
          <ac:inkMkLst>
            <pc:docMk/>
            <pc:sldMk cId="2820248114" sldId="283"/>
            <ac:inkMk id="56" creationId="{CD0D0CE3-DF75-0C44-8F8F-B3F0BABBDDBC}"/>
          </ac:inkMkLst>
        </pc:inkChg>
        <pc:inkChg chg="add topLvl">
          <ac:chgData name="Aggie Menezes" userId="74619c95fa3483c9" providerId="LiveId" clId="{20A26620-95D9-894E-AE55-3DE133FE37BE}" dt="2021-03-06T03:10:24.082" v="1110"/>
          <ac:inkMkLst>
            <pc:docMk/>
            <pc:sldMk cId="2820248114" sldId="283"/>
            <ac:inkMk id="57" creationId="{04560E6D-8605-4F4D-B523-1258F521DBE1}"/>
          </ac:inkMkLst>
        </pc:inkChg>
        <pc:inkChg chg="add topLvl">
          <ac:chgData name="Aggie Menezes" userId="74619c95fa3483c9" providerId="LiveId" clId="{20A26620-95D9-894E-AE55-3DE133FE37BE}" dt="2021-03-06T03:10:24.082" v="1110"/>
          <ac:inkMkLst>
            <pc:docMk/>
            <pc:sldMk cId="2820248114" sldId="283"/>
            <ac:inkMk id="59" creationId="{42F46E3C-34A9-3A44-B8B7-3975665A12D1}"/>
          </ac:inkMkLst>
        </pc:inkChg>
        <pc:inkChg chg="add topLvl">
          <ac:chgData name="Aggie Menezes" userId="74619c95fa3483c9" providerId="LiveId" clId="{20A26620-95D9-894E-AE55-3DE133FE37BE}" dt="2021-03-06T03:10:24.082" v="1110"/>
          <ac:inkMkLst>
            <pc:docMk/>
            <pc:sldMk cId="2820248114" sldId="283"/>
            <ac:inkMk id="60" creationId="{E1C8B783-0055-0D47-A87A-2CD7120EC728}"/>
          </ac:inkMkLst>
        </pc:inkChg>
        <pc:inkChg chg="add topLvl">
          <ac:chgData name="Aggie Menezes" userId="74619c95fa3483c9" providerId="LiveId" clId="{20A26620-95D9-894E-AE55-3DE133FE37BE}" dt="2021-03-06T03:10:24.082" v="1110"/>
          <ac:inkMkLst>
            <pc:docMk/>
            <pc:sldMk cId="2820248114" sldId="283"/>
            <ac:inkMk id="61" creationId="{AD747122-8FD7-474C-B2C8-8A748063DB11}"/>
          </ac:inkMkLst>
        </pc:inkChg>
        <pc:inkChg chg="add topLvl">
          <ac:chgData name="Aggie Menezes" userId="74619c95fa3483c9" providerId="LiveId" clId="{20A26620-95D9-894E-AE55-3DE133FE37BE}" dt="2021-03-06T03:10:24.082" v="1110"/>
          <ac:inkMkLst>
            <pc:docMk/>
            <pc:sldMk cId="2820248114" sldId="283"/>
            <ac:inkMk id="62" creationId="{73C2F3B9-146E-1247-8FF4-D45A729D2AD1}"/>
          </ac:inkMkLst>
        </pc:inkChg>
        <pc:inkChg chg="add topLvl">
          <ac:chgData name="Aggie Menezes" userId="74619c95fa3483c9" providerId="LiveId" clId="{20A26620-95D9-894E-AE55-3DE133FE37BE}" dt="2021-03-06T03:10:24.082" v="1110"/>
          <ac:inkMkLst>
            <pc:docMk/>
            <pc:sldMk cId="2820248114" sldId="283"/>
            <ac:inkMk id="63" creationId="{35B7AA0A-1BCC-D741-823C-AA5758CC0D2D}"/>
          </ac:inkMkLst>
        </pc:inkChg>
        <pc:inkChg chg="add">
          <ac:chgData name="Aggie Menezes" userId="74619c95fa3483c9" providerId="LiveId" clId="{20A26620-95D9-894E-AE55-3DE133FE37BE}" dt="2021-03-06T03:09:49.776" v="1054"/>
          <ac:inkMkLst>
            <pc:docMk/>
            <pc:sldMk cId="2820248114" sldId="283"/>
            <ac:inkMk id="64" creationId="{D5B6673B-00E0-C84B-B87F-D116AC1C99A6}"/>
          </ac:inkMkLst>
        </pc:inkChg>
        <pc:inkChg chg="add">
          <ac:chgData name="Aggie Menezes" userId="74619c95fa3483c9" providerId="LiveId" clId="{20A26620-95D9-894E-AE55-3DE133FE37BE}" dt="2021-03-06T03:09:50.189" v="1055"/>
          <ac:inkMkLst>
            <pc:docMk/>
            <pc:sldMk cId="2820248114" sldId="283"/>
            <ac:inkMk id="65" creationId="{69443133-088A-134F-B2E3-8785A303B219}"/>
          </ac:inkMkLst>
        </pc:inkChg>
        <pc:inkChg chg="add topLvl">
          <ac:chgData name="Aggie Menezes" userId="74619c95fa3483c9" providerId="LiveId" clId="{20A26620-95D9-894E-AE55-3DE133FE37BE}" dt="2021-03-06T03:10:24.082" v="1110"/>
          <ac:inkMkLst>
            <pc:docMk/>
            <pc:sldMk cId="2820248114" sldId="283"/>
            <ac:inkMk id="68" creationId="{C0CAB8A8-C4DF-4340-BA13-86E9EB43EAFB}"/>
          </ac:inkMkLst>
        </pc:inkChg>
        <pc:inkChg chg="add topLvl">
          <ac:chgData name="Aggie Menezes" userId="74619c95fa3483c9" providerId="LiveId" clId="{20A26620-95D9-894E-AE55-3DE133FE37BE}" dt="2021-03-06T03:10:24.082" v="1110"/>
          <ac:inkMkLst>
            <pc:docMk/>
            <pc:sldMk cId="2820248114" sldId="283"/>
            <ac:inkMk id="69" creationId="{17C6B9BA-7BDC-1A45-9547-8D72F944978F}"/>
          </ac:inkMkLst>
        </pc:inkChg>
        <pc:inkChg chg="add topLvl">
          <ac:chgData name="Aggie Menezes" userId="74619c95fa3483c9" providerId="LiveId" clId="{20A26620-95D9-894E-AE55-3DE133FE37BE}" dt="2021-03-06T03:10:24.082" v="1110"/>
          <ac:inkMkLst>
            <pc:docMk/>
            <pc:sldMk cId="2820248114" sldId="283"/>
            <ac:inkMk id="70" creationId="{98E88998-853D-354B-8380-ACF29CD3D332}"/>
          </ac:inkMkLst>
        </pc:inkChg>
        <pc:inkChg chg="add topLvl">
          <ac:chgData name="Aggie Menezes" userId="74619c95fa3483c9" providerId="LiveId" clId="{20A26620-95D9-894E-AE55-3DE133FE37BE}" dt="2021-03-06T03:10:24.082" v="1110"/>
          <ac:inkMkLst>
            <pc:docMk/>
            <pc:sldMk cId="2820248114" sldId="283"/>
            <ac:inkMk id="71" creationId="{423228FC-C8A6-6B41-85DB-4F6E9A4FC2B6}"/>
          </ac:inkMkLst>
        </pc:inkChg>
        <pc:inkChg chg="add topLvl">
          <ac:chgData name="Aggie Menezes" userId="74619c95fa3483c9" providerId="LiveId" clId="{20A26620-95D9-894E-AE55-3DE133FE37BE}" dt="2021-03-06T03:10:24.082" v="1110"/>
          <ac:inkMkLst>
            <pc:docMk/>
            <pc:sldMk cId="2820248114" sldId="283"/>
            <ac:inkMk id="73" creationId="{EBA73B39-5902-C445-B0A8-FDFA6E3B4256}"/>
          </ac:inkMkLst>
        </pc:inkChg>
        <pc:inkChg chg="add topLvl">
          <ac:chgData name="Aggie Menezes" userId="74619c95fa3483c9" providerId="LiveId" clId="{20A26620-95D9-894E-AE55-3DE133FE37BE}" dt="2021-03-06T03:10:24.082" v="1110"/>
          <ac:inkMkLst>
            <pc:docMk/>
            <pc:sldMk cId="2820248114" sldId="283"/>
            <ac:inkMk id="74" creationId="{ECEDEC13-DF9A-CC43-BFA8-253E559AAC8D}"/>
          </ac:inkMkLst>
        </pc:inkChg>
        <pc:inkChg chg="add topLvl">
          <ac:chgData name="Aggie Menezes" userId="74619c95fa3483c9" providerId="LiveId" clId="{20A26620-95D9-894E-AE55-3DE133FE37BE}" dt="2021-03-06T03:10:24.082" v="1110"/>
          <ac:inkMkLst>
            <pc:docMk/>
            <pc:sldMk cId="2820248114" sldId="283"/>
            <ac:inkMk id="75" creationId="{3B853000-86CB-9C43-AC71-D5236405BA5A}"/>
          </ac:inkMkLst>
        </pc:inkChg>
        <pc:inkChg chg="add topLvl">
          <ac:chgData name="Aggie Menezes" userId="74619c95fa3483c9" providerId="LiveId" clId="{20A26620-95D9-894E-AE55-3DE133FE37BE}" dt="2021-03-06T03:10:24.082" v="1110"/>
          <ac:inkMkLst>
            <pc:docMk/>
            <pc:sldMk cId="2820248114" sldId="283"/>
            <ac:inkMk id="77" creationId="{5F00C83B-8FB2-CA47-B5B5-17989A48CEC3}"/>
          </ac:inkMkLst>
        </pc:inkChg>
        <pc:inkChg chg="add topLvl">
          <ac:chgData name="Aggie Menezes" userId="74619c95fa3483c9" providerId="LiveId" clId="{20A26620-95D9-894E-AE55-3DE133FE37BE}" dt="2021-03-06T03:10:24.082" v="1110"/>
          <ac:inkMkLst>
            <pc:docMk/>
            <pc:sldMk cId="2820248114" sldId="283"/>
            <ac:inkMk id="78" creationId="{1AB7901F-1B32-994E-9725-80473FE574E3}"/>
          </ac:inkMkLst>
        </pc:inkChg>
        <pc:inkChg chg="add topLvl">
          <ac:chgData name="Aggie Menezes" userId="74619c95fa3483c9" providerId="LiveId" clId="{20A26620-95D9-894E-AE55-3DE133FE37BE}" dt="2021-03-06T03:10:24.082" v="1110"/>
          <ac:inkMkLst>
            <pc:docMk/>
            <pc:sldMk cId="2820248114" sldId="283"/>
            <ac:inkMk id="79" creationId="{07E988AC-D3BA-9C48-B8B6-1FFCF3DC4EBC}"/>
          </ac:inkMkLst>
        </pc:inkChg>
        <pc:inkChg chg="add topLvl">
          <ac:chgData name="Aggie Menezes" userId="74619c95fa3483c9" providerId="LiveId" clId="{20A26620-95D9-894E-AE55-3DE133FE37BE}" dt="2021-03-06T03:10:24.082" v="1110"/>
          <ac:inkMkLst>
            <pc:docMk/>
            <pc:sldMk cId="2820248114" sldId="283"/>
            <ac:inkMk id="80" creationId="{2C85747E-93F9-7349-A26C-83B24EFF52EE}"/>
          </ac:inkMkLst>
        </pc:inkChg>
        <pc:inkChg chg="add topLvl">
          <ac:chgData name="Aggie Menezes" userId="74619c95fa3483c9" providerId="LiveId" clId="{20A26620-95D9-894E-AE55-3DE133FE37BE}" dt="2021-03-06T03:10:24.082" v="1110"/>
          <ac:inkMkLst>
            <pc:docMk/>
            <pc:sldMk cId="2820248114" sldId="283"/>
            <ac:inkMk id="81" creationId="{4EB070EB-673F-0D45-B662-55461F313FD0}"/>
          </ac:inkMkLst>
        </pc:inkChg>
        <pc:inkChg chg="add topLvl">
          <ac:chgData name="Aggie Menezes" userId="74619c95fa3483c9" providerId="LiveId" clId="{20A26620-95D9-894E-AE55-3DE133FE37BE}" dt="2021-03-06T03:10:24.082" v="1110"/>
          <ac:inkMkLst>
            <pc:docMk/>
            <pc:sldMk cId="2820248114" sldId="283"/>
            <ac:inkMk id="83" creationId="{B4D2DE1E-D3D9-1B44-99A5-1BE5DFB1AC2F}"/>
          </ac:inkMkLst>
        </pc:inkChg>
        <pc:inkChg chg="add topLvl">
          <ac:chgData name="Aggie Menezes" userId="74619c95fa3483c9" providerId="LiveId" clId="{20A26620-95D9-894E-AE55-3DE133FE37BE}" dt="2021-03-06T03:10:24.082" v="1110"/>
          <ac:inkMkLst>
            <pc:docMk/>
            <pc:sldMk cId="2820248114" sldId="283"/>
            <ac:inkMk id="85" creationId="{5F5615A0-A62F-A34E-8FD6-9929519A7E1C}"/>
          </ac:inkMkLst>
        </pc:inkChg>
        <pc:inkChg chg="add topLvl">
          <ac:chgData name="Aggie Menezes" userId="74619c95fa3483c9" providerId="LiveId" clId="{20A26620-95D9-894E-AE55-3DE133FE37BE}" dt="2021-03-06T03:10:24.082" v="1110"/>
          <ac:inkMkLst>
            <pc:docMk/>
            <pc:sldMk cId="2820248114" sldId="283"/>
            <ac:inkMk id="86" creationId="{7BF9043C-D07F-3E47-A5A5-291C920FA3A4}"/>
          </ac:inkMkLst>
        </pc:inkChg>
        <pc:inkChg chg="add topLvl">
          <ac:chgData name="Aggie Menezes" userId="74619c95fa3483c9" providerId="LiveId" clId="{20A26620-95D9-894E-AE55-3DE133FE37BE}" dt="2021-03-06T03:10:24.082" v="1110"/>
          <ac:inkMkLst>
            <pc:docMk/>
            <pc:sldMk cId="2820248114" sldId="283"/>
            <ac:inkMk id="87" creationId="{52C13044-FC49-014A-9002-4AA1089AA5D1}"/>
          </ac:inkMkLst>
        </pc:inkChg>
        <pc:inkChg chg="add topLvl">
          <ac:chgData name="Aggie Menezes" userId="74619c95fa3483c9" providerId="LiveId" clId="{20A26620-95D9-894E-AE55-3DE133FE37BE}" dt="2021-03-06T03:10:24.082" v="1110"/>
          <ac:inkMkLst>
            <pc:docMk/>
            <pc:sldMk cId="2820248114" sldId="283"/>
            <ac:inkMk id="88" creationId="{37443832-8DC0-194E-8804-2B0EF631E0EC}"/>
          </ac:inkMkLst>
        </pc:inkChg>
        <pc:inkChg chg="add topLvl">
          <ac:chgData name="Aggie Menezes" userId="74619c95fa3483c9" providerId="LiveId" clId="{20A26620-95D9-894E-AE55-3DE133FE37BE}" dt="2021-03-06T03:10:24.082" v="1110"/>
          <ac:inkMkLst>
            <pc:docMk/>
            <pc:sldMk cId="2820248114" sldId="283"/>
            <ac:inkMk id="89" creationId="{E0FD1EF5-3890-D74A-81CF-3097A13D5723}"/>
          </ac:inkMkLst>
        </pc:inkChg>
        <pc:inkChg chg="add topLvl">
          <ac:chgData name="Aggie Menezes" userId="74619c95fa3483c9" providerId="LiveId" clId="{20A26620-95D9-894E-AE55-3DE133FE37BE}" dt="2021-03-06T03:10:24.082" v="1110"/>
          <ac:inkMkLst>
            <pc:docMk/>
            <pc:sldMk cId="2820248114" sldId="283"/>
            <ac:inkMk id="91" creationId="{D821E69F-943C-D743-B631-51E509536FF0}"/>
          </ac:inkMkLst>
        </pc:inkChg>
        <pc:inkChg chg="add topLvl">
          <ac:chgData name="Aggie Menezes" userId="74619c95fa3483c9" providerId="LiveId" clId="{20A26620-95D9-894E-AE55-3DE133FE37BE}" dt="2021-03-06T03:10:24.082" v="1110"/>
          <ac:inkMkLst>
            <pc:docMk/>
            <pc:sldMk cId="2820248114" sldId="283"/>
            <ac:inkMk id="92" creationId="{7A981F9D-3422-B348-809D-955A94688363}"/>
          </ac:inkMkLst>
        </pc:inkChg>
        <pc:inkChg chg="add topLvl">
          <ac:chgData name="Aggie Menezes" userId="74619c95fa3483c9" providerId="LiveId" clId="{20A26620-95D9-894E-AE55-3DE133FE37BE}" dt="2021-03-06T03:10:24.082" v="1110"/>
          <ac:inkMkLst>
            <pc:docMk/>
            <pc:sldMk cId="2820248114" sldId="283"/>
            <ac:inkMk id="94" creationId="{666D26E4-DCF5-A846-9165-2532A4E77816}"/>
          </ac:inkMkLst>
        </pc:inkChg>
        <pc:inkChg chg="add topLvl">
          <ac:chgData name="Aggie Menezes" userId="74619c95fa3483c9" providerId="LiveId" clId="{20A26620-95D9-894E-AE55-3DE133FE37BE}" dt="2021-03-06T03:10:24.082" v="1110"/>
          <ac:inkMkLst>
            <pc:docMk/>
            <pc:sldMk cId="2820248114" sldId="283"/>
            <ac:inkMk id="95" creationId="{880E4560-E1DE-D940-A787-E91FD764328C}"/>
          </ac:inkMkLst>
        </pc:inkChg>
        <pc:inkChg chg="add topLvl">
          <ac:chgData name="Aggie Menezes" userId="74619c95fa3483c9" providerId="LiveId" clId="{20A26620-95D9-894E-AE55-3DE133FE37BE}" dt="2021-03-06T03:10:24.082" v="1110"/>
          <ac:inkMkLst>
            <pc:docMk/>
            <pc:sldMk cId="2820248114" sldId="283"/>
            <ac:inkMk id="96" creationId="{EE46CCA8-DBCE-3243-8C13-C776F2F46D68}"/>
          </ac:inkMkLst>
        </pc:inkChg>
        <pc:inkChg chg="add topLvl">
          <ac:chgData name="Aggie Menezes" userId="74619c95fa3483c9" providerId="LiveId" clId="{20A26620-95D9-894E-AE55-3DE133FE37BE}" dt="2021-03-06T03:10:24.082" v="1110"/>
          <ac:inkMkLst>
            <pc:docMk/>
            <pc:sldMk cId="2820248114" sldId="283"/>
            <ac:inkMk id="97" creationId="{1F9D6540-48D7-5B4B-8314-46C6E2BEB470}"/>
          </ac:inkMkLst>
        </pc:inkChg>
        <pc:inkChg chg="add topLvl">
          <ac:chgData name="Aggie Menezes" userId="74619c95fa3483c9" providerId="LiveId" clId="{20A26620-95D9-894E-AE55-3DE133FE37BE}" dt="2021-03-06T03:10:24.082" v="1110"/>
          <ac:inkMkLst>
            <pc:docMk/>
            <pc:sldMk cId="2820248114" sldId="283"/>
            <ac:inkMk id="98" creationId="{61AD7E93-9B5D-6247-BE9F-3A757C24FD8F}"/>
          </ac:inkMkLst>
        </pc:inkChg>
        <pc:inkChg chg="add topLvl">
          <ac:chgData name="Aggie Menezes" userId="74619c95fa3483c9" providerId="LiveId" clId="{20A26620-95D9-894E-AE55-3DE133FE37BE}" dt="2021-03-06T03:10:24.082" v="1110"/>
          <ac:inkMkLst>
            <pc:docMk/>
            <pc:sldMk cId="2820248114" sldId="283"/>
            <ac:inkMk id="99" creationId="{AEC5E5F2-127A-9B47-8C22-53FD8CD9901A}"/>
          </ac:inkMkLst>
        </pc:inkChg>
        <pc:inkChg chg="add topLvl">
          <ac:chgData name="Aggie Menezes" userId="74619c95fa3483c9" providerId="LiveId" clId="{20A26620-95D9-894E-AE55-3DE133FE37BE}" dt="2021-03-06T03:10:24.082" v="1110"/>
          <ac:inkMkLst>
            <pc:docMk/>
            <pc:sldMk cId="2820248114" sldId="283"/>
            <ac:inkMk id="100" creationId="{A771A2CB-1B52-7849-B9F8-475B9D9C9AD5}"/>
          </ac:inkMkLst>
        </pc:inkChg>
        <pc:inkChg chg="add topLvl">
          <ac:chgData name="Aggie Menezes" userId="74619c95fa3483c9" providerId="LiveId" clId="{20A26620-95D9-894E-AE55-3DE133FE37BE}" dt="2021-03-06T03:10:24.082" v="1110"/>
          <ac:inkMkLst>
            <pc:docMk/>
            <pc:sldMk cId="2820248114" sldId="283"/>
            <ac:inkMk id="101" creationId="{0C255ED8-EF59-E34D-BB27-3E3A37EE78CC}"/>
          </ac:inkMkLst>
        </pc:inkChg>
        <pc:inkChg chg="add">
          <ac:chgData name="Aggie Menezes" userId="74619c95fa3483c9" providerId="LiveId" clId="{20A26620-95D9-894E-AE55-3DE133FE37BE}" dt="2021-03-06T03:10:18.257" v="1092"/>
          <ac:inkMkLst>
            <pc:docMk/>
            <pc:sldMk cId="2820248114" sldId="283"/>
            <ac:inkMk id="104" creationId="{B243728C-AA6A-464B-859F-CA94CC62562A}"/>
          </ac:inkMkLst>
        </pc:inkChg>
        <pc:inkChg chg="add">
          <ac:chgData name="Aggie Menezes" userId="74619c95fa3483c9" providerId="LiveId" clId="{20A26620-95D9-894E-AE55-3DE133FE37BE}" dt="2021-03-06T03:10:19.438" v="1093"/>
          <ac:inkMkLst>
            <pc:docMk/>
            <pc:sldMk cId="2820248114" sldId="283"/>
            <ac:inkMk id="105" creationId="{AD087767-BE1D-FD4E-A044-811F7A90EEEB}"/>
          </ac:inkMkLst>
        </pc:inkChg>
        <pc:inkChg chg="add">
          <ac:chgData name="Aggie Menezes" userId="74619c95fa3483c9" providerId="LiveId" clId="{20A26620-95D9-894E-AE55-3DE133FE37BE}" dt="2021-03-06T03:10:19.598" v="1094"/>
          <ac:inkMkLst>
            <pc:docMk/>
            <pc:sldMk cId="2820248114" sldId="283"/>
            <ac:inkMk id="106" creationId="{D3013FA4-92AB-FE43-A4A4-3057B5EB7DF4}"/>
          </ac:inkMkLst>
        </pc:inkChg>
        <pc:inkChg chg="add">
          <ac:chgData name="Aggie Menezes" userId="74619c95fa3483c9" providerId="LiveId" clId="{20A26620-95D9-894E-AE55-3DE133FE37BE}" dt="2021-03-06T03:10:19.759" v="1095"/>
          <ac:inkMkLst>
            <pc:docMk/>
            <pc:sldMk cId="2820248114" sldId="283"/>
            <ac:inkMk id="107" creationId="{CD268715-F1E9-074E-8D29-EC70A5B611FC}"/>
          </ac:inkMkLst>
        </pc:inkChg>
        <pc:inkChg chg="add">
          <ac:chgData name="Aggie Menezes" userId="74619c95fa3483c9" providerId="LiveId" clId="{20A26620-95D9-894E-AE55-3DE133FE37BE}" dt="2021-03-06T03:10:19.922" v="1096"/>
          <ac:inkMkLst>
            <pc:docMk/>
            <pc:sldMk cId="2820248114" sldId="283"/>
            <ac:inkMk id="108" creationId="{5E58D8D8-0892-874E-8733-C6F88B76765B}"/>
          </ac:inkMkLst>
        </pc:inkChg>
        <pc:inkChg chg="add">
          <ac:chgData name="Aggie Menezes" userId="74619c95fa3483c9" providerId="LiveId" clId="{20A26620-95D9-894E-AE55-3DE133FE37BE}" dt="2021-03-06T03:10:20.075" v="1097"/>
          <ac:inkMkLst>
            <pc:docMk/>
            <pc:sldMk cId="2820248114" sldId="283"/>
            <ac:inkMk id="109" creationId="{CAFB1479-A808-1E4C-826F-BECAC3405E1D}"/>
          </ac:inkMkLst>
        </pc:inkChg>
        <pc:inkChg chg="add">
          <ac:chgData name="Aggie Menezes" userId="74619c95fa3483c9" providerId="LiveId" clId="{20A26620-95D9-894E-AE55-3DE133FE37BE}" dt="2021-03-06T03:10:20.238" v="1098"/>
          <ac:inkMkLst>
            <pc:docMk/>
            <pc:sldMk cId="2820248114" sldId="283"/>
            <ac:inkMk id="110" creationId="{393BEBB7-A817-814B-916A-281E1F72B1D3}"/>
          </ac:inkMkLst>
        </pc:inkChg>
        <pc:inkChg chg="add">
          <ac:chgData name="Aggie Menezes" userId="74619c95fa3483c9" providerId="LiveId" clId="{20A26620-95D9-894E-AE55-3DE133FE37BE}" dt="2021-03-06T03:10:20.776" v="1099"/>
          <ac:inkMkLst>
            <pc:docMk/>
            <pc:sldMk cId="2820248114" sldId="283"/>
            <ac:inkMk id="111" creationId="{E5FE7E78-A2F8-F946-9731-6A5CC123DF77}"/>
          </ac:inkMkLst>
        </pc:inkChg>
        <pc:inkChg chg="add">
          <ac:chgData name="Aggie Menezes" userId="74619c95fa3483c9" providerId="LiveId" clId="{20A26620-95D9-894E-AE55-3DE133FE37BE}" dt="2021-03-06T03:10:20.930" v="1100"/>
          <ac:inkMkLst>
            <pc:docMk/>
            <pc:sldMk cId="2820248114" sldId="283"/>
            <ac:inkMk id="112" creationId="{BB8B8324-25D6-C14C-BDF3-E7804029B1B2}"/>
          </ac:inkMkLst>
        </pc:inkChg>
        <pc:inkChg chg="add">
          <ac:chgData name="Aggie Menezes" userId="74619c95fa3483c9" providerId="LiveId" clId="{20A26620-95D9-894E-AE55-3DE133FE37BE}" dt="2021-03-06T03:10:21.113" v="1101"/>
          <ac:inkMkLst>
            <pc:docMk/>
            <pc:sldMk cId="2820248114" sldId="283"/>
            <ac:inkMk id="113" creationId="{1D5A9AD7-7964-DE4B-99A6-7110E7C311C5}"/>
          </ac:inkMkLst>
        </pc:inkChg>
        <pc:inkChg chg="add">
          <ac:chgData name="Aggie Menezes" userId="74619c95fa3483c9" providerId="LiveId" clId="{20A26620-95D9-894E-AE55-3DE133FE37BE}" dt="2021-03-06T03:10:21.276" v="1102"/>
          <ac:inkMkLst>
            <pc:docMk/>
            <pc:sldMk cId="2820248114" sldId="283"/>
            <ac:inkMk id="114" creationId="{629F09DD-A6CA-DF44-A61B-403072C5FED8}"/>
          </ac:inkMkLst>
        </pc:inkChg>
        <pc:inkChg chg="add">
          <ac:chgData name="Aggie Menezes" userId="74619c95fa3483c9" providerId="LiveId" clId="{20A26620-95D9-894E-AE55-3DE133FE37BE}" dt="2021-03-06T03:10:21.665" v="1103"/>
          <ac:inkMkLst>
            <pc:docMk/>
            <pc:sldMk cId="2820248114" sldId="283"/>
            <ac:inkMk id="115" creationId="{5613E5EC-0CC5-9A4E-9C64-A9839BA6B462}"/>
          </ac:inkMkLst>
        </pc:inkChg>
        <pc:inkChg chg="add">
          <ac:chgData name="Aggie Menezes" userId="74619c95fa3483c9" providerId="LiveId" clId="{20A26620-95D9-894E-AE55-3DE133FE37BE}" dt="2021-03-06T03:10:21.834" v="1104"/>
          <ac:inkMkLst>
            <pc:docMk/>
            <pc:sldMk cId="2820248114" sldId="283"/>
            <ac:inkMk id="116" creationId="{EFDAD642-F95D-2542-8702-5552B612AEA8}"/>
          </ac:inkMkLst>
        </pc:inkChg>
        <pc:inkChg chg="add">
          <ac:chgData name="Aggie Menezes" userId="74619c95fa3483c9" providerId="LiveId" clId="{20A26620-95D9-894E-AE55-3DE133FE37BE}" dt="2021-03-06T03:10:22" v="1105"/>
          <ac:inkMkLst>
            <pc:docMk/>
            <pc:sldMk cId="2820248114" sldId="283"/>
            <ac:inkMk id="117" creationId="{BE9CBFC8-16EF-2449-B78F-3540902CAAD8}"/>
          </ac:inkMkLst>
        </pc:inkChg>
        <pc:inkChg chg="add">
          <ac:chgData name="Aggie Menezes" userId="74619c95fa3483c9" providerId="LiveId" clId="{20A26620-95D9-894E-AE55-3DE133FE37BE}" dt="2021-03-06T03:10:22.144" v="1106"/>
          <ac:inkMkLst>
            <pc:docMk/>
            <pc:sldMk cId="2820248114" sldId="283"/>
            <ac:inkMk id="118" creationId="{26EF8515-5CCC-C54C-ADD8-FA2279ACB068}"/>
          </ac:inkMkLst>
        </pc:inkChg>
        <pc:inkChg chg="add">
          <ac:chgData name="Aggie Menezes" userId="74619c95fa3483c9" providerId="LiveId" clId="{20A26620-95D9-894E-AE55-3DE133FE37BE}" dt="2021-03-06T03:10:22.747" v="1107"/>
          <ac:inkMkLst>
            <pc:docMk/>
            <pc:sldMk cId="2820248114" sldId="283"/>
            <ac:inkMk id="119" creationId="{8059A505-91A1-C944-80EA-D450AF79066E}"/>
          </ac:inkMkLst>
        </pc:inkChg>
        <pc:inkChg chg="add">
          <ac:chgData name="Aggie Menezes" userId="74619c95fa3483c9" providerId="LiveId" clId="{20A26620-95D9-894E-AE55-3DE133FE37BE}" dt="2021-03-06T03:10:22.887" v="1108"/>
          <ac:inkMkLst>
            <pc:docMk/>
            <pc:sldMk cId="2820248114" sldId="283"/>
            <ac:inkMk id="120" creationId="{7ABF17DA-DA1C-8547-A15F-80A781FBA213}"/>
          </ac:inkMkLst>
        </pc:inkChg>
        <pc:inkChg chg="add">
          <ac:chgData name="Aggie Menezes" userId="74619c95fa3483c9" providerId="LiveId" clId="{20A26620-95D9-894E-AE55-3DE133FE37BE}" dt="2021-03-06T03:10:23.072" v="1109"/>
          <ac:inkMkLst>
            <pc:docMk/>
            <pc:sldMk cId="2820248114" sldId="283"/>
            <ac:inkMk id="121" creationId="{E48D6CB9-B637-4E43-8BA5-B6C250CBEC47}"/>
          </ac:inkMkLst>
        </pc:inkChg>
        <pc:inkChg chg="add">
          <ac:chgData name="Aggie Menezes" userId="74619c95fa3483c9" providerId="LiveId" clId="{20A26620-95D9-894E-AE55-3DE133FE37BE}" dt="2021-03-06T03:10:39.699" v="1111"/>
          <ac:inkMkLst>
            <pc:docMk/>
            <pc:sldMk cId="2820248114" sldId="283"/>
            <ac:inkMk id="123" creationId="{072807D5-4718-FC4A-A83F-DB79D64A912E}"/>
          </ac:inkMkLst>
        </pc:inkChg>
        <pc:inkChg chg="add">
          <ac:chgData name="Aggie Menezes" userId="74619c95fa3483c9" providerId="LiveId" clId="{20A26620-95D9-894E-AE55-3DE133FE37BE}" dt="2021-03-06T03:10:40.184" v="1112"/>
          <ac:inkMkLst>
            <pc:docMk/>
            <pc:sldMk cId="2820248114" sldId="283"/>
            <ac:inkMk id="124" creationId="{E4077453-928E-A744-BD45-9C2B5EA3CC28}"/>
          </ac:inkMkLst>
        </pc:inkChg>
        <pc:inkChg chg="add">
          <ac:chgData name="Aggie Menezes" userId="74619c95fa3483c9" providerId="LiveId" clId="{20A26620-95D9-894E-AE55-3DE133FE37BE}" dt="2021-03-06T03:10:40.431" v="1113"/>
          <ac:inkMkLst>
            <pc:docMk/>
            <pc:sldMk cId="2820248114" sldId="283"/>
            <ac:inkMk id="125" creationId="{EBE05B4F-935A-464E-9774-DE1354E38035}"/>
          </ac:inkMkLst>
        </pc:inkChg>
        <pc:inkChg chg="add">
          <ac:chgData name="Aggie Menezes" userId="74619c95fa3483c9" providerId="LiveId" clId="{20A26620-95D9-894E-AE55-3DE133FE37BE}" dt="2021-03-06T03:10:40.589" v="1114"/>
          <ac:inkMkLst>
            <pc:docMk/>
            <pc:sldMk cId="2820248114" sldId="283"/>
            <ac:inkMk id="126" creationId="{1E4006AD-4FE5-D341-BA85-B0DD14F8EDBF}"/>
          </ac:inkMkLst>
        </pc:inkChg>
        <pc:inkChg chg="add">
          <ac:chgData name="Aggie Menezes" userId="74619c95fa3483c9" providerId="LiveId" clId="{20A26620-95D9-894E-AE55-3DE133FE37BE}" dt="2021-03-06T03:10:40.766" v="1115"/>
          <ac:inkMkLst>
            <pc:docMk/>
            <pc:sldMk cId="2820248114" sldId="283"/>
            <ac:inkMk id="127" creationId="{9664FA09-02FA-7A46-91FF-55B7116902CC}"/>
          </ac:inkMkLst>
        </pc:inkChg>
        <pc:inkChg chg="add">
          <ac:chgData name="Aggie Menezes" userId="74619c95fa3483c9" providerId="LiveId" clId="{20A26620-95D9-894E-AE55-3DE133FE37BE}" dt="2021-03-06T03:10:40.926" v="1116"/>
          <ac:inkMkLst>
            <pc:docMk/>
            <pc:sldMk cId="2820248114" sldId="283"/>
            <ac:inkMk id="128" creationId="{B3F2E91A-D4F2-F14E-B969-7062B13002BE}"/>
          </ac:inkMkLst>
        </pc:inkChg>
        <pc:inkChg chg="add">
          <ac:chgData name="Aggie Menezes" userId="74619c95fa3483c9" providerId="LiveId" clId="{20A26620-95D9-894E-AE55-3DE133FE37BE}" dt="2021-03-06T03:10:41.113" v="1117"/>
          <ac:inkMkLst>
            <pc:docMk/>
            <pc:sldMk cId="2820248114" sldId="283"/>
            <ac:inkMk id="129" creationId="{B6721981-4F3E-804D-AC14-26CF25FA1287}"/>
          </ac:inkMkLst>
        </pc:inkChg>
        <pc:inkChg chg="add">
          <ac:chgData name="Aggie Menezes" userId="74619c95fa3483c9" providerId="LiveId" clId="{20A26620-95D9-894E-AE55-3DE133FE37BE}" dt="2021-03-06T03:10:41.286" v="1118"/>
          <ac:inkMkLst>
            <pc:docMk/>
            <pc:sldMk cId="2820248114" sldId="283"/>
            <ac:inkMk id="130" creationId="{357728C0-3315-2F47-B607-A78C889C5CE6}"/>
          </ac:inkMkLst>
        </pc:inkChg>
        <pc:inkChg chg="add">
          <ac:chgData name="Aggie Menezes" userId="74619c95fa3483c9" providerId="LiveId" clId="{20A26620-95D9-894E-AE55-3DE133FE37BE}" dt="2021-03-06T03:10:41.550" v="1119"/>
          <ac:inkMkLst>
            <pc:docMk/>
            <pc:sldMk cId="2820248114" sldId="283"/>
            <ac:inkMk id="131" creationId="{42AE0969-81EB-E544-83A6-F0B2916B7BEC}"/>
          </ac:inkMkLst>
        </pc:inkChg>
        <pc:inkChg chg="add">
          <ac:chgData name="Aggie Menezes" userId="74619c95fa3483c9" providerId="LiveId" clId="{20A26620-95D9-894E-AE55-3DE133FE37BE}" dt="2021-03-06T03:10:41.722" v="1120"/>
          <ac:inkMkLst>
            <pc:docMk/>
            <pc:sldMk cId="2820248114" sldId="283"/>
            <ac:inkMk id="132" creationId="{FB7EDC5C-C732-4040-A769-88AE62CAE3F2}"/>
          </ac:inkMkLst>
        </pc:inkChg>
        <pc:inkChg chg="add">
          <ac:chgData name="Aggie Menezes" userId="74619c95fa3483c9" providerId="LiveId" clId="{20A26620-95D9-894E-AE55-3DE133FE37BE}" dt="2021-03-06T03:10:41.931" v="1121"/>
          <ac:inkMkLst>
            <pc:docMk/>
            <pc:sldMk cId="2820248114" sldId="283"/>
            <ac:inkMk id="133" creationId="{5E014199-6DDD-C742-BABC-7E1441792976}"/>
          </ac:inkMkLst>
        </pc:inkChg>
        <pc:inkChg chg="add">
          <ac:chgData name="Aggie Menezes" userId="74619c95fa3483c9" providerId="LiveId" clId="{20A26620-95D9-894E-AE55-3DE133FE37BE}" dt="2021-03-06T03:10:42.260" v="1122"/>
          <ac:inkMkLst>
            <pc:docMk/>
            <pc:sldMk cId="2820248114" sldId="283"/>
            <ac:inkMk id="134" creationId="{131AADC0-59A7-C545-9235-9DED4EE462FF}"/>
          </ac:inkMkLst>
        </pc:inkChg>
        <pc:inkChg chg="add">
          <ac:chgData name="Aggie Menezes" userId="74619c95fa3483c9" providerId="LiveId" clId="{20A26620-95D9-894E-AE55-3DE133FE37BE}" dt="2021-03-06T03:10:42.446" v="1123"/>
          <ac:inkMkLst>
            <pc:docMk/>
            <pc:sldMk cId="2820248114" sldId="283"/>
            <ac:inkMk id="135" creationId="{31DAFE05-0084-0A4D-944D-4CEB7CA020A6}"/>
          </ac:inkMkLst>
        </pc:inkChg>
        <pc:inkChg chg="add">
          <ac:chgData name="Aggie Menezes" userId="74619c95fa3483c9" providerId="LiveId" clId="{20A26620-95D9-894E-AE55-3DE133FE37BE}" dt="2021-03-06T03:10:42.623" v="1124"/>
          <ac:inkMkLst>
            <pc:docMk/>
            <pc:sldMk cId="2820248114" sldId="283"/>
            <ac:inkMk id="136" creationId="{05430A46-8F73-E842-9BCF-6EE9BB59503E}"/>
          </ac:inkMkLst>
        </pc:inkChg>
        <pc:inkChg chg="add">
          <ac:chgData name="Aggie Menezes" userId="74619c95fa3483c9" providerId="LiveId" clId="{20A26620-95D9-894E-AE55-3DE133FE37BE}" dt="2021-03-06T03:10:42.776" v="1125"/>
          <ac:inkMkLst>
            <pc:docMk/>
            <pc:sldMk cId="2820248114" sldId="283"/>
            <ac:inkMk id="137" creationId="{466659C7-9B9E-BE4A-A647-F98C73722225}"/>
          </ac:inkMkLst>
        </pc:inkChg>
        <pc:inkChg chg="add">
          <ac:chgData name="Aggie Menezes" userId="74619c95fa3483c9" providerId="LiveId" clId="{20A26620-95D9-894E-AE55-3DE133FE37BE}" dt="2021-03-06T03:10:42.941" v="1126"/>
          <ac:inkMkLst>
            <pc:docMk/>
            <pc:sldMk cId="2820248114" sldId="283"/>
            <ac:inkMk id="138" creationId="{CB18019F-D9D4-154B-8319-66D399F4117E}"/>
          </ac:inkMkLst>
        </pc:inkChg>
        <pc:inkChg chg="add">
          <ac:chgData name="Aggie Menezes" userId="74619c95fa3483c9" providerId="LiveId" clId="{20A26620-95D9-894E-AE55-3DE133FE37BE}" dt="2021-03-06T03:10:43.295" v="1127"/>
          <ac:inkMkLst>
            <pc:docMk/>
            <pc:sldMk cId="2820248114" sldId="283"/>
            <ac:inkMk id="139" creationId="{E7016110-5683-7B4B-AE15-F91B5F98A6E5}"/>
          </ac:inkMkLst>
        </pc:inkChg>
        <pc:inkChg chg="add">
          <ac:chgData name="Aggie Menezes" userId="74619c95fa3483c9" providerId="LiveId" clId="{20A26620-95D9-894E-AE55-3DE133FE37BE}" dt="2021-03-06T03:10:43.490" v="1128"/>
          <ac:inkMkLst>
            <pc:docMk/>
            <pc:sldMk cId="2820248114" sldId="283"/>
            <ac:inkMk id="140" creationId="{E7AFB9DB-50A9-3840-8753-8D0D2F28B605}"/>
          </ac:inkMkLst>
        </pc:inkChg>
        <pc:inkChg chg="add">
          <ac:chgData name="Aggie Menezes" userId="74619c95fa3483c9" providerId="LiveId" clId="{20A26620-95D9-894E-AE55-3DE133FE37BE}" dt="2021-03-06T03:10:43.629" v="1129"/>
          <ac:inkMkLst>
            <pc:docMk/>
            <pc:sldMk cId="2820248114" sldId="283"/>
            <ac:inkMk id="141" creationId="{95B5E9AE-95ED-E942-9187-C5AAAEC7DDB2}"/>
          </ac:inkMkLst>
        </pc:inkChg>
        <pc:inkChg chg="add">
          <ac:chgData name="Aggie Menezes" userId="74619c95fa3483c9" providerId="LiveId" clId="{20A26620-95D9-894E-AE55-3DE133FE37BE}" dt="2021-03-06T03:10:45.030" v="1131"/>
          <ac:inkMkLst>
            <pc:docMk/>
            <pc:sldMk cId="2820248114" sldId="283"/>
            <ac:inkMk id="143" creationId="{FA08C67F-5BFB-7C4B-B54B-FA9E2857E477}"/>
          </ac:inkMkLst>
        </pc:inkChg>
        <pc:inkChg chg="add">
          <ac:chgData name="Aggie Menezes" userId="74619c95fa3483c9" providerId="LiveId" clId="{20A26620-95D9-894E-AE55-3DE133FE37BE}" dt="2021-03-06T03:10:45.184" v="1132"/>
          <ac:inkMkLst>
            <pc:docMk/>
            <pc:sldMk cId="2820248114" sldId="283"/>
            <ac:inkMk id="144" creationId="{5BD0D56F-EC89-CC41-8982-25F263B86433}"/>
          </ac:inkMkLst>
        </pc:inkChg>
        <pc:inkChg chg="add">
          <ac:chgData name="Aggie Menezes" userId="74619c95fa3483c9" providerId="LiveId" clId="{20A26620-95D9-894E-AE55-3DE133FE37BE}" dt="2021-03-06T03:10:45.372" v="1133"/>
          <ac:inkMkLst>
            <pc:docMk/>
            <pc:sldMk cId="2820248114" sldId="283"/>
            <ac:inkMk id="145" creationId="{6BCEFA32-80FF-C64F-B259-116DBFB62700}"/>
          </ac:inkMkLst>
        </pc:inkChg>
        <pc:inkChg chg="add">
          <ac:chgData name="Aggie Menezes" userId="74619c95fa3483c9" providerId="LiveId" clId="{20A26620-95D9-894E-AE55-3DE133FE37BE}" dt="2021-03-06T03:10:45.525" v="1134"/>
          <ac:inkMkLst>
            <pc:docMk/>
            <pc:sldMk cId="2820248114" sldId="283"/>
            <ac:inkMk id="146" creationId="{927A2314-1650-D045-9748-B3625B77B56E}"/>
          </ac:inkMkLst>
        </pc:inkChg>
        <pc:inkChg chg="add">
          <ac:chgData name="Aggie Menezes" userId="74619c95fa3483c9" providerId="LiveId" clId="{20A26620-95D9-894E-AE55-3DE133FE37BE}" dt="2021-03-06T03:10:45.701" v="1135"/>
          <ac:inkMkLst>
            <pc:docMk/>
            <pc:sldMk cId="2820248114" sldId="283"/>
            <ac:inkMk id="147" creationId="{DC7CEEDD-5F4A-2448-84B7-FED2782DB027}"/>
          </ac:inkMkLst>
        </pc:inkChg>
        <pc:inkChg chg="add">
          <ac:chgData name="Aggie Menezes" userId="74619c95fa3483c9" providerId="LiveId" clId="{20A26620-95D9-894E-AE55-3DE133FE37BE}" dt="2021-03-06T03:10:45.870" v="1136"/>
          <ac:inkMkLst>
            <pc:docMk/>
            <pc:sldMk cId="2820248114" sldId="283"/>
            <ac:inkMk id="148" creationId="{073B9B8C-7871-124F-9E58-DD011D8B8134}"/>
          </ac:inkMkLst>
        </pc:inkChg>
        <pc:inkChg chg="add">
          <ac:chgData name="Aggie Menezes" userId="74619c95fa3483c9" providerId="LiveId" clId="{20A26620-95D9-894E-AE55-3DE133FE37BE}" dt="2021-03-06T03:10:46.042" v="1137"/>
          <ac:inkMkLst>
            <pc:docMk/>
            <pc:sldMk cId="2820248114" sldId="283"/>
            <ac:inkMk id="149" creationId="{CEB86ACC-0916-4341-B1BF-76AB7EAA9F93}"/>
          </ac:inkMkLst>
        </pc:inkChg>
        <pc:inkChg chg="add">
          <ac:chgData name="Aggie Menezes" userId="74619c95fa3483c9" providerId="LiveId" clId="{20A26620-95D9-894E-AE55-3DE133FE37BE}" dt="2021-03-06T03:10:46.243" v="1138"/>
          <ac:inkMkLst>
            <pc:docMk/>
            <pc:sldMk cId="2820248114" sldId="283"/>
            <ac:inkMk id="150" creationId="{C3EDF053-8C76-1F4F-8AB5-3A89DE4299F8}"/>
          </ac:inkMkLst>
        </pc:inkChg>
        <pc:inkChg chg="add">
          <ac:chgData name="Aggie Menezes" userId="74619c95fa3483c9" providerId="LiveId" clId="{20A26620-95D9-894E-AE55-3DE133FE37BE}" dt="2021-03-06T03:10:46.400" v="1139"/>
          <ac:inkMkLst>
            <pc:docMk/>
            <pc:sldMk cId="2820248114" sldId="283"/>
            <ac:inkMk id="151" creationId="{6254115A-40E4-C84C-84E6-BBB9BA81B01F}"/>
          </ac:inkMkLst>
        </pc:inkChg>
        <pc:inkChg chg="add">
          <ac:chgData name="Aggie Menezes" userId="74619c95fa3483c9" providerId="LiveId" clId="{20A26620-95D9-894E-AE55-3DE133FE37BE}" dt="2021-03-06T03:10:46.564" v="1140"/>
          <ac:inkMkLst>
            <pc:docMk/>
            <pc:sldMk cId="2820248114" sldId="283"/>
            <ac:inkMk id="152" creationId="{5605100A-5D68-664E-B56A-300F906AD1D6}"/>
          </ac:inkMkLst>
        </pc:inkChg>
        <pc:inkChg chg="add">
          <ac:chgData name="Aggie Menezes" userId="74619c95fa3483c9" providerId="LiveId" clId="{20A26620-95D9-894E-AE55-3DE133FE37BE}" dt="2021-03-06T03:10:46.731" v="1141"/>
          <ac:inkMkLst>
            <pc:docMk/>
            <pc:sldMk cId="2820248114" sldId="283"/>
            <ac:inkMk id="153" creationId="{50CAB00E-0F14-A94C-9780-51D365305725}"/>
          </ac:inkMkLst>
        </pc:inkChg>
        <pc:inkChg chg="add">
          <ac:chgData name="Aggie Menezes" userId="74619c95fa3483c9" providerId="LiveId" clId="{20A26620-95D9-894E-AE55-3DE133FE37BE}" dt="2021-03-06T03:10:46.889" v="1142"/>
          <ac:inkMkLst>
            <pc:docMk/>
            <pc:sldMk cId="2820248114" sldId="283"/>
            <ac:inkMk id="154" creationId="{97262C06-A3F5-2345-98E9-B934965D5287}"/>
          </ac:inkMkLst>
        </pc:inkChg>
        <pc:inkChg chg="add">
          <ac:chgData name="Aggie Menezes" userId="74619c95fa3483c9" providerId="LiveId" clId="{20A26620-95D9-894E-AE55-3DE133FE37BE}" dt="2021-03-06T03:10:47.085" v="1143"/>
          <ac:inkMkLst>
            <pc:docMk/>
            <pc:sldMk cId="2820248114" sldId="283"/>
            <ac:inkMk id="155" creationId="{D4274DC2-3377-AA4D-88FE-181ABAFA3AD5}"/>
          </ac:inkMkLst>
        </pc:inkChg>
        <pc:inkChg chg="add">
          <ac:chgData name="Aggie Menezes" userId="74619c95fa3483c9" providerId="LiveId" clId="{20A26620-95D9-894E-AE55-3DE133FE37BE}" dt="2021-03-06T03:10:47.230" v="1144"/>
          <ac:inkMkLst>
            <pc:docMk/>
            <pc:sldMk cId="2820248114" sldId="283"/>
            <ac:inkMk id="156" creationId="{3839B2E7-DC0F-D244-AA16-1C7CE39CCE9A}"/>
          </ac:inkMkLst>
        </pc:inkChg>
        <pc:inkChg chg="add">
          <ac:chgData name="Aggie Menezes" userId="74619c95fa3483c9" providerId="LiveId" clId="{20A26620-95D9-894E-AE55-3DE133FE37BE}" dt="2021-03-06T03:10:49.025" v="1146"/>
          <ac:inkMkLst>
            <pc:docMk/>
            <pc:sldMk cId="2820248114" sldId="283"/>
            <ac:inkMk id="158" creationId="{F5A90282-6683-5D44-8E31-CAE8371AF64D}"/>
          </ac:inkMkLst>
        </pc:inkChg>
        <pc:inkChg chg="add">
          <ac:chgData name="Aggie Menezes" userId="74619c95fa3483c9" providerId="LiveId" clId="{20A26620-95D9-894E-AE55-3DE133FE37BE}" dt="2021-03-06T03:10:49.496" v="1147"/>
          <ac:inkMkLst>
            <pc:docMk/>
            <pc:sldMk cId="2820248114" sldId="283"/>
            <ac:inkMk id="159" creationId="{30D87225-F418-0846-B3B3-A1BAE2C7D3D7}"/>
          </ac:inkMkLst>
        </pc:inkChg>
        <pc:inkChg chg="add">
          <ac:chgData name="Aggie Menezes" userId="74619c95fa3483c9" providerId="LiveId" clId="{20A26620-95D9-894E-AE55-3DE133FE37BE}" dt="2021-03-06T03:10:49.680" v="1148"/>
          <ac:inkMkLst>
            <pc:docMk/>
            <pc:sldMk cId="2820248114" sldId="283"/>
            <ac:inkMk id="160" creationId="{1951165A-9135-A24C-A379-65F3DC098F8E}"/>
          </ac:inkMkLst>
        </pc:inkChg>
        <pc:inkChg chg="add">
          <ac:chgData name="Aggie Menezes" userId="74619c95fa3483c9" providerId="LiveId" clId="{20A26620-95D9-894E-AE55-3DE133FE37BE}" dt="2021-03-06T03:10:50.040" v="1149"/>
          <ac:inkMkLst>
            <pc:docMk/>
            <pc:sldMk cId="2820248114" sldId="283"/>
            <ac:inkMk id="161" creationId="{3CFD50A4-2A69-EC40-9D36-57CB1E6E3A5C}"/>
          </ac:inkMkLst>
        </pc:inkChg>
        <pc:inkChg chg="add">
          <ac:chgData name="Aggie Menezes" userId="74619c95fa3483c9" providerId="LiveId" clId="{20A26620-95D9-894E-AE55-3DE133FE37BE}" dt="2021-03-06T03:10:50.196" v="1150"/>
          <ac:inkMkLst>
            <pc:docMk/>
            <pc:sldMk cId="2820248114" sldId="283"/>
            <ac:inkMk id="162" creationId="{DE9B6B9A-0F78-7249-9CA8-4A43A1045345}"/>
          </ac:inkMkLst>
        </pc:inkChg>
        <pc:inkChg chg="add">
          <ac:chgData name="Aggie Menezes" userId="74619c95fa3483c9" providerId="LiveId" clId="{20A26620-95D9-894E-AE55-3DE133FE37BE}" dt="2021-03-06T03:10:50.390" v="1151"/>
          <ac:inkMkLst>
            <pc:docMk/>
            <pc:sldMk cId="2820248114" sldId="283"/>
            <ac:inkMk id="163" creationId="{59AAD412-E7A7-3B49-B9AA-A9E943F4B659}"/>
          </ac:inkMkLst>
        </pc:inkChg>
        <pc:inkChg chg="add">
          <ac:chgData name="Aggie Menezes" userId="74619c95fa3483c9" providerId="LiveId" clId="{20A26620-95D9-894E-AE55-3DE133FE37BE}" dt="2021-03-06T03:10:50.563" v="1152"/>
          <ac:inkMkLst>
            <pc:docMk/>
            <pc:sldMk cId="2820248114" sldId="283"/>
            <ac:inkMk id="164" creationId="{0601E28F-52B7-DB46-A4EE-711A6BDB1540}"/>
          </ac:inkMkLst>
        </pc:inkChg>
        <pc:inkChg chg="add">
          <ac:chgData name="Aggie Menezes" userId="74619c95fa3483c9" providerId="LiveId" clId="{20A26620-95D9-894E-AE55-3DE133FE37BE}" dt="2021-03-06T03:10:50.739" v="1153"/>
          <ac:inkMkLst>
            <pc:docMk/>
            <pc:sldMk cId="2820248114" sldId="283"/>
            <ac:inkMk id="165" creationId="{6DF3D6AA-B9E4-DD47-8D27-A5E1894602C2}"/>
          </ac:inkMkLst>
        </pc:inkChg>
        <pc:inkChg chg="add">
          <ac:chgData name="Aggie Menezes" userId="74619c95fa3483c9" providerId="LiveId" clId="{20A26620-95D9-894E-AE55-3DE133FE37BE}" dt="2021-03-06T03:10:50.910" v="1154"/>
          <ac:inkMkLst>
            <pc:docMk/>
            <pc:sldMk cId="2820248114" sldId="283"/>
            <ac:inkMk id="166" creationId="{2FA6BBC9-9341-5E4C-BCD9-7A4E323F97DE}"/>
          </ac:inkMkLst>
        </pc:inkChg>
        <pc:inkChg chg="add">
          <ac:chgData name="Aggie Menezes" userId="74619c95fa3483c9" providerId="LiveId" clId="{20A26620-95D9-894E-AE55-3DE133FE37BE}" dt="2021-03-06T03:10:51.094" v="1155"/>
          <ac:inkMkLst>
            <pc:docMk/>
            <pc:sldMk cId="2820248114" sldId="283"/>
            <ac:inkMk id="167" creationId="{62E12D11-9081-4145-9D30-1AC359082EA6}"/>
          </ac:inkMkLst>
        </pc:inkChg>
        <pc:inkChg chg="add">
          <ac:chgData name="Aggie Menezes" userId="74619c95fa3483c9" providerId="LiveId" clId="{20A26620-95D9-894E-AE55-3DE133FE37BE}" dt="2021-03-06T03:10:51.239" v="1156"/>
          <ac:inkMkLst>
            <pc:docMk/>
            <pc:sldMk cId="2820248114" sldId="283"/>
            <ac:inkMk id="168" creationId="{11DEC95F-4DB7-F645-9AB0-94243AAD2251}"/>
          </ac:inkMkLst>
        </pc:inkChg>
        <pc:inkChg chg="add">
          <ac:chgData name="Aggie Menezes" userId="74619c95fa3483c9" providerId="LiveId" clId="{20A26620-95D9-894E-AE55-3DE133FE37BE}" dt="2021-03-06T03:11:10.419" v="1158"/>
          <ac:inkMkLst>
            <pc:docMk/>
            <pc:sldMk cId="2820248114" sldId="283"/>
            <ac:inkMk id="170" creationId="{1F3BC2A7-5F4F-4944-B44F-5024D625AB70}"/>
          </ac:inkMkLst>
        </pc:inkChg>
        <pc:inkChg chg="add">
          <ac:chgData name="Aggie Menezes" userId="74619c95fa3483c9" providerId="LiveId" clId="{20A26620-95D9-894E-AE55-3DE133FE37BE}" dt="2021-03-06T03:11:11.597" v="1159"/>
          <ac:inkMkLst>
            <pc:docMk/>
            <pc:sldMk cId="2820248114" sldId="283"/>
            <ac:inkMk id="171" creationId="{E80F304E-1813-D74B-A536-C1000D9D35D7}"/>
          </ac:inkMkLst>
        </pc:inkChg>
        <pc:inkChg chg="add">
          <ac:chgData name="Aggie Menezes" userId="74619c95fa3483c9" providerId="LiveId" clId="{20A26620-95D9-894E-AE55-3DE133FE37BE}" dt="2021-03-06T03:11:12.088" v="1160"/>
          <ac:inkMkLst>
            <pc:docMk/>
            <pc:sldMk cId="2820248114" sldId="283"/>
            <ac:inkMk id="172" creationId="{56C00BEB-109D-514A-886B-834D1529EEDD}"/>
          </ac:inkMkLst>
        </pc:inkChg>
        <pc:inkChg chg="add">
          <ac:chgData name="Aggie Menezes" userId="74619c95fa3483c9" providerId="LiveId" clId="{20A26620-95D9-894E-AE55-3DE133FE37BE}" dt="2021-03-06T03:11:12.567" v="1161"/>
          <ac:inkMkLst>
            <pc:docMk/>
            <pc:sldMk cId="2820248114" sldId="283"/>
            <ac:inkMk id="173" creationId="{ED931B74-1D18-A744-A1D4-2B0A4B9FFCD7}"/>
          </ac:inkMkLst>
        </pc:inkChg>
        <pc:inkChg chg="add">
          <ac:chgData name="Aggie Menezes" userId="74619c95fa3483c9" providerId="LiveId" clId="{20A26620-95D9-894E-AE55-3DE133FE37BE}" dt="2021-03-06T03:11:13.747" v="1163"/>
          <ac:inkMkLst>
            <pc:docMk/>
            <pc:sldMk cId="2820248114" sldId="283"/>
            <ac:inkMk id="175" creationId="{51E0AF85-444D-904E-9870-797C734B84CA}"/>
          </ac:inkMkLst>
        </pc:inkChg>
        <pc:inkChg chg="add">
          <ac:chgData name="Aggie Menezes" userId="74619c95fa3483c9" providerId="LiveId" clId="{20A26620-95D9-894E-AE55-3DE133FE37BE}" dt="2021-03-06T03:11:14.593" v="1164"/>
          <ac:inkMkLst>
            <pc:docMk/>
            <pc:sldMk cId="2820248114" sldId="283"/>
            <ac:inkMk id="176" creationId="{EC1EC0B2-5C47-E747-8A37-2842F9BAC953}"/>
          </ac:inkMkLst>
        </pc:inkChg>
        <pc:inkChg chg="add">
          <ac:chgData name="Aggie Menezes" userId="74619c95fa3483c9" providerId="LiveId" clId="{20A26620-95D9-894E-AE55-3DE133FE37BE}" dt="2021-03-06T03:11:15.158" v="1165"/>
          <ac:inkMkLst>
            <pc:docMk/>
            <pc:sldMk cId="2820248114" sldId="283"/>
            <ac:inkMk id="177" creationId="{F7C02F21-D30E-B24E-BFC4-BDD7305A2BBC}"/>
          </ac:inkMkLst>
        </pc:inkChg>
        <pc:inkChg chg="add">
          <ac:chgData name="Aggie Menezes" userId="74619c95fa3483c9" providerId="LiveId" clId="{20A26620-95D9-894E-AE55-3DE133FE37BE}" dt="2021-03-06T03:11:15.497" v="1166"/>
          <ac:inkMkLst>
            <pc:docMk/>
            <pc:sldMk cId="2820248114" sldId="283"/>
            <ac:inkMk id="178" creationId="{3C67F6E7-EB5E-AF44-82A6-3B0447BAF2EB}"/>
          </ac:inkMkLst>
        </pc:inkChg>
        <pc:inkChg chg="add">
          <ac:chgData name="Aggie Menezes" userId="74619c95fa3483c9" providerId="LiveId" clId="{20A26620-95D9-894E-AE55-3DE133FE37BE}" dt="2021-03-06T03:11:34.529" v="1168"/>
          <ac:inkMkLst>
            <pc:docMk/>
            <pc:sldMk cId="2820248114" sldId="283"/>
            <ac:inkMk id="180" creationId="{A720F66F-3C5F-804A-B760-EB02EFE1FF91}"/>
          </ac:inkMkLst>
        </pc:inkChg>
        <pc:inkChg chg="add">
          <ac:chgData name="Aggie Menezes" userId="74619c95fa3483c9" providerId="LiveId" clId="{20A26620-95D9-894E-AE55-3DE133FE37BE}" dt="2021-03-06T03:11:35.180" v="1169"/>
          <ac:inkMkLst>
            <pc:docMk/>
            <pc:sldMk cId="2820248114" sldId="283"/>
            <ac:inkMk id="181" creationId="{8C0D1F61-D60A-C644-82D0-73FDA6FFB78F}"/>
          </ac:inkMkLst>
        </pc:inkChg>
        <pc:inkChg chg="add topLvl">
          <ac:chgData name="Aggie Menezes" userId="74619c95fa3483c9" providerId="LiveId" clId="{20A26620-95D9-894E-AE55-3DE133FE37BE}" dt="2021-03-06T03:12:09.835" v="1185"/>
          <ac:inkMkLst>
            <pc:docMk/>
            <pc:sldMk cId="2820248114" sldId="283"/>
            <ac:inkMk id="183" creationId="{AAF49EF6-4C38-B443-A3D2-A778E2D61D31}"/>
          </ac:inkMkLst>
        </pc:inkChg>
        <pc:inkChg chg="add topLvl">
          <ac:chgData name="Aggie Menezes" userId="74619c95fa3483c9" providerId="LiveId" clId="{20A26620-95D9-894E-AE55-3DE133FE37BE}" dt="2021-03-06T03:12:09.835" v="1185"/>
          <ac:inkMkLst>
            <pc:docMk/>
            <pc:sldMk cId="2820248114" sldId="283"/>
            <ac:inkMk id="184" creationId="{0B665C38-1834-D040-B133-C98A0C37D70B}"/>
          </ac:inkMkLst>
        </pc:inkChg>
        <pc:inkChg chg="add">
          <ac:chgData name="Aggie Menezes" userId="74619c95fa3483c9" providerId="LiveId" clId="{20A26620-95D9-894E-AE55-3DE133FE37BE}" dt="2021-03-06T03:12:09.307" v="1184"/>
          <ac:inkMkLst>
            <pc:docMk/>
            <pc:sldMk cId="2820248114" sldId="283"/>
            <ac:inkMk id="186" creationId="{21716AF9-434F-0946-8304-8AB8EC45608A}"/>
          </ac:inkMkLst>
        </pc:inkChg>
      </pc:sldChg>
      <pc:sldChg chg="addSp delSp ord">
        <pc:chgData name="Aggie Menezes" userId="74619c95fa3483c9" providerId="LiveId" clId="{20A26620-95D9-894E-AE55-3DE133FE37BE}" dt="2021-03-22T11:25:41.477" v="2742"/>
        <pc:sldMkLst>
          <pc:docMk/>
          <pc:sldMk cId="1668749573" sldId="284"/>
        </pc:sldMkLst>
        <pc:grpChg chg="add del">
          <ac:chgData name="Aggie Menezes" userId="74619c95fa3483c9" providerId="LiveId" clId="{20A26620-95D9-894E-AE55-3DE133FE37BE}" dt="2021-03-22T11:25:34.138" v="2735"/>
          <ac:grpSpMkLst>
            <pc:docMk/>
            <pc:sldMk cId="1668749573" sldId="284"/>
            <ac:grpSpMk id="27" creationId="{B39325DD-7336-B540-AD25-589384226737}"/>
          </ac:grpSpMkLst>
        </pc:grpChg>
        <pc:grpChg chg="add">
          <ac:chgData name="Aggie Menezes" userId="74619c95fa3483c9" providerId="LiveId" clId="{20A26620-95D9-894E-AE55-3DE133FE37BE}" dt="2021-03-22T11:25:34.138" v="2735"/>
          <ac:grpSpMkLst>
            <pc:docMk/>
            <pc:sldMk cId="1668749573" sldId="284"/>
            <ac:grpSpMk id="34" creationId="{9887318D-3447-F54F-9906-6EDD0B2C11B5}"/>
          </ac:grpSpMkLst>
        </pc:grpChg>
        <pc:grpChg chg="add">
          <ac:chgData name="Aggie Menezes" userId="74619c95fa3483c9" providerId="LiveId" clId="{20A26620-95D9-894E-AE55-3DE133FE37BE}" dt="2021-03-22T11:25:34.138" v="2735"/>
          <ac:grpSpMkLst>
            <pc:docMk/>
            <pc:sldMk cId="1668749573" sldId="284"/>
            <ac:grpSpMk id="35" creationId="{631C6E36-CDED-CF44-AC2D-7647F18D5888}"/>
          </ac:grpSpMkLst>
        </pc:grpChg>
        <pc:grpChg chg="add">
          <ac:chgData name="Aggie Menezes" userId="74619c95fa3483c9" providerId="LiveId" clId="{20A26620-95D9-894E-AE55-3DE133FE37BE}" dt="2021-03-22T11:25:35.386" v="2738"/>
          <ac:grpSpMkLst>
            <pc:docMk/>
            <pc:sldMk cId="1668749573" sldId="284"/>
            <ac:grpSpMk id="38" creationId="{6123F353-EBD1-714C-B762-1E3C37CAB86B}"/>
          </ac:grpSpMkLst>
        </pc:grpChg>
        <pc:grpChg chg="add">
          <ac:chgData name="Aggie Menezes" userId="74619c95fa3483c9" providerId="LiveId" clId="{20A26620-95D9-894E-AE55-3DE133FE37BE}" dt="2021-03-22T11:25:37.693" v="2741"/>
          <ac:grpSpMkLst>
            <pc:docMk/>
            <pc:sldMk cId="1668749573" sldId="284"/>
            <ac:grpSpMk id="41" creationId="{28247A21-4688-6249-BB0E-0969E522830B}"/>
          </ac:grpSpMkLst>
        </pc:grpChg>
        <pc:inkChg chg="add topLvl">
          <ac:chgData name="Aggie Menezes" userId="74619c95fa3483c9" providerId="LiveId" clId="{20A26620-95D9-894E-AE55-3DE133FE37BE}" dt="2021-03-22T11:25:34.138" v="2735"/>
          <ac:inkMkLst>
            <pc:docMk/>
            <pc:sldMk cId="1668749573" sldId="284"/>
            <ac:inkMk id="2" creationId="{DEDCC335-F764-EB49-959D-F66BA8F60550}"/>
          </ac:inkMkLst>
        </pc:inkChg>
        <pc:inkChg chg="add topLvl">
          <ac:chgData name="Aggie Menezes" userId="74619c95fa3483c9" providerId="LiveId" clId="{20A26620-95D9-894E-AE55-3DE133FE37BE}" dt="2021-03-22T11:25:34.138" v="2735"/>
          <ac:inkMkLst>
            <pc:docMk/>
            <pc:sldMk cId="1668749573" sldId="284"/>
            <ac:inkMk id="11" creationId="{DD47E5AC-B73F-254C-B215-71FDC94186F3}"/>
          </ac:inkMkLst>
        </pc:inkChg>
        <pc:inkChg chg="add topLvl">
          <ac:chgData name="Aggie Menezes" userId="74619c95fa3483c9" providerId="LiveId" clId="{20A26620-95D9-894E-AE55-3DE133FE37BE}" dt="2021-03-22T11:25:34.138" v="2735"/>
          <ac:inkMkLst>
            <pc:docMk/>
            <pc:sldMk cId="1668749573" sldId="284"/>
            <ac:inkMk id="17" creationId="{B8A71AE5-0292-AC4D-B56C-08B384B715D0}"/>
          </ac:inkMkLst>
        </pc:inkChg>
        <pc:inkChg chg="add topLvl">
          <ac:chgData name="Aggie Menezes" userId="74619c95fa3483c9" providerId="LiveId" clId="{20A26620-95D9-894E-AE55-3DE133FE37BE}" dt="2021-03-22T11:25:34.138" v="2735"/>
          <ac:inkMkLst>
            <pc:docMk/>
            <pc:sldMk cId="1668749573" sldId="284"/>
            <ac:inkMk id="18" creationId="{2BEE0058-BB87-754C-8D4F-87FEDE9341D2}"/>
          </ac:inkMkLst>
        </pc:inkChg>
        <pc:inkChg chg="add topLvl">
          <ac:chgData name="Aggie Menezes" userId="74619c95fa3483c9" providerId="LiveId" clId="{20A26620-95D9-894E-AE55-3DE133FE37BE}" dt="2021-03-22T11:25:34.138" v="2735"/>
          <ac:inkMkLst>
            <pc:docMk/>
            <pc:sldMk cId="1668749573" sldId="284"/>
            <ac:inkMk id="19" creationId="{262BC833-A36E-024B-9F8B-31268357661A}"/>
          </ac:inkMkLst>
        </pc:inkChg>
        <pc:inkChg chg="add topLvl">
          <ac:chgData name="Aggie Menezes" userId="74619c95fa3483c9" providerId="LiveId" clId="{20A26620-95D9-894E-AE55-3DE133FE37BE}" dt="2021-03-22T11:25:34.138" v="2735"/>
          <ac:inkMkLst>
            <pc:docMk/>
            <pc:sldMk cId="1668749573" sldId="284"/>
            <ac:inkMk id="20" creationId="{64DCBCC0-FB7F-FD40-9969-40B4881A8E5A}"/>
          </ac:inkMkLst>
        </pc:inkChg>
        <pc:inkChg chg="add topLvl">
          <ac:chgData name="Aggie Menezes" userId="74619c95fa3483c9" providerId="LiveId" clId="{20A26620-95D9-894E-AE55-3DE133FE37BE}" dt="2021-03-22T11:25:34.138" v="2735"/>
          <ac:inkMkLst>
            <pc:docMk/>
            <pc:sldMk cId="1668749573" sldId="284"/>
            <ac:inkMk id="21" creationId="{14E7C4C4-0B48-BF4A-9073-0B858EACD579}"/>
          </ac:inkMkLst>
        </pc:inkChg>
        <pc:inkChg chg="add topLvl">
          <ac:chgData name="Aggie Menezes" userId="74619c95fa3483c9" providerId="LiveId" clId="{20A26620-95D9-894E-AE55-3DE133FE37BE}" dt="2021-03-22T11:25:34.138" v="2735"/>
          <ac:inkMkLst>
            <pc:docMk/>
            <pc:sldMk cId="1668749573" sldId="284"/>
            <ac:inkMk id="22" creationId="{441277AB-4AC6-F343-AC2A-791711489231}"/>
          </ac:inkMkLst>
        </pc:inkChg>
        <pc:inkChg chg="add topLvl">
          <ac:chgData name="Aggie Menezes" userId="74619c95fa3483c9" providerId="LiveId" clId="{20A26620-95D9-894E-AE55-3DE133FE37BE}" dt="2021-03-22T11:25:34.138" v="2735"/>
          <ac:inkMkLst>
            <pc:docMk/>
            <pc:sldMk cId="1668749573" sldId="284"/>
            <ac:inkMk id="23" creationId="{20C88C1D-CAB5-A344-9FB4-CF2952B8FB2B}"/>
          </ac:inkMkLst>
        </pc:inkChg>
        <pc:inkChg chg="add topLvl">
          <ac:chgData name="Aggie Menezes" userId="74619c95fa3483c9" providerId="LiveId" clId="{20A26620-95D9-894E-AE55-3DE133FE37BE}" dt="2021-03-22T11:25:34.138" v="2735"/>
          <ac:inkMkLst>
            <pc:docMk/>
            <pc:sldMk cId="1668749573" sldId="284"/>
            <ac:inkMk id="24" creationId="{52F2C4B1-7D4D-C843-A193-58AA4F1D13F6}"/>
          </ac:inkMkLst>
        </pc:inkChg>
        <pc:inkChg chg="add topLvl">
          <ac:chgData name="Aggie Menezes" userId="74619c95fa3483c9" providerId="LiveId" clId="{20A26620-95D9-894E-AE55-3DE133FE37BE}" dt="2021-03-22T11:25:34.138" v="2735"/>
          <ac:inkMkLst>
            <pc:docMk/>
            <pc:sldMk cId="1668749573" sldId="284"/>
            <ac:inkMk id="25" creationId="{04AAB726-04B8-9D49-86E4-03F0ECC8BBAB}"/>
          </ac:inkMkLst>
        </pc:inkChg>
        <pc:inkChg chg="add topLvl">
          <ac:chgData name="Aggie Menezes" userId="74619c95fa3483c9" providerId="LiveId" clId="{20A26620-95D9-894E-AE55-3DE133FE37BE}" dt="2021-03-22T11:25:34.138" v="2735"/>
          <ac:inkMkLst>
            <pc:docMk/>
            <pc:sldMk cId="1668749573" sldId="284"/>
            <ac:inkMk id="26" creationId="{BBF7B2F3-E91C-F448-A539-CCF8A3286DF7}"/>
          </ac:inkMkLst>
        </pc:inkChg>
        <pc:inkChg chg="add">
          <ac:chgData name="Aggie Menezes" userId="74619c95fa3483c9" providerId="LiveId" clId="{20A26620-95D9-894E-AE55-3DE133FE37BE}" dt="2021-03-22T11:25:32.035" v="2729"/>
          <ac:inkMkLst>
            <pc:docMk/>
            <pc:sldMk cId="1668749573" sldId="284"/>
            <ac:inkMk id="28" creationId="{BB059812-7667-0A4A-BB5D-EC7EA79713CF}"/>
          </ac:inkMkLst>
        </pc:inkChg>
        <pc:inkChg chg="add">
          <ac:chgData name="Aggie Menezes" userId="74619c95fa3483c9" providerId="LiveId" clId="{20A26620-95D9-894E-AE55-3DE133FE37BE}" dt="2021-03-22T11:25:32.564" v="2730"/>
          <ac:inkMkLst>
            <pc:docMk/>
            <pc:sldMk cId="1668749573" sldId="284"/>
            <ac:inkMk id="29" creationId="{4F8D33A5-D599-9542-95B2-95241044D8CA}"/>
          </ac:inkMkLst>
        </pc:inkChg>
        <pc:inkChg chg="add">
          <ac:chgData name="Aggie Menezes" userId="74619c95fa3483c9" providerId="LiveId" clId="{20A26620-95D9-894E-AE55-3DE133FE37BE}" dt="2021-03-22T11:25:32.764" v="2731"/>
          <ac:inkMkLst>
            <pc:docMk/>
            <pc:sldMk cId="1668749573" sldId="284"/>
            <ac:inkMk id="30" creationId="{A5D7AD09-C43A-6C42-86E1-848752CDC162}"/>
          </ac:inkMkLst>
        </pc:inkChg>
        <pc:inkChg chg="add">
          <ac:chgData name="Aggie Menezes" userId="74619c95fa3483c9" providerId="LiveId" clId="{20A26620-95D9-894E-AE55-3DE133FE37BE}" dt="2021-03-22T11:25:33.210" v="2732"/>
          <ac:inkMkLst>
            <pc:docMk/>
            <pc:sldMk cId="1668749573" sldId="284"/>
            <ac:inkMk id="31" creationId="{688A12D2-6672-A740-BC9E-4C368D44B2C1}"/>
          </ac:inkMkLst>
        </pc:inkChg>
        <pc:inkChg chg="add">
          <ac:chgData name="Aggie Menezes" userId="74619c95fa3483c9" providerId="LiveId" clId="{20A26620-95D9-894E-AE55-3DE133FE37BE}" dt="2021-03-22T11:25:33.372" v="2733"/>
          <ac:inkMkLst>
            <pc:docMk/>
            <pc:sldMk cId="1668749573" sldId="284"/>
            <ac:inkMk id="32" creationId="{DE09408B-1A8B-454A-8987-3B330988EB20}"/>
          </ac:inkMkLst>
        </pc:inkChg>
        <pc:inkChg chg="add">
          <ac:chgData name="Aggie Menezes" userId="74619c95fa3483c9" providerId="LiveId" clId="{20A26620-95D9-894E-AE55-3DE133FE37BE}" dt="2021-03-22T11:25:33.496" v="2734"/>
          <ac:inkMkLst>
            <pc:docMk/>
            <pc:sldMk cId="1668749573" sldId="284"/>
            <ac:inkMk id="33" creationId="{3CCCF210-F901-AC42-9BB8-55A095EEA9A6}"/>
          </ac:inkMkLst>
        </pc:inkChg>
        <pc:inkChg chg="add">
          <ac:chgData name="Aggie Menezes" userId="74619c95fa3483c9" providerId="LiveId" clId="{20A26620-95D9-894E-AE55-3DE133FE37BE}" dt="2021-03-22T11:25:34.315" v="2736"/>
          <ac:inkMkLst>
            <pc:docMk/>
            <pc:sldMk cId="1668749573" sldId="284"/>
            <ac:inkMk id="36" creationId="{168ACA37-24CE-1246-AC23-B8D04DDE675A}"/>
          </ac:inkMkLst>
        </pc:inkChg>
        <pc:inkChg chg="add">
          <ac:chgData name="Aggie Menezes" userId="74619c95fa3483c9" providerId="LiveId" clId="{20A26620-95D9-894E-AE55-3DE133FE37BE}" dt="2021-03-22T11:25:34.519" v="2737"/>
          <ac:inkMkLst>
            <pc:docMk/>
            <pc:sldMk cId="1668749573" sldId="284"/>
            <ac:inkMk id="37" creationId="{96AA76DB-579F-6942-8A61-AEC4DA7729F3}"/>
          </ac:inkMkLst>
        </pc:inkChg>
        <pc:inkChg chg="add">
          <ac:chgData name="Aggie Menezes" userId="74619c95fa3483c9" providerId="LiveId" clId="{20A26620-95D9-894E-AE55-3DE133FE37BE}" dt="2021-03-22T11:25:36.631" v="2739"/>
          <ac:inkMkLst>
            <pc:docMk/>
            <pc:sldMk cId="1668749573" sldId="284"/>
            <ac:inkMk id="39" creationId="{C1595B0B-790A-3546-B8DF-36854621F051}"/>
          </ac:inkMkLst>
        </pc:inkChg>
        <pc:inkChg chg="add">
          <ac:chgData name="Aggie Menezes" userId="74619c95fa3483c9" providerId="LiveId" clId="{20A26620-95D9-894E-AE55-3DE133FE37BE}" dt="2021-03-22T11:25:36.896" v="2740"/>
          <ac:inkMkLst>
            <pc:docMk/>
            <pc:sldMk cId="1668749573" sldId="284"/>
            <ac:inkMk id="40" creationId="{994CFC03-CBAC-1A46-B822-B25A0A8A8400}"/>
          </ac:inkMkLst>
        </pc:inkChg>
        <pc:inkChg chg="add">
          <ac:chgData name="Aggie Menezes" userId="74619c95fa3483c9" providerId="LiveId" clId="{20A26620-95D9-894E-AE55-3DE133FE37BE}" dt="2021-03-22T11:25:41.477" v="2742"/>
          <ac:inkMkLst>
            <pc:docMk/>
            <pc:sldMk cId="1668749573" sldId="284"/>
            <ac:inkMk id="42" creationId="{46D5C978-E6F5-B44E-95A7-85DD09CBEB6C}"/>
          </ac:inkMkLst>
        </pc:inkChg>
      </pc:sldChg>
      <pc:sldChg chg="modSp add ord">
        <pc:chgData name="Aggie Menezes" userId="74619c95fa3483c9" providerId="LiveId" clId="{20A26620-95D9-894E-AE55-3DE133FE37BE}" dt="2021-03-06T03:55:57.815" v="1407" actId="20577"/>
        <pc:sldMkLst>
          <pc:docMk/>
          <pc:sldMk cId="511342006" sldId="285"/>
        </pc:sldMkLst>
        <pc:spChg chg="mod">
          <ac:chgData name="Aggie Menezes" userId="74619c95fa3483c9" providerId="LiveId" clId="{20A26620-95D9-894E-AE55-3DE133FE37BE}" dt="2021-03-06T03:55:57.815" v="1407" actId="20577"/>
          <ac:spMkLst>
            <pc:docMk/>
            <pc:sldMk cId="511342006" sldId="285"/>
            <ac:spMk id="119" creationId="{00000000-0000-0000-0000-000000000000}"/>
          </ac:spMkLst>
        </pc:spChg>
      </pc:sldChg>
      <pc:sldChg chg="addSp delSp new">
        <pc:chgData name="Aggie Menezes" userId="74619c95fa3483c9" providerId="LiveId" clId="{20A26620-95D9-894E-AE55-3DE133FE37BE}" dt="2021-03-09T03:16:24.549" v="2306"/>
        <pc:sldMkLst>
          <pc:docMk/>
          <pc:sldMk cId="2493774319" sldId="285"/>
        </pc:sldMkLst>
        <pc:spChg chg="del">
          <ac:chgData name="Aggie Menezes" userId="74619c95fa3483c9" providerId="LiveId" clId="{20A26620-95D9-894E-AE55-3DE133FE37BE}" dt="2021-03-09T03:13:25.697" v="2110" actId="478"/>
          <ac:spMkLst>
            <pc:docMk/>
            <pc:sldMk cId="2493774319" sldId="285"/>
            <ac:spMk id="2" creationId="{38F525D0-82C3-8840-957A-CB89B7C8B1D7}"/>
          </ac:spMkLst>
        </pc:spChg>
        <pc:grpChg chg="add">
          <ac:chgData name="Aggie Menezes" userId="74619c95fa3483c9" providerId="LiveId" clId="{20A26620-95D9-894E-AE55-3DE133FE37BE}" dt="2021-03-09T03:13:36.669" v="2122"/>
          <ac:grpSpMkLst>
            <pc:docMk/>
            <pc:sldMk cId="2493774319" sldId="285"/>
            <ac:grpSpMk id="15" creationId="{9551DAB1-1BC1-374E-8137-10A10C3FF149}"/>
          </ac:grpSpMkLst>
        </pc:grpChg>
        <pc:grpChg chg="add">
          <ac:chgData name="Aggie Menezes" userId="74619c95fa3483c9" providerId="LiveId" clId="{20A26620-95D9-894E-AE55-3DE133FE37BE}" dt="2021-03-09T03:13:36.669" v="2122"/>
          <ac:grpSpMkLst>
            <pc:docMk/>
            <pc:sldMk cId="2493774319" sldId="285"/>
            <ac:grpSpMk id="16" creationId="{E2B9637E-59F4-CA45-9FD8-51FC074A5716}"/>
          </ac:grpSpMkLst>
        </pc:grpChg>
        <pc:grpChg chg="add">
          <ac:chgData name="Aggie Menezes" userId="74619c95fa3483c9" providerId="LiveId" clId="{20A26620-95D9-894E-AE55-3DE133FE37BE}" dt="2021-03-09T03:13:49.033" v="2134"/>
          <ac:grpSpMkLst>
            <pc:docMk/>
            <pc:sldMk cId="2493774319" sldId="285"/>
            <ac:grpSpMk id="28" creationId="{A82CFF6C-3D6F-1B4C-AAF1-3F57A358CC28}"/>
          </ac:grpSpMkLst>
        </pc:grpChg>
        <pc:grpChg chg="add del">
          <ac:chgData name="Aggie Menezes" userId="74619c95fa3483c9" providerId="LiveId" clId="{20A26620-95D9-894E-AE55-3DE133FE37BE}" dt="2021-03-09T03:14:26.545" v="2188"/>
          <ac:grpSpMkLst>
            <pc:docMk/>
            <pc:sldMk cId="2493774319" sldId="285"/>
            <ac:grpSpMk id="39" creationId="{EF13817F-1A77-A045-90C2-A58EADC5912E}"/>
          </ac:grpSpMkLst>
        </pc:grpChg>
        <pc:grpChg chg="add del">
          <ac:chgData name="Aggie Menezes" userId="74619c95fa3483c9" providerId="LiveId" clId="{20A26620-95D9-894E-AE55-3DE133FE37BE}" dt="2021-03-09T03:14:26.545" v="2188"/>
          <ac:grpSpMkLst>
            <pc:docMk/>
            <pc:sldMk cId="2493774319" sldId="285"/>
            <ac:grpSpMk id="40" creationId="{754CFEBE-7689-1648-B319-A297D4AA05F7}"/>
          </ac:grpSpMkLst>
        </pc:grpChg>
        <pc:grpChg chg="add del">
          <ac:chgData name="Aggie Menezes" userId="74619c95fa3483c9" providerId="LiveId" clId="{20A26620-95D9-894E-AE55-3DE133FE37BE}" dt="2021-03-09T03:14:26.545" v="2188"/>
          <ac:grpSpMkLst>
            <pc:docMk/>
            <pc:sldMk cId="2493774319" sldId="285"/>
            <ac:grpSpMk id="51" creationId="{6E9F1B2B-5AAE-914E-AEC8-4468BD3E0CEF}"/>
          </ac:grpSpMkLst>
        </pc:grpChg>
        <pc:grpChg chg="add del">
          <ac:chgData name="Aggie Menezes" userId="74619c95fa3483c9" providerId="LiveId" clId="{20A26620-95D9-894E-AE55-3DE133FE37BE}" dt="2021-03-09T03:14:26.545" v="2188"/>
          <ac:grpSpMkLst>
            <pc:docMk/>
            <pc:sldMk cId="2493774319" sldId="285"/>
            <ac:grpSpMk id="52" creationId="{1E7B2579-1489-AA45-B77E-83A62A081AA3}"/>
          </ac:grpSpMkLst>
        </pc:grpChg>
        <pc:grpChg chg="add del">
          <ac:chgData name="Aggie Menezes" userId="74619c95fa3483c9" providerId="LiveId" clId="{20A26620-95D9-894E-AE55-3DE133FE37BE}" dt="2021-03-09T03:14:26.545" v="2188"/>
          <ac:grpSpMkLst>
            <pc:docMk/>
            <pc:sldMk cId="2493774319" sldId="285"/>
            <ac:grpSpMk id="53" creationId="{80B373F6-69CF-204A-B26D-D97D289981D2}"/>
          </ac:grpSpMkLst>
        </pc:grpChg>
        <pc:grpChg chg="add del">
          <ac:chgData name="Aggie Menezes" userId="74619c95fa3483c9" providerId="LiveId" clId="{20A26620-95D9-894E-AE55-3DE133FE37BE}" dt="2021-03-09T03:14:10.919" v="2166"/>
          <ac:grpSpMkLst>
            <pc:docMk/>
            <pc:sldMk cId="2493774319" sldId="285"/>
            <ac:grpSpMk id="61" creationId="{76AAF48B-9CA7-AA43-A53A-CF16170292DF}"/>
          </ac:grpSpMkLst>
        </pc:grpChg>
        <pc:grpChg chg="add del">
          <ac:chgData name="Aggie Menezes" userId="74619c95fa3483c9" providerId="LiveId" clId="{20A26620-95D9-894E-AE55-3DE133FE37BE}" dt="2021-03-09T03:14:26.545" v="2188"/>
          <ac:grpSpMkLst>
            <pc:docMk/>
            <pc:sldMk cId="2493774319" sldId="285"/>
            <ac:grpSpMk id="63" creationId="{39D675E5-205E-5B42-A7B1-932A2A9868BB}"/>
          </ac:grpSpMkLst>
        </pc:grpChg>
        <pc:grpChg chg="add del">
          <ac:chgData name="Aggie Menezes" userId="74619c95fa3483c9" providerId="LiveId" clId="{20A26620-95D9-894E-AE55-3DE133FE37BE}" dt="2021-03-09T03:14:26.545" v="2188"/>
          <ac:grpSpMkLst>
            <pc:docMk/>
            <pc:sldMk cId="2493774319" sldId="285"/>
            <ac:grpSpMk id="68" creationId="{85E921FA-4F87-2646-B59E-54967976C8EE}"/>
          </ac:grpSpMkLst>
        </pc:grpChg>
        <pc:grpChg chg="add del">
          <ac:chgData name="Aggie Menezes" userId="74619c95fa3483c9" providerId="LiveId" clId="{20A26620-95D9-894E-AE55-3DE133FE37BE}" dt="2021-03-09T03:14:26.545" v="2188"/>
          <ac:grpSpMkLst>
            <pc:docMk/>
            <pc:sldMk cId="2493774319" sldId="285"/>
            <ac:grpSpMk id="69" creationId="{EA12B421-4B37-924E-97C0-F1479E041345}"/>
          </ac:grpSpMkLst>
        </pc:grpChg>
        <pc:grpChg chg="add del">
          <ac:chgData name="Aggie Menezes" userId="74619c95fa3483c9" providerId="LiveId" clId="{20A26620-95D9-894E-AE55-3DE133FE37BE}" dt="2021-03-09T03:14:26.545" v="2188"/>
          <ac:grpSpMkLst>
            <pc:docMk/>
            <pc:sldMk cId="2493774319" sldId="285"/>
            <ac:grpSpMk id="79" creationId="{E7767DB2-230E-B14C-9E76-BC9C704AA941}"/>
          </ac:grpSpMkLst>
        </pc:grpChg>
        <pc:grpChg chg="add del">
          <ac:chgData name="Aggie Menezes" userId="74619c95fa3483c9" providerId="LiveId" clId="{20A26620-95D9-894E-AE55-3DE133FE37BE}" dt="2021-03-09T03:14:26.545" v="2188"/>
          <ac:grpSpMkLst>
            <pc:docMk/>
            <pc:sldMk cId="2493774319" sldId="285"/>
            <ac:grpSpMk id="80" creationId="{128814F2-CC75-0640-AABC-C764B5FC4E08}"/>
          </ac:grpSpMkLst>
        </pc:grpChg>
        <pc:grpChg chg="add del">
          <ac:chgData name="Aggie Menezes" userId="74619c95fa3483c9" providerId="LiveId" clId="{20A26620-95D9-894E-AE55-3DE133FE37BE}" dt="2021-03-09T03:14:26.545" v="2188"/>
          <ac:grpSpMkLst>
            <pc:docMk/>
            <pc:sldMk cId="2493774319" sldId="285"/>
            <ac:grpSpMk id="81" creationId="{6969C7FF-1EC3-F64C-A341-6C3E1F981B9C}"/>
          </ac:grpSpMkLst>
        </pc:grpChg>
        <pc:grpChg chg="add del">
          <ac:chgData name="Aggie Menezes" userId="74619c95fa3483c9" providerId="LiveId" clId="{20A26620-95D9-894E-AE55-3DE133FE37BE}" dt="2021-03-09T03:14:26.545" v="2188"/>
          <ac:grpSpMkLst>
            <pc:docMk/>
            <pc:sldMk cId="2493774319" sldId="285"/>
            <ac:grpSpMk id="82" creationId="{D2BAF3DC-5540-0849-9E3F-E293962F5747}"/>
          </ac:grpSpMkLst>
        </pc:grpChg>
        <pc:grpChg chg="add">
          <ac:chgData name="Aggie Menezes" userId="74619c95fa3483c9" providerId="LiveId" clId="{20A26620-95D9-894E-AE55-3DE133FE37BE}" dt="2021-03-09T03:14:26.545" v="2188"/>
          <ac:grpSpMkLst>
            <pc:docMk/>
            <pc:sldMk cId="2493774319" sldId="285"/>
            <ac:grpSpMk id="89" creationId="{7B02AB83-4B24-CA4A-94B0-EF4CE18964B4}"/>
          </ac:grpSpMkLst>
        </pc:grpChg>
        <pc:grpChg chg="add">
          <ac:chgData name="Aggie Menezes" userId="74619c95fa3483c9" providerId="LiveId" clId="{20A26620-95D9-894E-AE55-3DE133FE37BE}" dt="2021-03-09T03:14:56.504" v="2200"/>
          <ac:grpSpMkLst>
            <pc:docMk/>
            <pc:sldMk cId="2493774319" sldId="285"/>
            <ac:grpSpMk id="101" creationId="{A648C183-4958-8844-A091-4EB334D3B37F}"/>
          </ac:grpSpMkLst>
        </pc:grpChg>
        <pc:grpChg chg="add del">
          <ac:chgData name="Aggie Menezes" userId="74619c95fa3483c9" providerId="LiveId" clId="{20A26620-95D9-894E-AE55-3DE133FE37BE}" dt="2021-03-09T03:15:08.800" v="2224"/>
          <ac:grpSpMkLst>
            <pc:docMk/>
            <pc:sldMk cId="2493774319" sldId="285"/>
            <ac:grpSpMk id="113" creationId="{1B58053E-837A-3848-B3AB-491B7F487B22}"/>
          </ac:grpSpMkLst>
        </pc:grpChg>
        <pc:grpChg chg="add del">
          <ac:chgData name="Aggie Menezes" userId="74619c95fa3483c9" providerId="LiveId" clId="{20A26620-95D9-894E-AE55-3DE133FE37BE}" dt="2021-03-09T03:15:16.826" v="2237"/>
          <ac:grpSpMkLst>
            <pc:docMk/>
            <pc:sldMk cId="2493774319" sldId="285"/>
            <ac:grpSpMk id="125" creationId="{7A2A3EC0-F3BD-A047-AABF-50739046C4D2}"/>
          </ac:grpSpMkLst>
        </pc:grpChg>
        <pc:grpChg chg="add del">
          <ac:chgData name="Aggie Menezes" userId="74619c95fa3483c9" providerId="LiveId" clId="{20A26620-95D9-894E-AE55-3DE133FE37BE}" dt="2021-03-09T03:15:16.826" v="2237"/>
          <ac:grpSpMkLst>
            <pc:docMk/>
            <pc:sldMk cId="2493774319" sldId="285"/>
            <ac:grpSpMk id="131" creationId="{BE52E8A7-E5B6-494E-A278-D94B5A80CF86}"/>
          </ac:grpSpMkLst>
        </pc:grpChg>
        <pc:grpChg chg="add del">
          <ac:chgData name="Aggie Menezes" userId="74619c95fa3483c9" providerId="LiveId" clId="{20A26620-95D9-894E-AE55-3DE133FE37BE}" dt="2021-03-09T03:15:39.280" v="2265"/>
          <ac:grpSpMkLst>
            <pc:docMk/>
            <pc:sldMk cId="2493774319" sldId="285"/>
            <ac:grpSpMk id="138" creationId="{08F3CC06-DDCC-B641-A5A3-23983E373233}"/>
          </ac:grpSpMkLst>
        </pc:grpChg>
        <pc:grpChg chg="add del">
          <ac:chgData name="Aggie Menezes" userId="74619c95fa3483c9" providerId="LiveId" clId="{20A26620-95D9-894E-AE55-3DE133FE37BE}" dt="2021-03-09T03:15:39.280" v="2265"/>
          <ac:grpSpMkLst>
            <pc:docMk/>
            <pc:sldMk cId="2493774319" sldId="285"/>
            <ac:grpSpMk id="143" creationId="{02D82865-BFA7-1242-8B65-71D610BAAC12}"/>
          </ac:grpSpMkLst>
        </pc:grpChg>
        <pc:grpChg chg="add del">
          <ac:chgData name="Aggie Menezes" userId="74619c95fa3483c9" providerId="LiveId" clId="{20A26620-95D9-894E-AE55-3DE133FE37BE}" dt="2021-03-09T03:15:39.280" v="2265"/>
          <ac:grpSpMkLst>
            <pc:docMk/>
            <pc:sldMk cId="2493774319" sldId="285"/>
            <ac:grpSpMk id="152" creationId="{25445BF1-988F-9241-8794-0427D2CD1DD2}"/>
          </ac:grpSpMkLst>
        </pc:grpChg>
        <pc:grpChg chg="add del">
          <ac:chgData name="Aggie Menezes" userId="74619c95fa3483c9" providerId="LiveId" clId="{20A26620-95D9-894E-AE55-3DE133FE37BE}" dt="2021-03-09T03:15:39.280" v="2265"/>
          <ac:grpSpMkLst>
            <pc:docMk/>
            <pc:sldMk cId="2493774319" sldId="285"/>
            <ac:grpSpMk id="157" creationId="{B914DB0F-10A3-584F-8DE1-9EF2E4A06FF1}"/>
          </ac:grpSpMkLst>
        </pc:grpChg>
        <pc:grpChg chg="add del">
          <ac:chgData name="Aggie Menezes" userId="74619c95fa3483c9" providerId="LiveId" clId="{20A26620-95D9-894E-AE55-3DE133FE37BE}" dt="2021-03-09T03:15:39.280" v="2265"/>
          <ac:grpSpMkLst>
            <pc:docMk/>
            <pc:sldMk cId="2493774319" sldId="285"/>
            <ac:grpSpMk id="158" creationId="{709696E3-465D-2543-B9A8-0F35F8212851}"/>
          </ac:grpSpMkLst>
        </pc:grpChg>
        <pc:grpChg chg="add del">
          <ac:chgData name="Aggie Menezes" userId="74619c95fa3483c9" providerId="LiveId" clId="{20A26620-95D9-894E-AE55-3DE133FE37BE}" dt="2021-03-09T03:16:01.523" v="2289"/>
          <ac:grpSpMkLst>
            <pc:docMk/>
            <pc:sldMk cId="2493774319" sldId="285"/>
            <ac:grpSpMk id="167" creationId="{EC8BAA20-F14B-A844-87A8-FA94E7A0EE04}"/>
          </ac:grpSpMkLst>
        </pc:grpChg>
        <pc:grpChg chg="add del">
          <ac:chgData name="Aggie Menezes" userId="74619c95fa3483c9" providerId="LiveId" clId="{20A26620-95D9-894E-AE55-3DE133FE37BE}" dt="2021-03-09T03:16:01.523" v="2289"/>
          <ac:grpSpMkLst>
            <pc:docMk/>
            <pc:sldMk cId="2493774319" sldId="285"/>
            <ac:grpSpMk id="170" creationId="{7086DD94-4468-3846-8F19-96F3C06E9666}"/>
          </ac:grpSpMkLst>
        </pc:grpChg>
        <pc:grpChg chg="add del">
          <ac:chgData name="Aggie Menezes" userId="74619c95fa3483c9" providerId="LiveId" clId="{20A26620-95D9-894E-AE55-3DE133FE37BE}" dt="2021-03-09T03:16:01.523" v="2289"/>
          <ac:grpSpMkLst>
            <pc:docMk/>
            <pc:sldMk cId="2493774319" sldId="285"/>
            <ac:grpSpMk id="174" creationId="{DB15CE80-3B33-854D-8F02-A4FB6EDD5011}"/>
          </ac:grpSpMkLst>
        </pc:grpChg>
        <pc:grpChg chg="add del">
          <ac:chgData name="Aggie Menezes" userId="74619c95fa3483c9" providerId="LiveId" clId="{20A26620-95D9-894E-AE55-3DE133FE37BE}" dt="2021-03-09T03:15:54.425" v="2287"/>
          <ac:grpSpMkLst>
            <pc:docMk/>
            <pc:sldMk cId="2493774319" sldId="285"/>
            <ac:grpSpMk id="178" creationId="{AB94D666-2620-E64D-BB88-11B3013BABA8}"/>
          </ac:grpSpMkLst>
        </pc:grpChg>
        <pc:grpChg chg="add del">
          <ac:chgData name="Aggie Menezes" userId="74619c95fa3483c9" providerId="LiveId" clId="{20A26620-95D9-894E-AE55-3DE133FE37BE}" dt="2021-03-09T03:16:01.523" v="2289"/>
          <ac:grpSpMkLst>
            <pc:docMk/>
            <pc:sldMk cId="2493774319" sldId="285"/>
            <ac:grpSpMk id="185" creationId="{6651D8C4-0744-8740-9906-886523DD0A13}"/>
          </ac:grpSpMkLst>
        </pc:grpChg>
        <pc:grpChg chg="add del">
          <ac:chgData name="Aggie Menezes" userId="74619c95fa3483c9" providerId="LiveId" clId="{20A26620-95D9-894E-AE55-3DE133FE37BE}" dt="2021-03-09T03:16:03.305" v="2292"/>
          <ac:grpSpMkLst>
            <pc:docMk/>
            <pc:sldMk cId="2493774319" sldId="285"/>
            <ac:grpSpMk id="187" creationId="{7660FFE0-847C-384F-9832-20E8B56EA188}"/>
          </ac:grpSpMkLst>
        </pc:grpChg>
        <pc:grpChg chg="add del">
          <ac:chgData name="Aggie Menezes" userId="74619c95fa3483c9" providerId="LiveId" clId="{20A26620-95D9-894E-AE55-3DE133FE37BE}" dt="2021-03-09T03:16:16.933" v="2299"/>
          <ac:grpSpMkLst>
            <pc:docMk/>
            <pc:sldMk cId="2493774319" sldId="285"/>
            <ac:grpSpMk id="190" creationId="{62C48477-F609-D24B-9EC3-A65492A16F92}"/>
          </ac:grpSpMkLst>
        </pc:grpChg>
        <pc:grpChg chg="add">
          <ac:chgData name="Aggie Menezes" userId="74619c95fa3483c9" providerId="LiveId" clId="{20A26620-95D9-894E-AE55-3DE133FE37BE}" dt="2021-03-09T03:16:14.995" v="2296"/>
          <ac:grpSpMkLst>
            <pc:docMk/>
            <pc:sldMk cId="2493774319" sldId="285"/>
            <ac:grpSpMk id="194" creationId="{3E124A14-02E1-3545-97E6-26039A47C039}"/>
          </ac:grpSpMkLst>
        </pc:grpChg>
        <pc:grpChg chg="add">
          <ac:chgData name="Aggie Menezes" userId="74619c95fa3483c9" providerId="LiveId" clId="{20A26620-95D9-894E-AE55-3DE133FE37BE}" dt="2021-03-09T03:16:16.933" v="2299"/>
          <ac:grpSpMkLst>
            <pc:docMk/>
            <pc:sldMk cId="2493774319" sldId="285"/>
            <ac:grpSpMk id="197" creationId="{45998CED-D796-4643-993A-210C32A7CA16}"/>
          </ac:grpSpMkLst>
        </pc:grpChg>
        <pc:grpChg chg="add">
          <ac:chgData name="Aggie Menezes" userId="74619c95fa3483c9" providerId="LiveId" clId="{20A26620-95D9-894E-AE55-3DE133FE37BE}" dt="2021-03-09T03:16:24.549" v="2306"/>
          <ac:grpSpMkLst>
            <pc:docMk/>
            <pc:sldMk cId="2493774319" sldId="285"/>
            <ac:grpSpMk id="204" creationId="{A10AE809-D047-B245-9A84-2C9B14C3305F}"/>
          </ac:grpSpMkLst>
        </pc:grpChg>
        <pc:inkChg chg="add">
          <ac:chgData name="Aggie Menezes" userId="74619c95fa3483c9" providerId="LiveId" clId="{20A26620-95D9-894E-AE55-3DE133FE37BE}" dt="2021-03-09T03:13:31.406" v="2111"/>
          <ac:inkMkLst>
            <pc:docMk/>
            <pc:sldMk cId="2493774319" sldId="285"/>
            <ac:inkMk id="4" creationId="{8FCE6F30-52CA-4F47-BB72-440AA188B2C3}"/>
          </ac:inkMkLst>
        </pc:inkChg>
        <pc:inkChg chg="add">
          <ac:chgData name="Aggie Menezes" userId="74619c95fa3483c9" providerId="LiveId" clId="{20A26620-95D9-894E-AE55-3DE133FE37BE}" dt="2021-03-09T03:13:32.409" v="2112"/>
          <ac:inkMkLst>
            <pc:docMk/>
            <pc:sldMk cId="2493774319" sldId="285"/>
            <ac:inkMk id="5" creationId="{C63D0106-92F0-8743-9EF7-10C885715122}"/>
          </ac:inkMkLst>
        </pc:inkChg>
        <pc:inkChg chg="add">
          <ac:chgData name="Aggie Menezes" userId="74619c95fa3483c9" providerId="LiveId" clId="{20A26620-95D9-894E-AE55-3DE133FE37BE}" dt="2021-03-09T03:13:32.927" v="2113"/>
          <ac:inkMkLst>
            <pc:docMk/>
            <pc:sldMk cId="2493774319" sldId="285"/>
            <ac:inkMk id="6" creationId="{76381E32-A168-0446-9EDA-E71AE9267916}"/>
          </ac:inkMkLst>
        </pc:inkChg>
        <pc:inkChg chg="add">
          <ac:chgData name="Aggie Menezes" userId="74619c95fa3483c9" providerId="LiveId" clId="{20A26620-95D9-894E-AE55-3DE133FE37BE}" dt="2021-03-09T03:13:33.079" v="2114"/>
          <ac:inkMkLst>
            <pc:docMk/>
            <pc:sldMk cId="2493774319" sldId="285"/>
            <ac:inkMk id="7" creationId="{F99CD476-4E79-164E-BBDF-2794C2C5C75A}"/>
          </ac:inkMkLst>
        </pc:inkChg>
        <pc:inkChg chg="add">
          <ac:chgData name="Aggie Menezes" userId="74619c95fa3483c9" providerId="LiveId" clId="{20A26620-95D9-894E-AE55-3DE133FE37BE}" dt="2021-03-09T03:13:33.785" v="2115"/>
          <ac:inkMkLst>
            <pc:docMk/>
            <pc:sldMk cId="2493774319" sldId="285"/>
            <ac:inkMk id="8" creationId="{4651B88C-5840-3140-9D0E-94685AC3F752}"/>
          </ac:inkMkLst>
        </pc:inkChg>
        <pc:inkChg chg="add">
          <ac:chgData name="Aggie Menezes" userId="74619c95fa3483c9" providerId="LiveId" clId="{20A26620-95D9-894E-AE55-3DE133FE37BE}" dt="2021-03-09T03:13:34.007" v="2116"/>
          <ac:inkMkLst>
            <pc:docMk/>
            <pc:sldMk cId="2493774319" sldId="285"/>
            <ac:inkMk id="9" creationId="{78FA5C60-1231-214F-95C3-34922DBA470C}"/>
          </ac:inkMkLst>
        </pc:inkChg>
        <pc:inkChg chg="add">
          <ac:chgData name="Aggie Menezes" userId="74619c95fa3483c9" providerId="LiveId" clId="{20A26620-95D9-894E-AE55-3DE133FE37BE}" dt="2021-03-09T03:13:34.401" v="2117"/>
          <ac:inkMkLst>
            <pc:docMk/>
            <pc:sldMk cId="2493774319" sldId="285"/>
            <ac:inkMk id="10" creationId="{97D77771-873B-564B-A6E0-B550462A05AA}"/>
          </ac:inkMkLst>
        </pc:inkChg>
        <pc:inkChg chg="add">
          <ac:chgData name="Aggie Menezes" userId="74619c95fa3483c9" providerId="LiveId" clId="{20A26620-95D9-894E-AE55-3DE133FE37BE}" dt="2021-03-09T03:13:34.901" v="2118"/>
          <ac:inkMkLst>
            <pc:docMk/>
            <pc:sldMk cId="2493774319" sldId="285"/>
            <ac:inkMk id="11" creationId="{45ED5553-264D-7044-8C8F-A11625B776B5}"/>
          </ac:inkMkLst>
        </pc:inkChg>
        <pc:inkChg chg="add">
          <ac:chgData name="Aggie Menezes" userId="74619c95fa3483c9" providerId="LiveId" clId="{20A26620-95D9-894E-AE55-3DE133FE37BE}" dt="2021-03-09T03:13:35.116" v="2119"/>
          <ac:inkMkLst>
            <pc:docMk/>
            <pc:sldMk cId="2493774319" sldId="285"/>
            <ac:inkMk id="12" creationId="{6A42723D-9457-6B4B-8174-70F2FCC6F92E}"/>
          </ac:inkMkLst>
        </pc:inkChg>
        <pc:inkChg chg="add">
          <ac:chgData name="Aggie Menezes" userId="74619c95fa3483c9" providerId="LiveId" clId="{20A26620-95D9-894E-AE55-3DE133FE37BE}" dt="2021-03-09T03:13:35.331" v="2120"/>
          <ac:inkMkLst>
            <pc:docMk/>
            <pc:sldMk cId="2493774319" sldId="285"/>
            <ac:inkMk id="13" creationId="{468D8109-E3EA-3B48-B774-E572D4447936}"/>
          </ac:inkMkLst>
        </pc:inkChg>
        <pc:inkChg chg="add">
          <ac:chgData name="Aggie Menezes" userId="74619c95fa3483c9" providerId="LiveId" clId="{20A26620-95D9-894E-AE55-3DE133FE37BE}" dt="2021-03-09T03:13:35.915" v="2121"/>
          <ac:inkMkLst>
            <pc:docMk/>
            <pc:sldMk cId="2493774319" sldId="285"/>
            <ac:inkMk id="14" creationId="{4148144E-7EAE-6E4D-A16C-014B306FE66B}"/>
          </ac:inkMkLst>
        </pc:inkChg>
        <pc:inkChg chg="add">
          <ac:chgData name="Aggie Menezes" userId="74619c95fa3483c9" providerId="LiveId" clId="{20A26620-95D9-894E-AE55-3DE133FE37BE}" dt="2021-03-09T03:13:44.865" v="2123"/>
          <ac:inkMkLst>
            <pc:docMk/>
            <pc:sldMk cId="2493774319" sldId="285"/>
            <ac:inkMk id="17" creationId="{F8CFE59E-A51A-1147-8B62-B3D19D4F9B2C}"/>
          </ac:inkMkLst>
        </pc:inkChg>
        <pc:inkChg chg="add">
          <ac:chgData name="Aggie Menezes" userId="74619c95fa3483c9" providerId="LiveId" clId="{20A26620-95D9-894E-AE55-3DE133FE37BE}" dt="2021-03-09T03:13:45.356" v="2124"/>
          <ac:inkMkLst>
            <pc:docMk/>
            <pc:sldMk cId="2493774319" sldId="285"/>
            <ac:inkMk id="18" creationId="{C8D59182-3449-2C43-B42F-9D7058103573}"/>
          </ac:inkMkLst>
        </pc:inkChg>
        <pc:inkChg chg="add">
          <ac:chgData name="Aggie Menezes" userId="74619c95fa3483c9" providerId="LiveId" clId="{20A26620-95D9-894E-AE55-3DE133FE37BE}" dt="2021-03-09T03:13:46.009" v="2125"/>
          <ac:inkMkLst>
            <pc:docMk/>
            <pc:sldMk cId="2493774319" sldId="285"/>
            <ac:inkMk id="19" creationId="{D5A6F25E-4BC5-9946-A57B-8F8EF4B44DB6}"/>
          </ac:inkMkLst>
        </pc:inkChg>
        <pc:inkChg chg="add">
          <ac:chgData name="Aggie Menezes" userId="74619c95fa3483c9" providerId="LiveId" clId="{20A26620-95D9-894E-AE55-3DE133FE37BE}" dt="2021-03-09T03:13:46.202" v="2126"/>
          <ac:inkMkLst>
            <pc:docMk/>
            <pc:sldMk cId="2493774319" sldId="285"/>
            <ac:inkMk id="20" creationId="{434491B0-DBBD-B14D-85C0-954B10992483}"/>
          </ac:inkMkLst>
        </pc:inkChg>
        <pc:inkChg chg="add">
          <ac:chgData name="Aggie Menezes" userId="74619c95fa3483c9" providerId="LiveId" clId="{20A26620-95D9-894E-AE55-3DE133FE37BE}" dt="2021-03-09T03:13:46.411" v="2127"/>
          <ac:inkMkLst>
            <pc:docMk/>
            <pc:sldMk cId="2493774319" sldId="285"/>
            <ac:inkMk id="21" creationId="{8A4891CB-0E14-074D-9359-FFD38AE6A603}"/>
          </ac:inkMkLst>
        </pc:inkChg>
        <pc:inkChg chg="add">
          <ac:chgData name="Aggie Menezes" userId="74619c95fa3483c9" providerId="LiveId" clId="{20A26620-95D9-894E-AE55-3DE133FE37BE}" dt="2021-03-09T03:13:46.981" v="2128"/>
          <ac:inkMkLst>
            <pc:docMk/>
            <pc:sldMk cId="2493774319" sldId="285"/>
            <ac:inkMk id="22" creationId="{62ABC3F7-521D-E448-8F42-80116C368C10}"/>
          </ac:inkMkLst>
        </pc:inkChg>
        <pc:inkChg chg="add">
          <ac:chgData name="Aggie Menezes" userId="74619c95fa3483c9" providerId="LiveId" clId="{20A26620-95D9-894E-AE55-3DE133FE37BE}" dt="2021-03-09T03:13:47.231" v="2129"/>
          <ac:inkMkLst>
            <pc:docMk/>
            <pc:sldMk cId="2493774319" sldId="285"/>
            <ac:inkMk id="23" creationId="{D6EBF9AE-9DF5-EC43-8F62-FD2F195C5487}"/>
          </ac:inkMkLst>
        </pc:inkChg>
        <pc:inkChg chg="add">
          <ac:chgData name="Aggie Menezes" userId="74619c95fa3483c9" providerId="LiveId" clId="{20A26620-95D9-894E-AE55-3DE133FE37BE}" dt="2021-03-09T03:13:47.552" v="2130"/>
          <ac:inkMkLst>
            <pc:docMk/>
            <pc:sldMk cId="2493774319" sldId="285"/>
            <ac:inkMk id="24" creationId="{DB59254D-7C70-954F-9B5C-6F0C0109D6F0}"/>
          </ac:inkMkLst>
        </pc:inkChg>
        <pc:inkChg chg="add">
          <ac:chgData name="Aggie Menezes" userId="74619c95fa3483c9" providerId="LiveId" clId="{20A26620-95D9-894E-AE55-3DE133FE37BE}" dt="2021-03-09T03:13:47.701" v="2131"/>
          <ac:inkMkLst>
            <pc:docMk/>
            <pc:sldMk cId="2493774319" sldId="285"/>
            <ac:inkMk id="25" creationId="{216B9656-2E97-C142-93CC-97B23B807ACC}"/>
          </ac:inkMkLst>
        </pc:inkChg>
        <pc:inkChg chg="add">
          <ac:chgData name="Aggie Menezes" userId="74619c95fa3483c9" providerId="LiveId" clId="{20A26620-95D9-894E-AE55-3DE133FE37BE}" dt="2021-03-09T03:13:48.099" v="2132"/>
          <ac:inkMkLst>
            <pc:docMk/>
            <pc:sldMk cId="2493774319" sldId="285"/>
            <ac:inkMk id="26" creationId="{8349B225-4C56-3946-A2B3-54E53A6A01BC}"/>
          </ac:inkMkLst>
        </pc:inkChg>
        <pc:inkChg chg="add">
          <ac:chgData name="Aggie Menezes" userId="74619c95fa3483c9" providerId="LiveId" clId="{20A26620-95D9-894E-AE55-3DE133FE37BE}" dt="2021-03-09T03:13:48.265" v="2133"/>
          <ac:inkMkLst>
            <pc:docMk/>
            <pc:sldMk cId="2493774319" sldId="285"/>
            <ac:inkMk id="27" creationId="{9F55DE10-0208-D341-A0A2-6B25D5584B1C}"/>
          </ac:inkMkLst>
        </pc:inkChg>
        <pc:inkChg chg="add topLvl">
          <ac:chgData name="Aggie Menezes" userId="74619c95fa3483c9" providerId="LiveId" clId="{20A26620-95D9-894E-AE55-3DE133FE37BE}" dt="2021-03-09T03:14:26.545" v="2188"/>
          <ac:inkMkLst>
            <pc:docMk/>
            <pc:sldMk cId="2493774319" sldId="285"/>
            <ac:inkMk id="29" creationId="{7EE6526A-7C23-E546-BFAF-0FB53B914810}"/>
          </ac:inkMkLst>
        </pc:inkChg>
        <pc:inkChg chg="add topLvl">
          <ac:chgData name="Aggie Menezes" userId="74619c95fa3483c9" providerId="LiveId" clId="{20A26620-95D9-894E-AE55-3DE133FE37BE}" dt="2021-03-09T03:14:26.545" v="2188"/>
          <ac:inkMkLst>
            <pc:docMk/>
            <pc:sldMk cId="2493774319" sldId="285"/>
            <ac:inkMk id="30" creationId="{687E9B85-A481-B348-9237-C0FB6FFF5642}"/>
          </ac:inkMkLst>
        </pc:inkChg>
        <pc:inkChg chg="add topLvl">
          <ac:chgData name="Aggie Menezes" userId="74619c95fa3483c9" providerId="LiveId" clId="{20A26620-95D9-894E-AE55-3DE133FE37BE}" dt="2021-03-09T03:14:26.545" v="2188"/>
          <ac:inkMkLst>
            <pc:docMk/>
            <pc:sldMk cId="2493774319" sldId="285"/>
            <ac:inkMk id="31" creationId="{F423B1C8-4F37-9D49-A3FE-BBEF1397E441}"/>
          </ac:inkMkLst>
        </pc:inkChg>
        <pc:inkChg chg="add topLvl">
          <ac:chgData name="Aggie Menezes" userId="74619c95fa3483c9" providerId="LiveId" clId="{20A26620-95D9-894E-AE55-3DE133FE37BE}" dt="2021-03-09T03:14:26.545" v="2188"/>
          <ac:inkMkLst>
            <pc:docMk/>
            <pc:sldMk cId="2493774319" sldId="285"/>
            <ac:inkMk id="32" creationId="{5AF02641-5755-A347-BA6C-0A6796C9C30D}"/>
          </ac:inkMkLst>
        </pc:inkChg>
        <pc:inkChg chg="add topLvl">
          <ac:chgData name="Aggie Menezes" userId="74619c95fa3483c9" providerId="LiveId" clId="{20A26620-95D9-894E-AE55-3DE133FE37BE}" dt="2021-03-09T03:14:26.545" v="2188"/>
          <ac:inkMkLst>
            <pc:docMk/>
            <pc:sldMk cId="2493774319" sldId="285"/>
            <ac:inkMk id="33" creationId="{C302D1E5-46E2-9F4D-8251-CCCBFE5F44BA}"/>
          </ac:inkMkLst>
        </pc:inkChg>
        <pc:inkChg chg="add topLvl">
          <ac:chgData name="Aggie Menezes" userId="74619c95fa3483c9" providerId="LiveId" clId="{20A26620-95D9-894E-AE55-3DE133FE37BE}" dt="2021-03-09T03:14:26.545" v="2188"/>
          <ac:inkMkLst>
            <pc:docMk/>
            <pc:sldMk cId="2493774319" sldId="285"/>
            <ac:inkMk id="34" creationId="{CA0A696D-5D80-E04C-94D5-30C51BCD947E}"/>
          </ac:inkMkLst>
        </pc:inkChg>
        <pc:inkChg chg="add topLvl">
          <ac:chgData name="Aggie Menezes" userId="74619c95fa3483c9" providerId="LiveId" clId="{20A26620-95D9-894E-AE55-3DE133FE37BE}" dt="2021-03-09T03:14:26.545" v="2188"/>
          <ac:inkMkLst>
            <pc:docMk/>
            <pc:sldMk cId="2493774319" sldId="285"/>
            <ac:inkMk id="35" creationId="{BE338AF1-C0DE-6043-81F1-BF98E04E37B5}"/>
          </ac:inkMkLst>
        </pc:inkChg>
        <pc:inkChg chg="add topLvl">
          <ac:chgData name="Aggie Menezes" userId="74619c95fa3483c9" providerId="LiveId" clId="{20A26620-95D9-894E-AE55-3DE133FE37BE}" dt="2021-03-09T03:14:26.545" v="2188"/>
          <ac:inkMkLst>
            <pc:docMk/>
            <pc:sldMk cId="2493774319" sldId="285"/>
            <ac:inkMk id="36" creationId="{BF8FD120-C8AD-954D-8B2E-C4E7972DDA21}"/>
          </ac:inkMkLst>
        </pc:inkChg>
        <pc:inkChg chg="add topLvl">
          <ac:chgData name="Aggie Menezes" userId="74619c95fa3483c9" providerId="LiveId" clId="{20A26620-95D9-894E-AE55-3DE133FE37BE}" dt="2021-03-09T03:14:26.545" v="2188"/>
          <ac:inkMkLst>
            <pc:docMk/>
            <pc:sldMk cId="2493774319" sldId="285"/>
            <ac:inkMk id="37" creationId="{3B01E687-4430-2A45-A786-1C511AE21F0D}"/>
          </ac:inkMkLst>
        </pc:inkChg>
        <pc:inkChg chg="add topLvl">
          <ac:chgData name="Aggie Menezes" userId="74619c95fa3483c9" providerId="LiveId" clId="{20A26620-95D9-894E-AE55-3DE133FE37BE}" dt="2021-03-09T03:14:26.545" v="2188"/>
          <ac:inkMkLst>
            <pc:docMk/>
            <pc:sldMk cId="2493774319" sldId="285"/>
            <ac:inkMk id="38" creationId="{D82273BA-750B-2448-B85A-57695E0099A8}"/>
          </ac:inkMkLst>
        </pc:inkChg>
        <pc:inkChg chg="add topLvl">
          <ac:chgData name="Aggie Menezes" userId="74619c95fa3483c9" providerId="LiveId" clId="{20A26620-95D9-894E-AE55-3DE133FE37BE}" dt="2021-03-09T03:14:26.545" v="2188"/>
          <ac:inkMkLst>
            <pc:docMk/>
            <pc:sldMk cId="2493774319" sldId="285"/>
            <ac:inkMk id="41" creationId="{F3D4C40E-EF1A-8242-B26C-DD287EC1E992}"/>
          </ac:inkMkLst>
        </pc:inkChg>
        <pc:inkChg chg="add topLvl">
          <ac:chgData name="Aggie Menezes" userId="74619c95fa3483c9" providerId="LiveId" clId="{20A26620-95D9-894E-AE55-3DE133FE37BE}" dt="2021-03-09T03:14:26.545" v="2188"/>
          <ac:inkMkLst>
            <pc:docMk/>
            <pc:sldMk cId="2493774319" sldId="285"/>
            <ac:inkMk id="42" creationId="{799550D3-2B5D-1D45-A175-10A7795DAB4C}"/>
          </ac:inkMkLst>
        </pc:inkChg>
        <pc:inkChg chg="add topLvl">
          <ac:chgData name="Aggie Menezes" userId="74619c95fa3483c9" providerId="LiveId" clId="{20A26620-95D9-894E-AE55-3DE133FE37BE}" dt="2021-03-09T03:14:26.545" v="2188"/>
          <ac:inkMkLst>
            <pc:docMk/>
            <pc:sldMk cId="2493774319" sldId="285"/>
            <ac:inkMk id="43" creationId="{9423257A-4DDF-5F42-990D-0348DAD6BBE9}"/>
          </ac:inkMkLst>
        </pc:inkChg>
        <pc:inkChg chg="add topLvl">
          <ac:chgData name="Aggie Menezes" userId="74619c95fa3483c9" providerId="LiveId" clId="{20A26620-95D9-894E-AE55-3DE133FE37BE}" dt="2021-03-09T03:14:26.545" v="2188"/>
          <ac:inkMkLst>
            <pc:docMk/>
            <pc:sldMk cId="2493774319" sldId="285"/>
            <ac:inkMk id="44" creationId="{0C0B69EE-699B-1147-B583-212662C1201E}"/>
          </ac:inkMkLst>
        </pc:inkChg>
        <pc:inkChg chg="add topLvl">
          <ac:chgData name="Aggie Menezes" userId="74619c95fa3483c9" providerId="LiveId" clId="{20A26620-95D9-894E-AE55-3DE133FE37BE}" dt="2021-03-09T03:14:26.545" v="2188"/>
          <ac:inkMkLst>
            <pc:docMk/>
            <pc:sldMk cId="2493774319" sldId="285"/>
            <ac:inkMk id="45" creationId="{126178E7-4D6F-5844-990A-15441F5A07F9}"/>
          </ac:inkMkLst>
        </pc:inkChg>
        <pc:inkChg chg="add topLvl">
          <ac:chgData name="Aggie Menezes" userId="74619c95fa3483c9" providerId="LiveId" clId="{20A26620-95D9-894E-AE55-3DE133FE37BE}" dt="2021-03-09T03:14:26.545" v="2188"/>
          <ac:inkMkLst>
            <pc:docMk/>
            <pc:sldMk cId="2493774319" sldId="285"/>
            <ac:inkMk id="46" creationId="{CE5C3DD2-15F8-BD4A-B343-3FBD3D417DBF}"/>
          </ac:inkMkLst>
        </pc:inkChg>
        <pc:inkChg chg="add topLvl">
          <ac:chgData name="Aggie Menezes" userId="74619c95fa3483c9" providerId="LiveId" clId="{20A26620-95D9-894E-AE55-3DE133FE37BE}" dt="2021-03-09T03:14:26.545" v="2188"/>
          <ac:inkMkLst>
            <pc:docMk/>
            <pc:sldMk cId="2493774319" sldId="285"/>
            <ac:inkMk id="47" creationId="{97DB75C7-5ED7-794D-AED8-50E43AA2F1F8}"/>
          </ac:inkMkLst>
        </pc:inkChg>
        <pc:inkChg chg="add topLvl">
          <ac:chgData name="Aggie Menezes" userId="74619c95fa3483c9" providerId="LiveId" clId="{20A26620-95D9-894E-AE55-3DE133FE37BE}" dt="2021-03-09T03:14:26.545" v="2188"/>
          <ac:inkMkLst>
            <pc:docMk/>
            <pc:sldMk cId="2493774319" sldId="285"/>
            <ac:inkMk id="48" creationId="{1D2AB843-CA11-2B49-A23B-D1477EAF9714}"/>
          </ac:inkMkLst>
        </pc:inkChg>
        <pc:inkChg chg="add topLvl">
          <ac:chgData name="Aggie Menezes" userId="74619c95fa3483c9" providerId="LiveId" clId="{20A26620-95D9-894E-AE55-3DE133FE37BE}" dt="2021-03-09T03:14:26.545" v="2188"/>
          <ac:inkMkLst>
            <pc:docMk/>
            <pc:sldMk cId="2493774319" sldId="285"/>
            <ac:inkMk id="49" creationId="{4E9985EB-AA61-844F-B77A-21B350FBC4D4}"/>
          </ac:inkMkLst>
        </pc:inkChg>
        <pc:inkChg chg="add topLvl">
          <ac:chgData name="Aggie Menezes" userId="74619c95fa3483c9" providerId="LiveId" clId="{20A26620-95D9-894E-AE55-3DE133FE37BE}" dt="2021-03-09T03:14:26.545" v="2188"/>
          <ac:inkMkLst>
            <pc:docMk/>
            <pc:sldMk cId="2493774319" sldId="285"/>
            <ac:inkMk id="50" creationId="{7ECEDFFB-7EB5-244B-BD28-2031ED03EE1C}"/>
          </ac:inkMkLst>
        </pc:inkChg>
        <pc:inkChg chg="add topLvl">
          <ac:chgData name="Aggie Menezes" userId="74619c95fa3483c9" providerId="LiveId" clId="{20A26620-95D9-894E-AE55-3DE133FE37BE}" dt="2021-03-09T03:14:26.545" v="2188"/>
          <ac:inkMkLst>
            <pc:docMk/>
            <pc:sldMk cId="2493774319" sldId="285"/>
            <ac:inkMk id="54" creationId="{42793B94-ECF8-CA47-A999-133417449F12}"/>
          </ac:inkMkLst>
        </pc:inkChg>
        <pc:inkChg chg="add topLvl">
          <ac:chgData name="Aggie Menezes" userId="74619c95fa3483c9" providerId="LiveId" clId="{20A26620-95D9-894E-AE55-3DE133FE37BE}" dt="2021-03-09T03:14:26.545" v="2188"/>
          <ac:inkMkLst>
            <pc:docMk/>
            <pc:sldMk cId="2493774319" sldId="285"/>
            <ac:inkMk id="55" creationId="{5E588858-3880-5B4F-A398-011DD1554487}"/>
          </ac:inkMkLst>
        </pc:inkChg>
        <pc:inkChg chg="add topLvl">
          <ac:chgData name="Aggie Menezes" userId="74619c95fa3483c9" providerId="LiveId" clId="{20A26620-95D9-894E-AE55-3DE133FE37BE}" dt="2021-03-09T03:14:26.545" v="2188"/>
          <ac:inkMkLst>
            <pc:docMk/>
            <pc:sldMk cId="2493774319" sldId="285"/>
            <ac:inkMk id="56" creationId="{2DC59005-DA9E-5F4A-A8E0-5C8DBC0F2FFE}"/>
          </ac:inkMkLst>
        </pc:inkChg>
        <pc:inkChg chg="add topLvl">
          <ac:chgData name="Aggie Menezes" userId="74619c95fa3483c9" providerId="LiveId" clId="{20A26620-95D9-894E-AE55-3DE133FE37BE}" dt="2021-03-09T03:14:26.545" v="2188"/>
          <ac:inkMkLst>
            <pc:docMk/>
            <pc:sldMk cId="2493774319" sldId="285"/>
            <ac:inkMk id="57" creationId="{7DE98EDE-8587-6947-95AA-8EA8DC138D08}"/>
          </ac:inkMkLst>
        </pc:inkChg>
        <pc:inkChg chg="add topLvl">
          <ac:chgData name="Aggie Menezes" userId="74619c95fa3483c9" providerId="LiveId" clId="{20A26620-95D9-894E-AE55-3DE133FE37BE}" dt="2021-03-09T03:14:26.545" v="2188"/>
          <ac:inkMkLst>
            <pc:docMk/>
            <pc:sldMk cId="2493774319" sldId="285"/>
            <ac:inkMk id="58" creationId="{B4B9D89D-FA1E-CD47-91E9-9901BFBAB11C}"/>
          </ac:inkMkLst>
        </pc:inkChg>
        <pc:inkChg chg="add topLvl">
          <ac:chgData name="Aggie Menezes" userId="74619c95fa3483c9" providerId="LiveId" clId="{20A26620-95D9-894E-AE55-3DE133FE37BE}" dt="2021-03-09T03:14:26.545" v="2188"/>
          <ac:inkMkLst>
            <pc:docMk/>
            <pc:sldMk cId="2493774319" sldId="285"/>
            <ac:inkMk id="59" creationId="{B73DF594-F7D5-9440-8966-F49ECBCFD24F}"/>
          </ac:inkMkLst>
        </pc:inkChg>
        <pc:inkChg chg="add topLvl">
          <ac:chgData name="Aggie Menezes" userId="74619c95fa3483c9" providerId="LiveId" clId="{20A26620-95D9-894E-AE55-3DE133FE37BE}" dt="2021-03-09T03:14:26.545" v="2188"/>
          <ac:inkMkLst>
            <pc:docMk/>
            <pc:sldMk cId="2493774319" sldId="285"/>
            <ac:inkMk id="60" creationId="{2829882C-232E-E442-BF49-9A894719301A}"/>
          </ac:inkMkLst>
        </pc:inkChg>
        <pc:inkChg chg="add topLvl">
          <ac:chgData name="Aggie Menezes" userId="74619c95fa3483c9" providerId="LiveId" clId="{20A26620-95D9-894E-AE55-3DE133FE37BE}" dt="2021-03-09T03:14:26.545" v="2188"/>
          <ac:inkMkLst>
            <pc:docMk/>
            <pc:sldMk cId="2493774319" sldId="285"/>
            <ac:inkMk id="62" creationId="{C56394FA-0A2C-3841-9281-014107A339CD}"/>
          </ac:inkMkLst>
        </pc:inkChg>
        <pc:inkChg chg="add topLvl">
          <ac:chgData name="Aggie Menezes" userId="74619c95fa3483c9" providerId="LiveId" clId="{20A26620-95D9-894E-AE55-3DE133FE37BE}" dt="2021-03-09T03:14:26.545" v="2188"/>
          <ac:inkMkLst>
            <pc:docMk/>
            <pc:sldMk cId="2493774319" sldId="285"/>
            <ac:inkMk id="64" creationId="{DE70EA15-26B6-544C-A719-C70ECC32A51A}"/>
          </ac:inkMkLst>
        </pc:inkChg>
        <pc:inkChg chg="add topLvl">
          <ac:chgData name="Aggie Menezes" userId="74619c95fa3483c9" providerId="LiveId" clId="{20A26620-95D9-894E-AE55-3DE133FE37BE}" dt="2021-03-09T03:14:26.545" v="2188"/>
          <ac:inkMkLst>
            <pc:docMk/>
            <pc:sldMk cId="2493774319" sldId="285"/>
            <ac:inkMk id="65" creationId="{4642AD24-87E0-1346-9FE7-5B8ACDFD9750}"/>
          </ac:inkMkLst>
        </pc:inkChg>
        <pc:inkChg chg="add topLvl">
          <ac:chgData name="Aggie Menezes" userId="74619c95fa3483c9" providerId="LiveId" clId="{20A26620-95D9-894E-AE55-3DE133FE37BE}" dt="2021-03-09T03:14:26.545" v="2188"/>
          <ac:inkMkLst>
            <pc:docMk/>
            <pc:sldMk cId="2493774319" sldId="285"/>
            <ac:inkMk id="66" creationId="{501BAEB2-9DE1-C347-AD06-072DDF1915FF}"/>
          </ac:inkMkLst>
        </pc:inkChg>
        <pc:inkChg chg="add topLvl">
          <ac:chgData name="Aggie Menezes" userId="74619c95fa3483c9" providerId="LiveId" clId="{20A26620-95D9-894E-AE55-3DE133FE37BE}" dt="2021-03-09T03:14:26.545" v="2188"/>
          <ac:inkMkLst>
            <pc:docMk/>
            <pc:sldMk cId="2493774319" sldId="285"/>
            <ac:inkMk id="67" creationId="{61D0F4CF-AB63-FA43-9748-09B6FA722595}"/>
          </ac:inkMkLst>
        </pc:inkChg>
        <pc:inkChg chg="add">
          <ac:chgData name="Aggie Menezes" userId="74619c95fa3483c9" providerId="LiveId" clId="{20A26620-95D9-894E-AE55-3DE133FE37BE}" dt="2021-03-09T03:14:14.591" v="2172"/>
          <ac:inkMkLst>
            <pc:docMk/>
            <pc:sldMk cId="2493774319" sldId="285"/>
            <ac:inkMk id="70" creationId="{2A3CF688-2087-FE47-A08C-8D8EC24A2E13}"/>
          </ac:inkMkLst>
        </pc:inkChg>
        <pc:inkChg chg="add topLvl">
          <ac:chgData name="Aggie Menezes" userId="74619c95fa3483c9" providerId="LiveId" clId="{20A26620-95D9-894E-AE55-3DE133FE37BE}" dt="2021-03-09T03:14:26.545" v="2188"/>
          <ac:inkMkLst>
            <pc:docMk/>
            <pc:sldMk cId="2493774319" sldId="285"/>
            <ac:inkMk id="71" creationId="{4696CF0F-8441-DD4A-A0A6-DC0E2C4B3A0B}"/>
          </ac:inkMkLst>
        </pc:inkChg>
        <pc:inkChg chg="add topLvl">
          <ac:chgData name="Aggie Menezes" userId="74619c95fa3483c9" providerId="LiveId" clId="{20A26620-95D9-894E-AE55-3DE133FE37BE}" dt="2021-03-09T03:14:26.545" v="2188"/>
          <ac:inkMkLst>
            <pc:docMk/>
            <pc:sldMk cId="2493774319" sldId="285"/>
            <ac:inkMk id="72" creationId="{A0B3A177-6ED8-CB42-9FEC-AF7D230FD72E}"/>
          </ac:inkMkLst>
        </pc:inkChg>
        <pc:inkChg chg="add topLvl">
          <ac:chgData name="Aggie Menezes" userId="74619c95fa3483c9" providerId="LiveId" clId="{20A26620-95D9-894E-AE55-3DE133FE37BE}" dt="2021-03-09T03:14:26.545" v="2188"/>
          <ac:inkMkLst>
            <pc:docMk/>
            <pc:sldMk cId="2493774319" sldId="285"/>
            <ac:inkMk id="73" creationId="{22EDE90D-6EC9-1C49-B43E-6A5F7CBB8B8A}"/>
          </ac:inkMkLst>
        </pc:inkChg>
        <pc:inkChg chg="add topLvl">
          <ac:chgData name="Aggie Menezes" userId="74619c95fa3483c9" providerId="LiveId" clId="{20A26620-95D9-894E-AE55-3DE133FE37BE}" dt="2021-03-09T03:14:26.545" v="2188"/>
          <ac:inkMkLst>
            <pc:docMk/>
            <pc:sldMk cId="2493774319" sldId="285"/>
            <ac:inkMk id="74" creationId="{B12473DE-47D9-7841-B7E2-82C98581EE1C}"/>
          </ac:inkMkLst>
        </pc:inkChg>
        <pc:inkChg chg="add topLvl">
          <ac:chgData name="Aggie Menezes" userId="74619c95fa3483c9" providerId="LiveId" clId="{20A26620-95D9-894E-AE55-3DE133FE37BE}" dt="2021-03-09T03:14:26.545" v="2188"/>
          <ac:inkMkLst>
            <pc:docMk/>
            <pc:sldMk cId="2493774319" sldId="285"/>
            <ac:inkMk id="75" creationId="{74734DFC-2953-4349-9EFA-A87B2DE787AE}"/>
          </ac:inkMkLst>
        </pc:inkChg>
        <pc:inkChg chg="add topLvl">
          <ac:chgData name="Aggie Menezes" userId="74619c95fa3483c9" providerId="LiveId" clId="{20A26620-95D9-894E-AE55-3DE133FE37BE}" dt="2021-03-09T03:14:26.545" v="2188"/>
          <ac:inkMkLst>
            <pc:docMk/>
            <pc:sldMk cId="2493774319" sldId="285"/>
            <ac:inkMk id="76" creationId="{02913E14-8BC3-F248-8D7B-0A98E9E7E98E}"/>
          </ac:inkMkLst>
        </pc:inkChg>
        <pc:inkChg chg="add topLvl">
          <ac:chgData name="Aggie Menezes" userId="74619c95fa3483c9" providerId="LiveId" clId="{20A26620-95D9-894E-AE55-3DE133FE37BE}" dt="2021-03-09T03:14:26.545" v="2188"/>
          <ac:inkMkLst>
            <pc:docMk/>
            <pc:sldMk cId="2493774319" sldId="285"/>
            <ac:inkMk id="77" creationId="{79C31DB5-9E35-9245-B642-2C73CBDB88C3}"/>
          </ac:inkMkLst>
        </pc:inkChg>
        <pc:inkChg chg="add topLvl">
          <ac:chgData name="Aggie Menezes" userId="74619c95fa3483c9" providerId="LiveId" clId="{20A26620-95D9-894E-AE55-3DE133FE37BE}" dt="2021-03-09T03:14:26.545" v="2188"/>
          <ac:inkMkLst>
            <pc:docMk/>
            <pc:sldMk cId="2493774319" sldId="285"/>
            <ac:inkMk id="78" creationId="{54D6FE3D-CA47-2846-95CB-2F52A0B016F3}"/>
          </ac:inkMkLst>
        </pc:inkChg>
        <pc:inkChg chg="add">
          <ac:chgData name="Aggie Menezes" userId="74619c95fa3483c9" providerId="LiveId" clId="{20A26620-95D9-894E-AE55-3DE133FE37BE}" dt="2021-03-09T03:14:21.635" v="2182"/>
          <ac:inkMkLst>
            <pc:docMk/>
            <pc:sldMk cId="2493774319" sldId="285"/>
            <ac:inkMk id="83" creationId="{BDDD90DA-A780-2048-8F03-F70EA6F8C07C}"/>
          </ac:inkMkLst>
        </pc:inkChg>
        <pc:inkChg chg="add">
          <ac:chgData name="Aggie Menezes" userId="74619c95fa3483c9" providerId="LiveId" clId="{20A26620-95D9-894E-AE55-3DE133FE37BE}" dt="2021-03-09T03:14:22.659" v="2183"/>
          <ac:inkMkLst>
            <pc:docMk/>
            <pc:sldMk cId="2493774319" sldId="285"/>
            <ac:inkMk id="84" creationId="{90712A74-80B1-CA4E-8AE6-1C32617EE1D3}"/>
          </ac:inkMkLst>
        </pc:inkChg>
        <pc:inkChg chg="add">
          <ac:chgData name="Aggie Menezes" userId="74619c95fa3483c9" providerId="LiveId" clId="{20A26620-95D9-894E-AE55-3DE133FE37BE}" dt="2021-03-09T03:14:23.047" v="2184"/>
          <ac:inkMkLst>
            <pc:docMk/>
            <pc:sldMk cId="2493774319" sldId="285"/>
            <ac:inkMk id="85" creationId="{51640298-0DBE-C64F-A340-D45CDE230D8A}"/>
          </ac:inkMkLst>
        </pc:inkChg>
        <pc:inkChg chg="add">
          <ac:chgData name="Aggie Menezes" userId="74619c95fa3483c9" providerId="LiveId" clId="{20A26620-95D9-894E-AE55-3DE133FE37BE}" dt="2021-03-09T03:14:23.242" v="2185"/>
          <ac:inkMkLst>
            <pc:docMk/>
            <pc:sldMk cId="2493774319" sldId="285"/>
            <ac:inkMk id="86" creationId="{540F5148-9614-664D-ACD3-16803A18F2D3}"/>
          </ac:inkMkLst>
        </pc:inkChg>
        <pc:inkChg chg="add">
          <ac:chgData name="Aggie Menezes" userId="74619c95fa3483c9" providerId="LiveId" clId="{20A26620-95D9-894E-AE55-3DE133FE37BE}" dt="2021-03-09T03:14:23.426" v="2186"/>
          <ac:inkMkLst>
            <pc:docMk/>
            <pc:sldMk cId="2493774319" sldId="285"/>
            <ac:inkMk id="87" creationId="{664BBC44-99B5-4D49-9686-B76E71C8CB74}"/>
          </ac:inkMkLst>
        </pc:inkChg>
        <pc:inkChg chg="add">
          <ac:chgData name="Aggie Menezes" userId="74619c95fa3483c9" providerId="LiveId" clId="{20A26620-95D9-894E-AE55-3DE133FE37BE}" dt="2021-03-09T03:14:25.511" v="2187"/>
          <ac:inkMkLst>
            <pc:docMk/>
            <pc:sldMk cId="2493774319" sldId="285"/>
            <ac:inkMk id="88" creationId="{C5ECD2A6-E8B4-B845-9A62-640606C1F0A5}"/>
          </ac:inkMkLst>
        </pc:inkChg>
        <pc:inkChg chg="add">
          <ac:chgData name="Aggie Menezes" userId="74619c95fa3483c9" providerId="LiveId" clId="{20A26620-95D9-894E-AE55-3DE133FE37BE}" dt="2021-03-09T03:14:42.364" v="2189"/>
          <ac:inkMkLst>
            <pc:docMk/>
            <pc:sldMk cId="2493774319" sldId="285"/>
            <ac:inkMk id="90" creationId="{8ADFC558-43E0-7044-86A2-C3E959B01DE7}"/>
          </ac:inkMkLst>
        </pc:inkChg>
        <pc:inkChg chg="add">
          <ac:chgData name="Aggie Menezes" userId="74619c95fa3483c9" providerId="LiveId" clId="{20A26620-95D9-894E-AE55-3DE133FE37BE}" dt="2021-03-09T03:14:52.328" v="2190"/>
          <ac:inkMkLst>
            <pc:docMk/>
            <pc:sldMk cId="2493774319" sldId="285"/>
            <ac:inkMk id="91" creationId="{E1038C60-B330-C94C-8930-1E1C97F69536}"/>
          </ac:inkMkLst>
        </pc:inkChg>
        <pc:inkChg chg="add">
          <ac:chgData name="Aggie Menezes" userId="74619c95fa3483c9" providerId="LiveId" clId="{20A26620-95D9-894E-AE55-3DE133FE37BE}" dt="2021-03-09T03:14:52.884" v="2191"/>
          <ac:inkMkLst>
            <pc:docMk/>
            <pc:sldMk cId="2493774319" sldId="285"/>
            <ac:inkMk id="92" creationId="{73554DF7-3672-DB40-AF7E-2906CEEFD1AE}"/>
          </ac:inkMkLst>
        </pc:inkChg>
        <pc:inkChg chg="add">
          <ac:chgData name="Aggie Menezes" userId="74619c95fa3483c9" providerId="LiveId" clId="{20A26620-95D9-894E-AE55-3DE133FE37BE}" dt="2021-03-09T03:14:53.045" v="2192"/>
          <ac:inkMkLst>
            <pc:docMk/>
            <pc:sldMk cId="2493774319" sldId="285"/>
            <ac:inkMk id="93" creationId="{865AE27E-B1F6-CD44-AE19-909A233CB242}"/>
          </ac:inkMkLst>
        </pc:inkChg>
        <pc:inkChg chg="add">
          <ac:chgData name="Aggie Menezes" userId="74619c95fa3483c9" providerId="LiveId" clId="{20A26620-95D9-894E-AE55-3DE133FE37BE}" dt="2021-03-09T03:14:53.753" v="2193"/>
          <ac:inkMkLst>
            <pc:docMk/>
            <pc:sldMk cId="2493774319" sldId="285"/>
            <ac:inkMk id="94" creationId="{EE8135A0-5EB0-974E-A0C5-F96197AB0316}"/>
          </ac:inkMkLst>
        </pc:inkChg>
        <pc:inkChg chg="add">
          <ac:chgData name="Aggie Menezes" userId="74619c95fa3483c9" providerId="LiveId" clId="{20A26620-95D9-894E-AE55-3DE133FE37BE}" dt="2021-03-09T03:14:53.954" v="2194"/>
          <ac:inkMkLst>
            <pc:docMk/>
            <pc:sldMk cId="2493774319" sldId="285"/>
            <ac:inkMk id="95" creationId="{249B9922-CCAA-DE45-9AE2-42B607593064}"/>
          </ac:inkMkLst>
        </pc:inkChg>
        <pc:inkChg chg="add">
          <ac:chgData name="Aggie Menezes" userId="74619c95fa3483c9" providerId="LiveId" clId="{20A26620-95D9-894E-AE55-3DE133FE37BE}" dt="2021-03-09T03:14:54.322" v="2195"/>
          <ac:inkMkLst>
            <pc:docMk/>
            <pc:sldMk cId="2493774319" sldId="285"/>
            <ac:inkMk id="96" creationId="{CAF4BE4C-AADC-984D-9734-615E9D3E4D63}"/>
          </ac:inkMkLst>
        </pc:inkChg>
        <pc:inkChg chg="add">
          <ac:chgData name="Aggie Menezes" userId="74619c95fa3483c9" providerId="LiveId" clId="{20A26620-95D9-894E-AE55-3DE133FE37BE}" dt="2021-03-09T03:14:54.794" v="2196"/>
          <ac:inkMkLst>
            <pc:docMk/>
            <pc:sldMk cId="2493774319" sldId="285"/>
            <ac:inkMk id="97" creationId="{BCB98601-7D25-A742-9E47-A9D9817A3B03}"/>
          </ac:inkMkLst>
        </pc:inkChg>
        <pc:inkChg chg="add">
          <ac:chgData name="Aggie Menezes" userId="74619c95fa3483c9" providerId="LiveId" clId="{20A26620-95D9-894E-AE55-3DE133FE37BE}" dt="2021-03-09T03:14:54.987" v="2197"/>
          <ac:inkMkLst>
            <pc:docMk/>
            <pc:sldMk cId="2493774319" sldId="285"/>
            <ac:inkMk id="98" creationId="{A290C92B-881B-8448-AE2F-1129D51BBEC4}"/>
          </ac:inkMkLst>
        </pc:inkChg>
        <pc:inkChg chg="add">
          <ac:chgData name="Aggie Menezes" userId="74619c95fa3483c9" providerId="LiveId" clId="{20A26620-95D9-894E-AE55-3DE133FE37BE}" dt="2021-03-09T03:14:55.213" v="2198"/>
          <ac:inkMkLst>
            <pc:docMk/>
            <pc:sldMk cId="2493774319" sldId="285"/>
            <ac:inkMk id="99" creationId="{E102BBC1-B339-DC4D-BE57-E01F20B347DC}"/>
          </ac:inkMkLst>
        </pc:inkChg>
        <pc:inkChg chg="add">
          <ac:chgData name="Aggie Menezes" userId="74619c95fa3483c9" providerId="LiveId" clId="{20A26620-95D9-894E-AE55-3DE133FE37BE}" dt="2021-03-09T03:14:55.848" v="2199"/>
          <ac:inkMkLst>
            <pc:docMk/>
            <pc:sldMk cId="2493774319" sldId="285"/>
            <ac:inkMk id="100" creationId="{B4DE26E8-91A4-7043-B2A8-8F3BCAA905E3}"/>
          </ac:inkMkLst>
        </pc:inkChg>
        <pc:inkChg chg="add topLvl">
          <ac:chgData name="Aggie Menezes" userId="74619c95fa3483c9" providerId="LiveId" clId="{20A26620-95D9-894E-AE55-3DE133FE37BE}" dt="2021-03-09T03:16:16.933" v="2299"/>
          <ac:inkMkLst>
            <pc:docMk/>
            <pc:sldMk cId="2493774319" sldId="285"/>
            <ac:inkMk id="102" creationId="{41D87305-F048-E346-B050-055D6E24E8A9}"/>
          </ac:inkMkLst>
        </pc:inkChg>
        <pc:inkChg chg="add topLvl">
          <ac:chgData name="Aggie Menezes" userId="74619c95fa3483c9" providerId="LiveId" clId="{20A26620-95D9-894E-AE55-3DE133FE37BE}" dt="2021-03-09T03:16:16.933" v="2299"/>
          <ac:inkMkLst>
            <pc:docMk/>
            <pc:sldMk cId="2493774319" sldId="285"/>
            <ac:inkMk id="103" creationId="{BBEEF19E-1327-C543-95F9-56278ABF480A}"/>
          </ac:inkMkLst>
        </pc:inkChg>
        <pc:inkChg chg="add topLvl">
          <ac:chgData name="Aggie Menezes" userId="74619c95fa3483c9" providerId="LiveId" clId="{20A26620-95D9-894E-AE55-3DE133FE37BE}" dt="2021-03-09T03:16:16.933" v="2299"/>
          <ac:inkMkLst>
            <pc:docMk/>
            <pc:sldMk cId="2493774319" sldId="285"/>
            <ac:inkMk id="104" creationId="{C711CC8B-8AD4-C947-9A96-C0DA56BEEA62}"/>
          </ac:inkMkLst>
        </pc:inkChg>
        <pc:inkChg chg="add topLvl">
          <ac:chgData name="Aggie Menezes" userId="74619c95fa3483c9" providerId="LiveId" clId="{20A26620-95D9-894E-AE55-3DE133FE37BE}" dt="2021-03-09T03:16:16.933" v="2299"/>
          <ac:inkMkLst>
            <pc:docMk/>
            <pc:sldMk cId="2493774319" sldId="285"/>
            <ac:inkMk id="105" creationId="{CFE8C36E-E949-7F49-967D-24F80BC8A33C}"/>
          </ac:inkMkLst>
        </pc:inkChg>
        <pc:inkChg chg="add topLvl">
          <ac:chgData name="Aggie Menezes" userId="74619c95fa3483c9" providerId="LiveId" clId="{20A26620-95D9-894E-AE55-3DE133FE37BE}" dt="2021-03-09T03:16:16.933" v="2299"/>
          <ac:inkMkLst>
            <pc:docMk/>
            <pc:sldMk cId="2493774319" sldId="285"/>
            <ac:inkMk id="106" creationId="{0F1CB2F4-3E65-FB42-8B15-79E5BB647D50}"/>
          </ac:inkMkLst>
        </pc:inkChg>
        <pc:inkChg chg="add topLvl">
          <ac:chgData name="Aggie Menezes" userId="74619c95fa3483c9" providerId="LiveId" clId="{20A26620-95D9-894E-AE55-3DE133FE37BE}" dt="2021-03-09T03:16:16.933" v="2299"/>
          <ac:inkMkLst>
            <pc:docMk/>
            <pc:sldMk cId="2493774319" sldId="285"/>
            <ac:inkMk id="107" creationId="{6E597E55-023C-5444-B770-CA02B3023966}"/>
          </ac:inkMkLst>
        </pc:inkChg>
        <pc:inkChg chg="add topLvl">
          <ac:chgData name="Aggie Menezes" userId="74619c95fa3483c9" providerId="LiveId" clId="{20A26620-95D9-894E-AE55-3DE133FE37BE}" dt="2021-03-09T03:16:16.933" v="2299"/>
          <ac:inkMkLst>
            <pc:docMk/>
            <pc:sldMk cId="2493774319" sldId="285"/>
            <ac:inkMk id="108" creationId="{3EDECDFD-315E-564F-90B2-06B1B91D7D1E}"/>
          </ac:inkMkLst>
        </pc:inkChg>
        <pc:inkChg chg="add topLvl">
          <ac:chgData name="Aggie Menezes" userId="74619c95fa3483c9" providerId="LiveId" clId="{20A26620-95D9-894E-AE55-3DE133FE37BE}" dt="2021-03-09T03:16:16.933" v="2299"/>
          <ac:inkMkLst>
            <pc:docMk/>
            <pc:sldMk cId="2493774319" sldId="285"/>
            <ac:inkMk id="109" creationId="{F3A9E5E4-AB50-C342-900A-CCF251AA0AA3}"/>
          </ac:inkMkLst>
        </pc:inkChg>
        <pc:inkChg chg="add topLvl">
          <ac:chgData name="Aggie Menezes" userId="74619c95fa3483c9" providerId="LiveId" clId="{20A26620-95D9-894E-AE55-3DE133FE37BE}" dt="2021-03-09T03:16:16.933" v="2299"/>
          <ac:inkMkLst>
            <pc:docMk/>
            <pc:sldMk cId="2493774319" sldId="285"/>
            <ac:inkMk id="110" creationId="{A0069B64-E1E2-3E46-A6BB-49C21D2931F9}"/>
          </ac:inkMkLst>
        </pc:inkChg>
        <pc:inkChg chg="add topLvl">
          <ac:chgData name="Aggie Menezes" userId="74619c95fa3483c9" providerId="LiveId" clId="{20A26620-95D9-894E-AE55-3DE133FE37BE}" dt="2021-03-09T03:16:16.933" v="2299"/>
          <ac:inkMkLst>
            <pc:docMk/>
            <pc:sldMk cId="2493774319" sldId="285"/>
            <ac:inkMk id="111" creationId="{7F39D326-FFEA-C743-805D-57912D7183A2}"/>
          </ac:inkMkLst>
        </pc:inkChg>
        <pc:inkChg chg="add topLvl">
          <ac:chgData name="Aggie Menezes" userId="74619c95fa3483c9" providerId="LiveId" clId="{20A26620-95D9-894E-AE55-3DE133FE37BE}" dt="2021-03-09T03:16:16.933" v="2299"/>
          <ac:inkMkLst>
            <pc:docMk/>
            <pc:sldMk cId="2493774319" sldId="285"/>
            <ac:inkMk id="112" creationId="{928CCAE0-7DC6-974E-B487-08A839D00184}"/>
          </ac:inkMkLst>
        </pc:inkChg>
        <pc:inkChg chg="add topLvl">
          <ac:chgData name="Aggie Menezes" userId="74619c95fa3483c9" providerId="LiveId" clId="{20A26620-95D9-894E-AE55-3DE133FE37BE}" dt="2021-03-09T03:16:16.933" v="2299"/>
          <ac:inkMkLst>
            <pc:docMk/>
            <pc:sldMk cId="2493774319" sldId="285"/>
            <ac:inkMk id="114" creationId="{A337464E-3A25-5042-B174-7B83EE2B9347}"/>
          </ac:inkMkLst>
        </pc:inkChg>
        <pc:inkChg chg="add topLvl">
          <ac:chgData name="Aggie Menezes" userId="74619c95fa3483c9" providerId="LiveId" clId="{20A26620-95D9-894E-AE55-3DE133FE37BE}" dt="2021-03-09T03:16:16.933" v="2299"/>
          <ac:inkMkLst>
            <pc:docMk/>
            <pc:sldMk cId="2493774319" sldId="285"/>
            <ac:inkMk id="115" creationId="{A62B8C56-42EB-8B49-8245-7C4B3572DB0A}"/>
          </ac:inkMkLst>
        </pc:inkChg>
        <pc:inkChg chg="add topLvl">
          <ac:chgData name="Aggie Menezes" userId="74619c95fa3483c9" providerId="LiveId" clId="{20A26620-95D9-894E-AE55-3DE133FE37BE}" dt="2021-03-09T03:16:16.933" v="2299"/>
          <ac:inkMkLst>
            <pc:docMk/>
            <pc:sldMk cId="2493774319" sldId="285"/>
            <ac:inkMk id="116" creationId="{8294DA62-781F-DD48-A25A-1AE676AD0147}"/>
          </ac:inkMkLst>
        </pc:inkChg>
        <pc:inkChg chg="add topLvl">
          <ac:chgData name="Aggie Menezes" userId="74619c95fa3483c9" providerId="LiveId" clId="{20A26620-95D9-894E-AE55-3DE133FE37BE}" dt="2021-03-09T03:16:16.933" v="2299"/>
          <ac:inkMkLst>
            <pc:docMk/>
            <pc:sldMk cId="2493774319" sldId="285"/>
            <ac:inkMk id="117" creationId="{E7715555-EA45-0647-8694-36B8D1EC6E87}"/>
          </ac:inkMkLst>
        </pc:inkChg>
        <pc:inkChg chg="add topLvl">
          <ac:chgData name="Aggie Menezes" userId="74619c95fa3483c9" providerId="LiveId" clId="{20A26620-95D9-894E-AE55-3DE133FE37BE}" dt="2021-03-09T03:16:16.933" v="2299"/>
          <ac:inkMkLst>
            <pc:docMk/>
            <pc:sldMk cId="2493774319" sldId="285"/>
            <ac:inkMk id="118" creationId="{8F9FB7A7-A252-4F4B-ABBC-08EE5871369A}"/>
          </ac:inkMkLst>
        </pc:inkChg>
        <pc:inkChg chg="add topLvl">
          <ac:chgData name="Aggie Menezes" userId="74619c95fa3483c9" providerId="LiveId" clId="{20A26620-95D9-894E-AE55-3DE133FE37BE}" dt="2021-03-09T03:16:16.933" v="2299"/>
          <ac:inkMkLst>
            <pc:docMk/>
            <pc:sldMk cId="2493774319" sldId="285"/>
            <ac:inkMk id="119" creationId="{FC17C875-FB32-F44C-820A-2C585131B6C6}"/>
          </ac:inkMkLst>
        </pc:inkChg>
        <pc:inkChg chg="add topLvl">
          <ac:chgData name="Aggie Menezes" userId="74619c95fa3483c9" providerId="LiveId" clId="{20A26620-95D9-894E-AE55-3DE133FE37BE}" dt="2021-03-09T03:16:16.933" v="2299"/>
          <ac:inkMkLst>
            <pc:docMk/>
            <pc:sldMk cId="2493774319" sldId="285"/>
            <ac:inkMk id="120" creationId="{3AE6C3F7-EC61-F743-BEE8-C04E0490D799}"/>
          </ac:inkMkLst>
        </pc:inkChg>
        <pc:inkChg chg="add topLvl">
          <ac:chgData name="Aggie Menezes" userId="74619c95fa3483c9" providerId="LiveId" clId="{20A26620-95D9-894E-AE55-3DE133FE37BE}" dt="2021-03-09T03:16:16.933" v="2299"/>
          <ac:inkMkLst>
            <pc:docMk/>
            <pc:sldMk cId="2493774319" sldId="285"/>
            <ac:inkMk id="121" creationId="{365D3EFE-D333-6E49-86F1-43F7874B139C}"/>
          </ac:inkMkLst>
        </pc:inkChg>
        <pc:inkChg chg="add topLvl">
          <ac:chgData name="Aggie Menezes" userId="74619c95fa3483c9" providerId="LiveId" clId="{20A26620-95D9-894E-AE55-3DE133FE37BE}" dt="2021-03-09T03:16:16.933" v="2299"/>
          <ac:inkMkLst>
            <pc:docMk/>
            <pc:sldMk cId="2493774319" sldId="285"/>
            <ac:inkMk id="122" creationId="{B607A83A-C7C1-B64E-851F-0149EA95FD8E}"/>
          </ac:inkMkLst>
        </pc:inkChg>
        <pc:inkChg chg="add topLvl">
          <ac:chgData name="Aggie Menezes" userId="74619c95fa3483c9" providerId="LiveId" clId="{20A26620-95D9-894E-AE55-3DE133FE37BE}" dt="2021-03-09T03:16:16.933" v="2299"/>
          <ac:inkMkLst>
            <pc:docMk/>
            <pc:sldMk cId="2493774319" sldId="285"/>
            <ac:inkMk id="123" creationId="{CEE12EB6-16DE-1149-B07E-FCAA5ED360CF}"/>
          </ac:inkMkLst>
        </pc:inkChg>
        <pc:inkChg chg="add topLvl">
          <ac:chgData name="Aggie Menezes" userId="74619c95fa3483c9" providerId="LiveId" clId="{20A26620-95D9-894E-AE55-3DE133FE37BE}" dt="2021-03-09T03:16:16.933" v="2299"/>
          <ac:inkMkLst>
            <pc:docMk/>
            <pc:sldMk cId="2493774319" sldId="285"/>
            <ac:inkMk id="124" creationId="{244803B0-B168-7A4E-A4E3-C7F567C04082}"/>
          </ac:inkMkLst>
        </pc:inkChg>
        <pc:inkChg chg="add topLvl">
          <ac:chgData name="Aggie Menezes" userId="74619c95fa3483c9" providerId="LiveId" clId="{20A26620-95D9-894E-AE55-3DE133FE37BE}" dt="2021-03-09T03:16:16.933" v="2299"/>
          <ac:inkMkLst>
            <pc:docMk/>
            <pc:sldMk cId="2493774319" sldId="285"/>
            <ac:inkMk id="126" creationId="{CBF41ACD-CF3B-D547-8B80-544BFE27B26D}"/>
          </ac:inkMkLst>
        </pc:inkChg>
        <pc:inkChg chg="add topLvl">
          <ac:chgData name="Aggie Menezes" userId="74619c95fa3483c9" providerId="LiveId" clId="{20A26620-95D9-894E-AE55-3DE133FE37BE}" dt="2021-03-09T03:16:16.933" v="2299"/>
          <ac:inkMkLst>
            <pc:docMk/>
            <pc:sldMk cId="2493774319" sldId="285"/>
            <ac:inkMk id="127" creationId="{D29222DA-D54E-9E42-9AA6-47D2F6F6ED60}"/>
          </ac:inkMkLst>
        </pc:inkChg>
        <pc:inkChg chg="add topLvl">
          <ac:chgData name="Aggie Menezes" userId="74619c95fa3483c9" providerId="LiveId" clId="{20A26620-95D9-894E-AE55-3DE133FE37BE}" dt="2021-03-09T03:16:16.933" v="2299"/>
          <ac:inkMkLst>
            <pc:docMk/>
            <pc:sldMk cId="2493774319" sldId="285"/>
            <ac:inkMk id="128" creationId="{E2DFE383-18B5-C042-8D34-67305D8C514C}"/>
          </ac:inkMkLst>
        </pc:inkChg>
        <pc:inkChg chg="add topLvl">
          <ac:chgData name="Aggie Menezes" userId="74619c95fa3483c9" providerId="LiveId" clId="{20A26620-95D9-894E-AE55-3DE133FE37BE}" dt="2021-03-09T03:16:16.933" v="2299"/>
          <ac:inkMkLst>
            <pc:docMk/>
            <pc:sldMk cId="2493774319" sldId="285"/>
            <ac:inkMk id="129" creationId="{AD0693E0-B3E1-114B-8FB3-DC7CB699616D}"/>
          </ac:inkMkLst>
        </pc:inkChg>
        <pc:inkChg chg="add topLvl">
          <ac:chgData name="Aggie Menezes" userId="74619c95fa3483c9" providerId="LiveId" clId="{20A26620-95D9-894E-AE55-3DE133FE37BE}" dt="2021-03-09T03:16:16.933" v="2299"/>
          <ac:inkMkLst>
            <pc:docMk/>
            <pc:sldMk cId="2493774319" sldId="285"/>
            <ac:inkMk id="130" creationId="{916D4E21-120D-D043-98C7-75D22C923769}"/>
          </ac:inkMkLst>
        </pc:inkChg>
        <pc:inkChg chg="add topLvl">
          <ac:chgData name="Aggie Menezes" userId="74619c95fa3483c9" providerId="LiveId" clId="{20A26620-95D9-894E-AE55-3DE133FE37BE}" dt="2021-03-09T03:16:16.933" v="2299"/>
          <ac:inkMkLst>
            <pc:docMk/>
            <pc:sldMk cId="2493774319" sldId="285"/>
            <ac:inkMk id="132" creationId="{D2940C02-410F-D444-AE2C-C96358D65F37}"/>
          </ac:inkMkLst>
        </pc:inkChg>
        <pc:inkChg chg="add topLvl">
          <ac:chgData name="Aggie Menezes" userId="74619c95fa3483c9" providerId="LiveId" clId="{20A26620-95D9-894E-AE55-3DE133FE37BE}" dt="2021-03-09T03:16:16.933" v="2299"/>
          <ac:inkMkLst>
            <pc:docMk/>
            <pc:sldMk cId="2493774319" sldId="285"/>
            <ac:inkMk id="133" creationId="{46214340-1F6B-5D40-BDC5-CE19A0E0F3E1}"/>
          </ac:inkMkLst>
        </pc:inkChg>
        <pc:inkChg chg="add topLvl">
          <ac:chgData name="Aggie Menezes" userId="74619c95fa3483c9" providerId="LiveId" clId="{20A26620-95D9-894E-AE55-3DE133FE37BE}" dt="2021-03-09T03:16:16.933" v="2299"/>
          <ac:inkMkLst>
            <pc:docMk/>
            <pc:sldMk cId="2493774319" sldId="285"/>
            <ac:inkMk id="134" creationId="{E9229AF2-B3FB-FD49-97DF-E88BB93E5C54}"/>
          </ac:inkMkLst>
        </pc:inkChg>
        <pc:inkChg chg="add topLvl">
          <ac:chgData name="Aggie Menezes" userId="74619c95fa3483c9" providerId="LiveId" clId="{20A26620-95D9-894E-AE55-3DE133FE37BE}" dt="2021-03-09T03:16:16.933" v="2299"/>
          <ac:inkMkLst>
            <pc:docMk/>
            <pc:sldMk cId="2493774319" sldId="285"/>
            <ac:inkMk id="135" creationId="{1FCF8492-79F8-AA49-8906-54F3B120D55D}"/>
          </ac:inkMkLst>
        </pc:inkChg>
        <pc:inkChg chg="add topLvl">
          <ac:chgData name="Aggie Menezes" userId="74619c95fa3483c9" providerId="LiveId" clId="{20A26620-95D9-894E-AE55-3DE133FE37BE}" dt="2021-03-09T03:16:16.933" v="2299"/>
          <ac:inkMkLst>
            <pc:docMk/>
            <pc:sldMk cId="2493774319" sldId="285"/>
            <ac:inkMk id="136" creationId="{BCB178A6-415B-944F-8756-B28737EE69A4}"/>
          </ac:inkMkLst>
        </pc:inkChg>
        <pc:inkChg chg="add topLvl">
          <ac:chgData name="Aggie Menezes" userId="74619c95fa3483c9" providerId="LiveId" clId="{20A26620-95D9-894E-AE55-3DE133FE37BE}" dt="2021-03-09T03:16:16.933" v="2299"/>
          <ac:inkMkLst>
            <pc:docMk/>
            <pc:sldMk cId="2493774319" sldId="285"/>
            <ac:inkMk id="137" creationId="{8920756F-5D52-264A-9417-1047DE31CB00}"/>
          </ac:inkMkLst>
        </pc:inkChg>
        <pc:inkChg chg="add topLvl">
          <ac:chgData name="Aggie Menezes" userId="74619c95fa3483c9" providerId="LiveId" clId="{20A26620-95D9-894E-AE55-3DE133FE37BE}" dt="2021-03-09T03:16:16.933" v="2299"/>
          <ac:inkMkLst>
            <pc:docMk/>
            <pc:sldMk cId="2493774319" sldId="285"/>
            <ac:inkMk id="139" creationId="{BE346ECA-1462-4C44-A201-EC4F158A1526}"/>
          </ac:inkMkLst>
        </pc:inkChg>
        <pc:inkChg chg="add topLvl">
          <ac:chgData name="Aggie Menezes" userId="74619c95fa3483c9" providerId="LiveId" clId="{20A26620-95D9-894E-AE55-3DE133FE37BE}" dt="2021-03-09T03:16:16.933" v="2299"/>
          <ac:inkMkLst>
            <pc:docMk/>
            <pc:sldMk cId="2493774319" sldId="285"/>
            <ac:inkMk id="140" creationId="{8C4A55C5-9775-3E4E-A041-ADA5B752FC90}"/>
          </ac:inkMkLst>
        </pc:inkChg>
        <pc:inkChg chg="add topLvl">
          <ac:chgData name="Aggie Menezes" userId="74619c95fa3483c9" providerId="LiveId" clId="{20A26620-95D9-894E-AE55-3DE133FE37BE}" dt="2021-03-09T03:16:16.933" v="2299"/>
          <ac:inkMkLst>
            <pc:docMk/>
            <pc:sldMk cId="2493774319" sldId="285"/>
            <ac:inkMk id="141" creationId="{C4EFAFED-854E-2043-B32F-F3BD3F8FE646}"/>
          </ac:inkMkLst>
        </pc:inkChg>
        <pc:inkChg chg="add topLvl">
          <ac:chgData name="Aggie Menezes" userId="74619c95fa3483c9" providerId="LiveId" clId="{20A26620-95D9-894E-AE55-3DE133FE37BE}" dt="2021-03-09T03:16:16.933" v="2299"/>
          <ac:inkMkLst>
            <pc:docMk/>
            <pc:sldMk cId="2493774319" sldId="285"/>
            <ac:inkMk id="142" creationId="{470CF8C7-3C21-444A-9AED-35CADF785D24}"/>
          </ac:inkMkLst>
        </pc:inkChg>
        <pc:inkChg chg="add topLvl">
          <ac:chgData name="Aggie Menezes" userId="74619c95fa3483c9" providerId="LiveId" clId="{20A26620-95D9-894E-AE55-3DE133FE37BE}" dt="2021-03-09T03:16:16.933" v="2299"/>
          <ac:inkMkLst>
            <pc:docMk/>
            <pc:sldMk cId="2493774319" sldId="285"/>
            <ac:inkMk id="144" creationId="{827C659E-69FC-5C4E-AC1D-1735B7EBDA93}"/>
          </ac:inkMkLst>
        </pc:inkChg>
        <pc:inkChg chg="add topLvl">
          <ac:chgData name="Aggie Menezes" userId="74619c95fa3483c9" providerId="LiveId" clId="{20A26620-95D9-894E-AE55-3DE133FE37BE}" dt="2021-03-09T03:16:16.933" v="2299"/>
          <ac:inkMkLst>
            <pc:docMk/>
            <pc:sldMk cId="2493774319" sldId="285"/>
            <ac:inkMk id="145" creationId="{F4336544-B474-664D-8768-0691C4B72483}"/>
          </ac:inkMkLst>
        </pc:inkChg>
        <pc:inkChg chg="add topLvl">
          <ac:chgData name="Aggie Menezes" userId="74619c95fa3483c9" providerId="LiveId" clId="{20A26620-95D9-894E-AE55-3DE133FE37BE}" dt="2021-03-09T03:16:16.933" v="2299"/>
          <ac:inkMkLst>
            <pc:docMk/>
            <pc:sldMk cId="2493774319" sldId="285"/>
            <ac:inkMk id="146" creationId="{200E3598-28CC-8C4D-B5C9-4F2234886896}"/>
          </ac:inkMkLst>
        </pc:inkChg>
        <pc:inkChg chg="add topLvl">
          <ac:chgData name="Aggie Menezes" userId="74619c95fa3483c9" providerId="LiveId" clId="{20A26620-95D9-894E-AE55-3DE133FE37BE}" dt="2021-03-09T03:16:16.933" v="2299"/>
          <ac:inkMkLst>
            <pc:docMk/>
            <pc:sldMk cId="2493774319" sldId="285"/>
            <ac:inkMk id="147" creationId="{52EB5A2F-A12A-394A-BC82-FF0D2F087C76}"/>
          </ac:inkMkLst>
        </pc:inkChg>
        <pc:inkChg chg="add topLvl">
          <ac:chgData name="Aggie Menezes" userId="74619c95fa3483c9" providerId="LiveId" clId="{20A26620-95D9-894E-AE55-3DE133FE37BE}" dt="2021-03-09T03:16:16.933" v="2299"/>
          <ac:inkMkLst>
            <pc:docMk/>
            <pc:sldMk cId="2493774319" sldId="285"/>
            <ac:inkMk id="148" creationId="{87E5B204-7001-D948-912E-471012A627AE}"/>
          </ac:inkMkLst>
        </pc:inkChg>
        <pc:inkChg chg="add topLvl">
          <ac:chgData name="Aggie Menezes" userId="74619c95fa3483c9" providerId="LiveId" clId="{20A26620-95D9-894E-AE55-3DE133FE37BE}" dt="2021-03-09T03:16:16.933" v="2299"/>
          <ac:inkMkLst>
            <pc:docMk/>
            <pc:sldMk cId="2493774319" sldId="285"/>
            <ac:inkMk id="149" creationId="{ECC5C865-0395-4745-9AF9-ACEAD86184CD}"/>
          </ac:inkMkLst>
        </pc:inkChg>
        <pc:inkChg chg="add topLvl">
          <ac:chgData name="Aggie Menezes" userId="74619c95fa3483c9" providerId="LiveId" clId="{20A26620-95D9-894E-AE55-3DE133FE37BE}" dt="2021-03-09T03:16:16.933" v="2299"/>
          <ac:inkMkLst>
            <pc:docMk/>
            <pc:sldMk cId="2493774319" sldId="285"/>
            <ac:inkMk id="150" creationId="{EA17AC10-77AC-2B47-B7B3-2868BEB745FD}"/>
          </ac:inkMkLst>
        </pc:inkChg>
        <pc:inkChg chg="add topLvl">
          <ac:chgData name="Aggie Menezes" userId="74619c95fa3483c9" providerId="LiveId" clId="{20A26620-95D9-894E-AE55-3DE133FE37BE}" dt="2021-03-09T03:16:16.933" v="2299"/>
          <ac:inkMkLst>
            <pc:docMk/>
            <pc:sldMk cId="2493774319" sldId="285"/>
            <ac:inkMk id="151" creationId="{891311B9-0F14-AB49-A57D-91B16F2C3FEC}"/>
          </ac:inkMkLst>
        </pc:inkChg>
        <pc:inkChg chg="add topLvl">
          <ac:chgData name="Aggie Menezes" userId="74619c95fa3483c9" providerId="LiveId" clId="{20A26620-95D9-894E-AE55-3DE133FE37BE}" dt="2021-03-09T03:16:16.933" v="2299"/>
          <ac:inkMkLst>
            <pc:docMk/>
            <pc:sldMk cId="2493774319" sldId="285"/>
            <ac:inkMk id="153" creationId="{43CF9C41-B2D7-F448-91F1-E9E779C8D308}"/>
          </ac:inkMkLst>
        </pc:inkChg>
        <pc:inkChg chg="add topLvl">
          <ac:chgData name="Aggie Menezes" userId="74619c95fa3483c9" providerId="LiveId" clId="{20A26620-95D9-894E-AE55-3DE133FE37BE}" dt="2021-03-09T03:16:16.933" v="2299"/>
          <ac:inkMkLst>
            <pc:docMk/>
            <pc:sldMk cId="2493774319" sldId="285"/>
            <ac:inkMk id="154" creationId="{328FFFFB-8FA4-D340-9B20-4943A098500B}"/>
          </ac:inkMkLst>
        </pc:inkChg>
        <pc:inkChg chg="add topLvl">
          <ac:chgData name="Aggie Menezes" userId="74619c95fa3483c9" providerId="LiveId" clId="{20A26620-95D9-894E-AE55-3DE133FE37BE}" dt="2021-03-09T03:16:16.933" v="2299"/>
          <ac:inkMkLst>
            <pc:docMk/>
            <pc:sldMk cId="2493774319" sldId="285"/>
            <ac:inkMk id="155" creationId="{3FE36BEF-E5F9-4144-AA2D-D5E4711F6E88}"/>
          </ac:inkMkLst>
        </pc:inkChg>
        <pc:inkChg chg="add topLvl">
          <ac:chgData name="Aggie Menezes" userId="74619c95fa3483c9" providerId="LiveId" clId="{20A26620-95D9-894E-AE55-3DE133FE37BE}" dt="2021-03-09T03:16:16.933" v="2299"/>
          <ac:inkMkLst>
            <pc:docMk/>
            <pc:sldMk cId="2493774319" sldId="285"/>
            <ac:inkMk id="156" creationId="{F709DAA0-1AFA-C345-867C-E4C3865F3CBC}"/>
          </ac:inkMkLst>
        </pc:inkChg>
        <pc:inkChg chg="add topLvl">
          <ac:chgData name="Aggie Menezes" userId="74619c95fa3483c9" providerId="LiveId" clId="{20A26620-95D9-894E-AE55-3DE133FE37BE}" dt="2021-03-09T03:16:16.933" v="2299"/>
          <ac:inkMkLst>
            <pc:docMk/>
            <pc:sldMk cId="2493774319" sldId="285"/>
            <ac:inkMk id="159" creationId="{DB1A939F-CD54-CB4B-98C7-4194A78B5245}"/>
          </ac:inkMkLst>
        </pc:inkChg>
        <pc:inkChg chg="add topLvl">
          <ac:chgData name="Aggie Menezes" userId="74619c95fa3483c9" providerId="LiveId" clId="{20A26620-95D9-894E-AE55-3DE133FE37BE}" dt="2021-03-09T03:16:16.933" v="2299"/>
          <ac:inkMkLst>
            <pc:docMk/>
            <pc:sldMk cId="2493774319" sldId="285"/>
            <ac:inkMk id="160" creationId="{66ABFC9E-B77F-DF47-874E-B043D2318588}"/>
          </ac:inkMkLst>
        </pc:inkChg>
        <pc:inkChg chg="add topLvl">
          <ac:chgData name="Aggie Menezes" userId="74619c95fa3483c9" providerId="LiveId" clId="{20A26620-95D9-894E-AE55-3DE133FE37BE}" dt="2021-03-09T03:16:16.933" v="2299"/>
          <ac:inkMkLst>
            <pc:docMk/>
            <pc:sldMk cId="2493774319" sldId="285"/>
            <ac:inkMk id="161" creationId="{2497A5CF-818D-CB4C-80C0-0A52725092EE}"/>
          </ac:inkMkLst>
        </pc:inkChg>
        <pc:inkChg chg="add topLvl">
          <ac:chgData name="Aggie Menezes" userId="74619c95fa3483c9" providerId="LiveId" clId="{20A26620-95D9-894E-AE55-3DE133FE37BE}" dt="2021-03-09T03:16:16.933" v="2299"/>
          <ac:inkMkLst>
            <pc:docMk/>
            <pc:sldMk cId="2493774319" sldId="285"/>
            <ac:inkMk id="162" creationId="{6D3F4D05-8DAE-8A4F-8A73-1E72F0968299}"/>
          </ac:inkMkLst>
        </pc:inkChg>
        <pc:inkChg chg="add del">
          <ac:chgData name="Aggie Menezes" userId="74619c95fa3483c9" providerId="LiveId" clId="{20A26620-95D9-894E-AE55-3DE133FE37BE}" dt="2021-03-09T03:15:41.418" v="2266"/>
          <ac:inkMkLst>
            <pc:docMk/>
            <pc:sldMk cId="2493774319" sldId="285"/>
            <ac:inkMk id="163" creationId="{F5D2A9BA-302F-7345-96A3-4B17A4D867F9}"/>
          </ac:inkMkLst>
        </pc:inkChg>
        <pc:inkChg chg="add del">
          <ac:chgData name="Aggie Menezes" userId="74619c95fa3483c9" providerId="LiveId" clId="{20A26620-95D9-894E-AE55-3DE133FE37BE}" dt="2021-03-09T03:15:41.462" v="2268"/>
          <ac:inkMkLst>
            <pc:docMk/>
            <pc:sldMk cId="2493774319" sldId="285"/>
            <ac:inkMk id="164" creationId="{DCC19AA3-1F2C-ED4D-B27C-DE0FC74AD849}"/>
          </ac:inkMkLst>
        </pc:inkChg>
        <pc:inkChg chg="add del">
          <ac:chgData name="Aggie Menezes" userId="74619c95fa3483c9" providerId="LiveId" clId="{20A26620-95D9-894E-AE55-3DE133FE37BE}" dt="2021-03-09T03:15:41.619" v="2269"/>
          <ac:inkMkLst>
            <pc:docMk/>
            <pc:sldMk cId="2493774319" sldId="285"/>
            <ac:inkMk id="165" creationId="{1A6790B9-A957-4945-BDC3-4D55481ABC3F}"/>
          </ac:inkMkLst>
        </pc:inkChg>
        <pc:inkChg chg="add del">
          <ac:chgData name="Aggie Menezes" userId="74619c95fa3483c9" providerId="LiveId" clId="{20A26620-95D9-894E-AE55-3DE133FE37BE}" dt="2021-03-09T03:15:41.440" v="2267"/>
          <ac:inkMkLst>
            <pc:docMk/>
            <pc:sldMk cId="2493774319" sldId="285"/>
            <ac:inkMk id="166" creationId="{0E187B6F-E450-A741-95D6-C25F7DAF1144}"/>
          </ac:inkMkLst>
        </pc:inkChg>
        <pc:inkChg chg="add topLvl">
          <ac:chgData name="Aggie Menezes" userId="74619c95fa3483c9" providerId="LiveId" clId="{20A26620-95D9-894E-AE55-3DE133FE37BE}" dt="2021-03-09T03:16:16.933" v="2299"/>
          <ac:inkMkLst>
            <pc:docMk/>
            <pc:sldMk cId="2493774319" sldId="285"/>
            <ac:inkMk id="168" creationId="{1347F8BA-E2F9-3140-8AA0-16EE987F9618}"/>
          </ac:inkMkLst>
        </pc:inkChg>
        <pc:inkChg chg="add topLvl">
          <ac:chgData name="Aggie Menezes" userId="74619c95fa3483c9" providerId="LiveId" clId="{20A26620-95D9-894E-AE55-3DE133FE37BE}" dt="2021-03-09T03:16:16.933" v="2299"/>
          <ac:inkMkLst>
            <pc:docMk/>
            <pc:sldMk cId="2493774319" sldId="285"/>
            <ac:inkMk id="169" creationId="{AD8D8285-2A1C-B442-9B65-C67D9B2A7648}"/>
          </ac:inkMkLst>
        </pc:inkChg>
        <pc:inkChg chg="add topLvl">
          <ac:chgData name="Aggie Menezes" userId="74619c95fa3483c9" providerId="LiveId" clId="{20A26620-95D9-894E-AE55-3DE133FE37BE}" dt="2021-03-09T03:16:16.933" v="2299"/>
          <ac:inkMkLst>
            <pc:docMk/>
            <pc:sldMk cId="2493774319" sldId="285"/>
            <ac:inkMk id="171" creationId="{26BDCB09-52BF-334C-949F-8E6E00E80E9F}"/>
          </ac:inkMkLst>
        </pc:inkChg>
        <pc:inkChg chg="add topLvl">
          <ac:chgData name="Aggie Menezes" userId="74619c95fa3483c9" providerId="LiveId" clId="{20A26620-95D9-894E-AE55-3DE133FE37BE}" dt="2021-03-09T03:16:16.933" v="2299"/>
          <ac:inkMkLst>
            <pc:docMk/>
            <pc:sldMk cId="2493774319" sldId="285"/>
            <ac:inkMk id="172" creationId="{87E7BD7C-1A13-074B-9525-2F2FA638911F}"/>
          </ac:inkMkLst>
        </pc:inkChg>
        <pc:inkChg chg="add topLvl">
          <ac:chgData name="Aggie Menezes" userId="74619c95fa3483c9" providerId="LiveId" clId="{20A26620-95D9-894E-AE55-3DE133FE37BE}" dt="2021-03-09T03:16:16.933" v="2299"/>
          <ac:inkMkLst>
            <pc:docMk/>
            <pc:sldMk cId="2493774319" sldId="285"/>
            <ac:inkMk id="173" creationId="{D3C40946-EBD0-D44A-9740-797BAD61BB92}"/>
          </ac:inkMkLst>
        </pc:inkChg>
        <pc:inkChg chg="add topLvl">
          <ac:chgData name="Aggie Menezes" userId="74619c95fa3483c9" providerId="LiveId" clId="{20A26620-95D9-894E-AE55-3DE133FE37BE}" dt="2021-03-09T03:16:16.933" v="2299"/>
          <ac:inkMkLst>
            <pc:docMk/>
            <pc:sldMk cId="2493774319" sldId="285"/>
            <ac:inkMk id="175" creationId="{C7385555-B814-F442-94EC-3F967A43C430}"/>
          </ac:inkMkLst>
        </pc:inkChg>
        <pc:inkChg chg="add topLvl">
          <ac:chgData name="Aggie Menezes" userId="74619c95fa3483c9" providerId="LiveId" clId="{20A26620-95D9-894E-AE55-3DE133FE37BE}" dt="2021-03-09T03:16:16.933" v="2299"/>
          <ac:inkMkLst>
            <pc:docMk/>
            <pc:sldMk cId="2493774319" sldId="285"/>
            <ac:inkMk id="176" creationId="{8A079B3C-1AB4-6C4F-B452-556620956B2E}"/>
          </ac:inkMkLst>
        </pc:inkChg>
        <pc:inkChg chg="add topLvl">
          <ac:chgData name="Aggie Menezes" userId="74619c95fa3483c9" providerId="LiveId" clId="{20A26620-95D9-894E-AE55-3DE133FE37BE}" dt="2021-03-09T03:16:16.933" v="2299"/>
          <ac:inkMkLst>
            <pc:docMk/>
            <pc:sldMk cId="2493774319" sldId="285"/>
            <ac:inkMk id="177" creationId="{67B1CD9A-6DAA-2C47-BDDC-9A589E4809FD}"/>
          </ac:inkMkLst>
        </pc:inkChg>
        <pc:inkChg chg="add topLvl">
          <ac:chgData name="Aggie Menezes" userId="74619c95fa3483c9" providerId="LiveId" clId="{20A26620-95D9-894E-AE55-3DE133FE37BE}" dt="2021-03-09T03:16:16.933" v="2299"/>
          <ac:inkMkLst>
            <pc:docMk/>
            <pc:sldMk cId="2493774319" sldId="285"/>
            <ac:inkMk id="179" creationId="{9822DC03-E696-974B-9461-9545F0CBAA9E}"/>
          </ac:inkMkLst>
        </pc:inkChg>
        <pc:inkChg chg="add topLvl">
          <ac:chgData name="Aggie Menezes" userId="74619c95fa3483c9" providerId="LiveId" clId="{20A26620-95D9-894E-AE55-3DE133FE37BE}" dt="2021-03-09T03:16:16.933" v="2299"/>
          <ac:inkMkLst>
            <pc:docMk/>
            <pc:sldMk cId="2493774319" sldId="285"/>
            <ac:inkMk id="180" creationId="{55B6FD09-AD08-1141-A03D-01608E51B29B}"/>
          </ac:inkMkLst>
        </pc:inkChg>
        <pc:inkChg chg="add topLvl">
          <ac:chgData name="Aggie Menezes" userId="74619c95fa3483c9" providerId="LiveId" clId="{20A26620-95D9-894E-AE55-3DE133FE37BE}" dt="2021-03-09T03:16:16.933" v="2299"/>
          <ac:inkMkLst>
            <pc:docMk/>
            <pc:sldMk cId="2493774319" sldId="285"/>
            <ac:inkMk id="181" creationId="{279C37BD-EA13-C04D-82EE-54C618A11F88}"/>
          </ac:inkMkLst>
        </pc:inkChg>
        <pc:inkChg chg="add topLvl">
          <ac:chgData name="Aggie Menezes" userId="74619c95fa3483c9" providerId="LiveId" clId="{20A26620-95D9-894E-AE55-3DE133FE37BE}" dt="2021-03-09T03:16:16.933" v="2299"/>
          <ac:inkMkLst>
            <pc:docMk/>
            <pc:sldMk cId="2493774319" sldId="285"/>
            <ac:inkMk id="182" creationId="{4F788D60-109E-114F-AA16-0C3C2D20A323}"/>
          </ac:inkMkLst>
        </pc:inkChg>
        <pc:inkChg chg="add topLvl">
          <ac:chgData name="Aggie Menezes" userId="74619c95fa3483c9" providerId="LiveId" clId="{20A26620-95D9-894E-AE55-3DE133FE37BE}" dt="2021-03-09T03:16:16.933" v="2299"/>
          <ac:inkMkLst>
            <pc:docMk/>
            <pc:sldMk cId="2493774319" sldId="285"/>
            <ac:inkMk id="183" creationId="{CD008487-451D-DF44-AECA-DEFBAD380C02}"/>
          </ac:inkMkLst>
        </pc:inkChg>
        <pc:inkChg chg="add topLvl">
          <ac:chgData name="Aggie Menezes" userId="74619c95fa3483c9" providerId="LiveId" clId="{20A26620-95D9-894E-AE55-3DE133FE37BE}" dt="2021-03-09T03:16:16.933" v="2299"/>
          <ac:inkMkLst>
            <pc:docMk/>
            <pc:sldMk cId="2493774319" sldId="285"/>
            <ac:inkMk id="184" creationId="{8B3818E4-CD99-C743-A056-F5391DA9445B}"/>
          </ac:inkMkLst>
        </pc:inkChg>
        <pc:inkChg chg="add topLvl">
          <ac:chgData name="Aggie Menezes" userId="74619c95fa3483c9" providerId="LiveId" clId="{20A26620-95D9-894E-AE55-3DE133FE37BE}" dt="2021-03-09T03:16:16.933" v="2299"/>
          <ac:inkMkLst>
            <pc:docMk/>
            <pc:sldMk cId="2493774319" sldId="285"/>
            <ac:inkMk id="186" creationId="{CD4A2FD8-C32D-B04D-818C-54B61146836E}"/>
          </ac:inkMkLst>
        </pc:inkChg>
        <pc:inkChg chg="add topLvl">
          <ac:chgData name="Aggie Menezes" userId="74619c95fa3483c9" providerId="LiveId" clId="{20A26620-95D9-894E-AE55-3DE133FE37BE}" dt="2021-03-09T03:16:16.933" v="2299"/>
          <ac:inkMkLst>
            <pc:docMk/>
            <pc:sldMk cId="2493774319" sldId="285"/>
            <ac:inkMk id="188" creationId="{FB84005C-0AEC-9C48-84AF-F2F79AE68F5F}"/>
          </ac:inkMkLst>
        </pc:inkChg>
        <pc:inkChg chg="add topLvl">
          <ac:chgData name="Aggie Menezes" userId="74619c95fa3483c9" providerId="LiveId" clId="{20A26620-95D9-894E-AE55-3DE133FE37BE}" dt="2021-03-09T03:16:16.933" v="2299"/>
          <ac:inkMkLst>
            <pc:docMk/>
            <pc:sldMk cId="2493774319" sldId="285"/>
            <ac:inkMk id="189" creationId="{26EF9B1D-9676-7144-8978-0C7B19F0B102}"/>
          </ac:inkMkLst>
        </pc:inkChg>
        <pc:inkChg chg="add">
          <ac:chgData name="Aggie Menezes" userId="74619c95fa3483c9" providerId="LiveId" clId="{20A26620-95D9-894E-AE55-3DE133FE37BE}" dt="2021-03-09T03:16:13.366" v="2293"/>
          <ac:inkMkLst>
            <pc:docMk/>
            <pc:sldMk cId="2493774319" sldId="285"/>
            <ac:inkMk id="191" creationId="{C6F09FBA-2FAD-B94F-9649-752398793CEF}"/>
          </ac:inkMkLst>
        </pc:inkChg>
        <pc:inkChg chg="add">
          <ac:chgData name="Aggie Menezes" userId="74619c95fa3483c9" providerId="LiveId" clId="{20A26620-95D9-894E-AE55-3DE133FE37BE}" dt="2021-03-09T03:16:14.059" v="2294"/>
          <ac:inkMkLst>
            <pc:docMk/>
            <pc:sldMk cId="2493774319" sldId="285"/>
            <ac:inkMk id="192" creationId="{B0020303-94BE-924B-83B1-B78982BB2591}"/>
          </ac:inkMkLst>
        </pc:inkChg>
        <pc:inkChg chg="add">
          <ac:chgData name="Aggie Menezes" userId="74619c95fa3483c9" providerId="LiveId" clId="{20A26620-95D9-894E-AE55-3DE133FE37BE}" dt="2021-03-09T03:16:14.253" v="2295"/>
          <ac:inkMkLst>
            <pc:docMk/>
            <pc:sldMk cId="2493774319" sldId="285"/>
            <ac:inkMk id="193" creationId="{7BC734E8-B7C7-0D41-8AC5-5362EA07E2AB}"/>
          </ac:inkMkLst>
        </pc:inkChg>
        <pc:inkChg chg="add">
          <ac:chgData name="Aggie Menezes" userId="74619c95fa3483c9" providerId="LiveId" clId="{20A26620-95D9-894E-AE55-3DE133FE37BE}" dt="2021-03-09T03:16:15.686" v="2297"/>
          <ac:inkMkLst>
            <pc:docMk/>
            <pc:sldMk cId="2493774319" sldId="285"/>
            <ac:inkMk id="195" creationId="{7A2A2057-E17D-6142-BE15-99677446C190}"/>
          </ac:inkMkLst>
        </pc:inkChg>
        <pc:inkChg chg="add">
          <ac:chgData name="Aggie Menezes" userId="74619c95fa3483c9" providerId="LiveId" clId="{20A26620-95D9-894E-AE55-3DE133FE37BE}" dt="2021-03-09T03:16:15.928" v="2298"/>
          <ac:inkMkLst>
            <pc:docMk/>
            <pc:sldMk cId="2493774319" sldId="285"/>
            <ac:inkMk id="196" creationId="{9FBD74A8-52DC-0644-AA6A-BFE45333DEB9}"/>
          </ac:inkMkLst>
        </pc:inkChg>
        <pc:inkChg chg="add">
          <ac:chgData name="Aggie Menezes" userId="74619c95fa3483c9" providerId="LiveId" clId="{20A26620-95D9-894E-AE55-3DE133FE37BE}" dt="2021-03-09T03:16:19.517" v="2300"/>
          <ac:inkMkLst>
            <pc:docMk/>
            <pc:sldMk cId="2493774319" sldId="285"/>
            <ac:inkMk id="198" creationId="{A6923913-7308-814C-B406-D0EA7DCE0FAC}"/>
          </ac:inkMkLst>
        </pc:inkChg>
        <pc:inkChg chg="add">
          <ac:chgData name="Aggie Menezes" userId="74619c95fa3483c9" providerId="LiveId" clId="{20A26620-95D9-894E-AE55-3DE133FE37BE}" dt="2021-03-09T03:16:19.803" v="2301"/>
          <ac:inkMkLst>
            <pc:docMk/>
            <pc:sldMk cId="2493774319" sldId="285"/>
            <ac:inkMk id="199" creationId="{FFB32417-E994-5249-800B-2A1DA6C037F0}"/>
          </ac:inkMkLst>
        </pc:inkChg>
        <pc:inkChg chg="add">
          <ac:chgData name="Aggie Menezes" userId="74619c95fa3483c9" providerId="LiveId" clId="{20A26620-95D9-894E-AE55-3DE133FE37BE}" dt="2021-03-09T03:16:20.311" v="2302"/>
          <ac:inkMkLst>
            <pc:docMk/>
            <pc:sldMk cId="2493774319" sldId="285"/>
            <ac:inkMk id="200" creationId="{100DA806-085D-D94F-B863-B79E6DEA55B6}"/>
          </ac:inkMkLst>
        </pc:inkChg>
        <pc:inkChg chg="add">
          <ac:chgData name="Aggie Menezes" userId="74619c95fa3483c9" providerId="LiveId" clId="{20A26620-95D9-894E-AE55-3DE133FE37BE}" dt="2021-03-09T03:16:21.076" v="2303"/>
          <ac:inkMkLst>
            <pc:docMk/>
            <pc:sldMk cId="2493774319" sldId="285"/>
            <ac:inkMk id="201" creationId="{063E297C-4C68-CA4B-93EA-7DBF1A5CB7C6}"/>
          </ac:inkMkLst>
        </pc:inkChg>
        <pc:inkChg chg="add">
          <ac:chgData name="Aggie Menezes" userId="74619c95fa3483c9" providerId="LiveId" clId="{20A26620-95D9-894E-AE55-3DE133FE37BE}" dt="2021-03-09T03:16:22.763" v="2304"/>
          <ac:inkMkLst>
            <pc:docMk/>
            <pc:sldMk cId="2493774319" sldId="285"/>
            <ac:inkMk id="202" creationId="{3944D781-D71A-144A-8545-A164AC9B9589}"/>
          </ac:inkMkLst>
        </pc:inkChg>
        <pc:inkChg chg="add">
          <ac:chgData name="Aggie Menezes" userId="74619c95fa3483c9" providerId="LiveId" clId="{20A26620-95D9-894E-AE55-3DE133FE37BE}" dt="2021-03-09T03:16:23.520" v="2305"/>
          <ac:inkMkLst>
            <pc:docMk/>
            <pc:sldMk cId="2493774319" sldId="285"/>
            <ac:inkMk id="203" creationId="{182DC93D-6931-4B47-A1F7-C298A9C003E2}"/>
          </ac:inkMkLst>
        </pc:inkChg>
      </pc:sldChg>
    </pc:docChg>
  </pc:docChgLst>
  <pc:docChgLst>
    <pc:chgData name="Aggie Menezes" userId="74619c95fa3483c9" providerId="LiveId" clId="{0F0D0DFF-C84E-A645-B6FE-4D81F984E2C0}"/>
    <pc:docChg chg="custSel delSld modSld">
      <pc:chgData name="Aggie Menezes" userId="74619c95fa3483c9" providerId="LiveId" clId="{0F0D0DFF-C84E-A645-B6FE-4D81F984E2C0}" dt="2020-12-17T07:21:54.953" v="50" actId="58"/>
      <pc:docMkLst>
        <pc:docMk/>
      </pc:docMkLst>
      <pc:sldChg chg="delSp modSp mod">
        <pc:chgData name="Aggie Menezes" userId="74619c95fa3483c9" providerId="LiveId" clId="{0F0D0DFF-C84E-A645-B6FE-4D81F984E2C0}" dt="2020-12-17T07:17:48.185" v="3" actId="478"/>
        <pc:sldMkLst>
          <pc:docMk/>
          <pc:sldMk cId="0" sldId="256"/>
        </pc:sldMkLst>
        <pc:grpChg chg="del">
          <ac:chgData name="Aggie Menezes" userId="74619c95fa3483c9" providerId="LiveId" clId="{0F0D0DFF-C84E-A645-B6FE-4D81F984E2C0}" dt="2020-12-17T07:17:39.126" v="0" actId="478"/>
          <ac:grpSpMkLst>
            <pc:docMk/>
            <pc:sldMk cId="0" sldId="256"/>
            <ac:grpSpMk id="8" creationId="{ED9B1B47-D6DB-0F4D-AAB0-C80B633F6630}"/>
          </ac:grpSpMkLst>
        </pc:grpChg>
        <pc:grpChg chg="del">
          <ac:chgData name="Aggie Menezes" userId="74619c95fa3483c9" providerId="LiveId" clId="{0F0D0DFF-C84E-A645-B6FE-4D81F984E2C0}" dt="2020-12-17T07:17:39.126" v="0" actId="478"/>
          <ac:grpSpMkLst>
            <pc:docMk/>
            <pc:sldMk cId="0" sldId="256"/>
            <ac:grpSpMk id="19" creationId="{4DDE4D62-CEB0-DA4B-897E-8E45B9920021}"/>
          </ac:grpSpMkLst>
        </pc:grpChg>
        <pc:grpChg chg="del">
          <ac:chgData name="Aggie Menezes" userId="74619c95fa3483c9" providerId="LiveId" clId="{0F0D0DFF-C84E-A645-B6FE-4D81F984E2C0}" dt="2020-12-17T07:17:48.185" v="3" actId="478"/>
          <ac:grpSpMkLst>
            <pc:docMk/>
            <pc:sldMk cId="0" sldId="256"/>
            <ac:grpSpMk id="30" creationId="{8691D41F-8A98-934F-A460-28CC595B570C}"/>
          </ac:grpSpMkLst>
        </pc:grpChg>
        <pc:inkChg chg="del mod">
          <ac:chgData name="Aggie Menezes" userId="74619c95fa3483c9" providerId="LiveId" clId="{0F0D0DFF-C84E-A645-B6FE-4D81F984E2C0}" dt="2020-12-17T07:17:45.357" v="2" actId="478"/>
          <ac:inkMkLst>
            <pc:docMk/>
            <pc:sldMk cId="0" sldId="256"/>
            <ac:inkMk id="3" creationId="{4E4E2BBA-B36F-484D-983E-BB4B4F03C9FC}"/>
          </ac:inkMkLst>
        </pc:inkChg>
      </pc:sldChg>
      <pc:sldChg chg="delSp mod">
        <pc:chgData name="Aggie Menezes" userId="74619c95fa3483c9" providerId="LiveId" clId="{0F0D0DFF-C84E-A645-B6FE-4D81F984E2C0}" dt="2020-12-17T07:20:00.533" v="17" actId="478"/>
        <pc:sldMkLst>
          <pc:docMk/>
          <pc:sldMk cId="0" sldId="257"/>
        </pc:sldMkLst>
        <pc:grpChg chg="del">
          <ac:chgData name="Aggie Menezes" userId="74619c95fa3483c9" providerId="LiveId" clId="{0F0D0DFF-C84E-A645-B6FE-4D81F984E2C0}" dt="2020-12-17T07:19:57.752" v="16" actId="478"/>
          <ac:grpSpMkLst>
            <pc:docMk/>
            <pc:sldMk cId="0" sldId="257"/>
            <ac:grpSpMk id="39" creationId="{F69C8B17-8A62-1E45-8EF8-36D219D4FBFA}"/>
          </ac:grpSpMkLst>
        </pc:grpChg>
        <pc:inkChg chg="del">
          <ac:chgData name="Aggie Menezes" userId="74619c95fa3483c9" providerId="LiveId" clId="{0F0D0DFF-C84E-A645-B6FE-4D81F984E2C0}" dt="2020-12-17T07:20:00.533" v="17" actId="478"/>
          <ac:inkMkLst>
            <pc:docMk/>
            <pc:sldMk cId="0" sldId="257"/>
            <ac:inkMk id="10" creationId="{4CBA2FD3-4A1F-764B-AAAD-872B8813BCF9}"/>
          </ac:inkMkLst>
        </pc:inkChg>
      </pc:sldChg>
      <pc:sldChg chg="delSp mod">
        <pc:chgData name="Aggie Menezes" userId="74619c95fa3483c9" providerId="LiveId" clId="{0F0D0DFF-C84E-A645-B6FE-4D81F984E2C0}" dt="2020-12-17T07:18:16.678" v="10" actId="478"/>
        <pc:sldMkLst>
          <pc:docMk/>
          <pc:sldMk cId="33264414" sldId="263"/>
        </pc:sldMkLst>
        <pc:grpChg chg="del">
          <ac:chgData name="Aggie Menezes" userId="74619c95fa3483c9" providerId="LiveId" clId="{0F0D0DFF-C84E-A645-B6FE-4D81F984E2C0}" dt="2020-12-17T07:18:16.678" v="10" actId="478"/>
          <ac:grpSpMkLst>
            <pc:docMk/>
            <pc:sldMk cId="33264414" sldId="263"/>
            <ac:grpSpMk id="93" creationId="{CE637317-055B-AB48-968D-ED04D8CCD765}"/>
          </ac:grpSpMkLst>
        </pc:grpChg>
        <pc:grpChg chg="del">
          <ac:chgData name="Aggie Menezes" userId="74619c95fa3483c9" providerId="LiveId" clId="{0F0D0DFF-C84E-A645-B6FE-4D81F984E2C0}" dt="2020-12-17T07:18:11.528" v="8" actId="478"/>
          <ac:grpSpMkLst>
            <pc:docMk/>
            <pc:sldMk cId="33264414" sldId="263"/>
            <ac:grpSpMk id="168" creationId="{4B19B641-5DA1-7844-AE9D-ABB2D917C2D1}"/>
          </ac:grpSpMkLst>
        </pc:grpChg>
        <pc:inkChg chg="del">
          <ac:chgData name="Aggie Menezes" userId="74619c95fa3483c9" providerId="LiveId" clId="{0F0D0DFF-C84E-A645-B6FE-4D81F984E2C0}" dt="2020-12-17T07:18:14.357" v="9" actId="478"/>
          <ac:inkMkLst>
            <pc:docMk/>
            <pc:sldMk cId="33264414" sldId="263"/>
            <ac:inkMk id="165" creationId="{2D526E45-11E5-FE4E-A47B-971C1CBC6B80}"/>
          </ac:inkMkLst>
        </pc:inkChg>
      </pc:sldChg>
      <pc:sldChg chg="delSp mod">
        <pc:chgData name="Aggie Menezes" userId="74619c95fa3483c9" providerId="LiveId" clId="{0F0D0DFF-C84E-A645-B6FE-4D81F984E2C0}" dt="2020-12-17T07:20:17.380" v="21" actId="478"/>
        <pc:sldMkLst>
          <pc:docMk/>
          <pc:sldMk cId="2353975964" sldId="269"/>
        </pc:sldMkLst>
        <pc:spChg chg="del">
          <ac:chgData name="Aggie Menezes" userId="74619c95fa3483c9" providerId="LiveId" clId="{0F0D0DFF-C84E-A645-B6FE-4D81F984E2C0}" dt="2020-12-17T07:20:17.380" v="21" actId="478"/>
          <ac:spMkLst>
            <pc:docMk/>
            <pc:sldMk cId="2353975964" sldId="269"/>
            <ac:spMk id="2" creationId="{C72094B2-7B23-C443-83DA-6B83368750F2}"/>
          </ac:spMkLst>
        </pc:spChg>
        <pc:grpChg chg="del">
          <ac:chgData name="Aggie Menezes" userId="74619c95fa3483c9" providerId="LiveId" clId="{0F0D0DFF-C84E-A645-B6FE-4D81F984E2C0}" dt="2020-12-17T07:20:14.275" v="20" actId="478"/>
          <ac:grpSpMkLst>
            <pc:docMk/>
            <pc:sldMk cId="2353975964" sldId="269"/>
            <ac:grpSpMk id="16" creationId="{2BE991EF-218C-FA4F-A3DF-1BF9B6124751}"/>
          </ac:grpSpMkLst>
        </pc:grpChg>
        <pc:grpChg chg="del">
          <ac:chgData name="Aggie Menezes" userId="74619c95fa3483c9" providerId="LiveId" clId="{0F0D0DFF-C84E-A645-B6FE-4D81F984E2C0}" dt="2020-12-17T07:20:17.380" v="21" actId="478"/>
          <ac:grpSpMkLst>
            <pc:docMk/>
            <pc:sldMk cId="2353975964" sldId="269"/>
            <ac:grpSpMk id="28" creationId="{F21C17AD-6CC9-F64B-BEDB-17C6C153E78F}"/>
          </ac:grpSpMkLst>
        </pc:grpChg>
        <pc:grpChg chg="del">
          <ac:chgData name="Aggie Menezes" userId="74619c95fa3483c9" providerId="LiveId" clId="{0F0D0DFF-C84E-A645-B6FE-4D81F984E2C0}" dt="2020-12-17T07:20:17.380" v="21" actId="478"/>
          <ac:grpSpMkLst>
            <pc:docMk/>
            <pc:sldMk cId="2353975964" sldId="269"/>
            <ac:grpSpMk id="38" creationId="{D8E224D1-091F-724C-B049-208F4EEBE61C}"/>
          </ac:grpSpMkLst>
        </pc:grpChg>
        <pc:grpChg chg="del">
          <ac:chgData name="Aggie Menezes" userId="74619c95fa3483c9" providerId="LiveId" clId="{0F0D0DFF-C84E-A645-B6FE-4D81F984E2C0}" dt="2020-12-17T07:20:17.380" v="21" actId="478"/>
          <ac:grpSpMkLst>
            <pc:docMk/>
            <pc:sldMk cId="2353975964" sldId="269"/>
            <ac:grpSpMk id="39" creationId="{A9E84BF9-2ECB-124E-AA88-51BDF7BF926F}"/>
          </ac:grpSpMkLst>
        </pc:grpChg>
        <pc:grpChg chg="del">
          <ac:chgData name="Aggie Menezes" userId="74619c95fa3483c9" providerId="LiveId" clId="{0F0D0DFF-C84E-A645-B6FE-4D81F984E2C0}" dt="2020-12-17T07:20:17.380" v="21" actId="478"/>
          <ac:grpSpMkLst>
            <pc:docMk/>
            <pc:sldMk cId="2353975964" sldId="269"/>
            <ac:grpSpMk id="60" creationId="{C11E49AC-0E2F-A242-8BC3-44DA7E13CC63}"/>
          </ac:grpSpMkLst>
        </pc:grpChg>
        <pc:grpChg chg="del">
          <ac:chgData name="Aggie Menezes" userId="74619c95fa3483c9" providerId="LiveId" clId="{0F0D0DFF-C84E-A645-B6FE-4D81F984E2C0}" dt="2020-12-17T07:20:17.380" v="21" actId="478"/>
          <ac:grpSpMkLst>
            <pc:docMk/>
            <pc:sldMk cId="2353975964" sldId="269"/>
            <ac:grpSpMk id="71" creationId="{D07FD93B-0BBD-5F45-B725-39CEA4178427}"/>
          </ac:grpSpMkLst>
        </pc:grpChg>
        <pc:grpChg chg="del">
          <ac:chgData name="Aggie Menezes" userId="74619c95fa3483c9" providerId="LiveId" clId="{0F0D0DFF-C84E-A645-B6FE-4D81F984E2C0}" dt="2020-12-17T07:20:11.388" v="19" actId="478"/>
          <ac:grpSpMkLst>
            <pc:docMk/>
            <pc:sldMk cId="2353975964" sldId="269"/>
            <ac:grpSpMk id="82" creationId="{3FB37AC9-1BCE-F947-8ED7-F62D22BDEA6E}"/>
          </ac:grpSpMkLst>
        </pc:grpChg>
        <pc:grpChg chg="del">
          <ac:chgData name="Aggie Menezes" userId="74619c95fa3483c9" providerId="LiveId" clId="{0F0D0DFF-C84E-A645-B6FE-4D81F984E2C0}" dt="2020-12-17T07:20:07.779" v="18" actId="478"/>
          <ac:grpSpMkLst>
            <pc:docMk/>
            <pc:sldMk cId="2353975964" sldId="269"/>
            <ac:grpSpMk id="83" creationId="{D38A7E70-E2C1-E949-89A6-5DBDF4280764}"/>
          </ac:grpSpMkLst>
        </pc:grpChg>
        <pc:grpChg chg="del">
          <ac:chgData name="Aggie Menezes" userId="74619c95fa3483c9" providerId="LiveId" clId="{0F0D0DFF-C84E-A645-B6FE-4D81F984E2C0}" dt="2020-12-17T07:20:11.388" v="19" actId="478"/>
          <ac:grpSpMkLst>
            <pc:docMk/>
            <pc:sldMk cId="2353975964" sldId="269"/>
            <ac:grpSpMk id="94" creationId="{638738D6-6D18-964E-8262-1099762CAEF6}"/>
          </ac:grpSpMkLst>
        </pc:grpChg>
        <pc:grpChg chg="del">
          <ac:chgData name="Aggie Menezes" userId="74619c95fa3483c9" providerId="LiveId" clId="{0F0D0DFF-C84E-A645-B6FE-4D81F984E2C0}" dt="2020-12-17T07:20:11.388" v="19" actId="478"/>
          <ac:grpSpMkLst>
            <pc:docMk/>
            <pc:sldMk cId="2353975964" sldId="269"/>
            <ac:grpSpMk id="95" creationId="{8819CD9C-F03A-8441-A779-F8262C43A3BD}"/>
          </ac:grpSpMkLst>
        </pc:grpChg>
        <pc:grpChg chg="del">
          <ac:chgData name="Aggie Menezes" userId="74619c95fa3483c9" providerId="LiveId" clId="{0F0D0DFF-C84E-A645-B6FE-4D81F984E2C0}" dt="2020-12-17T07:20:11.388" v="19" actId="478"/>
          <ac:grpSpMkLst>
            <pc:docMk/>
            <pc:sldMk cId="2353975964" sldId="269"/>
            <ac:grpSpMk id="100" creationId="{E5058CB0-D8CD-1A4E-9C67-63BAC0A5197A}"/>
          </ac:grpSpMkLst>
        </pc:grpChg>
        <pc:grpChg chg="del">
          <ac:chgData name="Aggie Menezes" userId="74619c95fa3483c9" providerId="LiveId" clId="{0F0D0DFF-C84E-A645-B6FE-4D81F984E2C0}" dt="2020-12-17T07:20:11.388" v="19" actId="478"/>
          <ac:grpSpMkLst>
            <pc:docMk/>
            <pc:sldMk cId="2353975964" sldId="269"/>
            <ac:grpSpMk id="114" creationId="{0E4D79BE-922D-E744-B0D2-4B803F98B8FB}"/>
          </ac:grpSpMkLst>
        </pc:grpChg>
        <pc:grpChg chg="del">
          <ac:chgData name="Aggie Menezes" userId="74619c95fa3483c9" providerId="LiveId" clId="{0F0D0DFF-C84E-A645-B6FE-4D81F984E2C0}" dt="2020-12-17T07:20:11.388" v="19" actId="478"/>
          <ac:grpSpMkLst>
            <pc:docMk/>
            <pc:sldMk cId="2353975964" sldId="269"/>
            <ac:grpSpMk id="115" creationId="{593D5655-1787-D34E-BF8E-A62131FF6A39}"/>
          </ac:grpSpMkLst>
        </pc:grpChg>
        <pc:grpChg chg="del">
          <ac:chgData name="Aggie Menezes" userId="74619c95fa3483c9" providerId="LiveId" clId="{0F0D0DFF-C84E-A645-B6FE-4D81F984E2C0}" dt="2020-12-17T07:20:11.388" v="19" actId="478"/>
          <ac:grpSpMkLst>
            <pc:docMk/>
            <pc:sldMk cId="2353975964" sldId="269"/>
            <ac:grpSpMk id="120" creationId="{2EB5A65E-3822-1D4F-9ACE-5964D4CB91D4}"/>
          </ac:grpSpMkLst>
        </pc:grpChg>
        <pc:grpChg chg="del">
          <ac:chgData name="Aggie Menezes" userId="74619c95fa3483c9" providerId="LiveId" clId="{0F0D0DFF-C84E-A645-B6FE-4D81F984E2C0}" dt="2020-12-17T07:20:11.388" v="19" actId="478"/>
          <ac:grpSpMkLst>
            <pc:docMk/>
            <pc:sldMk cId="2353975964" sldId="269"/>
            <ac:grpSpMk id="123" creationId="{63CBBE50-3DFE-1045-BCBE-4A996F581DA0}"/>
          </ac:grpSpMkLst>
        </pc:grpChg>
        <pc:grpChg chg="del">
          <ac:chgData name="Aggie Menezes" userId="74619c95fa3483c9" providerId="LiveId" clId="{0F0D0DFF-C84E-A645-B6FE-4D81F984E2C0}" dt="2020-12-17T07:20:11.388" v="19" actId="478"/>
          <ac:grpSpMkLst>
            <pc:docMk/>
            <pc:sldMk cId="2353975964" sldId="269"/>
            <ac:grpSpMk id="129" creationId="{410C0BFA-23A7-3949-AEF3-E1D04A803DC7}"/>
          </ac:grpSpMkLst>
        </pc:grpChg>
        <pc:inkChg chg="del">
          <ac:chgData name="Aggie Menezes" userId="74619c95fa3483c9" providerId="LiveId" clId="{0F0D0DFF-C84E-A645-B6FE-4D81F984E2C0}" dt="2020-12-17T07:20:11.388" v="19" actId="478"/>
          <ac:inkMkLst>
            <pc:docMk/>
            <pc:sldMk cId="2353975964" sldId="269"/>
            <ac:inkMk id="116" creationId="{0D882D66-45CC-5E4A-AF12-DBBB9A3178C3}"/>
          </ac:inkMkLst>
        </pc:inkChg>
      </pc:sldChg>
      <pc:sldChg chg="delSp mod">
        <pc:chgData name="Aggie Menezes" userId="74619c95fa3483c9" providerId="LiveId" clId="{0F0D0DFF-C84E-A645-B6FE-4D81F984E2C0}" dt="2020-12-17T07:20:27.942" v="24" actId="478"/>
        <pc:sldMkLst>
          <pc:docMk/>
          <pc:sldMk cId="1267246641" sldId="270"/>
        </pc:sldMkLst>
        <pc:inkChg chg="del">
          <ac:chgData name="Aggie Menezes" userId="74619c95fa3483c9" providerId="LiveId" clId="{0F0D0DFF-C84E-A645-B6FE-4D81F984E2C0}" dt="2020-12-17T07:20:23.205" v="22" actId="478"/>
          <ac:inkMkLst>
            <pc:docMk/>
            <pc:sldMk cId="1267246641" sldId="270"/>
            <ac:inkMk id="5" creationId="{61E335B3-C866-0E4B-A8D1-79C7D367EA30}"/>
          </ac:inkMkLst>
        </pc:inkChg>
        <pc:inkChg chg="del">
          <ac:chgData name="Aggie Menezes" userId="74619c95fa3483c9" providerId="LiveId" clId="{0F0D0DFF-C84E-A645-B6FE-4D81F984E2C0}" dt="2020-12-17T07:20:25.246" v="23" actId="478"/>
          <ac:inkMkLst>
            <pc:docMk/>
            <pc:sldMk cId="1267246641" sldId="270"/>
            <ac:inkMk id="6" creationId="{B19E395A-4BB3-9B4C-9746-29E155E48FF5}"/>
          </ac:inkMkLst>
        </pc:inkChg>
        <pc:inkChg chg="del">
          <ac:chgData name="Aggie Menezes" userId="74619c95fa3483c9" providerId="LiveId" clId="{0F0D0DFF-C84E-A645-B6FE-4D81F984E2C0}" dt="2020-12-17T07:20:27.942" v="24" actId="478"/>
          <ac:inkMkLst>
            <pc:docMk/>
            <pc:sldMk cId="1267246641" sldId="270"/>
            <ac:inkMk id="22" creationId="{AB32D4BF-C693-8746-A6DA-E1BE932FF62F}"/>
          </ac:inkMkLst>
        </pc:inkChg>
      </pc:sldChg>
      <pc:sldChg chg="delSp mod">
        <pc:chgData name="Aggie Menezes" userId="74619c95fa3483c9" providerId="LiveId" clId="{0F0D0DFF-C84E-A645-B6FE-4D81F984E2C0}" dt="2020-12-17T07:18:02.938" v="7" actId="478"/>
        <pc:sldMkLst>
          <pc:docMk/>
          <pc:sldMk cId="2349107279" sldId="274"/>
        </pc:sldMkLst>
        <pc:spChg chg="del">
          <ac:chgData name="Aggie Menezes" userId="74619c95fa3483c9" providerId="LiveId" clId="{0F0D0DFF-C84E-A645-B6FE-4D81F984E2C0}" dt="2020-12-17T07:18:02.938" v="7" actId="478"/>
          <ac:spMkLst>
            <pc:docMk/>
            <pc:sldMk cId="2349107279" sldId="274"/>
            <ac:spMk id="2" creationId="{E5562385-974C-0D44-AD2C-0AF84C9D499E}"/>
          </ac:spMkLst>
        </pc:spChg>
        <pc:grpChg chg="del">
          <ac:chgData name="Aggie Menezes" userId="74619c95fa3483c9" providerId="LiveId" clId="{0F0D0DFF-C84E-A645-B6FE-4D81F984E2C0}" dt="2020-12-17T07:17:54.891" v="5" actId="478"/>
          <ac:grpSpMkLst>
            <pc:docMk/>
            <pc:sldMk cId="2349107279" sldId="274"/>
            <ac:grpSpMk id="20" creationId="{D99E481B-EF5E-C149-B207-1FF1344C9CC0}"/>
          </ac:grpSpMkLst>
        </pc:grpChg>
        <pc:grpChg chg="del">
          <ac:chgData name="Aggie Menezes" userId="74619c95fa3483c9" providerId="LiveId" clId="{0F0D0DFF-C84E-A645-B6FE-4D81F984E2C0}" dt="2020-12-17T07:17:57.227" v="6" actId="478"/>
          <ac:grpSpMkLst>
            <pc:docMk/>
            <pc:sldMk cId="2349107279" sldId="274"/>
            <ac:grpSpMk id="30" creationId="{09884611-5431-FB40-A8A2-5837F4BF8DF9}"/>
          </ac:grpSpMkLst>
        </pc:grpChg>
        <pc:grpChg chg="del">
          <ac:chgData name="Aggie Menezes" userId="74619c95fa3483c9" providerId="LiveId" clId="{0F0D0DFF-C84E-A645-B6FE-4D81F984E2C0}" dt="2020-12-17T07:18:02.938" v="7" actId="478"/>
          <ac:grpSpMkLst>
            <pc:docMk/>
            <pc:sldMk cId="2349107279" sldId="274"/>
            <ac:grpSpMk id="68" creationId="{6A6C048C-DFC5-7B41-8BEE-6163A9F75B92}"/>
          </ac:grpSpMkLst>
        </pc:grpChg>
        <pc:grpChg chg="del">
          <ac:chgData name="Aggie Menezes" userId="74619c95fa3483c9" providerId="LiveId" clId="{0F0D0DFF-C84E-A645-B6FE-4D81F984E2C0}" dt="2020-12-17T07:18:02.938" v="7" actId="478"/>
          <ac:grpSpMkLst>
            <pc:docMk/>
            <pc:sldMk cId="2349107279" sldId="274"/>
            <ac:grpSpMk id="69" creationId="{D0519D3A-EF84-874C-ABBA-3C6B9E4B3542}"/>
          </ac:grpSpMkLst>
        </pc:grpChg>
        <pc:grpChg chg="del">
          <ac:chgData name="Aggie Menezes" userId="74619c95fa3483c9" providerId="LiveId" clId="{0F0D0DFF-C84E-A645-B6FE-4D81F984E2C0}" dt="2020-12-17T07:18:02.938" v="7" actId="478"/>
          <ac:grpSpMkLst>
            <pc:docMk/>
            <pc:sldMk cId="2349107279" sldId="274"/>
            <ac:grpSpMk id="81" creationId="{B87F9FC8-E81B-2A43-8A56-B66E58362A09}"/>
          </ac:grpSpMkLst>
        </pc:grpChg>
        <pc:inkChg chg="del">
          <ac:chgData name="Aggie Menezes" userId="74619c95fa3483c9" providerId="LiveId" clId="{0F0D0DFF-C84E-A645-B6FE-4D81F984E2C0}" dt="2020-12-17T07:18:02.938" v="7" actId="478"/>
          <ac:inkMkLst>
            <pc:docMk/>
            <pc:sldMk cId="2349107279" sldId="274"/>
            <ac:inkMk id="31" creationId="{98A75945-CD58-8548-AC0E-32BDF213F949}"/>
          </ac:inkMkLst>
        </pc:inkChg>
        <pc:inkChg chg="del">
          <ac:chgData name="Aggie Menezes" userId="74619c95fa3483c9" providerId="LiveId" clId="{0F0D0DFF-C84E-A645-B6FE-4D81F984E2C0}" dt="2020-12-17T07:18:02.938" v="7" actId="478"/>
          <ac:inkMkLst>
            <pc:docMk/>
            <pc:sldMk cId="2349107279" sldId="274"/>
            <ac:inkMk id="32" creationId="{A8459836-49A6-DE47-B915-9CE6A7C31683}"/>
          </ac:inkMkLst>
        </pc:inkChg>
        <pc:inkChg chg="del">
          <ac:chgData name="Aggie Menezes" userId="74619c95fa3483c9" providerId="LiveId" clId="{0F0D0DFF-C84E-A645-B6FE-4D81F984E2C0}" dt="2020-12-17T07:18:02.938" v="7" actId="478"/>
          <ac:inkMkLst>
            <pc:docMk/>
            <pc:sldMk cId="2349107279" sldId="274"/>
            <ac:inkMk id="33" creationId="{18E1F3AF-9606-B844-9F1D-5C238397A119}"/>
          </ac:inkMkLst>
        </pc:inkChg>
        <pc:inkChg chg="del">
          <ac:chgData name="Aggie Menezes" userId="74619c95fa3483c9" providerId="LiveId" clId="{0F0D0DFF-C84E-A645-B6FE-4D81F984E2C0}" dt="2020-12-17T07:18:02.938" v="7" actId="478"/>
          <ac:inkMkLst>
            <pc:docMk/>
            <pc:sldMk cId="2349107279" sldId="274"/>
            <ac:inkMk id="35" creationId="{3F263613-73BF-E241-9F87-DFF4855852BE}"/>
          </ac:inkMkLst>
        </pc:inkChg>
        <pc:inkChg chg="del">
          <ac:chgData name="Aggie Menezes" userId="74619c95fa3483c9" providerId="LiveId" clId="{0F0D0DFF-C84E-A645-B6FE-4D81F984E2C0}" dt="2020-12-17T07:18:02.938" v="7" actId="478"/>
          <ac:inkMkLst>
            <pc:docMk/>
            <pc:sldMk cId="2349107279" sldId="274"/>
            <ac:inkMk id="36" creationId="{06C7DC7F-AB7A-8D49-9246-DE212A10DD90}"/>
          </ac:inkMkLst>
        </pc:inkChg>
        <pc:inkChg chg="del">
          <ac:chgData name="Aggie Menezes" userId="74619c95fa3483c9" providerId="LiveId" clId="{0F0D0DFF-C84E-A645-B6FE-4D81F984E2C0}" dt="2020-12-17T07:18:02.938" v="7" actId="478"/>
          <ac:inkMkLst>
            <pc:docMk/>
            <pc:sldMk cId="2349107279" sldId="274"/>
            <ac:inkMk id="37" creationId="{77EC9655-697A-954A-AADD-221D6317E1E8}"/>
          </ac:inkMkLst>
        </pc:inkChg>
        <pc:inkChg chg="del">
          <ac:chgData name="Aggie Menezes" userId="74619c95fa3483c9" providerId="LiveId" clId="{0F0D0DFF-C84E-A645-B6FE-4D81F984E2C0}" dt="2020-12-17T07:18:02.938" v="7" actId="478"/>
          <ac:inkMkLst>
            <pc:docMk/>
            <pc:sldMk cId="2349107279" sldId="274"/>
            <ac:inkMk id="38" creationId="{B6D2A0EE-3FA6-8A45-AA9F-5FA41BFB2405}"/>
          </ac:inkMkLst>
        </pc:inkChg>
        <pc:inkChg chg="del">
          <ac:chgData name="Aggie Menezes" userId="74619c95fa3483c9" providerId="LiveId" clId="{0F0D0DFF-C84E-A645-B6FE-4D81F984E2C0}" dt="2020-12-17T07:18:02.938" v="7" actId="478"/>
          <ac:inkMkLst>
            <pc:docMk/>
            <pc:sldMk cId="2349107279" sldId="274"/>
            <ac:inkMk id="39" creationId="{8ED119F3-DA73-4949-A1CD-D2FF9B0C66EE}"/>
          </ac:inkMkLst>
        </pc:inkChg>
        <pc:inkChg chg="del">
          <ac:chgData name="Aggie Menezes" userId="74619c95fa3483c9" providerId="LiveId" clId="{0F0D0DFF-C84E-A645-B6FE-4D81F984E2C0}" dt="2020-12-17T07:18:02.938" v="7" actId="478"/>
          <ac:inkMkLst>
            <pc:docMk/>
            <pc:sldMk cId="2349107279" sldId="274"/>
            <ac:inkMk id="40" creationId="{776A9874-D9BF-1B4C-94A7-DC860B0FDEBD}"/>
          </ac:inkMkLst>
        </pc:inkChg>
        <pc:inkChg chg="del">
          <ac:chgData name="Aggie Menezes" userId="74619c95fa3483c9" providerId="LiveId" clId="{0F0D0DFF-C84E-A645-B6FE-4D81F984E2C0}" dt="2020-12-17T07:18:02.938" v="7" actId="478"/>
          <ac:inkMkLst>
            <pc:docMk/>
            <pc:sldMk cId="2349107279" sldId="274"/>
            <ac:inkMk id="41" creationId="{7679C9FD-FE0F-CE4D-B1E0-2A9E2D9872B2}"/>
          </ac:inkMkLst>
        </pc:inkChg>
        <pc:inkChg chg="del">
          <ac:chgData name="Aggie Menezes" userId="74619c95fa3483c9" providerId="LiveId" clId="{0F0D0DFF-C84E-A645-B6FE-4D81F984E2C0}" dt="2020-12-17T07:18:02.938" v="7" actId="478"/>
          <ac:inkMkLst>
            <pc:docMk/>
            <pc:sldMk cId="2349107279" sldId="274"/>
            <ac:inkMk id="42" creationId="{DA2779A6-A110-084E-B3F6-D02748EC8931}"/>
          </ac:inkMkLst>
        </pc:inkChg>
        <pc:inkChg chg="del">
          <ac:chgData name="Aggie Menezes" userId="74619c95fa3483c9" providerId="LiveId" clId="{0F0D0DFF-C84E-A645-B6FE-4D81F984E2C0}" dt="2020-12-17T07:18:02.938" v="7" actId="478"/>
          <ac:inkMkLst>
            <pc:docMk/>
            <pc:sldMk cId="2349107279" sldId="274"/>
            <ac:inkMk id="43" creationId="{FB7DC3BB-87BF-B141-B456-3C168EB76B4F}"/>
          </ac:inkMkLst>
        </pc:inkChg>
        <pc:inkChg chg="del">
          <ac:chgData name="Aggie Menezes" userId="74619c95fa3483c9" providerId="LiveId" clId="{0F0D0DFF-C84E-A645-B6FE-4D81F984E2C0}" dt="2020-12-17T07:17:52.659" v="4" actId="478"/>
          <ac:inkMkLst>
            <pc:docMk/>
            <pc:sldMk cId="2349107279" sldId="274"/>
            <ac:inkMk id="82" creationId="{E5C96C94-483D-D34D-92B6-99680ADE1161}"/>
          </ac:inkMkLst>
        </pc:inkChg>
      </pc:sldChg>
      <pc:sldChg chg="delSp mod">
        <pc:chgData name="Aggie Menezes" userId="74619c95fa3483c9" providerId="LiveId" clId="{0F0D0DFF-C84E-A645-B6FE-4D81F984E2C0}" dt="2020-12-17T07:20:52.776" v="33" actId="478"/>
        <pc:sldMkLst>
          <pc:docMk/>
          <pc:sldMk cId="1159186410" sldId="276"/>
        </pc:sldMkLst>
        <pc:grpChg chg="del">
          <ac:chgData name="Aggie Menezes" userId="74619c95fa3483c9" providerId="LiveId" clId="{0F0D0DFF-C84E-A645-B6FE-4D81F984E2C0}" dt="2020-12-17T07:20:44.051" v="29" actId="478"/>
          <ac:grpSpMkLst>
            <pc:docMk/>
            <pc:sldMk cId="1159186410" sldId="276"/>
            <ac:grpSpMk id="21" creationId="{BF6F8ED9-8C00-0C43-9A1F-8370B39207CC}"/>
          </ac:grpSpMkLst>
        </pc:grpChg>
        <pc:grpChg chg="del">
          <ac:chgData name="Aggie Menezes" userId="74619c95fa3483c9" providerId="LiveId" clId="{0F0D0DFF-C84E-A645-B6FE-4D81F984E2C0}" dt="2020-12-17T07:20:47.663" v="31" actId="478"/>
          <ac:grpSpMkLst>
            <pc:docMk/>
            <pc:sldMk cId="1159186410" sldId="276"/>
            <ac:grpSpMk id="39" creationId="{AD2F1EDC-2B27-364C-93FE-59A3BB9E6DCD}"/>
          </ac:grpSpMkLst>
        </pc:grpChg>
        <pc:grpChg chg="del">
          <ac:chgData name="Aggie Menezes" userId="74619c95fa3483c9" providerId="LiveId" clId="{0F0D0DFF-C84E-A645-B6FE-4D81F984E2C0}" dt="2020-12-17T07:20:45.888" v="30" actId="478"/>
          <ac:grpSpMkLst>
            <pc:docMk/>
            <pc:sldMk cId="1159186410" sldId="276"/>
            <ac:grpSpMk id="40" creationId="{3636C2D8-5A83-3F40-AC1D-80B7C7509867}"/>
          </ac:grpSpMkLst>
        </pc:grpChg>
        <pc:inkChg chg="del">
          <ac:chgData name="Aggie Menezes" userId="74619c95fa3483c9" providerId="LiveId" clId="{0F0D0DFF-C84E-A645-B6FE-4D81F984E2C0}" dt="2020-12-17T07:20:36.535" v="25" actId="478"/>
          <ac:inkMkLst>
            <pc:docMk/>
            <pc:sldMk cId="1159186410" sldId="276"/>
            <ac:inkMk id="6" creationId="{D83AA3D3-74C3-0E4F-B0BD-E3CE727030F6}"/>
          </ac:inkMkLst>
        </pc:inkChg>
        <pc:inkChg chg="del">
          <ac:chgData name="Aggie Menezes" userId="74619c95fa3483c9" providerId="LiveId" clId="{0F0D0DFF-C84E-A645-B6FE-4D81F984E2C0}" dt="2020-12-17T07:20:38.457" v="26" actId="478"/>
          <ac:inkMkLst>
            <pc:docMk/>
            <pc:sldMk cId="1159186410" sldId="276"/>
            <ac:inkMk id="15" creationId="{F56D2012-10EB-7C40-95B2-7BF4B7B80009}"/>
          </ac:inkMkLst>
        </pc:inkChg>
        <pc:inkChg chg="del">
          <ac:chgData name="Aggie Menezes" userId="74619c95fa3483c9" providerId="LiveId" clId="{0F0D0DFF-C84E-A645-B6FE-4D81F984E2C0}" dt="2020-12-17T07:20:40.358" v="27" actId="478"/>
          <ac:inkMkLst>
            <pc:docMk/>
            <pc:sldMk cId="1159186410" sldId="276"/>
            <ac:inkMk id="16" creationId="{1BC505CE-2CF9-7C49-AA46-44CB282513C5}"/>
          </ac:inkMkLst>
        </pc:inkChg>
        <pc:inkChg chg="del">
          <ac:chgData name="Aggie Menezes" userId="74619c95fa3483c9" providerId="LiveId" clId="{0F0D0DFF-C84E-A645-B6FE-4D81F984E2C0}" dt="2020-12-17T07:20:41.920" v="28" actId="478"/>
          <ac:inkMkLst>
            <pc:docMk/>
            <pc:sldMk cId="1159186410" sldId="276"/>
            <ac:inkMk id="18" creationId="{FE984DFC-4620-B545-AE33-8E51BFB45DB9}"/>
          </ac:inkMkLst>
        </pc:inkChg>
        <pc:inkChg chg="del">
          <ac:chgData name="Aggie Menezes" userId="74619c95fa3483c9" providerId="LiveId" clId="{0F0D0DFF-C84E-A645-B6FE-4D81F984E2C0}" dt="2020-12-17T07:20:50.483" v="32" actId="478"/>
          <ac:inkMkLst>
            <pc:docMk/>
            <pc:sldMk cId="1159186410" sldId="276"/>
            <ac:inkMk id="41" creationId="{9F672272-3A1E-F74C-9446-B1B63B998FA7}"/>
          </ac:inkMkLst>
        </pc:inkChg>
        <pc:inkChg chg="del">
          <ac:chgData name="Aggie Menezes" userId="74619c95fa3483c9" providerId="LiveId" clId="{0F0D0DFF-C84E-A645-B6FE-4D81F984E2C0}" dt="2020-12-17T07:20:52.776" v="33" actId="478"/>
          <ac:inkMkLst>
            <pc:docMk/>
            <pc:sldMk cId="1159186410" sldId="276"/>
            <ac:inkMk id="42" creationId="{8A4984F9-040D-634B-9836-4015328FB5F2}"/>
          </ac:inkMkLst>
        </pc:inkChg>
      </pc:sldChg>
      <pc:sldChg chg="delSp modSp mod">
        <pc:chgData name="Aggie Menezes" userId="74619c95fa3483c9" providerId="LiveId" clId="{0F0D0DFF-C84E-A645-B6FE-4D81F984E2C0}" dt="2020-12-17T07:21:54.953" v="50" actId="58"/>
        <pc:sldMkLst>
          <pc:docMk/>
          <pc:sldMk cId="2701373781" sldId="277"/>
        </pc:sldMkLst>
        <pc:spChg chg="mod">
          <ac:chgData name="Aggie Menezes" userId="74619c95fa3483c9" providerId="LiveId" clId="{0F0D0DFF-C84E-A645-B6FE-4D81F984E2C0}" dt="2020-12-17T07:21:54.953" v="50" actId="58"/>
          <ac:spMkLst>
            <pc:docMk/>
            <pc:sldMk cId="2701373781" sldId="277"/>
            <ac:spMk id="45" creationId="{6FF1B86D-F2B5-C24D-9133-8207421ECA1D}"/>
          </ac:spMkLst>
        </pc:spChg>
        <pc:spChg chg="mod">
          <ac:chgData name="Aggie Menezes" userId="74619c95fa3483c9" providerId="LiveId" clId="{0F0D0DFF-C84E-A645-B6FE-4D81F984E2C0}" dt="2020-12-17T07:21:46.422" v="48" actId="58"/>
          <ac:spMkLst>
            <pc:docMk/>
            <pc:sldMk cId="2701373781" sldId="277"/>
            <ac:spMk id="46" creationId="{05761AB7-8DA1-314E-89ED-11C10B757EB7}"/>
          </ac:spMkLst>
        </pc:spChg>
        <pc:grpChg chg="del">
          <ac:chgData name="Aggie Menezes" userId="74619c95fa3483c9" providerId="LiveId" clId="{0F0D0DFF-C84E-A645-B6FE-4D81F984E2C0}" dt="2020-12-17T07:21:06.510" v="38" actId="478"/>
          <ac:grpSpMkLst>
            <pc:docMk/>
            <pc:sldMk cId="2701373781" sldId="277"/>
            <ac:grpSpMk id="10" creationId="{4FD041E4-AE56-3F45-99BC-6C290F5DE719}"/>
          </ac:grpSpMkLst>
        </pc:grpChg>
        <pc:grpChg chg="del">
          <ac:chgData name="Aggie Menezes" userId="74619c95fa3483c9" providerId="LiveId" clId="{0F0D0DFF-C84E-A645-B6FE-4D81F984E2C0}" dt="2020-12-17T07:21:04.543" v="37" actId="478"/>
          <ac:grpSpMkLst>
            <pc:docMk/>
            <pc:sldMk cId="2701373781" sldId="277"/>
            <ac:grpSpMk id="23" creationId="{B952D58B-32BF-344E-99A8-7FE0082CC739}"/>
          </ac:grpSpMkLst>
        </pc:grpChg>
        <pc:grpChg chg="del">
          <ac:chgData name="Aggie Menezes" userId="74619c95fa3483c9" providerId="LiveId" clId="{0F0D0DFF-C84E-A645-B6FE-4D81F984E2C0}" dt="2020-12-17T07:20:58.153" v="34" actId="478"/>
          <ac:grpSpMkLst>
            <pc:docMk/>
            <pc:sldMk cId="2701373781" sldId="277"/>
            <ac:grpSpMk id="27" creationId="{3ED814D7-F3BA-904A-8EC6-BA6D07BC4E12}"/>
          </ac:grpSpMkLst>
        </pc:grpChg>
        <pc:grpChg chg="del">
          <ac:chgData name="Aggie Menezes" userId="74619c95fa3483c9" providerId="LiveId" clId="{0F0D0DFF-C84E-A645-B6FE-4D81F984E2C0}" dt="2020-12-17T07:21:14.315" v="40" actId="478"/>
          <ac:grpSpMkLst>
            <pc:docMk/>
            <pc:sldMk cId="2701373781" sldId="277"/>
            <ac:grpSpMk id="66" creationId="{820E6D8F-200E-5043-B4ED-4E1AB6BCAB1E}"/>
          </ac:grpSpMkLst>
        </pc:grpChg>
        <pc:grpChg chg="del">
          <ac:chgData name="Aggie Menezes" userId="74619c95fa3483c9" providerId="LiveId" clId="{0F0D0DFF-C84E-A645-B6FE-4D81F984E2C0}" dt="2020-12-17T07:21:10.923" v="39" actId="478"/>
          <ac:grpSpMkLst>
            <pc:docMk/>
            <pc:sldMk cId="2701373781" sldId="277"/>
            <ac:grpSpMk id="85" creationId="{CB2DF2A3-91AC-2349-95FF-8A5FA1B88B3B}"/>
          </ac:grpSpMkLst>
        </pc:grpChg>
        <pc:inkChg chg="del">
          <ac:chgData name="Aggie Menezes" userId="74619c95fa3483c9" providerId="LiveId" clId="{0F0D0DFF-C84E-A645-B6FE-4D81F984E2C0}" dt="2020-12-17T07:20:59.673" v="35" actId="478"/>
          <ac:inkMkLst>
            <pc:docMk/>
            <pc:sldMk cId="2701373781" sldId="277"/>
            <ac:inkMk id="3" creationId="{8D2D361B-3756-734A-AB60-64B82DF8B43F}"/>
          </ac:inkMkLst>
        </pc:inkChg>
        <pc:inkChg chg="del">
          <ac:chgData name="Aggie Menezes" userId="74619c95fa3483c9" providerId="LiveId" clId="{0F0D0DFF-C84E-A645-B6FE-4D81F984E2C0}" dt="2020-12-17T07:21:26.523" v="44" actId="478"/>
          <ac:inkMkLst>
            <pc:docMk/>
            <pc:sldMk cId="2701373781" sldId="277"/>
            <ac:inkMk id="5" creationId="{115A113E-E912-FB4F-8664-968259EDA54C}"/>
          </ac:inkMkLst>
        </pc:inkChg>
        <pc:inkChg chg="del">
          <ac:chgData name="Aggie Menezes" userId="74619c95fa3483c9" providerId="LiveId" clId="{0F0D0DFF-C84E-A645-B6FE-4D81F984E2C0}" dt="2020-12-17T07:21:23.465" v="43" actId="478"/>
          <ac:inkMkLst>
            <pc:docMk/>
            <pc:sldMk cId="2701373781" sldId="277"/>
            <ac:inkMk id="7" creationId="{AE813859-7BD7-3640-B57C-814334DA74C4}"/>
          </ac:inkMkLst>
        </pc:inkChg>
        <pc:inkChg chg="del">
          <ac:chgData name="Aggie Menezes" userId="74619c95fa3483c9" providerId="LiveId" clId="{0F0D0DFF-C84E-A645-B6FE-4D81F984E2C0}" dt="2020-12-17T07:21:02.216" v="36" actId="478"/>
          <ac:inkMkLst>
            <pc:docMk/>
            <pc:sldMk cId="2701373781" sldId="277"/>
            <ac:inkMk id="11" creationId="{A017E647-D874-9940-8B5E-8DFA9CD38C68}"/>
          </ac:inkMkLst>
        </pc:inkChg>
        <pc:inkChg chg="del">
          <ac:chgData name="Aggie Menezes" userId="74619c95fa3483c9" providerId="LiveId" clId="{0F0D0DFF-C84E-A645-B6FE-4D81F984E2C0}" dt="2020-12-17T07:21:16.335" v="41" actId="478"/>
          <ac:inkMkLst>
            <pc:docMk/>
            <pc:sldMk cId="2701373781" sldId="277"/>
            <ac:inkMk id="67" creationId="{959F8250-AAD5-9A46-A682-78B8D38658AB}"/>
          </ac:inkMkLst>
        </pc:inkChg>
        <pc:inkChg chg="del">
          <ac:chgData name="Aggie Menezes" userId="74619c95fa3483c9" providerId="LiveId" clId="{0F0D0DFF-C84E-A645-B6FE-4D81F984E2C0}" dt="2020-12-17T07:21:18.475" v="42" actId="478"/>
          <ac:inkMkLst>
            <pc:docMk/>
            <pc:sldMk cId="2701373781" sldId="277"/>
            <ac:inkMk id="73" creationId="{6ECBE6F8-F3CB-714E-BF7C-A90EAD3BB7FB}"/>
          </ac:inkMkLst>
        </pc:inkChg>
      </pc:sldChg>
      <pc:sldChg chg="modSp mod">
        <pc:chgData name="Aggie Menezes" userId="74619c95fa3483c9" providerId="LiveId" clId="{0F0D0DFF-C84E-A645-B6FE-4D81F984E2C0}" dt="2020-12-17T07:19:48.487" v="15" actId="20577"/>
        <pc:sldMkLst>
          <pc:docMk/>
          <pc:sldMk cId="3966679043" sldId="278"/>
        </pc:sldMkLst>
        <pc:spChg chg="mod">
          <ac:chgData name="Aggie Menezes" userId="74619c95fa3483c9" providerId="LiveId" clId="{0F0D0DFF-C84E-A645-B6FE-4D81F984E2C0}" dt="2020-12-17T07:19:48.487" v="15" actId="20577"/>
          <ac:spMkLst>
            <pc:docMk/>
            <pc:sldMk cId="3966679043" sldId="278"/>
            <ac:spMk id="184" creationId="{00000000-0000-0000-0000-000000000000}"/>
          </ac:spMkLst>
        </pc:spChg>
      </pc:sldChg>
      <pc:sldChg chg="del">
        <pc:chgData name="Aggie Menezes" userId="74619c95fa3483c9" providerId="LiveId" clId="{0F0D0DFF-C84E-A645-B6FE-4D81F984E2C0}" dt="2020-12-17T07:18:40.961" v="13" actId="2696"/>
        <pc:sldMkLst>
          <pc:docMk/>
          <pc:sldMk cId="1606261703" sldId="280"/>
        </pc:sldMkLst>
      </pc:sldChg>
      <pc:sldChg chg="del">
        <pc:chgData name="Aggie Menezes" userId="74619c95fa3483c9" providerId="LiveId" clId="{0F0D0DFF-C84E-A645-B6FE-4D81F984E2C0}" dt="2020-12-17T07:18:26.782" v="11" actId="2696"/>
        <pc:sldMkLst>
          <pc:docMk/>
          <pc:sldMk cId="4015632547" sldId="281"/>
        </pc:sldMkLst>
      </pc:sldChg>
      <pc:sldChg chg="del">
        <pc:chgData name="Aggie Menezes" userId="74619c95fa3483c9" providerId="LiveId" clId="{0F0D0DFF-C84E-A645-B6FE-4D81F984E2C0}" dt="2020-12-17T07:18:34.778" v="12" actId="2696"/>
        <pc:sldMkLst>
          <pc:docMk/>
          <pc:sldMk cId="651813240" sldId="282"/>
        </pc:sldMkLst>
      </pc:sldChg>
      <pc:sldMasterChg chg="delSldLayout">
        <pc:chgData name="Aggie Menezes" userId="74619c95fa3483c9" providerId="LiveId" clId="{0F0D0DFF-C84E-A645-B6FE-4D81F984E2C0}" dt="2020-12-17T07:18:40.961" v="13" actId="2696"/>
        <pc:sldMasterMkLst>
          <pc:docMk/>
          <pc:sldMasterMk cId="0" sldId="2147483661"/>
        </pc:sldMasterMkLst>
        <pc:sldLayoutChg chg="del">
          <pc:chgData name="Aggie Menezes" userId="74619c95fa3483c9" providerId="LiveId" clId="{0F0D0DFF-C84E-A645-B6FE-4D81F984E2C0}" dt="2020-12-17T07:18:40.961" v="13" actId="2696"/>
          <pc:sldLayoutMkLst>
            <pc:docMk/>
            <pc:sldMasterMk cId="0" sldId="2147483661"/>
            <pc:sldLayoutMk cId="0" sldId="2147483650"/>
          </pc:sldLayoutMkLst>
        </pc:sldLayoutChg>
      </pc:sldMasterChg>
    </pc:docChg>
  </pc:docChgLst>
  <pc:docChgLst>
    <pc:chgData name="Aggie Menezes" userId="74619c95fa3483c9" providerId="LiveId" clId="{E1046145-E3DE-F540-A54F-1820C5049C66}"/>
    <pc:docChg chg="undo custSel addSld delSld modSld sldOrd">
      <pc:chgData name="Aggie Menezes" userId="74619c95fa3483c9" providerId="LiveId" clId="{E1046145-E3DE-F540-A54F-1820C5049C66}" dt="2021-04-08T09:51:21.308" v="5473"/>
      <pc:docMkLst>
        <pc:docMk/>
      </pc:docMkLst>
      <pc:sldChg chg="delSp modSp mod">
        <pc:chgData name="Aggie Menezes" userId="74619c95fa3483c9" providerId="LiveId" clId="{E1046145-E3DE-F540-A54F-1820C5049C66}" dt="2021-04-04T03:52:26.482" v="4822" actId="1076"/>
        <pc:sldMkLst>
          <pc:docMk/>
          <pc:sldMk cId="0" sldId="256"/>
        </pc:sldMkLst>
        <pc:spChg chg="del">
          <ac:chgData name="Aggie Menezes" userId="74619c95fa3483c9" providerId="LiveId" clId="{E1046145-E3DE-F540-A54F-1820C5049C66}" dt="2021-03-02T03:28:44.141" v="3" actId="478"/>
          <ac:spMkLst>
            <pc:docMk/>
            <pc:sldMk cId="0" sldId="256"/>
            <ac:spMk id="2" creationId="{6EEF7AF8-880F-6C4C-87F9-444F2CF0BC17}"/>
          </ac:spMkLst>
        </pc:spChg>
        <pc:spChg chg="mod">
          <ac:chgData name="Aggie Menezes" userId="74619c95fa3483c9" providerId="LiveId" clId="{E1046145-E3DE-F540-A54F-1820C5049C66}" dt="2021-04-04T03:52:26.482" v="4822" actId="1076"/>
          <ac:spMkLst>
            <pc:docMk/>
            <pc:sldMk cId="0" sldId="256"/>
            <ac:spMk id="119" creationId="{00000000-0000-0000-0000-000000000000}"/>
          </ac:spMkLst>
        </pc:spChg>
        <pc:grpChg chg="del">
          <ac:chgData name="Aggie Menezes" userId="74619c95fa3483c9" providerId="LiveId" clId="{E1046145-E3DE-F540-A54F-1820C5049C66}" dt="2021-03-02T03:28:44.141" v="3" actId="478"/>
          <ac:grpSpMkLst>
            <pc:docMk/>
            <pc:sldMk cId="0" sldId="256"/>
            <ac:grpSpMk id="249" creationId="{09794C06-A962-494E-ABB7-75A79CC103A4}"/>
          </ac:grpSpMkLst>
        </pc:grpChg>
        <pc:grpChg chg="del">
          <ac:chgData name="Aggie Menezes" userId="74619c95fa3483c9" providerId="LiveId" clId="{E1046145-E3DE-F540-A54F-1820C5049C66}" dt="2021-03-02T03:28:44.141" v="3" actId="478"/>
          <ac:grpSpMkLst>
            <pc:docMk/>
            <pc:sldMk cId="0" sldId="256"/>
            <ac:grpSpMk id="260" creationId="{935A32D0-D2D4-6741-B93A-D1E88098F674}"/>
          </ac:grpSpMkLst>
        </pc:grpChg>
        <pc:grpChg chg="del">
          <ac:chgData name="Aggie Menezes" userId="74619c95fa3483c9" providerId="LiveId" clId="{E1046145-E3DE-F540-A54F-1820C5049C66}" dt="2021-03-02T03:28:44.141" v="3" actId="478"/>
          <ac:grpSpMkLst>
            <pc:docMk/>
            <pc:sldMk cId="0" sldId="256"/>
            <ac:grpSpMk id="286" creationId="{F195731C-F25E-A045-B719-AB759FBAB540}"/>
          </ac:grpSpMkLst>
        </pc:grpChg>
        <pc:grpChg chg="del">
          <ac:chgData name="Aggie Menezes" userId="74619c95fa3483c9" providerId="LiveId" clId="{E1046145-E3DE-F540-A54F-1820C5049C66}" dt="2021-03-02T03:28:44.141" v="3" actId="478"/>
          <ac:grpSpMkLst>
            <pc:docMk/>
            <pc:sldMk cId="0" sldId="256"/>
            <ac:grpSpMk id="287" creationId="{3D9E02C9-A53D-DC49-A0FA-61B2AC766323}"/>
          </ac:grpSpMkLst>
        </pc:grpChg>
        <pc:grpChg chg="del">
          <ac:chgData name="Aggie Menezes" userId="74619c95fa3483c9" providerId="LiveId" clId="{E1046145-E3DE-F540-A54F-1820C5049C66}" dt="2021-03-02T03:28:44.141" v="3" actId="478"/>
          <ac:grpSpMkLst>
            <pc:docMk/>
            <pc:sldMk cId="0" sldId="256"/>
            <ac:grpSpMk id="288" creationId="{0CF90C99-88E2-3F4E-829D-87A3218A8989}"/>
          </ac:grpSpMkLst>
        </pc:grpChg>
        <pc:grpChg chg="del">
          <ac:chgData name="Aggie Menezes" userId="74619c95fa3483c9" providerId="LiveId" clId="{E1046145-E3DE-F540-A54F-1820C5049C66}" dt="2021-03-02T03:28:44.141" v="3" actId="478"/>
          <ac:grpSpMkLst>
            <pc:docMk/>
            <pc:sldMk cId="0" sldId="256"/>
            <ac:grpSpMk id="293" creationId="{D5D4C34E-04E1-DD4F-9B93-299DF6842B6C}"/>
          </ac:grpSpMkLst>
        </pc:grpChg>
        <pc:grpChg chg="del">
          <ac:chgData name="Aggie Menezes" userId="74619c95fa3483c9" providerId="LiveId" clId="{E1046145-E3DE-F540-A54F-1820C5049C66}" dt="2021-03-02T03:28:34.958" v="0" actId="478"/>
          <ac:grpSpMkLst>
            <pc:docMk/>
            <pc:sldMk cId="0" sldId="256"/>
            <ac:grpSpMk id="300" creationId="{CB86D6C3-1586-8848-B1AB-3700D24054EF}"/>
          </ac:grpSpMkLst>
        </pc:grpChg>
        <pc:grpChg chg="del">
          <ac:chgData name="Aggie Menezes" userId="74619c95fa3483c9" providerId="LiveId" clId="{E1046145-E3DE-F540-A54F-1820C5049C66}" dt="2021-03-02T03:28:34.958" v="0" actId="478"/>
          <ac:grpSpMkLst>
            <pc:docMk/>
            <pc:sldMk cId="0" sldId="256"/>
            <ac:grpSpMk id="314" creationId="{70459527-3794-0C41-97BA-27BDB6A82CB2}"/>
          </ac:grpSpMkLst>
        </pc:grpChg>
        <pc:grpChg chg="del">
          <ac:chgData name="Aggie Menezes" userId="74619c95fa3483c9" providerId="LiveId" clId="{E1046145-E3DE-F540-A54F-1820C5049C66}" dt="2021-03-02T03:28:34.958" v="0" actId="478"/>
          <ac:grpSpMkLst>
            <pc:docMk/>
            <pc:sldMk cId="0" sldId="256"/>
            <ac:grpSpMk id="323" creationId="{C0013FAE-B5EA-804D-966B-9C1CB8A69698}"/>
          </ac:grpSpMkLst>
        </pc:grpChg>
        <pc:grpChg chg="del">
          <ac:chgData name="Aggie Menezes" userId="74619c95fa3483c9" providerId="LiveId" clId="{E1046145-E3DE-F540-A54F-1820C5049C66}" dt="2021-03-02T03:28:34.958" v="0" actId="478"/>
          <ac:grpSpMkLst>
            <pc:docMk/>
            <pc:sldMk cId="0" sldId="256"/>
            <ac:grpSpMk id="335" creationId="{10571ECF-0616-034C-A8CE-DDDD2284A00A}"/>
          </ac:grpSpMkLst>
        </pc:grpChg>
        <pc:grpChg chg="del">
          <ac:chgData name="Aggie Menezes" userId="74619c95fa3483c9" providerId="LiveId" clId="{E1046145-E3DE-F540-A54F-1820C5049C66}" dt="2021-03-02T03:28:34.958" v="0" actId="478"/>
          <ac:grpSpMkLst>
            <pc:docMk/>
            <pc:sldMk cId="0" sldId="256"/>
            <ac:grpSpMk id="343" creationId="{14878F7B-47C1-CD46-9257-D565D17F2681}"/>
          </ac:grpSpMkLst>
        </pc:grpChg>
        <pc:grpChg chg="del">
          <ac:chgData name="Aggie Menezes" userId="74619c95fa3483c9" providerId="LiveId" clId="{E1046145-E3DE-F540-A54F-1820C5049C66}" dt="2021-03-02T03:28:34.958" v="0" actId="478"/>
          <ac:grpSpMkLst>
            <pc:docMk/>
            <pc:sldMk cId="0" sldId="256"/>
            <ac:grpSpMk id="359" creationId="{857BAF77-83F2-3F4A-BCB4-B724042D9418}"/>
          </ac:grpSpMkLst>
        </pc:grpChg>
        <pc:grpChg chg="del">
          <ac:chgData name="Aggie Menezes" userId="74619c95fa3483c9" providerId="LiveId" clId="{E1046145-E3DE-F540-A54F-1820C5049C66}" dt="2021-03-02T03:28:34.958" v="0" actId="478"/>
          <ac:grpSpMkLst>
            <pc:docMk/>
            <pc:sldMk cId="0" sldId="256"/>
            <ac:grpSpMk id="370" creationId="{E8426673-DF43-3E43-B47E-7987280ABD10}"/>
          </ac:grpSpMkLst>
        </pc:grpChg>
        <pc:inkChg chg="del">
          <ac:chgData name="Aggie Menezes" userId="74619c95fa3483c9" providerId="LiveId" clId="{E1046145-E3DE-F540-A54F-1820C5049C66}" dt="2021-03-02T03:28:39.903" v="2" actId="478"/>
          <ac:inkMkLst>
            <pc:docMk/>
            <pc:sldMk cId="0" sldId="256"/>
            <ac:inkMk id="196" creationId="{F83BDB6B-EE4A-3644-AF6B-D453CCB340BB}"/>
          </ac:inkMkLst>
        </pc:inkChg>
        <pc:inkChg chg="del">
          <ac:chgData name="Aggie Menezes" userId="74619c95fa3483c9" providerId="LiveId" clId="{E1046145-E3DE-F540-A54F-1820C5049C66}" dt="2021-03-02T03:28:37.697" v="1" actId="478"/>
          <ac:inkMkLst>
            <pc:docMk/>
            <pc:sldMk cId="0" sldId="256"/>
            <ac:inkMk id="311" creationId="{BA8EA4AD-1BE0-9844-9A46-782CB3807EAF}"/>
          </ac:inkMkLst>
        </pc:inkChg>
        <pc:inkChg chg="del">
          <ac:chgData name="Aggie Menezes" userId="74619c95fa3483c9" providerId="LiveId" clId="{E1046145-E3DE-F540-A54F-1820C5049C66}" dt="2021-03-02T03:28:34.958" v="0" actId="478"/>
          <ac:inkMkLst>
            <pc:docMk/>
            <pc:sldMk cId="0" sldId="256"/>
            <ac:inkMk id="344" creationId="{DF097D25-8AA3-F34D-8DE6-8AE27A6CDB79}"/>
          </ac:inkMkLst>
        </pc:inkChg>
      </pc:sldChg>
      <pc:sldChg chg="addSp delSp modSp mod modAnim">
        <pc:chgData name="Aggie Menezes" userId="74619c95fa3483c9" providerId="LiveId" clId="{E1046145-E3DE-F540-A54F-1820C5049C66}" dt="2021-04-06T08:57:14.501" v="5309" actId="2085"/>
        <pc:sldMkLst>
          <pc:docMk/>
          <pc:sldMk cId="0" sldId="257"/>
        </pc:sldMkLst>
        <pc:spChg chg="del mod">
          <ac:chgData name="Aggie Menezes" userId="74619c95fa3483c9" providerId="LiveId" clId="{E1046145-E3DE-F540-A54F-1820C5049C66}" dt="2021-03-26T13:40:17.396" v="4819" actId="478"/>
          <ac:spMkLst>
            <pc:docMk/>
            <pc:sldMk cId="0" sldId="257"/>
            <ac:spMk id="2" creationId="{66A29709-405A-624B-AD91-B4842DE194EF}"/>
          </ac:spMkLst>
        </pc:spChg>
        <pc:spChg chg="add del mod">
          <ac:chgData name="Aggie Menezes" userId="74619c95fa3483c9" providerId="LiveId" clId="{E1046145-E3DE-F540-A54F-1820C5049C66}" dt="2021-04-04T04:28:25.950" v="4904" actId="478"/>
          <ac:spMkLst>
            <pc:docMk/>
            <pc:sldMk cId="0" sldId="257"/>
            <ac:spMk id="25" creationId="{56D37DEF-C693-814C-BF8C-C9619E6BA45C}"/>
          </ac:spMkLst>
        </pc:spChg>
        <pc:spChg chg="add mod">
          <ac:chgData name="Aggie Menezes" userId="74619c95fa3483c9" providerId="LiveId" clId="{E1046145-E3DE-F540-A54F-1820C5049C66}" dt="2021-04-06T08:53:37.987" v="5193" actId="207"/>
          <ac:spMkLst>
            <pc:docMk/>
            <pc:sldMk cId="0" sldId="257"/>
            <ac:spMk id="25" creationId="{84F81327-2BED-B34D-A247-B728E747E157}"/>
          </ac:spMkLst>
        </pc:spChg>
        <pc:spChg chg="add mod">
          <ac:chgData name="Aggie Menezes" userId="74619c95fa3483c9" providerId="LiveId" clId="{E1046145-E3DE-F540-A54F-1820C5049C66}" dt="2021-04-06T08:56:03.524" v="5299" actId="207"/>
          <ac:spMkLst>
            <pc:docMk/>
            <pc:sldMk cId="0" sldId="257"/>
            <ac:spMk id="26" creationId="{6419E06A-BFAB-1B45-8F4D-DAFFC6F7808B}"/>
          </ac:spMkLst>
        </pc:spChg>
        <pc:spChg chg="add mod">
          <ac:chgData name="Aggie Menezes" userId="74619c95fa3483c9" providerId="LiveId" clId="{E1046145-E3DE-F540-A54F-1820C5049C66}" dt="2021-04-06T08:56:38.830" v="5308" actId="207"/>
          <ac:spMkLst>
            <pc:docMk/>
            <pc:sldMk cId="0" sldId="257"/>
            <ac:spMk id="27" creationId="{E7D54F7E-3738-334E-ADF7-6A105C5D8C2C}"/>
          </ac:spMkLst>
        </pc:spChg>
        <pc:spChg chg="mod">
          <ac:chgData name="Aggie Menezes" userId="74619c95fa3483c9" providerId="LiveId" clId="{E1046145-E3DE-F540-A54F-1820C5049C66}" dt="2021-03-06T05:16:01.137" v="4232" actId="164"/>
          <ac:spMkLst>
            <pc:docMk/>
            <pc:sldMk cId="0" sldId="257"/>
            <ac:spMk id="79" creationId="{425424DB-96CF-FD40-8DB3-6F224358E83B}"/>
          </ac:spMkLst>
        </pc:spChg>
        <pc:spChg chg="mod">
          <ac:chgData name="Aggie Menezes" userId="74619c95fa3483c9" providerId="LiveId" clId="{E1046145-E3DE-F540-A54F-1820C5049C66}" dt="2021-03-06T05:16:01.137" v="4232" actId="164"/>
          <ac:spMkLst>
            <pc:docMk/>
            <pc:sldMk cId="0" sldId="257"/>
            <ac:spMk id="80" creationId="{80282CAA-2B96-B84C-9B77-BA1B4A7F4F71}"/>
          </ac:spMkLst>
        </pc:spChg>
        <pc:spChg chg="mod">
          <ac:chgData name="Aggie Menezes" userId="74619c95fa3483c9" providerId="LiveId" clId="{E1046145-E3DE-F540-A54F-1820C5049C66}" dt="2021-03-06T05:16:41.374" v="4238" actId="14100"/>
          <ac:spMkLst>
            <pc:docMk/>
            <pc:sldMk cId="0" sldId="257"/>
            <ac:spMk id="84" creationId="{AD67CB34-DF97-1D47-857E-85A1B339CCCC}"/>
          </ac:spMkLst>
        </pc:spChg>
        <pc:spChg chg="mod">
          <ac:chgData name="Aggie Menezes" userId="74619c95fa3483c9" providerId="LiveId" clId="{E1046145-E3DE-F540-A54F-1820C5049C66}" dt="2021-03-06T05:16:47.596" v="4239" actId="1076"/>
          <ac:spMkLst>
            <pc:docMk/>
            <pc:sldMk cId="0" sldId="257"/>
            <ac:spMk id="85" creationId="{B0DBA340-FD37-5847-84CE-733C2C2BDE4B}"/>
          </ac:spMkLst>
        </pc:spChg>
        <pc:spChg chg="mod">
          <ac:chgData name="Aggie Menezes" userId="74619c95fa3483c9" providerId="LiveId" clId="{E1046145-E3DE-F540-A54F-1820C5049C66}" dt="2021-03-06T05:16:31.873" v="4236" actId="1076"/>
          <ac:spMkLst>
            <pc:docMk/>
            <pc:sldMk cId="0" sldId="257"/>
            <ac:spMk id="86" creationId="{D495CF63-BBEC-FB4A-80FF-4EA49EE45DAA}"/>
          </ac:spMkLst>
        </pc:spChg>
        <pc:spChg chg="mod">
          <ac:chgData name="Aggie Menezes" userId="74619c95fa3483c9" providerId="LiveId" clId="{E1046145-E3DE-F540-A54F-1820C5049C66}" dt="2021-03-06T05:16:53.109" v="4240" actId="1076"/>
          <ac:spMkLst>
            <pc:docMk/>
            <pc:sldMk cId="0" sldId="257"/>
            <ac:spMk id="87" creationId="{153579CA-7A65-C940-8038-CDDE98CC91BE}"/>
          </ac:spMkLst>
        </pc:spChg>
        <pc:spChg chg="mod">
          <ac:chgData name="Aggie Menezes" userId="74619c95fa3483c9" providerId="LiveId" clId="{E1046145-E3DE-F540-A54F-1820C5049C66}" dt="2021-04-06T08:57:14.501" v="5309" actId="2085"/>
          <ac:spMkLst>
            <pc:docMk/>
            <pc:sldMk cId="0" sldId="257"/>
            <ac:spMk id="88" creationId="{49FDE89B-7298-5B4D-A892-30EB4753621D}"/>
          </ac:spMkLst>
        </pc:spChg>
        <pc:spChg chg="mod">
          <ac:chgData name="Aggie Menezes" userId="74619c95fa3483c9" providerId="LiveId" clId="{E1046145-E3DE-F540-A54F-1820C5049C66}" dt="2021-03-06T05:17:16.303" v="4243" actId="1076"/>
          <ac:spMkLst>
            <pc:docMk/>
            <pc:sldMk cId="0" sldId="257"/>
            <ac:spMk id="89" creationId="{882016CA-0C6C-BC44-A754-B3A24A0CFE90}"/>
          </ac:spMkLst>
        </pc:spChg>
        <pc:spChg chg="mod">
          <ac:chgData name="Aggie Menezes" userId="74619c95fa3483c9" providerId="LiveId" clId="{E1046145-E3DE-F540-A54F-1820C5049C66}" dt="2021-03-06T05:11:43.940" v="4184" actId="14100"/>
          <ac:spMkLst>
            <pc:docMk/>
            <pc:sldMk cId="0" sldId="257"/>
            <ac:spMk id="145" creationId="{00000000-0000-0000-0000-000000000000}"/>
          </ac:spMkLst>
        </pc:spChg>
        <pc:spChg chg="mod">
          <ac:chgData name="Aggie Menezes" userId="74619c95fa3483c9" providerId="LiveId" clId="{E1046145-E3DE-F540-A54F-1820C5049C66}" dt="2021-03-06T05:17:56.436" v="4286" actId="14100"/>
          <ac:spMkLst>
            <pc:docMk/>
            <pc:sldMk cId="0" sldId="257"/>
            <ac:spMk id="184" creationId="{00000000-0000-0000-0000-000000000000}"/>
          </ac:spMkLst>
        </pc:spChg>
        <pc:grpChg chg="add mod">
          <ac:chgData name="Aggie Menezes" userId="74619c95fa3483c9" providerId="LiveId" clId="{E1046145-E3DE-F540-A54F-1820C5049C66}" dt="2021-03-06T05:16:01.137" v="4232" actId="164"/>
          <ac:grpSpMkLst>
            <pc:docMk/>
            <pc:sldMk cId="0" sldId="257"/>
            <ac:grpSpMk id="8" creationId="{6C3C06FC-C999-114E-9A1A-7A19B62D8123}"/>
          </ac:grpSpMkLst>
        </pc:grpChg>
        <pc:grpChg chg="del">
          <ac:chgData name="Aggie Menezes" userId="74619c95fa3483c9" providerId="LiveId" clId="{E1046145-E3DE-F540-A54F-1820C5049C66}" dt="2021-03-09T03:26:26.742" v="4529" actId="478"/>
          <ac:grpSpMkLst>
            <pc:docMk/>
            <pc:sldMk cId="0" sldId="257"/>
            <ac:grpSpMk id="20" creationId="{5C7B69E0-C8D5-4E4D-B853-EB82BF6F3A65}"/>
          </ac:grpSpMkLst>
        </pc:grpChg>
        <pc:grpChg chg="del">
          <ac:chgData name="Aggie Menezes" userId="74619c95fa3483c9" providerId="LiveId" clId="{E1046145-E3DE-F540-A54F-1820C5049C66}" dt="2021-03-26T13:40:10.758" v="4818" actId="478"/>
          <ac:grpSpMkLst>
            <pc:docMk/>
            <pc:sldMk cId="0" sldId="257"/>
            <ac:grpSpMk id="24" creationId="{8EA6DFE3-DC20-8B4B-89DE-2C5314E4284A}"/>
          </ac:grpSpMkLst>
        </pc:grpChg>
        <pc:grpChg chg="del">
          <ac:chgData name="Aggie Menezes" userId="74619c95fa3483c9" providerId="LiveId" clId="{E1046145-E3DE-F540-A54F-1820C5049C66}" dt="2021-03-09T03:26:43.583" v="4536" actId="478"/>
          <ac:grpSpMkLst>
            <pc:docMk/>
            <pc:sldMk cId="0" sldId="257"/>
            <ac:grpSpMk id="24" creationId="{DF732747-0938-9B47-A24B-56D1A8BA2B60}"/>
          </ac:grpSpMkLst>
        </pc:grpChg>
        <pc:grpChg chg="del">
          <ac:chgData name="Aggie Menezes" userId="74619c95fa3483c9" providerId="LiveId" clId="{E1046145-E3DE-F540-A54F-1820C5049C66}" dt="2021-03-06T05:15:24.249" v="4227" actId="478"/>
          <ac:grpSpMkLst>
            <pc:docMk/>
            <pc:sldMk cId="0" sldId="257"/>
            <ac:grpSpMk id="24" creationId="{E0686562-E383-CA42-820B-AD3DB61793E7}"/>
          </ac:grpSpMkLst>
        </pc:grpChg>
        <pc:grpChg chg="del">
          <ac:chgData name="Aggie Menezes" userId="74619c95fa3483c9" providerId="LiveId" clId="{E1046145-E3DE-F540-A54F-1820C5049C66}" dt="2021-03-26T13:40:09.504" v="4817" actId="478"/>
          <ac:grpSpMkLst>
            <pc:docMk/>
            <pc:sldMk cId="0" sldId="257"/>
            <ac:grpSpMk id="25" creationId="{45EE25CB-95A0-ED48-B965-431569E5558C}"/>
          </ac:grpSpMkLst>
        </pc:grpChg>
        <pc:grpChg chg="del">
          <ac:chgData name="Aggie Menezes" userId="74619c95fa3483c9" providerId="LiveId" clId="{E1046145-E3DE-F540-A54F-1820C5049C66}" dt="2021-03-26T13:40:05.681" v="4816" actId="478"/>
          <ac:grpSpMkLst>
            <pc:docMk/>
            <pc:sldMk cId="0" sldId="257"/>
            <ac:grpSpMk id="35" creationId="{08546C15-4899-B446-8FF1-477798FC87E8}"/>
          </ac:grpSpMkLst>
        </pc:grpChg>
        <pc:grpChg chg="del">
          <ac:chgData name="Aggie Menezes" userId="74619c95fa3483c9" providerId="LiveId" clId="{E1046145-E3DE-F540-A54F-1820C5049C66}" dt="2021-03-26T13:39:59.010" v="4815" actId="478"/>
          <ac:grpSpMkLst>
            <pc:docMk/>
            <pc:sldMk cId="0" sldId="257"/>
            <ac:grpSpMk id="44" creationId="{4E614C90-CA0B-1848-A9F6-6B0F3C34706C}"/>
          </ac:grpSpMkLst>
        </pc:grpChg>
        <pc:grpChg chg="del">
          <ac:chgData name="Aggie Menezes" userId="74619c95fa3483c9" providerId="LiveId" clId="{E1046145-E3DE-F540-A54F-1820C5049C66}" dt="2021-03-26T13:40:17.396" v="4819" actId="478"/>
          <ac:grpSpMkLst>
            <pc:docMk/>
            <pc:sldMk cId="0" sldId="257"/>
            <ac:grpSpMk id="51" creationId="{47574AE8-E625-B048-A12C-CC0FA5B2576F}"/>
          </ac:grpSpMkLst>
        </pc:grpChg>
        <pc:grpChg chg="del">
          <ac:chgData name="Aggie Menezes" userId="74619c95fa3483c9" providerId="LiveId" clId="{E1046145-E3DE-F540-A54F-1820C5049C66}" dt="2021-03-26T13:40:17.396" v="4819" actId="478"/>
          <ac:grpSpMkLst>
            <pc:docMk/>
            <pc:sldMk cId="0" sldId="257"/>
            <ac:grpSpMk id="58" creationId="{DAF503E3-F317-804B-8DCF-872BD5B992FD}"/>
          </ac:grpSpMkLst>
        </pc:grpChg>
        <pc:grpChg chg="del">
          <ac:chgData name="Aggie Menezes" userId="74619c95fa3483c9" providerId="LiveId" clId="{E1046145-E3DE-F540-A54F-1820C5049C66}" dt="2021-03-26T13:40:17.396" v="4819" actId="478"/>
          <ac:grpSpMkLst>
            <pc:docMk/>
            <pc:sldMk cId="0" sldId="257"/>
            <ac:grpSpMk id="59" creationId="{66179603-438D-4648-B253-37AAD818A3FD}"/>
          </ac:grpSpMkLst>
        </pc:grpChg>
        <pc:grpChg chg="del">
          <ac:chgData name="Aggie Menezes" userId="74619c95fa3483c9" providerId="LiveId" clId="{E1046145-E3DE-F540-A54F-1820C5049C66}" dt="2021-03-26T13:40:17.396" v="4819" actId="478"/>
          <ac:grpSpMkLst>
            <pc:docMk/>
            <pc:sldMk cId="0" sldId="257"/>
            <ac:grpSpMk id="71" creationId="{26F8B3F7-50F9-474B-B3BE-749DBCC30EFA}"/>
          </ac:grpSpMkLst>
        </pc:grpChg>
        <pc:grpChg chg="del">
          <ac:chgData name="Aggie Menezes" userId="74619c95fa3483c9" providerId="LiveId" clId="{E1046145-E3DE-F540-A54F-1820C5049C66}" dt="2021-03-06T05:10:37.138" v="4178" actId="478"/>
          <ac:grpSpMkLst>
            <pc:docMk/>
            <pc:sldMk cId="0" sldId="257"/>
            <ac:grpSpMk id="71" creationId="{BFAA91A2-AC74-4C40-A4A4-931B03C89B88}"/>
          </ac:grpSpMkLst>
        </pc:grpChg>
        <pc:grpChg chg="del">
          <ac:chgData name="Aggie Menezes" userId="74619c95fa3483c9" providerId="LiveId" clId="{E1046145-E3DE-F540-A54F-1820C5049C66}" dt="2021-03-06T05:10:39.738" v="4179" actId="478"/>
          <ac:grpSpMkLst>
            <pc:docMk/>
            <pc:sldMk cId="0" sldId="257"/>
            <ac:grpSpMk id="75" creationId="{ED11BC63-0E7B-6840-9869-024F30587CF5}"/>
          </ac:grpSpMkLst>
        </pc:grpChg>
        <pc:grpChg chg="del">
          <ac:chgData name="Aggie Menezes" userId="74619c95fa3483c9" providerId="LiveId" clId="{E1046145-E3DE-F540-A54F-1820C5049C66}" dt="2021-03-09T03:26:22.120" v="4527" actId="478"/>
          <ac:grpSpMkLst>
            <pc:docMk/>
            <pc:sldMk cId="0" sldId="257"/>
            <ac:grpSpMk id="109" creationId="{1A54F711-1EDF-F849-BF19-D6490C2051DB}"/>
          </ac:grpSpMkLst>
        </pc:grpChg>
        <pc:grpChg chg="del">
          <ac:chgData name="Aggie Menezes" userId="74619c95fa3483c9" providerId="LiveId" clId="{E1046145-E3DE-F540-A54F-1820C5049C66}" dt="2021-03-09T03:26:46.101" v="4537" actId="478"/>
          <ac:grpSpMkLst>
            <pc:docMk/>
            <pc:sldMk cId="0" sldId="257"/>
            <ac:grpSpMk id="118" creationId="{E735C962-5D8A-464B-8EFC-20DA298AEFE9}"/>
          </ac:grpSpMkLst>
        </pc:grpChg>
        <pc:grpChg chg="del">
          <ac:chgData name="Aggie Menezes" userId="74619c95fa3483c9" providerId="LiveId" clId="{E1046145-E3DE-F540-A54F-1820C5049C66}" dt="2021-03-09T03:26:24.730" v="4528" actId="478"/>
          <ac:grpSpMkLst>
            <pc:docMk/>
            <pc:sldMk cId="0" sldId="257"/>
            <ac:grpSpMk id="128" creationId="{96E42393-036C-0A4D-BDE6-656C23ACCEB5}"/>
          </ac:grpSpMkLst>
        </pc:grpChg>
        <pc:grpChg chg="mod">
          <ac:chgData name="Aggie Menezes" userId="74619c95fa3483c9" providerId="LiveId" clId="{E1046145-E3DE-F540-A54F-1820C5049C66}" dt="2021-03-06T05:16:01.137" v="4232" actId="164"/>
          <ac:grpSpMkLst>
            <pc:docMk/>
            <pc:sldMk cId="0" sldId="257"/>
            <ac:grpSpMk id="146" creationId="{00000000-0000-0000-0000-000000000000}"/>
          </ac:grpSpMkLst>
        </pc:grpChg>
        <pc:grpChg chg="del">
          <ac:chgData name="Aggie Menezes" userId="74619c95fa3483c9" providerId="LiveId" clId="{E1046145-E3DE-F540-A54F-1820C5049C66}" dt="2021-03-09T03:26:52.076" v="4540" actId="478"/>
          <ac:grpSpMkLst>
            <pc:docMk/>
            <pc:sldMk cId="0" sldId="257"/>
            <ac:grpSpMk id="150" creationId="{4E295D8A-D161-FA40-9377-2A9FFE4FC01B}"/>
          </ac:grpSpMkLst>
        </pc:grpChg>
        <pc:inkChg chg="del">
          <ac:chgData name="Aggie Menezes" userId="74619c95fa3483c9" providerId="LiveId" clId="{E1046145-E3DE-F540-A54F-1820C5049C66}" dt="2021-03-09T03:26:29.459" v="4530" actId="478"/>
          <ac:inkMkLst>
            <pc:docMk/>
            <pc:sldMk cId="0" sldId="257"/>
            <ac:inkMk id="12" creationId="{974E9F97-ACC7-5C48-9258-B75D05E2D60F}"/>
          </ac:inkMkLst>
        </pc:inkChg>
        <pc:inkChg chg="del">
          <ac:chgData name="Aggie Menezes" userId="74619c95fa3483c9" providerId="LiveId" clId="{E1046145-E3DE-F540-A54F-1820C5049C66}" dt="2021-03-09T03:26:31.478" v="4531" actId="478"/>
          <ac:inkMkLst>
            <pc:docMk/>
            <pc:sldMk cId="0" sldId="257"/>
            <ac:inkMk id="13" creationId="{1E39CD8E-9660-7B43-BEC2-8E9156BE45FD}"/>
          </ac:inkMkLst>
        </pc:inkChg>
        <pc:inkChg chg="del">
          <ac:chgData name="Aggie Menezes" userId="74619c95fa3483c9" providerId="LiveId" clId="{E1046145-E3DE-F540-A54F-1820C5049C66}" dt="2021-03-09T03:26:37.915" v="4534" actId="478"/>
          <ac:inkMkLst>
            <pc:docMk/>
            <pc:sldMk cId="0" sldId="257"/>
            <ac:inkMk id="14" creationId="{BBB7F0E5-CC89-2E44-8F42-6FC3327DC8F2}"/>
          </ac:inkMkLst>
        </pc:inkChg>
        <pc:inkChg chg="del">
          <ac:chgData name="Aggie Menezes" userId="74619c95fa3483c9" providerId="LiveId" clId="{E1046145-E3DE-F540-A54F-1820C5049C66}" dt="2021-03-09T03:26:35.933" v="4533" actId="478"/>
          <ac:inkMkLst>
            <pc:docMk/>
            <pc:sldMk cId="0" sldId="257"/>
            <ac:inkMk id="15" creationId="{040CF3A0-E019-104D-B7A2-725396F98DF7}"/>
          </ac:inkMkLst>
        </pc:inkChg>
        <pc:inkChg chg="del">
          <ac:chgData name="Aggie Menezes" userId="74619c95fa3483c9" providerId="LiveId" clId="{E1046145-E3DE-F540-A54F-1820C5049C66}" dt="2021-03-09T03:26:33.820" v="4532" actId="478"/>
          <ac:inkMkLst>
            <pc:docMk/>
            <pc:sldMk cId="0" sldId="257"/>
            <ac:inkMk id="17" creationId="{614D7E32-381A-3A47-AB43-C2B8D4466BEE}"/>
          </ac:inkMkLst>
        </pc:inkChg>
        <pc:inkChg chg="del">
          <ac:chgData name="Aggie Menezes" userId="74619c95fa3483c9" providerId="LiveId" clId="{E1046145-E3DE-F540-A54F-1820C5049C66}" dt="2021-03-09T03:26:41.426" v="4535" actId="478"/>
          <ac:inkMkLst>
            <pc:docMk/>
            <pc:sldMk cId="0" sldId="257"/>
            <ac:inkMk id="21" creationId="{27529E1E-D44C-BF4F-9F0F-965F0D66FF15}"/>
          </ac:inkMkLst>
        </pc:inkChg>
        <pc:inkChg chg="del">
          <ac:chgData name="Aggie Menezes" userId="74619c95fa3483c9" providerId="LiveId" clId="{E1046145-E3DE-F540-A54F-1820C5049C66}" dt="2021-03-09T03:26:50.307" v="4539" actId="478"/>
          <ac:inkMkLst>
            <pc:docMk/>
            <pc:sldMk cId="0" sldId="257"/>
            <ac:inkMk id="29" creationId="{F35079E4-B8D3-4E4D-9C2F-8332C7FBE35C}"/>
          </ac:inkMkLst>
        </pc:inkChg>
        <pc:inkChg chg="del">
          <ac:chgData name="Aggie Menezes" userId="74619c95fa3483c9" providerId="LiveId" clId="{E1046145-E3DE-F540-A54F-1820C5049C66}" dt="2021-03-09T03:26:48.047" v="4538" actId="478"/>
          <ac:inkMkLst>
            <pc:docMk/>
            <pc:sldMk cId="0" sldId="257"/>
            <ac:inkMk id="59" creationId="{5FE6EEEE-496A-B846-9A89-49AF463D97B6}"/>
          </ac:inkMkLst>
        </pc:inkChg>
      </pc:sldChg>
      <pc:sldChg chg="modSp mod">
        <pc:chgData name="Aggie Menezes" userId="74619c95fa3483c9" providerId="LiveId" clId="{E1046145-E3DE-F540-A54F-1820C5049C66}" dt="2021-03-06T02:00:34.350" v="2775" actId="2711"/>
        <pc:sldMkLst>
          <pc:docMk/>
          <pc:sldMk cId="0" sldId="258"/>
        </pc:sldMkLst>
        <pc:spChg chg="mod">
          <ac:chgData name="Aggie Menezes" userId="74619c95fa3483c9" providerId="LiveId" clId="{E1046145-E3DE-F540-A54F-1820C5049C66}" dt="2021-03-06T02:00:04.547" v="2768" actId="255"/>
          <ac:spMkLst>
            <pc:docMk/>
            <pc:sldMk cId="0" sldId="258"/>
            <ac:spMk id="27" creationId="{CFB1BE93-25C7-3543-A37D-CD8E93E7B900}"/>
          </ac:spMkLst>
        </pc:spChg>
        <pc:spChg chg="mod">
          <ac:chgData name="Aggie Menezes" userId="74619c95fa3483c9" providerId="LiveId" clId="{E1046145-E3DE-F540-A54F-1820C5049C66}" dt="2021-03-06T02:00:04.547" v="2768" actId="255"/>
          <ac:spMkLst>
            <pc:docMk/>
            <pc:sldMk cId="0" sldId="258"/>
            <ac:spMk id="30" creationId="{EDEE243E-F65D-C143-8F33-9392B66E7567}"/>
          </ac:spMkLst>
        </pc:spChg>
        <pc:spChg chg="mod">
          <ac:chgData name="Aggie Menezes" userId="74619c95fa3483c9" providerId="LiveId" clId="{E1046145-E3DE-F540-A54F-1820C5049C66}" dt="2021-03-06T02:00:11.126" v="2769" actId="14100"/>
          <ac:spMkLst>
            <pc:docMk/>
            <pc:sldMk cId="0" sldId="258"/>
            <ac:spMk id="33" creationId="{2F281D1C-E5DB-D243-A9A4-3215C9066E32}"/>
          </ac:spMkLst>
        </pc:spChg>
        <pc:graphicFrameChg chg="modGraphic">
          <ac:chgData name="Aggie Menezes" userId="74619c95fa3483c9" providerId="LiveId" clId="{E1046145-E3DE-F540-A54F-1820C5049C66}" dt="2021-03-06T02:00:25.918" v="2773" actId="255"/>
          <ac:graphicFrameMkLst>
            <pc:docMk/>
            <pc:sldMk cId="0" sldId="258"/>
            <ac:graphicFrameMk id="32" creationId="{733D36A2-3A91-6C4D-B5BC-A2CA19708E7C}"/>
          </ac:graphicFrameMkLst>
        </pc:graphicFrameChg>
        <pc:graphicFrameChg chg="modGraphic">
          <ac:chgData name="Aggie Menezes" userId="74619c95fa3483c9" providerId="LiveId" clId="{E1046145-E3DE-F540-A54F-1820C5049C66}" dt="2021-03-06T02:00:34.350" v="2775" actId="2711"/>
          <ac:graphicFrameMkLst>
            <pc:docMk/>
            <pc:sldMk cId="0" sldId="258"/>
            <ac:graphicFrameMk id="35" creationId="{7C24EDA7-64F2-E548-B073-B93D8B925B1E}"/>
          </ac:graphicFrameMkLst>
        </pc:graphicFrameChg>
      </pc:sldChg>
      <pc:sldChg chg="addSp delSp modSp mod modAnim">
        <pc:chgData name="Aggie Menezes" userId="74619c95fa3483c9" providerId="LiveId" clId="{E1046145-E3DE-F540-A54F-1820C5049C66}" dt="2021-04-06T08:13:33.543" v="4960" actId="20577"/>
        <pc:sldMkLst>
          <pc:docMk/>
          <pc:sldMk cId="541867139" sldId="262"/>
        </pc:sldMkLst>
        <pc:spChg chg="mod">
          <ac:chgData name="Aggie Menezes" userId="74619c95fa3483c9" providerId="LiveId" clId="{E1046145-E3DE-F540-A54F-1820C5049C66}" dt="2021-03-04T01:55:59.309" v="1078" actId="164"/>
          <ac:spMkLst>
            <pc:docMk/>
            <pc:sldMk cId="541867139" sldId="262"/>
            <ac:spMk id="14" creationId="{C290B2F0-24F6-7946-9087-7CBDE5E6B359}"/>
          </ac:spMkLst>
        </pc:spChg>
        <pc:spChg chg="mod">
          <ac:chgData name="Aggie Menezes" userId="74619c95fa3483c9" providerId="LiveId" clId="{E1046145-E3DE-F540-A54F-1820C5049C66}" dt="2021-03-04T01:55:59.309" v="1078" actId="164"/>
          <ac:spMkLst>
            <pc:docMk/>
            <pc:sldMk cId="541867139" sldId="262"/>
            <ac:spMk id="16" creationId="{4478112D-65C3-5543-8BC2-702063D4B715}"/>
          </ac:spMkLst>
        </pc:spChg>
        <pc:spChg chg="mod">
          <ac:chgData name="Aggie Menezes" userId="74619c95fa3483c9" providerId="LiveId" clId="{E1046145-E3DE-F540-A54F-1820C5049C66}" dt="2021-03-04T01:56:07.223" v="1079" actId="164"/>
          <ac:spMkLst>
            <pc:docMk/>
            <pc:sldMk cId="541867139" sldId="262"/>
            <ac:spMk id="17" creationId="{1B3909C1-3A45-8042-B3E8-8A40F3DB1FCD}"/>
          </ac:spMkLst>
        </pc:spChg>
        <pc:spChg chg="mod">
          <ac:chgData name="Aggie Menezes" userId="74619c95fa3483c9" providerId="LiveId" clId="{E1046145-E3DE-F540-A54F-1820C5049C66}" dt="2021-03-04T01:56:07.223" v="1079" actId="164"/>
          <ac:spMkLst>
            <pc:docMk/>
            <pc:sldMk cId="541867139" sldId="262"/>
            <ac:spMk id="18" creationId="{67DDA854-9955-A540-95D0-4A197406CEB9}"/>
          </ac:spMkLst>
        </pc:spChg>
        <pc:spChg chg="mod">
          <ac:chgData name="Aggie Menezes" userId="74619c95fa3483c9" providerId="LiveId" clId="{E1046145-E3DE-F540-A54F-1820C5049C66}" dt="2021-03-04T01:57:13.633" v="1089" actId="1076"/>
          <ac:spMkLst>
            <pc:docMk/>
            <pc:sldMk cId="541867139" sldId="262"/>
            <ac:spMk id="23" creationId="{F1072AA1-3673-544A-8BA7-0F294B39F295}"/>
          </ac:spMkLst>
        </pc:spChg>
        <pc:spChg chg="mod">
          <ac:chgData name="Aggie Menezes" userId="74619c95fa3483c9" providerId="LiveId" clId="{E1046145-E3DE-F540-A54F-1820C5049C66}" dt="2021-03-04T01:56:33.936" v="1084" actId="164"/>
          <ac:spMkLst>
            <pc:docMk/>
            <pc:sldMk cId="541867139" sldId="262"/>
            <ac:spMk id="26" creationId="{5A3C786E-4F36-4C4F-A54A-3F2A52E10E5B}"/>
          </ac:spMkLst>
        </pc:spChg>
        <pc:spChg chg="mod">
          <ac:chgData name="Aggie Menezes" userId="74619c95fa3483c9" providerId="LiveId" clId="{E1046145-E3DE-F540-A54F-1820C5049C66}" dt="2021-03-04T01:57:05.772" v="1087" actId="1076"/>
          <ac:spMkLst>
            <pc:docMk/>
            <pc:sldMk cId="541867139" sldId="262"/>
            <ac:spMk id="27" creationId="{CFB1BE93-25C7-3543-A37D-CD8E93E7B900}"/>
          </ac:spMkLst>
        </pc:spChg>
        <pc:spChg chg="mod">
          <ac:chgData name="Aggie Menezes" userId="74619c95fa3483c9" providerId="LiveId" clId="{E1046145-E3DE-F540-A54F-1820C5049C66}" dt="2021-03-04T01:57:09.632" v="1088" actId="1076"/>
          <ac:spMkLst>
            <pc:docMk/>
            <pc:sldMk cId="541867139" sldId="262"/>
            <ac:spMk id="30" creationId="{EDEE243E-F65D-C143-8F33-9392B66E7567}"/>
          </ac:spMkLst>
        </pc:spChg>
        <pc:spChg chg="add mod">
          <ac:chgData name="Aggie Menezes" userId="74619c95fa3483c9" providerId="LiveId" clId="{E1046145-E3DE-F540-A54F-1820C5049C66}" dt="2021-03-04T01:57:46.572" v="1110" actId="1076"/>
          <ac:spMkLst>
            <pc:docMk/>
            <pc:sldMk cId="541867139" sldId="262"/>
            <ac:spMk id="120" creationId="{5DE1BEAF-AF04-0E4D-A480-A085B0CD8228}"/>
          </ac:spMkLst>
        </pc:spChg>
        <pc:spChg chg="add mod">
          <ac:chgData name="Aggie Menezes" userId="74619c95fa3483c9" providerId="LiveId" clId="{E1046145-E3DE-F540-A54F-1820C5049C66}" dt="2021-03-04T02:06:46.358" v="1451" actId="1076"/>
          <ac:spMkLst>
            <pc:docMk/>
            <pc:sldMk cId="541867139" sldId="262"/>
            <ac:spMk id="121" creationId="{3FFF58F2-C0FB-1449-8356-673AFE6BA823}"/>
          </ac:spMkLst>
        </pc:spChg>
        <pc:spChg chg="add mod">
          <ac:chgData name="Aggie Menezes" userId="74619c95fa3483c9" providerId="LiveId" clId="{E1046145-E3DE-F540-A54F-1820C5049C66}" dt="2021-03-04T02:03:14.935" v="1288" actId="20577"/>
          <ac:spMkLst>
            <pc:docMk/>
            <pc:sldMk cId="541867139" sldId="262"/>
            <ac:spMk id="122" creationId="{0E2C9F11-9336-8D47-8AAD-0854F45DF935}"/>
          </ac:spMkLst>
        </pc:spChg>
        <pc:spChg chg="add mod">
          <ac:chgData name="Aggie Menezes" userId="74619c95fa3483c9" providerId="LiveId" clId="{E1046145-E3DE-F540-A54F-1820C5049C66}" dt="2021-03-06T03:22:38.240" v="2941" actId="20577"/>
          <ac:spMkLst>
            <pc:docMk/>
            <pc:sldMk cId="541867139" sldId="262"/>
            <ac:spMk id="123" creationId="{C52CC8A2-63B3-ED4B-9B65-F2E4166C0D45}"/>
          </ac:spMkLst>
        </pc:spChg>
        <pc:spChg chg="add mod">
          <ac:chgData name="Aggie Menezes" userId="74619c95fa3483c9" providerId="LiveId" clId="{E1046145-E3DE-F540-A54F-1820C5049C66}" dt="2021-04-06T08:13:33.543" v="4960" actId="20577"/>
          <ac:spMkLst>
            <pc:docMk/>
            <pc:sldMk cId="541867139" sldId="262"/>
            <ac:spMk id="124" creationId="{75A267C3-4180-A349-9C8D-4D0FE09D40F2}"/>
          </ac:spMkLst>
        </pc:spChg>
        <pc:spChg chg="add mod">
          <ac:chgData name="Aggie Menezes" userId="74619c95fa3483c9" providerId="LiveId" clId="{E1046145-E3DE-F540-A54F-1820C5049C66}" dt="2021-03-04T02:07:32.277" v="1465" actId="207"/>
          <ac:spMkLst>
            <pc:docMk/>
            <pc:sldMk cId="541867139" sldId="262"/>
            <ac:spMk id="125" creationId="{506403D3-F820-6344-BBCC-3BD2CBB36EC0}"/>
          </ac:spMkLst>
        </pc:spChg>
        <pc:grpChg chg="mod">
          <ac:chgData name="Aggie Menezes" userId="74619c95fa3483c9" providerId="LiveId" clId="{E1046145-E3DE-F540-A54F-1820C5049C66}" dt="2021-03-04T01:55:59.309" v="1078" actId="164"/>
          <ac:grpSpMkLst>
            <pc:docMk/>
            <pc:sldMk cId="541867139" sldId="262"/>
            <ac:grpSpMk id="8" creationId="{A85DC4AB-FE3D-2A45-827F-7038AE7CD910}"/>
          </ac:grpSpMkLst>
        </pc:grpChg>
        <pc:grpChg chg="mod">
          <ac:chgData name="Aggie Menezes" userId="74619c95fa3483c9" providerId="LiveId" clId="{E1046145-E3DE-F540-A54F-1820C5049C66}" dt="2021-03-04T01:56:33.936" v="1084" actId="164"/>
          <ac:grpSpMkLst>
            <pc:docMk/>
            <pc:sldMk cId="541867139" sldId="262"/>
            <ac:grpSpMk id="9" creationId="{40ACE3C7-314B-D241-BB1B-8A222BD7BB4F}"/>
          </ac:grpSpMkLst>
        </pc:grpChg>
        <pc:grpChg chg="mod">
          <ac:chgData name="Aggie Menezes" userId="74619c95fa3483c9" providerId="LiveId" clId="{E1046145-E3DE-F540-A54F-1820C5049C66}" dt="2021-03-04T01:56:07.223" v="1079" actId="164"/>
          <ac:grpSpMkLst>
            <pc:docMk/>
            <pc:sldMk cId="541867139" sldId="262"/>
            <ac:grpSpMk id="10" creationId="{0C71AAA4-0BE5-ED4A-A06C-D7DFC98B129C}"/>
          </ac:grpSpMkLst>
        </pc:grpChg>
        <pc:grpChg chg="mod">
          <ac:chgData name="Aggie Menezes" userId="74619c95fa3483c9" providerId="LiveId" clId="{E1046145-E3DE-F540-A54F-1820C5049C66}" dt="2021-03-04T01:56:45.471" v="1086" actId="164"/>
          <ac:grpSpMkLst>
            <pc:docMk/>
            <pc:sldMk cId="541867139" sldId="262"/>
            <ac:grpSpMk id="13" creationId="{4612EBD7-0B89-9B4D-9B1E-B7FBF1D2D692}"/>
          </ac:grpSpMkLst>
        </pc:grpChg>
        <pc:grpChg chg="del">
          <ac:chgData name="Aggie Menezes" userId="74619c95fa3483c9" providerId="LiveId" clId="{E1046145-E3DE-F540-A54F-1820C5049C66}" dt="2021-03-06T03:29:31.353" v="3139" actId="478"/>
          <ac:grpSpMkLst>
            <pc:docMk/>
            <pc:sldMk cId="541867139" sldId="262"/>
            <ac:grpSpMk id="32" creationId="{E352DCDE-811D-2243-A095-13E0A0DE1E93}"/>
          </ac:grpSpMkLst>
        </pc:grpChg>
        <pc:grpChg chg="del">
          <ac:chgData name="Aggie Menezes" userId="74619c95fa3483c9" providerId="LiveId" clId="{E1046145-E3DE-F540-A54F-1820C5049C66}" dt="2021-03-06T03:29:29.275" v="3138" actId="478"/>
          <ac:grpSpMkLst>
            <pc:docMk/>
            <pc:sldMk cId="541867139" sldId="262"/>
            <ac:grpSpMk id="33" creationId="{62D7E9B9-EE28-6D49-BAFE-DFDF6CA963C3}"/>
          </ac:grpSpMkLst>
        </pc:grpChg>
        <pc:grpChg chg="del">
          <ac:chgData name="Aggie Menezes" userId="74619c95fa3483c9" providerId="LiveId" clId="{E1046145-E3DE-F540-A54F-1820C5049C66}" dt="2021-03-04T01:55:35.249" v="1071" actId="478"/>
          <ac:grpSpMkLst>
            <pc:docMk/>
            <pc:sldMk cId="541867139" sldId="262"/>
            <ac:grpSpMk id="34" creationId="{F979CC29-9509-2141-81EC-27B749FCBDEB}"/>
          </ac:grpSpMkLst>
        </pc:grpChg>
        <pc:grpChg chg="add mod">
          <ac:chgData name="Aggie Menezes" userId="74619c95fa3483c9" providerId="LiveId" clId="{E1046145-E3DE-F540-A54F-1820C5049C66}" dt="2021-03-04T01:56:33.936" v="1084" actId="164"/>
          <ac:grpSpMkLst>
            <pc:docMk/>
            <pc:sldMk cId="541867139" sldId="262"/>
            <ac:grpSpMk id="37" creationId="{4EA92600-4682-BD42-92F9-50702C1C473F}"/>
          </ac:grpSpMkLst>
        </pc:grpChg>
        <pc:grpChg chg="add mod">
          <ac:chgData name="Aggie Menezes" userId="74619c95fa3483c9" providerId="LiveId" clId="{E1046145-E3DE-F540-A54F-1820C5049C66}" dt="2021-03-04T01:56:45.471" v="1086" actId="164"/>
          <ac:grpSpMkLst>
            <pc:docMk/>
            <pc:sldMk cId="541867139" sldId="262"/>
            <ac:grpSpMk id="40" creationId="{A9826E1D-58DC-9440-AA70-3CD539AE6734}"/>
          </ac:grpSpMkLst>
        </pc:grpChg>
        <pc:grpChg chg="add mod">
          <ac:chgData name="Aggie Menezes" userId="74619c95fa3483c9" providerId="LiveId" clId="{E1046145-E3DE-F540-A54F-1820C5049C66}" dt="2021-03-04T01:56:45.471" v="1086" actId="164"/>
          <ac:grpSpMkLst>
            <pc:docMk/>
            <pc:sldMk cId="541867139" sldId="262"/>
            <ac:grpSpMk id="42" creationId="{AB771C62-C0AF-BD46-9496-9D46E0531DD4}"/>
          </ac:grpSpMkLst>
        </pc:grpChg>
        <pc:grpChg chg="add mod">
          <ac:chgData name="Aggie Menezes" userId="74619c95fa3483c9" providerId="LiveId" clId="{E1046145-E3DE-F540-A54F-1820C5049C66}" dt="2021-03-04T01:56:45.471" v="1086" actId="164"/>
          <ac:grpSpMkLst>
            <pc:docMk/>
            <pc:sldMk cId="541867139" sldId="262"/>
            <ac:grpSpMk id="44" creationId="{306A1291-7CEA-DA40-8345-DE000394C51C}"/>
          </ac:grpSpMkLst>
        </pc:grpChg>
        <pc:grpChg chg="del">
          <ac:chgData name="Aggie Menezes" userId="74619c95fa3483c9" providerId="LiveId" clId="{E1046145-E3DE-F540-A54F-1820C5049C66}" dt="2021-03-04T01:55:45.860" v="1077" actId="478"/>
          <ac:grpSpMkLst>
            <pc:docMk/>
            <pc:sldMk cId="541867139" sldId="262"/>
            <ac:grpSpMk id="47" creationId="{CDB31494-2189-0542-9E2B-B40216816795}"/>
          </ac:grpSpMkLst>
        </pc:grpChg>
        <pc:grpChg chg="del">
          <ac:chgData name="Aggie Menezes" userId="74619c95fa3483c9" providerId="LiveId" clId="{E1046145-E3DE-F540-A54F-1820C5049C66}" dt="2021-03-04T01:55:22.930" v="1064" actId="478"/>
          <ac:grpSpMkLst>
            <pc:docMk/>
            <pc:sldMk cId="541867139" sldId="262"/>
            <ac:grpSpMk id="68" creationId="{42D85A7F-5226-2444-ADAC-F88E198A4D2F}"/>
          </ac:grpSpMkLst>
        </pc:grpChg>
        <pc:grpChg chg="del">
          <ac:chgData name="Aggie Menezes" userId="74619c95fa3483c9" providerId="LiveId" clId="{E1046145-E3DE-F540-A54F-1820C5049C66}" dt="2021-03-04T01:55:30.491" v="1068" actId="478"/>
          <ac:grpSpMkLst>
            <pc:docMk/>
            <pc:sldMk cId="541867139" sldId="262"/>
            <ac:grpSpMk id="75" creationId="{735EFAE2-4A62-9C4C-B92E-852F5D8173BF}"/>
          </ac:grpSpMkLst>
        </pc:grpChg>
        <pc:grpChg chg="del">
          <ac:chgData name="Aggie Menezes" userId="74619c95fa3483c9" providerId="LiveId" clId="{E1046145-E3DE-F540-A54F-1820C5049C66}" dt="2021-03-04T01:55:43.095" v="1075" actId="478"/>
          <ac:grpSpMkLst>
            <pc:docMk/>
            <pc:sldMk cId="541867139" sldId="262"/>
            <ac:grpSpMk id="84" creationId="{CEB3FA03-A83D-8249-96A0-3D73A0195AD5}"/>
          </ac:grpSpMkLst>
        </pc:grpChg>
        <pc:grpChg chg="del">
          <ac:chgData name="Aggie Menezes" userId="74619c95fa3483c9" providerId="LiveId" clId="{E1046145-E3DE-F540-A54F-1820C5049C66}" dt="2021-03-04T01:55:32.551" v="1069" actId="478"/>
          <ac:grpSpMkLst>
            <pc:docMk/>
            <pc:sldMk cId="541867139" sldId="262"/>
            <ac:grpSpMk id="95" creationId="{10B48EDC-12F1-2543-B399-BEB718B302C1}"/>
          </ac:grpSpMkLst>
        </pc:grpChg>
        <pc:grpChg chg="del">
          <ac:chgData name="Aggie Menezes" userId="74619c95fa3483c9" providerId="LiveId" clId="{E1046145-E3DE-F540-A54F-1820C5049C66}" dt="2021-03-04T01:55:28.240" v="1066" actId="478"/>
          <ac:grpSpMkLst>
            <pc:docMk/>
            <pc:sldMk cId="541867139" sldId="262"/>
            <ac:grpSpMk id="98" creationId="{7EFC9BC3-022D-6249-AB41-D576920FAC6C}"/>
          </ac:grpSpMkLst>
        </pc:grpChg>
        <pc:grpChg chg="del">
          <ac:chgData name="Aggie Menezes" userId="74619c95fa3483c9" providerId="LiveId" clId="{E1046145-E3DE-F540-A54F-1820C5049C66}" dt="2021-03-04T01:55:39.483" v="1073" actId="478"/>
          <ac:grpSpMkLst>
            <pc:docMk/>
            <pc:sldMk cId="541867139" sldId="262"/>
            <ac:grpSpMk id="110" creationId="{8560497B-4792-EA4C-A40E-E209A4578C5B}"/>
          </ac:grpSpMkLst>
        </pc:grpChg>
        <pc:grpChg chg="del">
          <ac:chgData name="Aggie Menezes" userId="74619c95fa3483c9" providerId="LiveId" clId="{E1046145-E3DE-F540-A54F-1820C5049C66}" dt="2021-03-04T01:55:37.087" v="1072" actId="478"/>
          <ac:grpSpMkLst>
            <pc:docMk/>
            <pc:sldMk cId="541867139" sldId="262"/>
            <ac:grpSpMk id="111" creationId="{D28A2181-3C8D-DD46-8BE6-1A5EBADEA489}"/>
          </ac:grpSpMkLst>
        </pc:grpChg>
        <pc:grpChg chg="del">
          <ac:chgData name="Aggie Menezes" userId="74619c95fa3483c9" providerId="LiveId" clId="{E1046145-E3DE-F540-A54F-1820C5049C66}" dt="2021-03-04T01:55:33.705" v="1070" actId="478"/>
          <ac:grpSpMkLst>
            <pc:docMk/>
            <pc:sldMk cId="541867139" sldId="262"/>
            <ac:grpSpMk id="113" creationId="{88958B54-BBB6-DF44-B500-E706C52C312D}"/>
          </ac:grpSpMkLst>
        </pc:grpChg>
        <pc:grpChg chg="del">
          <ac:chgData name="Aggie Menezes" userId="74619c95fa3483c9" providerId="LiveId" clId="{E1046145-E3DE-F540-A54F-1820C5049C66}" dt="2021-03-04T01:55:40.756" v="1074" actId="478"/>
          <ac:grpSpMkLst>
            <pc:docMk/>
            <pc:sldMk cId="541867139" sldId="262"/>
            <ac:grpSpMk id="119" creationId="{611207E5-4291-9649-AEBC-4D4D14CB70D3}"/>
          </ac:grpSpMkLst>
        </pc:grpChg>
        <pc:graphicFrameChg chg="mod">
          <ac:chgData name="Aggie Menezes" userId="74619c95fa3483c9" providerId="LiveId" clId="{E1046145-E3DE-F540-A54F-1820C5049C66}" dt="2021-03-04T02:04:04.948" v="1296" actId="1076"/>
          <ac:graphicFrameMkLst>
            <pc:docMk/>
            <pc:sldMk cId="541867139" sldId="262"/>
            <ac:graphicFrameMk id="24" creationId="{6E7FB377-DC74-2B4A-90F2-13A9CFA003F1}"/>
          </ac:graphicFrameMkLst>
        </pc:graphicFrameChg>
        <pc:graphicFrameChg chg="mod">
          <ac:chgData name="Aggie Menezes" userId="74619c95fa3483c9" providerId="LiveId" clId="{E1046145-E3DE-F540-A54F-1820C5049C66}" dt="2021-03-04T02:03:57.448" v="1295" actId="1076"/>
          <ac:graphicFrameMkLst>
            <pc:docMk/>
            <pc:sldMk cId="541867139" sldId="262"/>
            <ac:graphicFrameMk id="25" creationId="{AFEDD431-60D0-DC46-B119-01AA147C4BBA}"/>
          </ac:graphicFrameMkLst>
        </pc:graphicFrameChg>
        <pc:inkChg chg="del">
          <ac:chgData name="Aggie Menezes" userId="74619c95fa3483c9" providerId="LiveId" clId="{E1046145-E3DE-F540-A54F-1820C5049C66}" dt="2021-03-26T13:31:38.709" v="4781" actId="478"/>
          <ac:inkMkLst>
            <pc:docMk/>
            <pc:sldMk cId="541867139" sldId="262"/>
            <ac:inkMk id="4" creationId="{529E4E82-D656-2245-B6AE-B2CFACC52470}"/>
          </ac:inkMkLst>
        </pc:inkChg>
        <pc:inkChg chg="del">
          <ac:chgData name="Aggie Menezes" userId="74619c95fa3483c9" providerId="LiveId" clId="{E1046145-E3DE-F540-A54F-1820C5049C66}" dt="2021-03-06T03:22:28.098" v="2939" actId="478"/>
          <ac:inkMkLst>
            <pc:docMk/>
            <pc:sldMk cId="541867139" sldId="262"/>
            <ac:inkMk id="4" creationId="{5CA502F5-BFCC-0A4E-B66C-D902A1616E21}"/>
          </ac:inkMkLst>
        </pc:inkChg>
        <pc:inkChg chg="del">
          <ac:chgData name="Aggie Menezes" userId="74619c95fa3483c9" providerId="LiveId" clId="{E1046145-E3DE-F540-A54F-1820C5049C66}" dt="2021-03-26T13:31:42.377" v="4782" actId="478"/>
          <ac:inkMkLst>
            <pc:docMk/>
            <pc:sldMk cId="541867139" sldId="262"/>
            <ac:inkMk id="5" creationId="{515C011F-265B-5D48-BABC-455B9F90535E}"/>
          </ac:inkMkLst>
        </pc:inkChg>
        <pc:inkChg chg="del">
          <ac:chgData name="Aggie Menezes" userId="74619c95fa3483c9" providerId="LiveId" clId="{E1046145-E3DE-F540-A54F-1820C5049C66}" dt="2021-03-06T03:29:33.932" v="3140" actId="478"/>
          <ac:inkMkLst>
            <pc:docMk/>
            <pc:sldMk cId="541867139" sldId="262"/>
            <ac:inkMk id="29" creationId="{D8CEBF95-D182-F746-8892-797282F8E7C7}"/>
          </ac:inkMkLst>
        </pc:inkChg>
        <pc:inkChg chg="del">
          <ac:chgData name="Aggie Menezes" userId="74619c95fa3483c9" providerId="LiveId" clId="{E1046145-E3DE-F540-A54F-1820C5049C66}" dt="2021-03-06T03:29:36.388" v="3141" actId="478"/>
          <ac:inkMkLst>
            <pc:docMk/>
            <pc:sldMk cId="541867139" sldId="262"/>
            <ac:inkMk id="31" creationId="{14AE4BA6-71A2-F94A-978E-D72C4CB12CB8}"/>
          </ac:inkMkLst>
        </pc:inkChg>
        <pc:inkChg chg="del">
          <ac:chgData name="Aggie Menezes" userId="74619c95fa3483c9" providerId="LiveId" clId="{E1046145-E3DE-F540-A54F-1820C5049C66}" dt="2021-03-04T01:55:25.047" v="1065" actId="478"/>
          <ac:inkMkLst>
            <pc:docMk/>
            <pc:sldMk cId="541867139" sldId="262"/>
            <ac:inkMk id="62" creationId="{30A87679-F65E-9B4A-A6D2-4342EC1EE154}"/>
          </ac:inkMkLst>
        </pc:inkChg>
        <pc:inkChg chg="del">
          <ac:chgData name="Aggie Menezes" userId="74619c95fa3483c9" providerId="LiveId" clId="{E1046145-E3DE-F540-A54F-1820C5049C66}" dt="2021-03-04T01:55:29.286" v="1067" actId="478"/>
          <ac:inkMkLst>
            <pc:docMk/>
            <pc:sldMk cId="541867139" sldId="262"/>
            <ac:inkMk id="69" creationId="{EE4AD6BA-8634-6448-B0F9-BFBEC3A25098}"/>
          </ac:inkMkLst>
        </pc:inkChg>
        <pc:inkChg chg="del">
          <ac:chgData name="Aggie Menezes" userId="74619c95fa3483c9" providerId="LiveId" clId="{E1046145-E3DE-F540-A54F-1820C5049C66}" dt="2021-03-04T01:55:44.467" v="1076" actId="478"/>
          <ac:inkMkLst>
            <pc:docMk/>
            <pc:sldMk cId="541867139" sldId="262"/>
            <ac:inkMk id="70" creationId="{0A262583-08AA-A642-8C45-E608496568A7}"/>
          </ac:inkMkLst>
        </pc:inkChg>
        <pc:cxnChg chg="mod">
          <ac:chgData name="Aggie Menezes" userId="74619c95fa3483c9" providerId="LiveId" clId="{E1046145-E3DE-F540-A54F-1820C5049C66}" dt="2021-03-04T01:59:21.736" v="1131" actId="208"/>
          <ac:cxnSpMkLst>
            <pc:docMk/>
            <pc:sldMk cId="541867139" sldId="262"/>
            <ac:cxnSpMk id="20" creationId="{37ED5040-F1A8-9D49-ACF2-33294D930D95}"/>
          </ac:cxnSpMkLst>
        </pc:cxnChg>
      </pc:sldChg>
      <pc:sldChg chg="addSp delSp modSp mod modAnim">
        <pc:chgData name="Aggie Menezes" userId="74619c95fa3483c9" providerId="LiveId" clId="{E1046145-E3DE-F540-A54F-1820C5049C66}" dt="2021-04-06T08:17:23.620" v="4963" actId="20577"/>
        <pc:sldMkLst>
          <pc:docMk/>
          <pc:sldMk cId="33264414" sldId="263"/>
        </pc:sldMkLst>
        <pc:spChg chg="mod">
          <ac:chgData name="Aggie Menezes" userId="74619c95fa3483c9" providerId="LiveId" clId="{E1046145-E3DE-F540-A54F-1820C5049C66}" dt="2021-03-04T02:11:34.829" v="1497" actId="164"/>
          <ac:spMkLst>
            <pc:docMk/>
            <pc:sldMk cId="33264414" sldId="263"/>
            <ac:spMk id="14" creationId="{C290B2F0-24F6-7946-9087-7CBDE5E6B359}"/>
          </ac:spMkLst>
        </pc:spChg>
        <pc:spChg chg="mod">
          <ac:chgData name="Aggie Menezes" userId="74619c95fa3483c9" providerId="LiveId" clId="{E1046145-E3DE-F540-A54F-1820C5049C66}" dt="2021-03-04T02:11:34.829" v="1497" actId="164"/>
          <ac:spMkLst>
            <pc:docMk/>
            <pc:sldMk cId="33264414" sldId="263"/>
            <ac:spMk id="16" creationId="{4478112D-65C3-5543-8BC2-702063D4B715}"/>
          </ac:spMkLst>
        </pc:spChg>
        <pc:spChg chg="mod">
          <ac:chgData name="Aggie Menezes" userId="74619c95fa3483c9" providerId="LiveId" clId="{E1046145-E3DE-F540-A54F-1820C5049C66}" dt="2021-03-04T02:11:49.800" v="1498" actId="164"/>
          <ac:spMkLst>
            <pc:docMk/>
            <pc:sldMk cId="33264414" sldId="263"/>
            <ac:spMk id="17" creationId="{1B3909C1-3A45-8042-B3E8-8A40F3DB1FCD}"/>
          </ac:spMkLst>
        </pc:spChg>
        <pc:spChg chg="mod">
          <ac:chgData name="Aggie Menezes" userId="74619c95fa3483c9" providerId="LiveId" clId="{E1046145-E3DE-F540-A54F-1820C5049C66}" dt="2021-03-04T02:11:49.800" v="1498" actId="164"/>
          <ac:spMkLst>
            <pc:docMk/>
            <pc:sldMk cId="33264414" sldId="263"/>
            <ac:spMk id="18" creationId="{67DDA854-9955-A540-95D0-4A197406CEB9}"/>
          </ac:spMkLst>
        </pc:spChg>
        <pc:spChg chg="mod">
          <ac:chgData name="Aggie Menezes" userId="74619c95fa3483c9" providerId="LiveId" clId="{E1046145-E3DE-F540-A54F-1820C5049C66}" dt="2021-03-04T02:13:35.203" v="1571" actId="1076"/>
          <ac:spMkLst>
            <pc:docMk/>
            <pc:sldMk cId="33264414" sldId="263"/>
            <ac:spMk id="24" creationId="{E66AB7C6-8EEC-5A4F-B802-EB41859F0F1B}"/>
          </ac:spMkLst>
        </pc:spChg>
        <pc:spChg chg="mod">
          <ac:chgData name="Aggie Menezes" userId="74619c95fa3483c9" providerId="LiveId" clId="{E1046145-E3DE-F540-A54F-1820C5049C66}" dt="2021-03-04T02:13:28.916" v="1570" actId="1076"/>
          <ac:spMkLst>
            <pc:docMk/>
            <pc:sldMk cId="33264414" sldId="263"/>
            <ac:spMk id="27" creationId="{CFB1BE93-25C7-3543-A37D-CD8E93E7B900}"/>
          </ac:spMkLst>
        </pc:spChg>
        <pc:spChg chg="mod">
          <ac:chgData name="Aggie Menezes" userId="74619c95fa3483c9" providerId="LiveId" clId="{E1046145-E3DE-F540-A54F-1820C5049C66}" dt="2021-03-04T02:12:04.281" v="1499" actId="164"/>
          <ac:spMkLst>
            <pc:docMk/>
            <pc:sldMk cId="33264414" sldId="263"/>
            <ac:spMk id="29" creationId="{F6E096B5-C6DD-364C-9A36-D7EA892DA417}"/>
          </ac:spMkLst>
        </pc:spChg>
        <pc:spChg chg="mod">
          <ac:chgData name="Aggie Menezes" userId="74619c95fa3483c9" providerId="LiveId" clId="{E1046145-E3DE-F540-A54F-1820C5049C66}" dt="2021-03-04T02:13:24.312" v="1569" actId="1076"/>
          <ac:spMkLst>
            <pc:docMk/>
            <pc:sldMk cId="33264414" sldId="263"/>
            <ac:spMk id="30" creationId="{EDEE243E-F65D-C143-8F33-9392B66E7567}"/>
          </ac:spMkLst>
        </pc:spChg>
        <pc:spChg chg="add mod">
          <ac:chgData name="Aggie Menezes" userId="74619c95fa3483c9" providerId="LiveId" clId="{E1046145-E3DE-F540-A54F-1820C5049C66}" dt="2021-03-04T02:13:18.342" v="1568" actId="20577"/>
          <ac:spMkLst>
            <pc:docMk/>
            <pc:sldMk cId="33264414" sldId="263"/>
            <ac:spMk id="72" creationId="{CC4B7DA5-C0C7-4E48-BAB6-390791DF2FAD}"/>
          </ac:spMkLst>
        </pc:spChg>
        <pc:spChg chg="add mod">
          <ac:chgData name="Aggie Menezes" userId="74619c95fa3483c9" providerId="LiveId" clId="{E1046145-E3DE-F540-A54F-1820C5049C66}" dt="2021-03-04T02:19:52.201" v="1694" actId="1076"/>
          <ac:spMkLst>
            <pc:docMk/>
            <pc:sldMk cId="33264414" sldId="263"/>
            <ac:spMk id="73" creationId="{CF3A319D-76EC-C141-A4D3-A818C5B25DD1}"/>
          </ac:spMkLst>
        </pc:spChg>
        <pc:spChg chg="add mod">
          <ac:chgData name="Aggie Menezes" userId="74619c95fa3483c9" providerId="LiveId" clId="{E1046145-E3DE-F540-A54F-1820C5049C66}" dt="2021-04-06T08:17:23.620" v="4963" actId="20577"/>
          <ac:spMkLst>
            <pc:docMk/>
            <pc:sldMk cId="33264414" sldId="263"/>
            <ac:spMk id="74" creationId="{13307E9E-0636-B64A-A578-FFA588286B53}"/>
          </ac:spMkLst>
        </pc:spChg>
        <pc:spChg chg="add mod">
          <ac:chgData name="Aggie Menezes" userId="74619c95fa3483c9" providerId="LiveId" clId="{E1046145-E3DE-F540-A54F-1820C5049C66}" dt="2021-03-06T03:23:14.893" v="2944" actId="20577"/>
          <ac:spMkLst>
            <pc:docMk/>
            <pc:sldMk cId="33264414" sldId="263"/>
            <ac:spMk id="75" creationId="{E1D70B53-0AE6-8442-B413-30BBC4D19D35}"/>
          </ac:spMkLst>
        </pc:spChg>
        <pc:grpChg chg="mod">
          <ac:chgData name="Aggie Menezes" userId="74619c95fa3483c9" providerId="LiveId" clId="{E1046145-E3DE-F540-A54F-1820C5049C66}" dt="2021-03-04T02:11:49.800" v="1498" actId="164"/>
          <ac:grpSpMkLst>
            <pc:docMk/>
            <pc:sldMk cId="33264414" sldId="263"/>
            <ac:grpSpMk id="5" creationId="{C1364D4C-9800-2249-BF7B-483D42ACCF0B}"/>
          </ac:grpSpMkLst>
        </pc:grpChg>
        <pc:grpChg chg="mod">
          <ac:chgData name="Aggie Menezes" userId="74619c95fa3483c9" providerId="LiveId" clId="{E1046145-E3DE-F540-A54F-1820C5049C66}" dt="2021-03-04T02:11:34.829" v="1497" actId="164"/>
          <ac:grpSpMkLst>
            <pc:docMk/>
            <pc:sldMk cId="33264414" sldId="263"/>
            <ac:grpSpMk id="8" creationId="{A85DC4AB-FE3D-2A45-827F-7038AE7CD910}"/>
          </ac:grpSpMkLst>
        </pc:grpChg>
        <pc:grpChg chg="mod">
          <ac:chgData name="Aggie Menezes" userId="74619c95fa3483c9" providerId="LiveId" clId="{E1046145-E3DE-F540-A54F-1820C5049C66}" dt="2021-03-04T02:11:34.829" v="1497" actId="164"/>
          <ac:grpSpMkLst>
            <pc:docMk/>
            <pc:sldMk cId="33264414" sldId="263"/>
            <ac:grpSpMk id="9" creationId="{B47C5AE9-D909-C847-9CDC-A238186CFC6A}"/>
          </ac:grpSpMkLst>
        </pc:grpChg>
        <pc:grpChg chg="mod">
          <ac:chgData name="Aggie Menezes" userId="74619c95fa3483c9" providerId="LiveId" clId="{E1046145-E3DE-F540-A54F-1820C5049C66}" dt="2021-03-04T02:11:49.800" v="1498" actId="164"/>
          <ac:grpSpMkLst>
            <pc:docMk/>
            <pc:sldMk cId="33264414" sldId="263"/>
            <ac:grpSpMk id="10" creationId="{0C71AAA4-0BE5-ED4A-A06C-D7DFC98B129C}"/>
          </ac:grpSpMkLst>
        </pc:grpChg>
        <pc:grpChg chg="del">
          <ac:chgData name="Aggie Menezes" userId="74619c95fa3483c9" providerId="LiveId" clId="{E1046145-E3DE-F540-A54F-1820C5049C66}" dt="2021-03-06T03:22:59.275" v="2942" actId="478"/>
          <ac:grpSpMkLst>
            <pc:docMk/>
            <pc:sldMk cId="33264414" sldId="263"/>
            <ac:grpSpMk id="31" creationId="{47E877D7-1547-B14A-8784-253B441A84E5}"/>
          </ac:grpSpMkLst>
        </pc:grpChg>
        <pc:grpChg chg="add mod">
          <ac:chgData name="Aggie Menezes" userId="74619c95fa3483c9" providerId="LiveId" clId="{E1046145-E3DE-F540-A54F-1820C5049C66}" dt="2021-03-04T02:12:04.281" v="1499" actId="164"/>
          <ac:grpSpMkLst>
            <pc:docMk/>
            <pc:sldMk cId="33264414" sldId="263"/>
            <ac:grpSpMk id="32" creationId="{24DE85A7-7BF0-3845-92B1-05773ED67FB3}"/>
          </ac:grpSpMkLst>
        </pc:grpChg>
        <pc:grpChg chg="add mod">
          <ac:chgData name="Aggie Menezes" userId="74619c95fa3483c9" providerId="LiveId" clId="{E1046145-E3DE-F540-A54F-1820C5049C66}" dt="2021-03-04T02:12:15.680" v="1501" actId="1076"/>
          <ac:grpSpMkLst>
            <pc:docMk/>
            <pc:sldMk cId="33264414" sldId="263"/>
            <ac:grpSpMk id="34" creationId="{FCF47636-5A57-6447-BC75-9C3E73623D9E}"/>
          </ac:grpSpMkLst>
        </pc:grpChg>
        <pc:grpChg chg="add mod">
          <ac:chgData name="Aggie Menezes" userId="74619c95fa3483c9" providerId="LiveId" clId="{E1046145-E3DE-F540-A54F-1820C5049C66}" dt="2021-03-04T02:12:08.149" v="1500" actId="1076"/>
          <ac:grpSpMkLst>
            <pc:docMk/>
            <pc:sldMk cId="33264414" sldId="263"/>
            <ac:grpSpMk id="38" creationId="{782DA9EB-36E6-8949-9D47-6A3D11CDA0CD}"/>
          </ac:grpSpMkLst>
        </pc:grpChg>
        <pc:grpChg chg="del">
          <ac:chgData name="Aggie Menezes" userId="74619c95fa3483c9" providerId="LiveId" clId="{E1046145-E3DE-F540-A54F-1820C5049C66}" dt="2021-03-04T02:11:16.998" v="1496" actId="478"/>
          <ac:grpSpMkLst>
            <pc:docMk/>
            <pc:sldMk cId="33264414" sldId="263"/>
            <ac:grpSpMk id="40" creationId="{43547A9A-C45C-2344-A63A-1340AC8ED5AD}"/>
          </ac:grpSpMkLst>
        </pc:grpChg>
        <pc:grpChg chg="del">
          <ac:chgData name="Aggie Menezes" userId="74619c95fa3483c9" providerId="LiveId" clId="{E1046145-E3DE-F540-A54F-1820C5049C66}" dt="2021-03-04T02:11:05.696" v="1491" actId="478"/>
          <ac:grpSpMkLst>
            <pc:docMk/>
            <pc:sldMk cId="33264414" sldId="263"/>
            <ac:grpSpMk id="44" creationId="{D349B785-59FB-F344-BD37-DD7FBF9AC653}"/>
          </ac:grpSpMkLst>
        </pc:grpChg>
        <pc:grpChg chg="del">
          <ac:chgData name="Aggie Menezes" userId="74619c95fa3483c9" providerId="LiveId" clId="{E1046145-E3DE-F540-A54F-1820C5049C66}" dt="2021-03-04T02:11:07.385" v="1492" actId="478"/>
          <ac:grpSpMkLst>
            <pc:docMk/>
            <pc:sldMk cId="33264414" sldId="263"/>
            <ac:grpSpMk id="55" creationId="{DF82BECC-7489-1140-A781-B2C178393BFA}"/>
          </ac:grpSpMkLst>
        </pc:grpChg>
        <pc:grpChg chg="del">
          <ac:chgData name="Aggie Menezes" userId="74619c95fa3483c9" providerId="LiveId" clId="{E1046145-E3DE-F540-A54F-1820C5049C66}" dt="2021-03-04T02:11:03.988" v="1490" actId="478"/>
          <ac:grpSpMkLst>
            <pc:docMk/>
            <pc:sldMk cId="33264414" sldId="263"/>
            <ac:grpSpMk id="58" creationId="{95F35807-04B8-764F-A69B-3F7CFEF358EB}"/>
          </ac:grpSpMkLst>
        </pc:grpChg>
        <pc:grpChg chg="del">
          <ac:chgData name="Aggie Menezes" userId="74619c95fa3483c9" providerId="LiveId" clId="{E1046145-E3DE-F540-A54F-1820C5049C66}" dt="2021-03-26T13:34:35.099" v="4783" actId="478"/>
          <ac:grpSpMkLst>
            <pc:docMk/>
            <pc:sldMk cId="33264414" sldId="263"/>
            <ac:grpSpMk id="59" creationId="{046E9240-DCA2-744D-B63C-CB500C54813B}"/>
          </ac:grpSpMkLst>
        </pc:grpChg>
        <pc:grpChg chg="del">
          <ac:chgData name="Aggie Menezes" userId="74619c95fa3483c9" providerId="LiveId" clId="{E1046145-E3DE-F540-A54F-1820C5049C66}" dt="2021-03-26T13:34:58.312" v="4788" actId="478"/>
          <ac:grpSpMkLst>
            <pc:docMk/>
            <pc:sldMk cId="33264414" sldId="263"/>
            <ac:grpSpMk id="62" creationId="{5A9BCA92-A090-9941-A741-42657B2A7ED8}"/>
          </ac:grpSpMkLst>
        </pc:grpChg>
        <pc:grpChg chg="del">
          <ac:chgData name="Aggie Menezes" userId="74619c95fa3483c9" providerId="LiveId" clId="{E1046145-E3DE-F540-A54F-1820C5049C66}" dt="2021-03-04T02:11:02.195" v="1489" actId="478"/>
          <ac:grpSpMkLst>
            <pc:docMk/>
            <pc:sldMk cId="33264414" sldId="263"/>
            <ac:grpSpMk id="70" creationId="{A7B8105F-3B7A-2E43-A5C6-B78DE7CB8BCA}"/>
          </ac:grpSpMkLst>
        </pc:grpChg>
        <pc:graphicFrameChg chg="mod">
          <ac:chgData name="Aggie Menezes" userId="74619c95fa3483c9" providerId="LiveId" clId="{E1046145-E3DE-F540-A54F-1820C5049C66}" dt="2021-03-04T02:13:43.251" v="1572" actId="1076"/>
          <ac:graphicFrameMkLst>
            <pc:docMk/>
            <pc:sldMk cId="33264414" sldId="263"/>
            <ac:graphicFrameMk id="25" creationId="{34E11256-51D8-B54E-BFFD-5CF490C880FC}"/>
          </ac:graphicFrameMkLst>
        </pc:graphicFrameChg>
        <pc:graphicFrameChg chg="mod">
          <ac:chgData name="Aggie Menezes" userId="74619c95fa3483c9" providerId="LiveId" clId="{E1046145-E3DE-F540-A54F-1820C5049C66}" dt="2021-03-04T02:13:48.440" v="1573" actId="1076"/>
          <ac:graphicFrameMkLst>
            <pc:docMk/>
            <pc:sldMk cId="33264414" sldId="263"/>
            <ac:graphicFrameMk id="26" creationId="{81588516-AA04-B74B-A746-17293CC480D8}"/>
          </ac:graphicFrameMkLst>
        </pc:graphicFrameChg>
        <pc:inkChg chg="del">
          <ac:chgData name="Aggie Menezes" userId="74619c95fa3483c9" providerId="LiveId" clId="{E1046145-E3DE-F540-A54F-1820C5049C66}" dt="2021-03-26T13:34:52.253" v="4785" actId="478"/>
          <ac:inkMkLst>
            <pc:docMk/>
            <pc:sldMk cId="33264414" sldId="263"/>
            <ac:inkMk id="4" creationId="{5B5FCB35-7F05-7440-BB82-5399CA93DAB4}"/>
          </ac:inkMkLst>
        </pc:inkChg>
        <pc:inkChg chg="del">
          <ac:chgData name="Aggie Menezes" userId="74619c95fa3483c9" providerId="LiveId" clId="{E1046145-E3DE-F540-A54F-1820C5049C66}" dt="2021-03-06T03:23:11.474" v="2943" actId="478"/>
          <ac:inkMkLst>
            <pc:docMk/>
            <pc:sldMk cId="33264414" sldId="263"/>
            <ac:inkMk id="4" creationId="{758AD5E9-E798-1946-9543-08B00FF83514}"/>
          </ac:inkMkLst>
        </pc:inkChg>
        <pc:inkChg chg="del">
          <ac:chgData name="Aggie Menezes" userId="74619c95fa3483c9" providerId="LiveId" clId="{E1046145-E3DE-F540-A54F-1820C5049C66}" dt="2021-03-04T02:11:09.659" v="1493" actId="478"/>
          <ac:inkMkLst>
            <pc:docMk/>
            <pc:sldMk cId="33264414" sldId="263"/>
            <ac:inkMk id="4" creationId="{EF1BE3D1-378A-6448-BB79-C891241E578E}"/>
          </ac:inkMkLst>
        </pc:inkChg>
        <pc:inkChg chg="del">
          <ac:chgData name="Aggie Menezes" userId="74619c95fa3483c9" providerId="LiveId" clId="{E1046145-E3DE-F540-A54F-1820C5049C66}" dt="2021-03-04T02:11:11.703" v="1494" actId="478"/>
          <ac:inkMkLst>
            <pc:docMk/>
            <pc:sldMk cId="33264414" sldId="263"/>
            <ac:inkMk id="7" creationId="{A833A17D-4EBD-B045-8997-C397FE7908A3}"/>
          </ac:inkMkLst>
        </pc:inkChg>
        <pc:inkChg chg="del">
          <ac:chgData name="Aggie Menezes" userId="74619c95fa3483c9" providerId="LiveId" clId="{E1046145-E3DE-F540-A54F-1820C5049C66}" dt="2021-03-04T01:59:29.173" v="1132" actId="478"/>
          <ac:inkMkLst>
            <pc:docMk/>
            <pc:sldMk cId="33264414" sldId="263"/>
            <ac:inkMk id="15" creationId="{6A4E029F-4A17-A046-AF82-F27D2EF65590}"/>
          </ac:inkMkLst>
        </pc:inkChg>
        <pc:inkChg chg="del">
          <ac:chgData name="Aggie Menezes" userId="74619c95fa3483c9" providerId="LiveId" clId="{E1046145-E3DE-F540-A54F-1820C5049C66}" dt="2021-03-26T13:34:38.473" v="4784" actId="478"/>
          <ac:inkMkLst>
            <pc:docMk/>
            <pc:sldMk cId="33264414" sldId="263"/>
            <ac:inkMk id="63" creationId="{7101AFBF-60A0-3F4F-8A69-331BB621041C}"/>
          </ac:inkMkLst>
        </pc:inkChg>
        <pc:inkChg chg="del">
          <ac:chgData name="Aggie Menezes" userId="74619c95fa3483c9" providerId="LiveId" clId="{E1046145-E3DE-F540-A54F-1820C5049C66}" dt="2021-03-26T13:34:55.319" v="4786" actId="478"/>
          <ac:inkMkLst>
            <pc:docMk/>
            <pc:sldMk cId="33264414" sldId="263"/>
            <ac:inkMk id="64" creationId="{1F7A3981-ACB4-5146-A4B3-335D2CE3D237}"/>
          </ac:inkMkLst>
        </pc:inkChg>
        <pc:inkChg chg="del">
          <ac:chgData name="Aggie Menezes" userId="74619c95fa3483c9" providerId="LiveId" clId="{E1046145-E3DE-F540-A54F-1820C5049C66}" dt="2021-03-26T13:34:56.705" v="4787" actId="478"/>
          <ac:inkMkLst>
            <pc:docMk/>
            <pc:sldMk cId="33264414" sldId="263"/>
            <ac:inkMk id="65" creationId="{19ACB3AD-51C7-ED41-9FEE-AE787B7496F3}"/>
          </ac:inkMkLst>
        </pc:inkChg>
        <pc:inkChg chg="del">
          <ac:chgData name="Aggie Menezes" userId="74619c95fa3483c9" providerId="LiveId" clId="{E1046145-E3DE-F540-A54F-1820C5049C66}" dt="2021-03-04T02:11:13.891" v="1495" actId="478"/>
          <ac:inkMkLst>
            <pc:docMk/>
            <pc:sldMk cId="33264414" sldId="263"/>
            <ac:inkMk id="108" creationId="{DD70DB69-10AF-E04C-ADFB-CF186E29030C}"/>
          </ac:inkMkLst>
        </pc:inkChg>
        <pc:cxnChg chg="mod">
          <ac:chgData name="Aggie Menezes" userId="74619c95fa3483c9" providerId="LiveId" clId="{E1046145-E3DE-F540-A54F-1820C5049C66}" dt="2021-03-04T01:59:34.404" v="1133" actId="208"/>
          <ac:cxnSpMkLst>
            <pc:docMk/>
            <pc:sldMk cId="33264414" sldId="263"/>
            <ac:cxnSpMk id="21" creationId="{6678E59D-0A58-2640-B8CE-A1D810E63E43}"/>
          </ac:cxnSpMkLst>
        </pc:cxnChg>
      </pc:sldChg>
      <pc:sldChg chg="addSp delSp modSp mod modAnim">
        <pc:chgData name="Aggie Menezes" userId="74619c95fa3483c9" providerId="LiveId" clId="{E1046145-E3DE-F540-A54F-1820C5049C66}" dt="2021-04-06T08:07:17.298" v="4919" actId="1076"/>
        <pc:sldMkLst>
          <pc:docMk/>
          <pc:sldMk cId="3741693092" sldId="264"/>
        </pc:sldMkLst>
        <pc:spChg chg="mod">
          <ac:chgData name="Aggie Menezes" userId="74619c95fa3483c9" providerId="LiveId" clId="{E1046145-E3DE-F540-A54F-1820C5049C66}" dt="2021-03-04T02:21:34.797" v="1735" actId="164"/>
          <ac:spMkLst>
            <pc:docMk/>
            <pc:sldMk cId="3741693092" sldId="264"/>
            <ac:spMk id="14" creationId="{C290B2F0-24F6-7946-9087-7CBDE5E6B359}"/>
          </ac:spMkLst>
        </pc:spChg>
        <pc:spChg chg="mod">
          <ac:chgData name="Aggie Menezes" userId="74619c95fa3483c9" providerId="LiveId" clId="{E1046145-E3DE-F540-A54F-1820C5049C66}" dt="2021-03-04T02:21:34.797" v="1735" actId="164"/>
          <ac:spMkLst>
            <pc:docMk/>
            <pc:sldMk cId="3741693092" sldId="264"/>
            <ac:spMk id="16" creationId="{4478112D-65C3-5543-8BC2-702063D4B715}"/>
          </ac:spMkLst>
        </pc:spChg>
        <pc:spChg chg="mod">
          <ac:chgData name="Aggie Menezes" userId="74619c95fa3483c9" providerId="LiveId" clId="{E1046145-E3DE-F540-A54F-1820C5049C66}" dt="2021-03-04T02:21:46.503" v="1737" actId="164"/>
          <ac:spMkLst>
            <pc:docMk/>
            <pc:sldMk cId="3741693092" sldId="264"/>
            <ac:spMk id="18" creationId="{67DDA854-9955-A540-95D0-4A197406CEB9}"/>
          </ac:spMkLst>
        </pc:spChg>
        <pc:spChg chg="mod">
          <ac:chgData name="Aggie Menezes" userId="74619c95fa3483c9" providerId="LiveId" clId="{E1046145-E3DE-F540-A54F-1820C5049C66}" dt="2021-04-06T08:07:17.298" v="4919" actId="1076"/>
          <ac:spMkLst>
            <pc:docMk/>
            <pc:sldMk cId="3741693092" sldId="264"/>
            <ac:spMk id="21" creationId="{17704794-8E6F-D044-9A06-53A0FD088949}"/>
          </ac:spMkLst>
        </pc:spChg>
        <pc:spChg chg="mod">
          <ac:chgData name="Aggie Menezes" userId="74619c95fa3483c9" providerId="LiveId" clId="{E1046145-E3DE-F540-A54F-1820C5049C66}" dt="2021-03-04T01:59:44.107" v="1134" actId="208"/>
          <ac:spMkLst>
            <pc:docMk/>
            <pc:sldMk cId="3741693092" sldId="264"/>
            <ac:spMk id="26" creationId="{7C2FE509-758C-284F-8447-DF52BCD6B1BF}"/>
          </ac:spMkLst>
        </pc:spChg>
        <pc:spChg chg="mod">
          <ac:chgData name="Aggie Menezes" userId="74619c95fa3483c9" providerId="LiveId" clId="{E1046145-E3DE-F540-A54F-1820C5049C66}" dt="2021-04-06T08:06:47.842" v="4917" actId="1076"/>
          <ac:spMkLst>
            <pc:docMk/>
            <pc:sldMk cId="3741693092" sldId="264"/>
            <ac:spMk id="31" creationId="{9FD832E5-2E5F-2241-A9F2-F00352A51F19}"/>
          </ac:spMkLst>
        </pc:spChg>
        <pc:spChg chg="mod">
          <ac:chgData name="Aggie Menezes" userId="74619c95fa3483c9" providerId="LiveId" clId="{E1046145-E3DE-F540-A54F-1820C5049C66}" dt="2021-03-04T02:21:46.503" v="1737" actId="164"/>
          <ac:spMkLst>
            <pc:docMk/>
            <pc:sldMk cId="3741693092" sldId="264"/>
            <ac:spMk id="32" creationId="{9CD02FA9-0697-3046-A67E-09601D3C4013}"/>
          </ac:spMkLst>
        </pc:spChg>
        <pc:spChg chg="mod">
          <ac:chgData name="Aggie Menezes" userId="74619c95fa3483c9" providerId="LiveId" clId="{E1046145-E3DE-F540-A54F-1820C5049C66}" dt="2021-03-04T02:21:34.797" v="1735" actId="164"/>
          <ac:spMkLst>
            <pc:docMk/>
            <pc:sldMk cId="3741693092" sldId="264"/>
            <ac:spMk id="36" creationId="{B669FFA1-B075-7045-9439-A8065DDE174C}"/>
          </ac:spMkLst>
        </pc:spChg>
        <pc:spChg chg="add mod">
          <ac:chgData name="Aggie Menezes" userId="74619c95fa3483c9" providerId="LiveId" clId="{E1046145-E3DE-F540-A54F-1820C5049C66}" dt="2021-03-04T02:24:45.370" v="1852" actId="1076"/>
          <ac:spMkLst>
            <pc:docMk/>
            <pc:sldMk cId="3741693092" sldId="264"/>
            <ac:spMk id="171" creationId="{CBD19FC2-2CE4-954F-80BB-CF3E30AC9712}"/>
          </ac:spMkLst>
        </pc:spChg>
        <pc:spChg chg="add mod">
          <ac:chgData name="Aggie Menezes" userId="74619c95fa3483c9" providerId="LiveId" clId="{E1046145-E3DE-F540-A54F-1820C5049C66}" dt="2021-03-04T02:26:04.771" v="1910" actId="20577"/>
          <ac:spMkLst>
            <pc:docMk/>
            <pc:sldMk cId="3741693092" sldId="264"/>
            <ac:spMk id="188" creationId="{205CFAC9-9E81-4848-A043-D6D05CA9D379}"/>
          </ac:spMkLst>
        </pc:spChg>
        <pc:spChg chg="add mod">
          <ac:chgData name="Aggie Menezes" userId="74619c95fa3483c9" providerId="LiveId" clId="{E1046145-E3DE-F540-A54F-1820C5049C66}" dt="2021-03-04T02:26:57.815" v="1936" actId="207"/>
          <ac:spMkLst>
            <pc:docMk/>
            <pc:sldMk cId="3741693092" sldId="264"/>
            <ac:spMk id="189" creationId="{AAA2D879-9173-1949-BA10-7458942757F1}"/>
          </ac:spMkLst>
        </pc:spChg>
        <pc:grpChg chg="mod">
          <ac:chgData name="Aggie Menezes" userId="74619c95fa3483c9" providerId="LiveId" clId="{E1046145-E3DE-F540-A54F-1820C5049C66}" dt="2021-03-04T02:21:34.797" v="1735" actId="164"/>
          <ac:grpSpMkLst>
            <pc:docMk/>
            <pc:sldMk cId="3741693092" sldId="264"/>
            <ac:grpSpMk id="8" creationId="{A85DC4AB-FE3D-2A45-827F-7038AE7CD910}"/>
          </ac:grpSpMkLst>
        </pc:grpChg>
        <pc:grpChg chg="mod">
          <ac:chgData name="Aggie Menezes" userId="74619c95fa3483c9" providerId="LiveId" clId="{E1046145-E3DE-F540-A54F-1820C5049C66}" dt="2021-03-04T02:21:46.503" v="1737" actId="164"/>
          <ac:grpSpMkLst>
            <pc:docMk/>
            <pc:sldMk cId="3741693092" sldId="264"/>
            <ac:grpSpMk id="10" creationId="{0C71AAA4-0BE5-ED4A-A06C-D7DFC98B129C}"/>
          </ac:grpSpMkLst>
        </pc:grpChg>
        <pc:grpChg chg="mod">
          <ac:chgData name="Aggie Menezes" userId="74619c95fa3483c9" providerId="LiveId" clId="{E1046145-E3DE-F540-A54F-1820C5049C66}" dt="2021-04-06T08:06:18.948" v="4912" actId="14100"/>
          <ac:grpSpMkLst>
            <pc:docMk/>
            <pc:sldMk cId="3741693092" sldId="264"/>
            <ac:grpSpMk id="23" creationId="{E7B8B278-7DC3-2B41-A768-080CD8F8A0F3}"/>
          </ac:grpSpMkLst>
        </pc:grpChg>
        <pc:grpChg chg="add mod">
          <ac:chgData name="Aggie Menezes" userId="74619c95fa3483c9" providerId="LiveId" clId="{E1046145-E3DE-F540-A54F-1820C5049C66}" dt="2021-03-04T02:21:34.797" v="1735" actId="164"/>
          <ac:grpSpMkLst>
            <pc:docMk/>
            <pc:sldMk cId="3741693092" sldId="264"/>
            <ac:grpSpMk id="39" creationId="{DBB84D36-0B2F-FD43-82E6-C8A3472C4753}"/>
          </ac:grpSpMkLst>
        </pc:grpChg>
        <pc:grpChg chg="add mod">
          <ac:chgData name="Aggie Menezes" userId="74619c95fa3483c9" providerId="LiveId" clId="{E1046145-E3DE-F540-A54F-1820C5049C66}" dt="2021-03-04T02:21:46.503" v="1737" actId="164"/>
          <ac:grpSpMkLst>
            <pc:docMk/>
            <pc:sldMk cId="3741693092" sldId="264"/>
            <ac:grpSpMk id="40" creationId="{3E86F75B-02DD-1245-9109-D69E06F6CAEE}"/>
          </ac:grpSpMkLst>
        </pc:grpChg>
        <pc:grpChg chg="del">
          <ac:chgData name="Aggie Menezes" userId="74619c95fa3483c9" providerId="LiveId" clId="{E1046145-E3DE-F540-A54F-1820C5049C66}" dt="2021-03-15T13:28:49.622" v="4625" actId="478"/>
          <ac:grpSpMkLst>
            <pc:docMk/>
            <pc:sldMk cId="3741693092" sldId="264"/>
            <ac:grpSpMk id="44" creationId="{1A962FA7-A249-7044-9912-F888F1BD38F4}"/>
          </ac:grpSpMkLst>
        </pc:grpChg>
        <pc:grpChg chg="del">
          <ac:chgData name="Aggie Menezes" userId="74619c95fa3483c9" providerId="LiveId" clId="{E1046145-E3DE-F540-A54F-1820C5049C66}" dt="2021-03-06T03:29:45.936" v="3142" actId="478"/>
          <ac:grpSpMkLst>
            <pc:docMk/>
            <pc:sldMk cId="3741693092" sldId="264"/>
            <ac:grpSpMk id="45" creationId="{77D8BE93-E483-B84D-B343-4ED468034C10}"/>
          </ac:grpSpMkLst>
        </pc:grpChg>
        <pc:grpChg chg="del">
          <ac:chgData name="Aggie Menezes" userId="74619c95fa3483c9" providerId="LiveId" clId="{E1046145-E3DE-F540-A54F-1820C5049C66}" dt="2021-03-15T13:28:54.279" v="4627" actId="478"/>
          <ac:grpSpMkLst>
            <pc:docMk/>
            <pc:sldMk cId="3741693092" sldId="264"/>
            <ac:grpSpMk id="52" creationId="{87426D54-B6EB-9F4B-A474-D6E9B9E0BB19}"/>
          </ac:grpSpMkLst>
        </pc:grpChg>
        <pc:grpChg chg="del">
          <ac:chgData name="Aggie Menezes" userId="74619c95fa3483c9" providerId="LiveId" clId="{E1046145-E3DE-F540-A54F-1820C5049C66}" dt="2021-03-04T02:20:36.270" v="1724" actId="478"/>
          <ac:grpSpMkLst>
            <pc:docMk/>
            <pc:sldMk cId="3741693092" sldId="264"/>
            <ac:grpSpMk id="71" creationId="{F6F37D30-A22B-0C47-A01C-7BFA147AF979}"/>
          </ac:grpSpMkLst>
        </pc:grpChg>
        <pc:grpChg chg="del">
          <ac:chgData name="Aggie Menezes" userId="74619c95fa3483c9" providerId="LiveId" clId="{E1046145-E3DE-F540-A54F-1820C5049C66}" dt="2021-03-26T13:37:16.993" v="4795" actId="478"/>
          <ac:grpSpMkLst>
            <pc:docMk/>
            <pc:sldMk cId="3741693092" sldId="264"/>
            <ac:grpSpMk id="78" creationId="{DD3B87A7-F9FE-A146-8652-F487A725D70D}"/>
          </ac:grpSpMkLst>
        </pc:grpChg>
        <pc:grpChg chg="del">
          <ac:chgData name="Aggie Menezes" userId="74619c95fa3483c9" providerId="LiveId" clId="{E1046145-E3DE-F540-A54F-1820C5049C66}" dt="2021-03-26T13:36:03.483" v="4789" actId="478"/>
          <ac:grpSpMkLst>
            <pc:docMk/>
            <pc:sldMk cId="3741693092" sldId="264"/>
            <ac:grpSpMk id="82" creationId="{0EAA21FB-47FF-CE49-9463-3621CE2BB453}"/>
          </ac:grpSpMkLst>
        </pc:grpChg>
        <pc:grpChg chg="del">
          <ac:chgData name="Aggie Menezes" userId="74619c95fa3483c9" providerId="LiveId" clId="{E1046145-E3DE-F540-A54F-1820C5049C66}" dt="2021-03-04T02:20:32.790" v="1723" actId="478"/>
          <ac:grpSpMkLst>
            <pc:docMk/>
            <pc:sldMk cId="3741693092" sldId="264"/>
            <ac:grpSpMk id="99" creationId="{8490868F-0749-5B41-9298-FC685E48A218}"/>
          </ac:grpSpMkLst>
        </pc:grpChg>
        <pc:grpChg chg="del">
          <ac:chgData name="Aggie Menezes" userId="74619c95fa3483c9" providerId="LiveId" clId="{E1046145-E3DE-F540-A54F-1820C5049C66}" dt="2021-03-04T02:20:40.811" v="1726" actId="478"/>
          <ac:grpSpMkLst>
            <pc:docMk/>
            <pc:sldMk cId="3741693092" sldId="264"/>
            <ac:grpSpMk id="115" creationId="{20B8CC7A-1D85-0141-81D9-80179CD14E2C}"/>
          </ac:grpSpMkLst>
        </pc:grpChg>
        <pc:grpChg chg="del">
          <ac:chgData name="Aggie Menezes" userId="74619c95fa3483c9" providerId="LiveId" clId="{E1046145-E3DE-F540-A54F-1820C5049C66}" dt="2021-03-04T02:20:47.621" v="1729" actId="478"/>
          <ac:grpSpMkLst>
            <pc:docMk/>
            <pc:sldMk cId="3741693092" sldId="264"/>
            <ac:grpSpMk id="147" creationId="{A5F978A7-2B7F-9843-93EA-C14A88406842}"/>
          </ac:grpSpMkLst>
        </pc:grpChg>
        <pc:grpChg chg="del">
          <ac:chgData name="Aggie Menezes" userId="74619c95fa3483c9" providerId="LiveId" clId="{E1046145-E3DE-F540-A54F-1820C5049C66}" dt="2021-03-04T02:20:51.529" v="1731" actId="478"/>
          <ac:grpSpMkLst>
            <pc:docMk/>
            <pc:sldMk cId="3741693092" sldId="264"/>
            <ac:grpSpMk id="152" creationId="{31475185-53F9-C54B-BB10-EAF0B0D8F2B6}"/>
          </ac:grpSpMkLst>
        </pc:grpChg>
        <pc:grpChg chg="del">
          <ac:chgData name="Aggie Menezes" userId="74619c95fa3483c9" providerId="LiveId" clId="{E1046145-E3DE-F540-A54F-1820C5049C66}" dt="2021-03-04T02:20:49.843" v="1730" actId="478"/>
          <ac:grpSpMkLst>
            <pc:docMk/>
            <pc:sldMk cId="3741693092" sldId="264"/>
            <ac:grpSpMk id="161" creationId="{F3B737E8-C8FE-8149-ABB0-A02D2FC122B9}"/>
          </ac:grpSpMkLst>
        </pc:grpChg>
        <pc:grpChg chg="del">
          <ac:chgData name="Aggie Menezes" userId="74619c95fa3483c9" providerId="LiveId" clId="{E1046145-E3DE-F540-A54F-1820C5049C66}" dt="2021-03-04T02:20:54.223" v="1732" actId="478"/>
          <ac:grpSpMkLst>
            <pc:docMk/>
            <pc:sldMk cId="3741693092" sldId="264"/>
            <ac:grpSpMk id="176" creationId="{7931C75B-432D-5E4E-B49A-26BBCB34CDD4}"/>
          </ac:grpSpMkLst>
        </pc:grpChg>
        <pc:grpChg chg="del">
          <ac:chgData name="Aggie Menezes" userId="74619c95fa3483c9" providerId="LiveId" clId="{E1046145-E3DE-F540-A54F-1820C5049C66}" dt="2021-03-04T02:20:56.261" v="1733" actId="478"/>
          <ac:grpSpMkLst>
            <pc:docMk/>
            <pc:sldMk cId="3741693092" sldId="264"/>
            <ac:grpSpMk id="187" creationId="{DFCD1276-E6A1-8643-B95C-5D36A94834AF}"/>
          </ac:grpSpMkLst>
        </pc:grpChg>
        <pc:graphicFrameChg chg="mod">
          <ac:chgData name="Aggie Menezes" userId="74619c95fa3483c9" providerId="LiveId" clId="{E1046145-E3DE-F540-A54F-1820C5049C66}" dt="2021-03-04T02:22:36.391" v="1742" actId="1076"/>
          <ac:graphicFrameMkLst>
            <pc:docMk/>
            <pc:sldMk cId="3741693092" sldId="264"/>
            <ac:graphicFrameMk id="34" creationId="{D10C3180-5FAC-AF49-8149-AF46998FDE8B}"/>
          </ac:graphicFrameMkLst>
        </pc:graphicFrameChg>
        <pc:graphicFrameChg chg="mod">
          <ac:chgData name="Aggie Menezes" userId="74619c95fa3483c9" providerId="LiveId" clId="{E1046145-E3DE-F540-A54F-1820C5049C66}" dt="2021-03-04T02:22:26.949" v="1741" actId="1076"/>
          <ac:graphicFrameMkLst>
            <pc:docMk/>
            <pc:sldMk cId="3741693092" sldId="264"/>
            <ac:graphicFrameMk id="35" creationId="{811CDEA5-6C24-0E45-BE31-B1A7DFD02C82}"/>
          </ac:graphicFrameMkLst>
        </pc:graphicFrameChg>
        <pc:inkChg chg="del">
          <ac:chgData name="Aggie Menezes" userId="74619c95fa3483c9" providerId="LiveId" clId="{E1046145-E3DE-F540-A54F-1820C5049C66}" dt="2021-03-15T13:28:51.857" v="4626" actId="478"/>
          <ac:inkMkLst>
            <pc:docMk/>
            <pc:sldMk cId="3741693092" sldId="264"/>
            <ac:inkMk id="4" creationId="{53DE8C50-CAB7-EA40-8D34-252FE3C90F1E}"/>
          </ac:inkMkLst>
        </pc:inkChg>
        <pc:inkChg chg="del">
          <ac:chgData name="Aggie Menezes" userId="74619c95fa3483c9" providerId="LiveId" clId="{E1046145-E3DE-F540-A54F-1820C5049C66}" dt="2021-03-26T13:37:22.595" v="4796" actId="478"/>
          <ac:inkMkLst>
            <pc:docMk/>
            <pc:sldMk cId="3741693092" sldId="264"/>
            <ac:inkMk id="79" creationId="{27DE0BC3-C387-B043-AA59-A1ADF186E47F}"/>
          </ac:inkMkLst>
        </pc:inkChg>
        <pc:inkChg chg="del">
          <ac:chgData name="Aggie Menezes" userId="74619c95fa3483c9" providerId="LiveId" clId="{E1046145-E3DE-F540-A54F-1820C5049C66}" dt="2021-03-04T02:21:36.301" v="1736" actId="478"/>
          <ac:inkMkLst>
            <pc:docMk/>
            <pc:sldMk cId="3741693092" sldId="264"/>
            <ac:inkMk id="97" creationId="{F691FBA0-98C5-C743-A1CC-64AEB2A43675}"/>
          </ac:inkMkLst>
        </pc:inkChg>
        <pc:inkChg chg="del">
          <ac:chgData name="Aggie Menezes" userId="74619c95fa3483c9" providerId="LiveId" clId="{E1046145-E3DE-F540-A54F-1820C5049C66}" dt="2021-03-04T02:20:44.482" v="1728" actId="478"/>
          <ac:inkMkLst>
            <pc:docMk/>
            <pc:sldMk cId="3741693092" sldId="264"/>
            <ac:inkMk id="100" creationId="{0702D2DF-3C45-9E43-970D-E7FB292B850C}"/>
          </ac:inkMkLst>
        </pc:inkChg>
        <pc:inkChg chg="del">
          <ac:chgData name="Aggie Menezes" userId="74619c95fa3483c9" providerId="LiveId" clId="{E1046145-E3DE-F540-A54F-1820C5049C66}" dt="2021-03-04T02:20:42.584" v="1727" actId="478"/>
          <ac:inkMkLst>
            <pc:docMk/>
            <pc:sldMk cId="3741693092" sldId="264"/>
            <ac:inkMk id="101" creationId="{A50B576B-27F6-FE48-A7E7-32CEBB656448}"/>
          </ac:inkMkLst>
        </pc:inkChg>
        <pc:inkChg chg="del">
          <ac:chgData name="Aggie Menezes" userId="74619c95fa3483c9" providerId="LiveId" clId="{E1046145-E3DE-F540-A54F-1820C5049C66}" dt="2021-03-04T02:20:38.627" v="1725" actId="478"/>
          <ac:inkMkLst>
            <pc:docMk/>
            <pc:sldMk cId="3741693092" sldId="264"/>
            <ac:inkMk id="146" creationId="{3EA6FD96-365E-CE4A-836D-288F01B73A46}"/>
          </ac:inkMkLst>
        </pc:inkChg>
        <pc:cxnChg chg="add del mod">
          <ac:chgData name="Aggie Menezes" userId="74619c95fa3483c9" providerId="LiveId" clId="{E1046145-E3DE-F540-A54F-1820C5049C66}" dt="2021-03-26T13:37:58.481" v="4800" actId="478"/>
          <ac:cxnSpMkLst>
            <pc:docMk/>
            <pc:sldMk cId="3741693092" sldId="264"/>
            <ac:cxnSpMk id="5" creationId="{BA8748CB-F3B8-274C-B6AC-9EEA843E4A7A}"/>
          </ac:cxnSpMkLst>
        </pc:cxnChg>
        <pc:cxnChg chg="mod">
          <ac:chgData name="Aggie Menezes" userId="74619c95fa3483c9" providerId="LiveId" clId="{E1046145-E3DE-F540-A54F-1820C5049C66}" dt="2021-04-06T08:07:11.971" v="4918" actId="14100"/>
          <ac:cxnSpMkLst>
            <pc:docMk/>
            <pc:sldMk cId="3741693092" sldId="264"/>
            <ac:cxnSpMk id="20" creationId="{69911272-FE4A-A64C-9432-282F2CE72603}"/>
          </ac:cxnSpMkLst>
        </pc:cxnChg>
        <pc:cxnChg chg="mod">
          <ac:chgData name="Aggie Menezes" userId="74619c95fa3483c9" providerId="LiveId" clId="{E1046145-E3DE-F540-A54F-1820C5049C66}" dt="2021-03-04T01:59:53.079" v="1136" actId="208"/>
          <ac:cxnSpMkLst>
            <pc:docMk/>
            <pc:sldMk cId="3741693092" sldId="264"/>
            <ac:cxnSpMk id="25" creationId="{44A6B907-18FB-A44A-9D5A-E05D4830B2E8}"/>
          </ac:cxnSpMkLst>
        </pc:cxnChg>
        <pc:cxnChg chg="mod">
          <ac:chgData name="Aggie Menezes" userId="74619c95fa3483c9" providerId="LiveId" clId="{E1046145-E3DE-F540-A54F-1820C5049C66}" dt="2021-04-06T08:06:38.443" v="4914" actId="14100"/>
          <ac:cxnSpMkLst>
            <pc:docMk/>
            <pc:sldMk cId="3741693092" sldId="264"/>
            <ac:cxnSpMk id="29" creationId="{D8520D50-E4F8-7948-95CD-3C277511D8DD}"/>
          </ac:cxnSpMkLst>
        </pc:cxnChg>
        <pc:cxnChg chg="add del mod">
          <ac:chgData name="Aggie Menezes" userId="74619c95fa3483c9" providerId="LiveId" clId="{E1046145-E3DE-F540-A54F-1820C5049C66}" dt="2021-04-06T08:06:41.822" v="4915" actId="478"/>
          <ac:cxnSpMkLst>
            <pc:docMk/>
            <pc:sldMk cId="3741693092" sldId="264"/>
            <ac:cxnSpMk id="37" creationId="{45E04A87-8C01-164B-8415-2FE1F4EBA443}"/>
          </ac:cxnSpMkLst>
        </pc:cxnChg>
      </pc:sldChg>
      <pc:sldChg chg="addSp delSp modSp mod delAnim modAnim">
        <pc:chgData name="Aggie Menezes" userId="74619c95fa3483c9" providerId="LiveId" clId="{E1046145-E3DE-F540-A54F-1820C5049C66}" dt="2021-03-26T13:29:58.383" v="4780" actId="478"/>
        <pc:sldMkLst>
          <pc:docMk/>
          <pc:sldMk cId="1205249829" sldId="265"/>
        </pc:sldMkLst>
        <pc:spChg chg="mod">
          <ac:chgData name="Aggie Menezes" userId="74619c95fa3483c9" providerId="LiveId" clId="{E1046145-E3DE-F540-A54F-1820C5049C66}" dt="2021-03-04T01:51:45.568" v="1006" actId="164"/>
          <ac:spMkLst>
            <pc:docMk/>
            <pc:sldMk cId="1205249829" sldId="265"/>
            <ac:spMk id="14" creationId="{C290B2F0-24F6-7946-9087-7CBDE5E6B359}"/>
          </ac:spMkLst>
        </pc:spChg>
        <pc:spChg chg="mod">
          <ac:chgData name="Aggie Menezes" userId="74619c95fa3483c9" providerId="LiveId" clId="{E1046145-E3DE-F540-A54F-1820C5049C66}" dt="2021-03-04T01:51:45.568" v="1006" actId="164"/>
          <ac:spMkLst>
            <pc:docMk/>
            <pc:sldMk cId="1205249829" sldId="265"/>
            <ac:spMk id="16" creationId="{4478112D-65C3-5543-8BC2-702063D4B715}"/>
          </ac:spMkLst>
        </pc:spChg>
        <pc:spChg chg="mod">
          <ac:chgData name="Aggie Menezes" userId="74619c95fa3483c9" providerId="LiveId" clId="{E1046145-E3DE-F540-A54F-1820C5049C66}" dt="2021-03-04T01:51:54.476" v="1007" actId="164"/>
          <ac:spMkLst>
            <pc:docMk/>
            <pc:sldMk cId="1205249829" sldId="265"/>
            <ac:spMk id="17" creationId="{1B3909C1-3A45-8042-B3E8-8A40F3DB1FCD}"/>
          </ac:spMkLst>
        </pc:spChg>
        <pc:spChg chg="mod">
          <ac:chgData name="Aggie Menezes" userId="74619c95fa3483c9" providerId="LiveId" clId="{E1046145-E3DE-F540-A54F-1820C5049C66}" dt="2021-03-04T01:51:54.476" v="1007" actId="164"/>
          <ac:spMkLst>
            <pc:docMk/>
            <pc:sldMk cId="1205249829" sldId="265"/>
            <ac:spMk id="18" creationId="{67DDA854-9955-A540-95D0-4A197406CEB9}"/>
          </ac:spMkLst>
        </pc:spChg>
        <pc:spChg chg="mod">
          <ac:chgData name="Aggie Menezes" userId="74619c95fa3483c9" providerId="LiveId" clId="{E1046145-E3DE-F540-A54F-1820C5049C66}" dt="2021-03-04T01:50:26.620" v="992" actId="1076"/>
          <ac:spMkLst>
            <pc:docMk/>
            <pc:sldMk cId="1205249829" sldId="265"/>
            <ac:spMk id="22" creationId="{A88A4B8A-19C4-6D4A-A2AA-47028F22726A}"/>
          </ac:spMkLst>
        </pc:spChg>
        <pc:spChg chg="mod">
          <ac:chgData name="Aggie Menezes" userId="74619c95fa3483c9" providerId="LiveId" clId="{E1046145-E3DE-F540-A54F-1820C5049C66}" dt="2021-03-04T01:59:06.315" v="1130" actId="208"/>
          <ac:spMkLst>
            <pc:docMk/>
            <pc:sldMk cId="1205249829" sldId="265"/>
            <ac:spMk id="26" creationId="{7C2FE509-758C-284F-8447-DF52BCD6B1BF}"/>
          </ac:spMkLst>
        </pc:spChg>
        <pc:spChg chg="mod">
          <ac:chgData name="Aggie Menezes" userId="74619c95fa3483c9" providerId="LiveId" clId="{E1046145-E3DE-F540-A54F-1820C5049C66}" dt="2021-03-04T01:51:14.349" v="1000" actId="1076"/>
          <ac:spMkLst>
            <pc:docMk/>
            <pc:sldMk cId="1205249829" sldId="265"/>
            <ac:spMk id="27" creationId="{CFB1BE93-25C7-3543-A37D-CD8E93E7B900}"/>
          </ac:spMkLst>
        </pc:spChg>
        <pc:spChg chg="mod">
          <ac:chgData name="Aggie Menezes" userId="74619c95fa3483c9" providerId="LiveId" clId="{E1046145-E3DE-F540-A54F-1820C5049C66}" dt="2021-03-04T01:51:00.506" v="997" actId="165"/>
          <ac:spMkLst>
            <pc:docMk/>
            <pc:sldMk cId="1205249829" sldId="265"/>
            <ac:spMk id="28" creationId="{40362F60-4C3E-104B-AF8E-788656C0C9AA}"/>
          </ac:spMkLst>
        </pc:spChg>
        <pc:spChg chg="mod">
          <ac:chgData name="Aggie Menezes" userId="74619c95fa3483c9" providerId="LiveId" clId="{E1046145-E3DE-F540-A54F-1820C5049C66}" dt="2021-03-04T01:51:11.848" v="999" actId="1076"/>
          <ac:spMkLst>
            <pc:docMk/>
            <pc:sldMk cId="1205249829" sldId="265"/>
            <ac:spMk id="30" creationId="{EDEE243E-F65D-C143-8F33-9392B66E7567}"/>
          </ac:spMkLst>
        </pc:spChg>
        <pc:spChg chg="mod">
          <ac:chgData name="Aggie Menezes" userId="74619c95fa3483c9" providerId="LiveId" clId="{E1046145-E3DE-F540-A54F-1820C5049C66}" dt="2021-03-04T01:49:53.085" v="984" actId="1076"/>
          <ac:spMkLst>
            <pc:docMk/>
            <pc:sldMk cId="1205249829" sldId="265"/>
            <ac:spMk id="33" creationId="{2F281D1C-E5DB-D243-A9A4-3215C9066E32}"/>
          </ac:spMkLst>
        </pc:spChg>
        <pc:spChg chg="add mod">
          <ac:chgData name="Aggie Menezes" userId="74619c95fa3483c9" providerId="LiveId" clId="{E1046145-E3DE-F540-A54F-1820C5049C66}" dt="2021-03-06T03:22:02.330" v="2937" actId="20577"/>
          <ac:spMkLst>
            <pc:docMk/>
            <pc:sldMk cId="1205249829" sldId="265"/>
            <ac:spMk id="51" creationId="{7C7F213F-9216-F64C-9B8B-FB3F4D60C27C}"/>
          </ac:spMkLst>
        </pc:spChg>
        <pc:spChg chg="add mod">
          <ac:chgData name="Aggie Menezes" userId="74619c95fa3483c9" providerId="LiveId" clId="{E1046145-E3DE-F540-A54F-1820C5049C66}" dt="2021-03-06T03:22:09.346" v="2938" actId="20577"/>
          <ac:spMkLst>
            <pc:docMk/>
            <pc:sldMk cId="1205249829" sldId="265"/>
            <ac:spMk id="52" creationId="{0F39DDCD-36C6-1947-BAD9-0FB70EB73DEE}"/>
          </ac:spMkLst>
        </pc:spChg>
        <pc:spChg chg="add mod">
          <ac:chgData name="Aggie Menezes" userId="74619c95fa3483c9" providerId="LiveId" clId="{E1046145-E3DE-F540-A54F-1820C5049C66}" dt="2021-03-04T01:58:58.056" v="1129" actId="207"/>
          <ac:spMkLst>
            <pc:docMk/>
            <pc:sldMk cId="1205249829" sldId="265"/>
            <ac:spMk id="53" creationId="{9A742371-0D8B-F040-A2E3-12ABAB05CA9B}"/>
          </ac:spMkLst>
        </pc:spChg>
        <pc:spChg chg="add mod">
          <ac:chgData name="Aggie Menezes" userId="74619c95fa3483c9" providerId="LiveId" clId="{E1046145-E3DE-F540-A54F-1820C5049C66}" dt="2021-03-04T01:51:19.758" v="1002" actId="14100"/>
          <ac:spMkLst>
            <pc:docMk/>
            <pc:sldMk cId="1205249829" sldId="265"/>
            <ac:spMk id="54" creationId="{FBB5D3D9-1203-8C4B-AE4A-8A9D10626A46}"/>
          </ac:spMkLst>
        </pc:spChg>
        <pc:spChg chg="add del mod">
          <ac:chgData name="Aggie Menezes" userId="74619c95fa3483c9" providerId="LiveId" clId="{E1046145-E3DE-F540-A54F-1820C5049C66}" dt="2021-03-04T01:55:11.541" v="1063" actId="478"/>
          <ac:spMkLst>
            <pc:docMk/>
            <pc:sldMk cId="1205249829" sldId="265"/>
            <ac:spMk id="59" creationId="{D348F2C4-31A9-CA4D-805F-4A23C877D3A1}"/>
          </ac:spMkLst>
        </pc:spChg>
        <pc:grpChg chg="mod">
          <ac:chgData name="Aggie Menezes" userId="74619c95fa3483c9" providerId="LiveId" clId="{E1046145-E3DE-F540-A54F-1820C5049C66}" dt="2021-03-04T01:50:34.875" v="993" actId="164"/>
          <ac:grpSpMkLst>
            <pc:docMk/>
            <pc:sldMk cId="1205249829" sldId="265"/>
            <ac:grpSpMk id="8" creationId="{A85DC4AB-FE3D-2A45-827F-7038AE7CD910}"/>
          </ac:grpSpMkLst>
        </pc:grpChg>
        <pc:grpChg chg="del">
          <ac:chgData name="Aggie Menezes" userId="74619c95fa3483c9" providerId="LiveId" clId="{E1046145-E3DE-F540-A54F-1820C5049C66}" dt="2021-03-06T03:29:19.609" v="3137" actId="478"/>
          <ac:grpSpMkLst>
            <pc:docMk/>
            <pc:sldMk cId="1205249829" sldId="265"/>
            <ac:grpSpMk id="9" creationId="{A41FD69B-54BB-A247-9AB1-016F36025170}"/>
          </ac:grpSpMkLst>
        </pc:grpChg>
        <pc:grpChg chg="mod topLvl">
          <ac:chgData name="Aggie Menezes" userId="74619c95fa3483c9" providerId="LiveId" clId="{E1046145-E3DE-F540-A54F-1820C5049C66}" dt="2021-03-04T01:51:06.333" v="998" actId="164"/>
          <ac:grpSpMkLst>
            <pc:docMk/>
            <pc:sldMk cId="1205249829" sldId="265"/>
            <ac:grpSpMk id="10" creationId="{0C71AAA4-0BE5-ED4A-A06C-D7DFC98B129C}"/>
          </ac:grpSpMkLst>
        </pc:grpChg>
        <pc:grpChg chg="mod">
          <ac:chgData name="Aggie Menezes" userId="74619c95fa3483c9" providerId="LiveId" clId="{E1046145-E3DE-F540-A54F-1820C5049C66}" dt="2021-03-04T01:50:34.875" v="993" actId="164"/>
          <ac:grpSpMkLst>
            <pc:docMk/>
            <pc:sldMk cId="1205249829" sldId="265"/>
            <ac:grpSpMk id="29" creationId="{41991F0B-7980-8D48-AD5F-99E4791C95EA}"/>
          </ac:grpSpMkLst>
        </pc:grpChg>
        <pc:grpChg chg="mod topLvl">
          <ac:chgData name="Aggie Menezes" userId="74619c95fa3483c9" providerId="LiveId" clId="{E1046145-E3DE-F540-A54F-1820C5049C66}" dt="2021-03-04T01:51:06.333" v="998" actId="164"/>
          <ac:grpSpMkLst>
            <pc:docMk/>
            <pc:sldMk cId="1205249829" sldId="265"/>
            <ac:grpSpMk id="31" creationId="{7B5EE8CF-47C3-184C-BC71-D18358127475}"/>
          </ac:grpSpMkLst>
        </pc:grpChg>
        <pc:grpChg chg="add mod">
          <ac:chgData name="Aggie Menezes" userId="74619c95fa3483c9" providerId="LiveId" clId="{E1046145-E3DE-F540-A54F-1820C5049C66}" dt="2021-03-04T01:51:45.568" v="1006" actId="164"/>
          <ac:grpSpMkLst>
            <pc:docMk/>
            <pc:sldMk cId="1205249829" sldId="265"/>
            <ac:grpSpMk id="37" creationId="{D1DD1E87-72BF-AA49-9DD4-F10551CEF6AA}"/>
          </ac:grpSpMkLst>
        </pc:grpChg>
        <pc:grpChg chg="del">
          <ac:chgData name="Aggie Menezes" userId="74619c95fa3483c9" providerId="LiveId" clId="{E1046145-E3DE-F540-A54F-1820C5049C66}" dt="2021-03-26T13:29:58.383" v="4780" actId="478"/>
          <ac:grpSpMkLst>
            <pc:docMk/>
            <pc:sldMk cId="1205249829" sldId="265"/>
            <ac:grpSpMk id="47" creationId="{AB3D3A49-27F1-844C-8660-DAF95CBAF785}"/>
          </ac:grpSpMkLst>
        </pc:grpChg>
        <pc:grpChg chg="del">
          <ac:chgData name="Aggie Menezes" userId="74619c95fa3483c9" providerId="LiveId" clId="{E1046145-E3DE-F540-A54F-1820C5049C66}" dt="2021-03-04T01:41:31.285" v="702" actId="478"/>
          <ac:grpSpMkLst>
            <pc:docMk/>
            <pc:sldMk cId="1205249829" sldId="265"/>
            <ac:grpSpMk id="50" creationId="{EE9F916C-CB8B-0643-B769-7AA901F606D0}"/>
          </ac:grpSpMkLst>
        </pc:grpChg>
        <pc:grpChg chg="add del mod">
          <ac:chgData name="Aggie Menezes" userId="74619c95fa3483c9" providerId="LiveId" clId="{E1046145-E3DE-F540-A54F-1820C5049C66}" dt="2021-03-04T01:51:00.506" v="997" actId="165"/>
          <ac:grpSpMkLst>
            <pc:docMk/>
            <pc:sldMk cId="1205249829" sldId="265"/>
            <ac:grpSpMk id="55" creationId="{4C664F77-B58E-BC41-8419-8AB19E928714}"/>
          </ac:grpSpMkLst>
        </pc:grpChg>
        <pc:grpChg chg="add mod">
          <ac:chgData name="Aggie Menezes" userId="74619c95fa3483c9" providerId="LiveId" clId="{E1046145-E3DE-F540-A54F-1820C5049C66}" dt="2021-03-04T01:51:54.476" v="1007" actId="164"/>
          <ac:grpSpMkLst>
            <pc:docMk/>
            <pc:sldMk cId="1205249829" sldId="265"/>
            <ac:grpSpMk id="56" creationId="{6441470B-2B4C-6944-B90C-7FC8175A75D3}"/>
          </ac:grpSpMkLst>
        </pc:grpChg>
        <pc:grpChg chg="add mod">
          <ac:chgData name="Aggie Menezes" userId="74619c95fa3483c9" providerId="LiveId" clId="{E1046145-E3DE-F540-A54F-1820C5049C66}" dt="2021-03-04T01:51:45.568" v="1006" actId="164"/>
          <ac:grpSpMkLst>
            <pc:docMk/>
            <pc:sldMk cId="1205249829" sldId="265"/>
            <ac:grpSpMk id="57" creationId="{9BA8BF94-0638-564C-8570-86EC14B3B805}"/>
          </ac:grpSpMkLst>
        </pc:grpChg>
        <pc:grpChg chg="add mod">
          <ac:chgData name="Aggie Menezes" userId="74619c95fa3483c9" providerId="LiveId" clId="{E1046145-E3DE-F540-A54F-1820C5049C66}" dt="2021-03-04T01:52:12.710" v="1009" actId="1076"/>
          <ac:grpSpMkLst>
            <pc:docMk/>
            <pc:sldMk cId="1205249829" sldId="265"/>
            <ac:grpSpMk id="58" creationId="{59A4D731-8FE6-2E48-BCD1-751A4BB860EF}"/>
          </ac:grpSpMkLst>
        </pc:grpChg>
        <pc:graphicFrameChg chg="mod">
          <ac:chgData name="Aggie Menezes" userId="74619c95fa3483c9" providerId="LiveId" clId="{E1046145-E3DE-F540-A54F-1820C5049C66}" dt="2021-03-04T02:03:34.711" v="1293" actId="1076"/>
          <ac:graphicFrameMkLst>
            <pc:docMk/>
            <pc:sldMk cId="1205249829" sldId="265"/>
            <ac:graphicFrameMk id="21" creationId="{8784819E-8021-0E41-BAE2-46C401E70B39}"/>
          </ac:graphicFrameMkLst>
        </pc:graphicFrameChg>
        <pc:graphicFrameChg chg="mod">
          <ac:chgData name="Aggie Menezes" userId="74619c95fa3483c9" providerId="LiveId" clId="{E1046145-E3DE-F540-A54F-1820C5049C66}" dt="2021-03-04T02:03:40.789" v="1294" actId="1076"/>
          <ac:graphicFrameMkLst>
            <pc:docMk/>
            <pc:sldMk cId="1205249829" sldId="265"/>
            <ac:graphicFrameMk id="23" creationId="{33DCBF10-80BE-1849-B46A-A2C6105DE14E}"/>
          </ac:graphicFrameMkLst>
        </pc:graphicFrameChg>
        <pc:inkChg chg="del mod">
          <ac:chgData name="Aggie Menezes" userId="74619c95fa3483c9" providerId="LiveId" clId="{E1046145-E3DE-F540-A54F-1820C5049C66}" dt="2021-03-06T03:21:57.459" v="2936" actId="478"/>
          <ac:inkMkLst>
            <pc:docMk/>
            <pc:sldMk cId="1205249829" sldId="265"/>
            <ac:inkMk id="4" creationId="{67875EA3-5B5D-F44D-B07E-DA213A4EB389}"/>
          </ac:inkMkLst>
        </pc:inkChg>
        <pc:inkChg chg="del">
          <ac:chgData name="Aggie Menezes" userId="74619c95fa3483c9" providerId="LiveId" clId="{E1046145-E3DE-F540-A54F-1820C5049C66}" dt="2021-03-26T13:29:34.751" v="4778" actId="478"/>
          <ac:inkMkLst>
            <pc:docMk/>
            <pc:sldMk cId="1205249829" sldId="265"/>
            <ac:inkMk id="48" creationId="{8C86E3A2-FB33-E34A-AF9E-F0F1594A9F89}"/>
          </ac:inkMkLst>
        </pc:inkChg>
        <pc:inkChg chg="del">
          <ac:chgData name="Aggie Menezes" userId="74619c95fa3483c9" providerId="LiveId" clId="{E1046145-E3DE-F540-A54F-1820C5049C66}" dt="2021-03-26T13:29:41.387" v="4779" actId="478"/>
          <ac:inkMkLst>
            <pc:docMk/>
            <pc:sldMk cId="1205249829" sldId="265"/>
            <ac:inkMk id="49" creationId="{471DF5D3-9813-694D-A6E1-EAAA89C5FDAE}"/>
          </ac:inkMkLst>
        </pc:inkChg>
        <pc:cxnChg chg="mod">
          <ac:chgData name="Aggie Menezes" userId="74619c95fa3483c9" providerId="LiveId" clId="{E1046145-E3DE-F540-A54F-1820C5049C66}" dt="2021-03-04T01:51:00.506" v="997" actId="165"/>
          <ac:cxnSpMkLst>
            <pc:docMk/>
            <pc:sldMk cId="1205249829" sldId="265"/>
            <ac:cxnSpMk id="11" creationId="{4F4805E6-CFEA-B34F-820C-EDCCF80F4941}"/>
          </ac:cxnSpMkLst>
        </pc:cxnChg>
        <pc:cxnChg chg="mod">
          <ac:chgData name="Aggie Menezes" userId="74619c95fa3483c9" providerId="LiveId" clId="{E1046145-E3DE-F540-A54F-1820C5049C66}" dt="2021-03-04T01:51:00.506" v="997" actId="165"/>
          <ac:cxnSpMkLst>
            <pc:docMk/>
            <pc:sldMk cId="1205249829" sldId="265"/>
            <ac:cxnSpMk id="12" creationId="{5D541346-1C7E-1140-85EF-AE67E731F52D}"/>
          </ac:cxnSpMkLst>
        </pc:cxnChg>
        <pc:cxnChg chg="mod">
          <ac:chgData name="Aggie Menezes" userId="74619c95fa3483c9" providerId="LiveId" clId="{E1046145-E3DE-F540-A54F-1820C5049C66}" dt="2021-03-04T01:50:22.177" v="991" actId="1076"/>
          <ac:cxnSpMkLst>
            <pc:docMk/>
            <pc:sldMk cId="1205249829" sldId="265"/>
            <ac:cxnSpMk id="19" creationId="{E8182E6A-64B9-A640-8D35-7DB71A95E786}"/>
          </ac:cxnSpMkLst>
        </pc:cxnChg>
      </pc:sldChg>
      <pc:sldChg chg="addSp delSp modSp mod modAnim">
        <pc:chgData name="Aggie Menezes" userId="74619c95fa3483c9" providerId="LiveId" clId="{E1046145-E3DE-F540-A54F-1820C5049C66}" dt="2021-04-06T08:20:35.375" v="4984" actId="20577"/>
        <pc:sldMkLst>
          <pc:docMk/>
          <pc:sldMk cId="661312419" sldId="267"/>
        </pc:sldMkLst>
        <pc:spChg chg="del">
          <ac:chgData name="Aggie Menezes" userId="74619c95fa3483c9" providerId="LiveId" clId="{E1046145-E3DE-F540-A54F-1820C5049C66}" dt="2021-03-26T13:38:52.070" v="4802" actId="478"/>
          <ac:spMkLst>
            <pc:docMk/>
            <pc:sldMk cId="661312419" sldId="267"/>
            <ac:spMk id="2" creationId="{E629DD7A-9E92-1646-83A8-589388C79A76}"/>
          </ac:spMkLst>
        </pc:spChg>
        <pc:spChg chg="add mod">
          <ac:chgData name="Aggie Menezes" userId="74619c95fa3483c9" providerId="LiveId" clId="{E1046145-E3DE-F540-A54F-1820C5049C66}" dt="2021-04-06T08:20:35.375" v="4984" actId="20577"/>
          <ac:spMkLst>
            <pc:docMk/>
            <pc:sldMk cId="661312419" sldId="267"/>
            <ac:spMk id="5" creationId="{8850625E-CA20-3140-A37C-37404398A175}"/>
          </ac:spMkLst>
        </pc:spChg>
        <pc:spChg chg="mod">
          <ac:chgData name="Aggie Menezes" userId="74619c95fa3483c9" providerId="LiveId" clId="{E1046145-E3DE-F540-A54F-1820C5049C66}" dt="2021-03-06T04:26:06.369" v="3316" actId="1076"/>
          <ac:spMkLst>
            <pc:docMk/>
            <pc:sldMk cId="661312419" sldId="267"/>
            <ac:spMk id="119" creationId="{00000000-0000-0000-0000-000000000000}"/>
          </ac:spMkLst>
        </pc:spChg>
        <pc:grpChg chg="del">
          <ac:chgData name="Aggie Menezes" userId="74619c95fa3483c9" providerId="LiveId" clId="{E1046145-E3DE-F540-A54F-1820C5049C66}" dt="2021-03-26T13:38:52.070" v="4802" actId="478"/>
          <ac:grpSpMkLst>
            <pc:docMk/>
            <pc:sldMk cId="661312419" sldId="267"/>
            <ac:grpSpMk id="21" creationId="{81F68C68-6210-0B43-AE8E-5A3B008F15AC}"/>
          </ac:grpSpMkLst>
        </pc:grpChg>
        <pc:grpChg chg="del">
          <ac:chgData name="Aggie Menezes" userId="74619c95fa3483c9" providerId="LiveId" clId="{E1046145-E3DE-F540-A54F-1820C5049C66}" dt="2021-03-26T13:38:58.191" v="4803" actId="478"/>
          <ac:grpSpMkLst>
            <pc:docMk/>
            <pc:sldMk cId="661312419" sldId="267"/>
            <ac:grpSpMk id="54" creationId="{674E20F1-D75F-FA4A-843A-9A1F3125C8AB}"/>
          </ac:grpSpMkLst>
        </pc:grpChg>
        <pc:grpChg chg="del">
          <ac:chgData name="Aggie Menezes" userId="74619c95fa3483c9" providerId="LiveId" clId="{E1046145-E3DE-F540-A54F-1820C5049C66}" dt="2021-03-26T13:38:52.070" v="4802" actId="478"/>
          <ac:grpSpMkLst>
            <pc:docMk/>
            <pc:sldMk cId="661312419" sldId="267"/>
            <ac:grpSpMk id="62" creationId="{19465574-D8B9-424F-B836-C95A8A38F589}"/>
          </ac:grpSpMkLst>
        </pc:grpChg>
        <pc:inkChg chg="del">
          <ac:chgData name="Aggie Menezes" userId="74619c95fa3483c9" providerId="LiveId" clId="{E1046145-E3DE-F540-A54F-1820C5049C66}" dt="2021-03-26T13:38:52.070" v="4802" actId="478"/>
          <ac:inkMkLst>
            <pc:docMk/>
            <pc:sldMk cId="661312419" sldId="267"/>
            <ac:inkMk id="3" creationId="{36712D6F-39C5-7C43-A16D-345CDCAB8D29}"/>
          </ac:inkMkLst>
        </pc:inkChg>
        <pc:inkChg chg="del">
          <ac:chgData name="Aggie Menezes" userId="74619c95fa3483c9" providerId="LiveId" clId="{E1046145-E3DE-F540-A54F-1820C5049C66}" dt="2021-03-06T03:29:57.071" v="3143" actId="478"/>
          <ac:inkMkLst>
            <pc:docMk/>
            <pc:sldMk cId="661312419" sldId="267"/>
            <ac:inkMk id="3" creationId="{93B6D042-E21D-E346-9E5A-012DBB3A86AC}"/>
          </ac:inkMkLst>
        </pc:inkChg>
        <pc:inkChg chg="del">
          <ac:chgData name="Aggie Menezes" userId="74619c95fa3483c9" providerId="LiveId" clId="{E1046145-E3DE-F540-A54F-1820C5049C66}" dt="2021-03-26T13:38:10.537" v="4801" actId="478"/>
          <ac:inkMkLst>
            <pc:docMk/>
            <pc:sldMk cId="661312419" sldId="267"/>
            <ac:inkMk id="4" creationId="{B5DE9399-DA14-384E-9DFD-32D8F4BBB6F2}"/>
          </ac:inkMkLst>
        </pc:inkChg>
      </pc:sldChg>
      <pc:sldChg chg="addSp delSp modSp del mod delAnim modAnim">
        <pc:chgData name="Aggie Menezes" userId="74619c95fa3483c9" providerId="LiveId" clId="{E1046145-E3DE-F540-A54F-1820C5049C66}" dt="2021-04-06T08:32:10.429" v="5003" actId="2696"/>
        <pc:sldMkLst>
          <pc:docMk/>
          <pc:sldMk cId="1726260024" sldId="268"/>
        </pc:sldMkLst>
        <pc:spChg chg="add del mod">
          <ac:chgData name="Aggie Menezes" userId="74619c95fa3483c9" providerId="LiveId" clId="{E1046145-E3DE-F540-A54F-1820C5049C66}" dt="2021-03-04T02:28:12.878" v="1972" actId="478"/>
          <ac:spMkLst>
            <pc:docMk/>
            <pc:sldMk cId="1726260024" sldId="268"/>
            <ac:spMk id="79" creationId="{66EF6207-678C-AC4B-A0CF-849413BFF7C3}"/>
          </ac:spMkLst>
        </pc:spChg>
        <pc:spChg chg="add del mod">
          <ac:chgData name="Aggie Menezes" userId="74619c95fa3483c9" providerId="LiveId" clId="{E1046145-E3DE-F540-A54F-1820C5049C66}" dt="2021-03-04T02:28:15.496" v="1973" actId="478"/>
          <ac:spMkLst>
            <pc:docMk/>
            <pc:sldMk cId="1726260024" sldId="268"/>
            <ac:spMk id="80" creationId="{BAE225E3-3346-5645-8EC5-2E43EB7E1B4F}"/>
          </ac:spMkLst>
        </pc:spChg>
        <pc:spChg chg="add del mod">
          <ac:chgData name="Aggie Menezes" userId="74619c95fa3483c9" providerId="LiveId" clId="{E1046145-E3DE-F540-A54F-1820C5049C66}" dt="2021-03-04T02:28:17.890" v="1974" actId="478"/>
          <ac:spMkLst>
            <pc:docMk/>
            <pc:sldMk cId="1726260024" sldId="268"/>
            <ac:spMk id="81" creationId="{86EF63B2-9B98-8F44-8CE4-86BCE1FE566D}"/>
          </ac:spMkLst>
        </pc:spChg>
        <pc:spChg chg="add del mod">
          <ac:chgData name="Aggie Menezes" userId="74619c95fa3483c9" providerId="LiveId" clId="{E1046145-E3DE-F540-A54F-1820C5049C66}" dt="2021-04-06T08:22:39.880" v="4992" actId="478"/>
          <ac:spMkLst>
            <pc:docMk/>
            <pc:sldMk cId="1726260024" sldId="268"/>
            <ac:spMk id="85" creationId="{D8C7DD93-F34C-9944-89BF-0F66FCE81BC9}"/>
          </ac:spMkLst>
        </pc:spChg>
        <pc:spChg chg="mod">
          <ac:chgData name="Aggie Menezes" userId="74619c95fa3483c9" providerId="LiveId" clId="{E1046145-E3DE-F540-A54F-1820C5049C66}" dt="2021-03-26T13:39:07.876" v="4804" actId="1076"/>
          <ac:spMkLst>
            <pc:docMk/>
            <pc:sldMk cId="1726260024" sldId="268"/>
            <ac:spMk id="123" creationId="{00000000-0000-0000-0000-000000000000}"/>
          </ac:spMkLst>
        </pc:spChg>
        <pc:spChg chg="mod">
          <ac:chgData name="Aggie Menezes" userId="74619c95fa3483c9" providerId="LiveId" clId="{E1046145-E3DE-F540-A54F-1820C5049C66}" dt="2021-03-06T04:30:02.299" v="3394" actId="2711"/>
          <ac:spMkLst>
            <pc:docMk/>
            <pc:sldMk cId="1726260024" sldId="268"/>
            <ac:spMk id="124" creationId="{00000000-0000-0000-0000-000000000000}"/>
          </ac:spMkLst>
        </pc:spChg>
        <pc:spChg chg="del">
          <ac:chgData name="Aggie Menezes" userId="74619c95fa3483c9" providerId="LiveId" clId="{E1046145-E3DE-F540-A54F-1820C5049C66}" dt="2021-04-06T08:29:18.084" v="4994" actId="478"/>
          <ac:spMkLst>
            <pc:docMk/>
            <pc:sldMk cId="1726260024" sldId="268"/>
            <ac:spMk id="125" creationId="{00000000-0000-0000-0000-000000000000}"/>
          </ac:spMkLst>
        </pc:spChg>
        <pc:spChg chg="mod">
          <ac:chgData name="Aggie Menezes" userId="74619c95fa3483c9" providerId="LiveId" clId="{E1046145-E3DE-F540-A54F-1820C5049C66}" dt="2021-04-06T08:31:54.045" v="5002" actId="14100"/>
          <ac:spMkLst>
            <pc:docMk/>
            <pc:sldMk cId="1726260024" sldId="268"/>
            <ac:spMk id="127" creationId="{00000000-0000-0000-0000-000000000000}"/>
          </ac:spMkLst>
        </pc:spChg>
        <pc:spChg chg="mod">
          <ac:chgData name="Aggie Menezes" userId="74619c95fa3483c9" providerId="LiveId" clId="{E1046145-E3DE-F540-A54F-1820C5049C66}" dt="2021-04-06T08:29:41.048" v="4998" actId="14100"/>
          <ac:spMkLst>
            <pc:docMk/>
            <pc:sldMk cId="1726260024" sldId="268"/>
            <ac:spMk id="128" creationId="{00000000-0000-0000-0000-000000000000}"/>
          </ac:spMkLst>
        </pc:spChg>
        <pc:spChg chg="del">
          <ac:chgData name="Aggie Menezes" userId="74619c95fa3483c9" providerId="LiveId" clId="{E1046145-E3DE-F540-A54F-1820C5049C66}" dt="2021-04-06T08:29:30.604" v="4996" actId="478"/>
          <ac:spMkLst>
            <pc:docMk/>
            <pc:sldMk cId="1726260024" sldId="268"/>
            <ac:spMk id="129" creationId="{00000000-0000-0000-0000-000000000000}"/>
          </ac:spMkLst>
        </pc:spChg>
        <pc:spChg chg="mod">
          <ac:chgData name="Aggie Menezes" userId="74619c95fa3483c9" providerId="LiveId" clId="{E1046145-E3DE-F540-A54F-1820C5049C66}" dt="2021-04-06T08:30:26.644" v="5000" actId="1076"/>
          <ac:spMkLst>
            <pc:docMk/>
            <pc:sldMk cId="1726260024" sldId="268"/>
            <ac:spMk id="130" creationId="{00000000-0000-0000-0000-000000000000}"/>
          </ac:spMkLst>
        </pc:spChg>
        <pc:spChg chg="del">
          <ac:chgData name="Aggie Menezes" userId="74619c95fa3483c9" providerId="LiveId" clId="{E1046145-E3DE-F540-A54F-1820C5049C66}" dt="2021-04-06T08:29:24.990" v="4995" actId="478"/>
          <ac:spMkLst>
            <pc:docMk/>
            <pc:sldMk cId="1726260024" sldId="268"/>
            <ac:spMk id="131" creationId="{00000000-0000-0000-0000-000000000000}"/>
          </ac:spMkLst>
        </pc:spChg>
        <pc:spChg chg="mod">
          <ac:chgData name="Aggie Menezes" userId="74619c95fa3483c9" providerId="LiveId" clId="{E1046145-E3DE-F540-A54F-1820C5049C66}" dt="2021-04-06T08:30:26.644" v="5000" actId="1076"/>
          <ac:spMkLst>
            <pc:docMk/>
            <pc:sldMk cId="1726260024" sldId="268"/>
            <ac:spMk id="133" creationId="{00000000-0000-0000-0000-000000000000}"/>
          </ac:spMkLst>
        </pc:spChg>
        <pc:spChg chg="mod">
          <ac:chgData name="Aggie Menezes" userId="74619c95fa3483c9" providerId="LiveId" clId="{E1046145-E3DE-F540-A54F-1820C5049C66}" dt="2021-04-06T08:30:26.644" v="5000" actId="1076"/>
          <ac:spMkLst>
            <pc:docMk/>
            <pc:sldMk cId="1726260024" sldId="268"/>
            <ac:spMk id="134" creationId="{00000000-0000-0000-0000-000000000000}"/>
          </ac:spMkLst>
        </pc:spChg>
        <pc:spChg chg="mod">
          <ac:chgData name="Aggie Menezes" userId="74619c95fa3483c9" providerId="LiveId" clId="{E1046145-E3DE-F540-A54F-1820C5049C66}" dt="2021-04-06T08:30:26.644" v="5000" actId="1076"/>
          <ac:spMkLst>
            <pc:docMk/>
            <pc:sldMk cId="1726260024" sldId="268"/>
            <ac:spMk id="135" creationId="{00000000-0000-0000-0000-000000000000}"/>
          </ac:spMkLst>
        </pc:spChg>
        <pc:spChg chg="mod">
          <ac:chgData name="Aggie Menezes" userId="74619c95fa3483c9" providerId="LiveId" clId="{E1046145-E3DE-F540-A54F-1820C5049C66}" dt="2021-03-06T04:29:04.700" v="3384" actId="255"/>
          <ac:spMkLst>
            <pc:docMk/>
            <pc:sldMk cId="1726260024" sldId="268"/>
            <ac:spMk id="137" creationId="{00000000-0000-0000-0000-000000000000}"/>
          </ac:spMkLst>
        </pc:spChg>
        <pc:spChg chg="del mod">
          <ac:chgData name="Aggie Menezes" userId="74619c95fa3483c9" providerId="LiveId" clId="{E1046145-E3DE-F540-A54F-1820C5049C66}" dt="2021-04-06T08:29:35.279" v="4997" actId="478"/>
          <ac:spMkLst>
            <pc:docMk/>
            <pc:sldMk cId="1726260024" sldId="268"/>
            <ac:spMk id="138" creationId="{00000000-0000-0000-0000-000000000000}"/>
          </ac:spMkLst>
        </pc:spChg>
        <pc:spChg chg="mod">
          <ac:chgData name="Aggie Menezes" userId="74619c95fa3483c9" providerId="LiveId" clId="{E1046145-E3DE-F540-A54F-1820C5049C66}" dt="2021-03-06T04:29:04.700" v="3384" actId="255"/>
          <ac:spMkLst>
            <pc:docMk/>
            <pc:sldMk cId="1726260024" sldId="268"/>
            <ac:spMk id="139" creationId="{00000000-0000-0000-0000-000000000000}"/>
          </ac:spMkLst>
        </pc:spChg>
        <pc:spChg chg="del mod">
          <ac:chgData name="Aggie Menezes" userId="74619c95fa3483c9" providerId="LiveId" clId="{E1046145-E3DE-F540-A54F-1820C5049C66}" dt="2021-04-06T08:30:51.386" v="5001" actId="478"/>
          <ac:spMkLst>
            <pc:docMk/>
            <pc:sldMk cId="1726260024" sldId="268"/>
            <ac:spMk id="140" creationId="{00000000-0000-0000-0000-000000000000}"/>
          </ac:spMkLst>
        </pc:spChg>
        <pc:spChg chg="mod">
          <ac:chgData name="Aggie Menezes" userId="74619c95fa3483c9" providerId="LiveId" clId="{E1046145-E3DE-F540-A54F-1820C5049C66}" dt="2021-03-06T04:29:04.700" v="3384" actId="255"/>
          <ac:spMkLst>
            <pc:docMk/>
            <pc:sldMk cId="1726260024" sldId="268"/>
            <ac:spMk id="141" creationId="{00000000-0000-0000-0000-000000000000}"/>
          </ac:spMkLst>
        </pc:spChg>
        <pc:spChg chg="mod">
          <ac:chgData name="Aggie Menezes" userId="74619c95fa3483c9" providerId="LiveId" clId="{E1046145-E3DE-F540-A54F-1820C5049C66}" dt="2021-03-06T04:29:22.132" v="3387" actId="1076"/>
          <ac:spMkLst>
            <pc:docMk/>
            <pc:sldMk cId="1726260024" sldId="268"/>
            <ac:spMk id="142" creationId="{00000000-0000-0000-0000-000000000000}"/>
          </ac:spMkLst>
        </pc:spChg>
        <pc:spChg chg="mod">
          <ac:chgData name="Aggie Menezes" userId="74619c95fa3483c9" providerId="LiveId" clId="{E1046145-E3DE-F540-A54F-1820C5049C66}" dt="2021-03-06T04:29:17.602" v="3386" actId="1076"/>
          <ac:spMkLst>
            <pc:docMk/>
            <pc:sldMk cId="1726260024" sldId="268"/>
            <ac:spMk id="143" creationId="{00000000-0000-0000-0000-000000000000}"/>
          </ac:spMkLst>
        </pc:spChg>
        <pc:spChg chg="mod">
          <ac:chgData name="Aggie Menezes" userId="74619c95fa3483c9" providerId="LiveId" clId="{E1046145-E3DE-F540-A54F-1820C5049C66}" dt="2021-03-06T04:30:43.663" v="3399" actId="255"/>
          <ac:spMkLst>
            <pc:docMk/>
            <pc:sldMk cId="1726260024" sldId="268"/>
            <ac:spMk id="147" creationId="{00000000-0000-0000-0000-000000000000}"/>
          </ac:spMkLst>
        </pc:spChg>
        <pc:spChg chg="mod">
          <ac:chgData name="Aggie Menezes" userId="74619c95fa3483c9" providerId="LiveId" clId="{E1046145-E3DE-F540-A54F-1820C5049C66}" dt="2021-03-06T04:30:51.431" v="3408" actId="1037"/>
          <ac:spMkLst>
            <pc:docMk/>
            <pc:sldMk cId="1726260024" sldId="268"/>
            <ac:spMk id="148" creationId="{00000000-0000-0000-0000-000000000000}"/>
          </ac:spMkLst>
        </pc:spChg>
        <pc:spChg chg="mod">
          <ac:chgData name="Aggie Menezes" userId="74619c95fa3483c9" providerId="LiveId" clId="{E1046145-E3DE-F540-A54F-1820C5049C66}" dt="2021-03-06T04:31:04.671" v="3432" actId="1038"/>
          <ac:spMkLst>
            <pc:docMk/>
            <pc:sldMk cId="1726260024" sldId="268"/>
            <ac:spMk id="149" creationId="{00000000-0000-0000-0000-000000000000}"/>
          </ac:spMkLst>
        </pc:spChg>
        <pc:spChg chg="mod topLvl">
          <ac:chgData name="Aggie Menezes" userId="74619c95fa3483c9" providerId="LiveId" clId="{E1046145-E3DE-F540-A54F-1820C5049C66}" dt="2021-03-06T04:42:03.633" v="3803" actId="164"/>
          <ac:spMkLst>
            <pc:docMk/>
            <pc:sldMk cId="1726260024" sldId="268"/>
            <ac:spMk id="152" creationId="{00000000-0000-0000-0000-000000000000}"/>
          </ac:spMkLst>
        </pc:spChg>
        <pc:spChg chg="del mod topLvl">
          <ac:chgData name="Aggie Menezes" userId="74619c95fa3483c9" providerId="LiveId" clId="{E1046145-E3DE-F540-A54F-1820C5049C66}" dt="2021-03-06T04:41:01.523" v="3791" actId="478"/>
          <ac:spMkLst>
            <pc:docMk/>
            <pc:sldMk cId="1726260024" sldId="268"/>
            <ac:spMk id="154" creationId="{00000000-0000-0000-0000-000000000000}"/>
          </ac:spMkLst>
        </pc:spChg>
        <pc:spChg chg="mod">
          <ac:chgData name="Aggie Menezes" userId="74619c95fa3483c9" providerId="LiveId" clId="{E1046145-E3DE-F540-A54F-1820C5049C66}" dt="2021-03-06T04:31:57.792" v="3449" actId="20577"/>
          <ac:spMkLst>
            <pc:docMk/>
            <pc:sldMk cId="1726260024" sldId="268"/>
            <ac:spMk id="157" creationId="{00000000-0000-0000-0000-000000000000}"/>
          </ac:spMkLst>
        </pc:spChg>
        <pc:spChg chg="mod">
          <ac:chgData name="Aggie Menezes" userId="74619c95fa3483c9" providerId="LiveId" clId="{E1046145-E3DE-F540-A54F-1820C5049C66}" dt="2021-03-06T04:32:01.980" v="3457" actId="1037"/>
          <ac:spMkLst>
            <pc:docMk/>
            <pc:sldMk cId="1726260024" sldId="268"/>
            <ac:spMk id="158" creationId="{00000000-0000-0000-0000-000000000000}"/>
          </ac:spMkLst>
        </pc:spChg>
        <pc:spChg chg="mod">
          <ac:chgData name="Aggie Menezes" userId="74619c95fa3483c9" providerId="LiveId" clId="{E1046145-E3DE-F540-A54F-1820C5049C66}" dt="2021-03-06T04:30:25.981" v="3396" actId="255"/>
          <ac:spMkLst>
            <pc:docMk/>
            <pc:sldMk cId="1726260024" sldId="268"/>
            <ac:spMk id="162" creationId="{00000000-0000-0000-0000-000000000000}"/>
          </ac:spMkLst>
        </pc:spChg>
        <pc:spChg chg="mod">
          <ac:chgData name="Aggie Menezes" userId="74619c95fa3483c9" providerId="LiveId" clId="{E1046145-E3DE-F540-A54F-1820C5049C66}" dt="2021-03-06T04:40:33.189" v="3788" actId="1038"/>
          <ac:spMkLst>
            <pc:docMk/>
            <pc:sldMk cId="1726260024" sldId="268"/>
            <ac:spMk id="163" creationId="{00000000-0000-0000-0000-000000000000}"/>
          </ac:spMkLst>
        </pc:spChg>
        <pc:spChg chg="mod">
          <ac:chgData name="Aggie Menezes" userId="74619c95fa3483c9" providerId="LiveId" clId="{E1046145-E3DE-F540-A54F-1820C5049C66}" dt="2021-03-06T04:34:02.419" v="3541" actId="1037"/>
          <ac:spMkLst>
            <pc:docMk/>
            <pc:sldMk cId="1726260024" sldId="268"/>
            <ac:spMk id="168" creationId="{00000000-0000-0000-0000-000000000000}"/>
          </ac:spMkLst>
        </pc:spChg>
        <pc:spChg chg="mod">
          <ac:chgData name="Aggie Menezes" userId="74619c95fa3483c9" providerId="LiveId" clId="{E1046145-E3DE-F540-A54F-1820C5049C66}" dt="2021-03-06T04:34:14.780" v="3556" actId="1038"/>
          <ac:spMkLst>
            <pc:docMk/>
            <pc:sldMk cId="1726260024" sldId="268"/>
            <ac:spMk id="169" creationId="{00000000-0000-0000-0000-000000000000}"/>
          </ac:spMkLst>
        </pc:spChg>
        <pc:spChg chg="mod">
          <ac:chgData name="Aggie Menezes" userId="74619c95fa3483c9" providerId="LiveId" clId="{E1046145-E3DE-F540-A54F-1820C5049C66}" dt="2021-03-06T04:34:20.559" v="3562" actId="1037"/>
          <ac:spMkLst>
            <pc:docMk/>
            <pc:sldMk cId="1726260024" sldId="268"/>
            <ac:spMk id="170" creationId="{00000000-0000-0000-0000-000000000000}"/>
          </ac:spMkLst>
        </pc:spChg>
        <pc:spChg chg="mod">
          <ac:chgData name="Aggie Menezes" userId="74619c95fa3483c9" providerId="LiveId" clId="{E1046145-E3DE-F540-A54F-1820C5049C66}" dt="2021-03-06T04:44:57.416" v="3841" actId="14100"/>
          <ac:spMkLst>
            <pc:docMk/>
            <pc:sldMk cId="1726260024" sldId="268"/>
            <ac:spMk id="173" creationId="{00000000-0000-0000-0000-000000000000}"/>
          </ac:spMkLst>
        </pc:spChg>
        <pc:spChg chg="mod">
          <ac:chgData name="Aggie Menezes" userId="74619c95fa3483c9" providerId="LiveId" clId="{E1046145-E3DE-F540-A54F-1820C5049C66}" dt="2021-03-06T04:34:36.975" v="3568" actId="1037"/>
          <ac:spMkLst>
            <pc:docMk/>
            <pc:sldMk cId="1726260024" sldId="268"/>
            <ac:spMk id="174" creationId="{00000000-0000-0000-0000-000000000000}"/>
          </ac:spMkLst>
        </pc:spChg>
        <pc:spChg chg="mod">
          <ac:chgData name="Aggie Menezes" userId="74619c95fa3483c9" providerId="LiveId" clId="{E1046145-E3DE-F540-A54F-1820C5049C66}" dt="2021-04-04T04:23:43.873" v="4897" actId="1037"/>
          <ac:spMkLst>
            <pc:docMk/>
            <pc:sldMk cId="1726260024" sldId="268"/>
            <ac:spMk id="175" creationId="{00000000-0000-0000-0000-000000000000}"/>
          </ac:spMkLst>
        </pc:spChg>
        <pc:spChg chg="mod">
          <ac:chgData name="Aggie Menezes" userId="74619c95fa3483c9" providerId="LiveId" clId="{E1046145-E3DE-F540-A54F-1820C5049C66}" dt="2021-03-06T04:37:11.042" v="3597" actId="20577"/>
          <ac:spMkLst>
            <pc:docMk/>
            <pc:sldMk cId="1726260024" sldId="268"/>
            <ac:spMk id="178" creationId="{00000000-0000-0000-0000-000000000000}"/>
          </ac:spMkLst>
        </pc:spChg>
        <pc:spChg chg="mod">
          <ac:chgData name="Aggie Menezes" userId="74619c95fa3483c9" providerId="LiveId" clId="{E1046145-E3DE-F540-A54F-1820C5049C66}" dt="2021-04-04T04:23:13.006" v="4886" actId="1037"/>
          <ac:spMkLst>
            <pc:docMk/>
            <pc:sldMk cId="1726260024" sldId="268"/>
            <ac:spMk id="179" creationId="{00000000-0000-0000-0000-000000000000}"/>
          </ac:spMkLst>
        </pc:spChg>
        <pc:spChg chg="mod">
          <ac:chgData name="Aggie Menezes" userId="74619c95fa3483c9" providerId="LiveId" clId="{E1046145-E3DE-F540-A54F-1820C5049C66}" dt="2021-04-04T04:23:06.369" v="4878" actId="1037"/>
          <ac:spMkLst>
            <pc:docMk/>
            <pc:sldMk cId="1726260024" sldId="268"/>
            <ac:spMk id="180" creationId="{00000000-0000-0000-0000-000000000000}"/>
          </ac:spMkLst>
        </pc:spChg>
        <pc:spChg chg="mod">
          <ac:chgData name="Aggie Menezes" userId="74619c95fa3483c9" providerId="LiveId" clId="{E1046145-E3DE-F540-A54F-1820C5049C66}" dt="2021-03-06T04:47:04.780" v="3875" actId="207"/>
          <ac:spMkLst>
            <pc:docMk/>
            <pc:sldMk cId="1726260024" sldId="268"/>
            <ac:spMk id="183" creationId="{00000000-0000-0000-0000-000000000000}"/>
          </ac:spMkLst>
        </pc:spChg>
        <pc:spChg chg="mod">
          <ac:chgData name="Aggie Menezes" userId="74619c95fa3483c9" providerId="LiveId" clId="{E1046145-E3DE-F540-A54F-1820C5049C66}" dt="2021-03-06T04:28:48.373" v="3382" actId="1076"/>
          <ac:spMkLst>
            <pc:docMk/>
            <pc:sldMk cId="1726260024" sldId="268"/>
            <ac:spMk id="184" creationId="{00000000-0000-0000-0000-000000000000}"/>
          </ac:spMkLst>
        </pc:spChg>
        <pc:spChg chg="mod">
          <ac:chgData name="Aggie Menezes" userId="74619c95fa3483c9" providerId="LiveId" clId="{E1046145-E3DE-F540-A54F-1820C5049C66}" dt="2021-03-06T04:33:03.326" v="3529" actId="1076"/>
          <ac:spMkLst>
            <pc:docMk/>
            <pc:sldMk cId="1726260024" sldId="268"/>
            <ac:spMk id="186" creationId="{00000000-0000-0000-0000-000000000000}"/>
          </ac:spMkLst>
        </pc:spChg>
        <pc:spChg chg="mod">
          <ac:chgData name="Aggie Menezes" userId="74619c95fa3483c9" providerId="LiveId" clId="{E1046145-E3DE-F540-A54F-1820C5049C66}" dt="2021-03-06T04:33:13.527" v="3531" actId="1076"/>
          <ac:spMkLst>
            <pc:docMk/>
            <pc:sldMk cId="1726260024" sldId="268"/>
            <ac:spMk id="187" creationId="{00000000-0000-0000-0000-000000000000}"/>
          </ac:spMkLst>
        </pc:spChg>
        <pc:spChg chg="mod">
          <ac:chgData name="Aggie Menezes" userId="74619c95fa3483c9" providerId="LiveId" clId="{E1046145-E3DE-F540-A54F-1820C5049C66}" dt="2021-03-06T04:33:09.267" v="3530" actId="1076"/>
          <ac:spMkLst>
            <pc:docMk/>
            <pc:sldMk cId="1726260024" sldId="268"/>
            <ac:spMk id="188" creationId="{00000000-0000-0000-0000-000000000000}"/>
          </ac:spMkLst>
        </pc:spChg>
        <pc:spChg chg="mod">
          <ac:chgData name="Aggie Menezes" userId="74619c95fa3483c9" providerId="LiveId" clId="{E1046145-E3DE-F540-A54F-1820C5049C66}" dt="2021-03-06T04:32:53.332" v="3528" actId="1037"/>
          <ac:spMkLst>
            <pc:docMk/>
            <pc:sldMk cId="1726260024" sldId="268"/>
            <ac:spMk id="190" creationId="{00000000-0000-0000-0000-000000000000}"/>
          </ac:spMkLst>
        </pc:spChg>
        <pc:spChg chg="mod">
          <ac:chgData name="Aggie Menezes" userId="74619c95fa3483c9" providerId="LiveId" clId="{E1046145-E3DE-F540-A54F-1820C5049C66}" dt="2021-03-06T04:32:40.099" v="3491" actId="1037"/>
          <ac:spMkLst>
            <pc:docMk/>
            <pc:sldMk cId="1726260024" sldId="268"/>
            <ac:spMk id="192" creationId="{00000000-0000-0000-0000-000000000000}"/>
          </ac:spMkLst>
        </pc:spChg>
        <pc:spChg chg="mod">
          <ac:chgData name="Aggie Menezes" userId="74619c95fa3483c9" providerId="LiveId" clId="{E1046145-E3DE-F540-A54F-1820C5049C66}" dt="2021-03-06T04:33:43.615" v="3534" actId="1076"/>
          <ac:spMkLst>
            <pc:docMk/>
            <pc:sldMk cId="1726260024" sldId="268"/>
            <ac:spMk id="194" creationId="{00000000-0000-0000-0000-000000000000}"/>
          </ac:spMkLst>
        </pc:spChg>
        <pc:spChg chg="mod">
          <ac:chgData name="Aggie Menezes" userId="74619c95fa3483c9" providerId="LiveId" clId="{E1046145-E3DE-F540-A54F-1820C5049C66}" dt="2021-03-06T04:33:43.615" v="3534" actId="1076"/>
          <ac:spMkLst>
            <pc:docMk/>
            <pc:sldMk cId="1726260024" sldId="268"/>
            <ac:spMk id="195" creationId="{00000000-0000-0000-0000-000000000000}"/>
          </ac:spMkLst>
        </pc:spChg>
        <pc:spChg chg="del mod">
          <ac:chgData name="Aggie Menezes" userId="74619c95fa3483c9" providerId="LiveId" clId="{E1046145-E3DE-F540-A54F-1820C5049C66}" dt="2021-03-04T02:49:36.972" v="2304" actId="478"/>
          <ac:spMkLst>
            <pc:docMk/>
            <pc:sldMk cId="1726260024" sldId="268"/>
            <ac:spMk id="197" creationId="{00000000-0000-0000-0000-000000000000}"/>
          </ac:spMkLst>
        </pc:spChg>
        <pc:spChg chg="add mod">
          <ac:chgData name="Aggie Menezes" userId="74619c95fa3483c9" providerId="LiveId" clId="{E1046145-E3DE-F540-A54F-1820C5049C66}" dt="2021-03-06T04:52:07.117" v="4017" actId="1076"/>
          <ac:spMkLst>
            <pc:docMk/>
            <pc:sldMk cId="1726260024" sldId="268"/>
            <ac:spMk id="202" creationId="{251EF6CC-3435-924A-BC3F-FD2624C66535}"/>
          </ac:spMkLst>
        </pc:spChg>
        <pc:spChg chg="add mod">
          <ac:chgData name="Aggie Menezes" userId="74619c95fa3483c9" providerId="LiveId" clId="{E1046145-E3DE-F540-A54F-1820C5049C66}" dt="2021-03-06T04:43:12.082" v="3810" actId="14100"/>
          <ac:spMkLst>
            <pc:docMk/>
            <pc:sldMk cId="1726260024" sldId="268"/>
            <ac:spMk id="205" creationId="{AEE8D533-D8AF-4F42-9060-B1BC6EEAD248}"/>
          </ac:spMkLst>
        </pc:spChg>
        <pc:spChg chg="add mod">
          <ac:chgData name="Aggie Menezes" userId="74619c95fa3483c9" providerId="LiveId" clId="{E1046145-E3DE-F540-A54F-1820C5049C66}" dt="2021-03-06T04:44:28.135" v="3833" actId="1076"/>
          <ac:spMkLst>
            <pc:docMk/>
            <pc:sldMk cId="1726260024" sldId="268"/>
            <ac:spMk id="206" creationId="{7069271C-1B63-5445-BB22-5F2765F6C62A}"/>
          </ac:spMkLst>
        </pc:spChg>
        <pc:spChg chg="add mod">
          <ac:chgData name="Aggie Menezes" userId="74619c95fa3483c9" providerId="LiveId" clId="{E1046145-E3DE-F540-A54F-1820C5049C66}" dt="2021-03-06T04:45:41.659" v="3861" actId="1076"/>
          <ac:spMkLst>
            <pc:docMk/>
            <pc:sldMk cId="1726260024" sldId="268"/>
            <ac:spMk id="207" creationId="{E0FBE341-0D5F-504D-AAE0-BA6F3C3A1BE6}"/>
          </ac:spMkLst>
        </pc:spChg>
        <pc:spChg chg="add mod">
          <ac:chgData name="Aggie Menezes" userId="74619c95fa3483c9" providerId="LiveId" clId="{E1046145-E3DE-F540-A54F-1820C5049C66}" dt="2021-03-06T04:46:05.576" v="3869" actId="20577"/>
          <ac:spMkLst>
            <pc:docMk/>
            <pc:sldMk cId="1726260024" sldId="268"/>
            <ac:spMk id="208" creationId="{120440AB-4FBE-E440-945C-9B6C58CBF463}"/>
          </ac:spMkLst>
        </pc:spChg>
        <pc:spChg chg="add mod">
          <ac:chgData name="Aggie Menezes" userId="74619c95fa3483c9" providerId="LiveId" clId="{E1046145-E3DE-F540-A54F-1820C5049C66}" dt="2021-03-06T04:56:21.553" v="4035" actId="114"/>
          <ac:spMkLst>
            <pc:docMk/>
            <pc:sldMk cId="1726260024" sldId="268"/>
            <ac:spMk id="209" creationId="{BC5AAE39-F707-474E-993D-CFCC29D35618}"/>
          </ac:spMkLst>
        </pc:spChg>
        <pc:spChg chg="add mod">
          <ac:chgData name="Aggie Menezes" userId="74619c95fa3483c9" providerId="LiveId" clId="{E1046145-E3DE-F540-A54F-1820C5049C66}" dt="2021-03-06T04:51:46.472" v="4015" actId="20577"/>
          <ac:spMkLst>
            <pc:docMk/>
            <pc:sldMk cId="1726260024" sldId="268"/>
            <ac:spMk id="210" creationId="{FB28C3AE-F407-6049-A93D-09C5ED3E89F5}"/>
          </ac:spMkLst>
        </pc:spChg>
        <pc:grpChg chg="add mod">
          <ac:chgData name="Aggie Menezes" userId="74619c95fa3483c9" providerId="LiveId" clId="{E1046145-E3DE-F540-A54F-1820C5049C66}" dt="2021-03-06T04:43:54.130" v="3816" actId="1076"/>
          <ac:grpSpMkLst>
            <pc:docMk/>
            <pc:sldMk cId="1726260024" sldId="268"/>
            <ac:grpSpMk id="3" creationId="{9C8F4AD3-623C-D74C-96DE-EA50E53E2720}"/>
          </ac:grpSpMkLst>
        </pc:grpChg>
        <pc:grpChg chg="add mod">
          <ac:chgData name="Aggie Menezes" userId="74619c95fa3483c9" providerId="LiveId" clId="{E1046145-E3DE-F540-A54F-1820C5049C66}" dt="2021-03-06T04:42:28.963" v="3806" actId="1076"/>
          <ac:grpSpMkLst>
            <pc:docMk/>
            <pc:sldMk cId="1726260024" sldId="268"/>
            <ac:grpSpMk id="4" creationId="{74B69C9E-4DBC-0A4F-972D-6CB9510F8B82}"/>
          </ac:grpSpMkLst>
        </pc:grpChg>
        <pc:grpChg chg="del">
          <ac:chgData name="Aggie Menezes" userId="74619c95fa3483c9" providerId="LiveId" clId="{E1046145-E3DE-F540-A54F-1820C5049C66}" dt="2021-03-15T13:29:14.340" v="4637" actId="478"/>
          <ac:grpSpMkLst>
            <pc:docMk/>
            <pc:sldMk cId="1726260024" sldId="268"/>
            <ac:grpSpMk id="22" creationId="{DF45EB13-639C-2640-9C66-EACE033F59DB}"/>
          </ac:grpSpMkLst>
        </pc:grpChg>
        <pc:grpChg chg="del">
          <ac:chgData name="Aggie Menezes" userId="74619c95fa3483c9" providerId="LiveId" clId="{E1046145-E3DE-F540-A54F-1820C5049C66}" dt="2021-03-15T13:29:13.128" v="4636" actId="478"/>
          <ac:grpSpMkLst>
            <pc:docMk/>
            <pc:sldMk cId="1726260024" sldId="268"/>
            <ac:grpSpMk id="33" creationId="{5DD53810-8CAB-6C4D-BAC4-B88D2D256D5C}"/>
          </ac:grpSpMkLst>
        </pc:grpChg>
        <pc:grpChg chg="del">
          <ac:chgData name="Aggie Menezes" userId="74619c95fa3483c9" providerId="LiveId" clId="{E1046145-E3DE-F540-A54F-1820C5049C66}" dt="2021-03-06T04:22:44.700" v="3144" actId="478"/>
          <ac:grpSpMkLst>
            <pc:docMk/>
            <pc:sldMk cId="1726260024" sldId="268"/>
            <ac:grpSpMk id="82" creationId="{F97C1E70-72E6-BE4A-AE6A-4E68E1B71D31}"/>
          </ac:grpSpMkLst>
        </pc:grpChg>
        <pc:grpChg chg="del">
          <ac:chgData name="Aggie Menezes" userId="74619c95fa3483c9" providerId="LiveId" clId="{E1046145-E3DE-F540-A54F-1820C5049C66}" dt="2021-03-06T04:22:44.700" v="3144" actId="478"/>
          <ac:grpSpMkLst>
            <pc:docMk/>
            <pc:sldMk cId="1726260024" sldId="268"/>
            <ac:grpSpMk id="89" creationId="{50D809CF-8361-1145-BE3F-C0936B74964E}"/>
          </ac:grpSpMkLst>
        </pc:grpChg>
        <pc:grpChg chg="del">
          <ac:chgData name="Aggie Menezes" userId="74619c95fa3483c9" providerId="LiveId" clId="{E1046145-E3DE-F540-A54F-1820C5049C66}" dt="2021-03-06T04:22:44.700" v="3144" actId="478"/>
          <ac:grpSpMkLst>
            <pc:docMk/>
            <pc:sldMk cId="1726260024" sldId="268"/>
            <ac:grpSpMk id="110" creationId="{EE265E0A-BDB1-CA49-A1FE-21D0134468D6}"/>
          </ac:grpSpMkLst>
        </pc:grpChg>
        <pc:grpChg chg="del">
          <ac:chgData name="Aggie Menezes" userId="74619c95fa3483c9" providerId="LiveId" clId="{E1046145-E3DE-F540-A54F-1820C5049C66}" dt="2021-03-06T04:22:44.700" v="3144" actId="478"/>
          <ac:grpSpMkLst>
            <pc:docMk/>
            <pc:sldMk cId="1726260024" sldId="268"/>
            <ac:grpSpMk id="113" creationId="{7574CFE5-00AA-3B4A-B7B2-DCB7339935CA}"/>
          </ac:grpSpMkLst>
        </pc:grpChg>
        <pc:grpChg chg="del">
          <ac:chgData name="Aggie Menezes" userId="74619c95fa3483c9" providerId="LiveId" clId="{E1046145-E3DE-F540-A54F-1820C5049C66}" dt="2021-04-06T08:29:24.990" v="4995" actId="478"/>
          <ac:grpSpMkLst>
            <pc:docMk/>
            <pc:sldMk cId="1726260024" sldId="268"/>
            <ac:grpSpMk id="132" creationId="{00000000-0000-0000-0000-000000000000}"/>
          </ac:grpSpMkLst>
        </pc:grpChg>
        <pc:grpChg chg="mod">
          <ac:chgData name="Aggie Menezes" userId="74619c95fa3483c9" providerId="LiveId" clId="{E1046145-E3DE-F540-A54F-1820C5049C66}" dt="2021-03-06T04:42:19.761" v="3804" actId="1076"/>
          <ac:grpSpMkLst>
            <pc:docMk/>
            <pc:sldMk cId="1726260024" sldId="268"/>
            <ac:grpSpMk id="151" creationId="{00000000-0000-0000-0000-000000000000}"/>
          </ac:grpSpMkLst>
        </pc:grpChg>
        <pc:grpChg chg="del">
          <ac:chgData name="Aggie Menezes" userId="74619c95fa3483c9" providerId="LiveId" clId="{E1046145-E3DE-F540-A54F-1820C5049C66}" dt="2021-03-04T02:49:36.972" v="2304" actId="478"/>
          <ac:grpSpMkLst>
            <pc:docMk/>
            <pc:sldMk cId="1726260024" sldId="268"/>
            <ac:grpSpMk id="155" creationId="{00000000-0000-0000-0000-000000000000}"/>
          </ac:grpSpMkLst>
        </pc:grpChg>
        <pc:grpChg chg="del mod">
          <ac:chgData name="Aggie Menezes" userId="74619c95fa3483c9" providerId="LiveId" clId="{E1046145-E3DE-F540-A54F-1820C5049C66}" dt="2021-03-06T04:41:01.523" v="3791" actId="478"/>
          <ac:grpSpMkLst>
            <pc:docMk/>
            <pc:sldMk cId="1726260024" sldId="268"/>
            <ac:grpSpMk id="156" creationId="{00000000-0000-0000-0000-000000000000}"/>
          </ac:grpSpMkLst>
        </pc:grpChg>
        <pc:grpChg chg="mod">
          <ac:chgData name="Aggie Menezes" userId="74619c95fa3483c9" providerId="LiveId" clId="{E1046145-E3DE-F540-A54F-1820C5049C66}" dt="2021-03-06T04:43:25.252" v="3812" actId="1076"/>
          <ac:grpSpMkLst>
            <pc:docMk/>
            <pc:sldMk cId="1726260024" sldId="268"/>
            <ac:grpSpMk id="161" creationId="{00000000-0000-0000-0000-000000000000}"/>
          </ac:grpSpMkLst>
        </pc:grpChg>
        <pc:grpChg chg="mod">
          <ac:chgData name="Aggie Menezes" userId="74619c95fa3483c9" providerId="LiveId" clId="{E1046145-E3DE-F540-A54F-1820C5049C66}" dt="2021-03-06T04:41:27.530" v="3798" actId="1076"/>
          <ac:grpSpMkLst>
            <pc:docMk/>
            <pc:sldMk cId="1726260024" sldId="268"/>
            <ac:grpSpMk id="164" creationId="{00000000-0000-0000-0000-000000000000}"/>
          </ac:grpSpMkLst>
        </pc:grpChg>
        <pc:grpChg chg="mod">
          <ac:chgData name="Aggie Menezes" userId="74619c95fa3483c9" providerId="LiveId" clId="{E1046145-E3DE-F540-A54F-1820C5049C66}" dt="2021-03-04T02:51:11.203" v="2326" actId="164"/>
          <ac:grpSpMkLst>
            <pc:docMk/>
            <pc:sldMk cId="1726260024" sldId="268"/>
            <ac:grpSpMk id="167" creationId="{00000000-0000-0000-0000-000000000000}"/>
          </ac:grpSpMkLst>
        </pc:grpChg>
        <pc:grpChg chg="mod">
          <ac:chgData name="Aggie Menezes" userId="74619c95fa3483c9" providerId="LiveId" clId="{E1046145-E3DE-F540-A54F-1820C5049C66}" dt="2021-03-06T04:44:38.642" v="3835" actId="1076"/>
          <ac:grpSpMkLst>
            <pc:docMk/>
            <pc:sldMk cId="1726260024" sldId="268"/>
            <ac:grpSpMk id="172" creationId="{00000000-0000-0000-0000-000000000000}"/>
          </ac:grpSpMkLst>
        </pc:grpChg>
        <pc:grpChg chg="mod">
          <ac:chgData name="Aggie Menezes" userId="74619c95fa3483c9" providerId="LiveId" clId="{E1046145-E3DE-F540-A54F-1820C5049C66}" dt="2021-03-06T04:45:07.605" v="3843" actId="14100"/>
          <ac:grpSpMkLst>
            <pc:docMk/>
            <pc:sldMk cId="1726260024" sldId="268"/>
            <ac:grpSpMk id="177" creationId="{00000000-0000-0000-0000-000000000000}"/>
          </ac:grpSpMkLst>
        </pc:grpChg>
        <pc:grpChg chg="mod">
          <ac:chgData name="Aggie Menezes" userId="74619c95fa3483c9" providerId="LiveId" clId="{E1046145-E3DE-F540-A54F-1820C5049C66}" dt="2021-03-06T04:46:22.194" v="3870" actId="1076"/>
          <ac:grpSpMkLst>
            <pc:docMk/>
            <pc:sldMk cId="1726260024" sldId="268"/>
            <ac:grpSpMk id="182" creationId="{00000000-0000-0000-0000-000000000000}"/>
          </ac:grpSpMkLst>
        </pc:grpChg>
        <pc:grpChg chg="mod">
          <ac:chgData name="Aggie Menezes" userId="74619c95fa3483c9" providerId="LiveId" clId="{E1046145-E3DE-F540-A54F-1820C5049C66}" dt="2021-03-06T04:43:48.554" v="3815" actId="1076"/>
          <ac:grpSpMkLst>
            <pc:docMk/>
            <pc:sldMk cId="1726260024" sldId="268"/>
            <ac:grpSpMk id="193" creationId="{00000000-0000-0000-0000-000000000000}"/>
          </ac:grpSpMkLst>
        </pc:grpChg>
        <pc:grpChg chg="mod">
          <ac:chgData name="Aggie Menezes" userId="74619c95fa3483c9" providerId="LiveId" clId="{E1046145-E3DE-F540-A54F-1820C5049C66}" dt="2021-03-04T02:51:11.203" v="2326" actId="164"/>
          <ac:grpSpMkLst>
            <pc:docMk/>
            <pc:sldMk cId="1726260024" sldId="268"/>
            <ac:grpSpMk id="196" creationId="{00000000-0000-0000-0000-000000000000}"/>
          </ac:grpSpMkLst>
        </pc:grpChg>
        <pc:grpChg chg="del">
          <ac:chgData name="Aggie Menezes" userId="74619c95fa3483c9" providerId="LiveId" clId="{E1046145-E3DE-F540-A54F-1820C5049C66}" dt="2021-03-06T04:22:44.700" v="3144" actId="478"/>
          <ac:grpSpMkLst>
            <pc:docMk/>
            <pc:sldMk cId="1726260024" sldId="268"/>
            <ac:grpSpMk id="204" creationId="{080304AB-70A6-2E46-AC8B-EA89C19236E7}"/>
          </ac:grpSpMkLst>
        </pc:grpChg>
        <pc:inkChg chg="del">
          <ac:chgData name="Aggie Menezes" userId="74619c95fa3483c9" providerId="LiveId" clId="{E1046145-E3DE-F540-A54F-1820C5049C66}" dt="2021-03-15T13:29:00.240" v="4628" actId="478"/>
          <ac:inkMkLst>
            <pc:docMk/>
            <pc:sldMk cId="1726260024" sldId="268"/>
            <ac:inkMk id="5" creationId="{8F578D9A-538E-B24D-A919-B045B8660A2B}"/>
          </ac:inkMkLst>
        </pc:inkChg>
        <pc:inkChg chg="del">
          <ac:chgData name="Aggie Menezes" userId="74619c95fa3483c9" providerId="LiveId" clId="{E1046145-E3DE-F540-A54F-1820C5049C66}" dt="2021-03-15T13:29:11.465" v="4635" actId="478"/>
          <ac:inkMkLst>
            <pc:docMk/>
            <pc:sldMk cId="1726260024" sldId="268"/>
            <ac:inkMk id="34" creationId="{CCD8F4CB-0E65-B044-A260-72C9644506A6}"/>
          </ac:inkMkLst>
        </pc:inkChg>
        <pc:inkChg chg="del">
          <ac:chgData name="Aggie Menezes" userId="74619c95fa3483c9" providerId="LiveId" clId="{E1046145-E3DE-F540-A54F-1820C5049C66}" dt="2021-03-15T13:29:05.110" v="4632" actId="478"/>
          <ac:inkMkLst>
            <pc:docMk/>
            <pc:sldMk cId="1726260024" sldId="268"/>
            <ac:inkMk id="36" creationId="{3EE4FB85-5EFB-4A48-AF35-EB488925C57A}"/>
          </ac:inkMkLst>
        </pc:inkChg>
        <pc:inkChg chg="del">
          <ac:chgData name="Aggie Menezes" userId="74619c95fa3483c9" providerId="LiveId" clId="{E1046145-E3DE-F540-A54F-1820C5049C66}" dt="2021-03-15T13:29:01.460" v="4629" actId="478"/>
          <ac:inkMkLst>
            <pc:docMk/>
            <pc:sldMk cId="1726260024" sldId="268"/>
            <ac:inkMk id="37" creationId="{8ACE0A4C-52AB-6146-8E17-61349CB8FDB0}"/>
          </ac:inkMkLst>
        </pc:inkChg>
        <pc:inkChg chg="del">
          <ac:chgData name="Aggie Menezes" userId="74619c95fa3483c9" providerId="LiveId" clId="{E1046145-E3DE-F540-A54F-1820C5049C66}" dt="2021-03-15T13:29:06.261" v="4633" actId="478"/>
          <ac:inkMkLst>
            <pc:docMk/>
            <pc:sldMk cId="1726260024" sldId="268"/>
            <ac:inkMk id="38" creationId="{E97D8F31-CDBD-4446-8BBB-E11CB1CD0C04}"/>
          </ac:inkMkLst>
        </pc:inkChg>
        <pc:inkChg chg="del">
          <ac:chgData name="Aggie Menezes" userId="74619c95fa3483c9" providerId="LiveId" clId="{E1046145-E3DE-F540-A54F-1820C5049C66}" dt="2021-03-15T13:29:02.530" v="4630" actId="478"/>
          <ac:inkMkLst>
            <pc:docMk/>
            <pc:sldMk cId="1726260024" sldId="268"/>
            <ac:inkMk id="39" creationId="{89B1B3BF-3733-504B-9D74-2DA06A63EE91}"/>
          </ac:inkMkLst>
        </pc:inkChg>
        <pc:inkChg chg="del">
          <ac:chgData name="Aggie Menezes" userId="74619c95fa3483c9" providerId="LiveId" clId="{E1046145-E3DE-F540-A54F-1820C5049C66}" dt="2021-03-15T13:29:07.553" v="4634" actId="478"/>
          <ac:inkMkLst>
            <pc:docMk/>
            <pc:sldMk cId="1726260024" sldId="268"/>
            <ac:inkMk id="40" creationId="{1D8C78E0-74B5-234D-8F18-B529E49C7EFA}"/>
          </ac:inkMkLst>
        </pc:inkChg>
        <pc:inkChg chg="del">
          <ac:chgData name="Aggie Menezes" userId="74619c95fa3483c9" providerId="LiveId" clId="{E1046145-E3DE-F540-A54F-1820C5049C66}" dt="2021-03-15T13:29:03.812" v="4631" actId="478"/>
          <ac:inkMkLst>
            <pc:docMk/>
            <pc:sldMk cId="1726260024" sldId="268"/>
            <ac:inkMk id="41" creationId="{0107B66D-55E6-2047-86F2-EDA360B4AB40}"/>
          </ac:inkMkLst>
        </pc:inkChg>
        <pc:inkChg chg="del">
          <ac:chgData name="Aggie Menezes" userId="74619c95fa3483c9" providerId="LiveId" clId="{E1046145-E3DE-F540-A54F-1820C5049C66}" dt="2021-03-06T04:31:48.850" v="3447" actId="478"/>
          <ac:inkMkLst>
            <pc:docMk/>
            <pc:sldMk cId="1726260024" sldId="268"/>
            <ac:inkMk id="42" creationId="{04FEFC69-A296-4F49-B7F8-BE1AC8E611EC}"/>
          </ac:inkMkLst>
        </pc:inkChg>
        <pc:inkChg chg="del">
          <ac:chgData name="Aggie Menezes" userId="74619c95fa3483c9" providerId="LiveId" clId="{E1046145-E3DE-F540-A54F-1820C5049C66}" dt="2021-03-06T04:29:10.281" v="3385" actId="478"/>
          <ac:inkMkLst>
            <pc:docMk/>
            <pc:sldMk cId="1726260024" sldId="268"/>
            <ac:inkMk id="90" creationId="{F0D5997E-21D6-D247-8273-611CBFB9C144}"/>
          </ac:inkMkLst>
        </pc:inkChg>
        <pc:inkChg chg="del">
          <ac:chgData name="Aggie Menezes" userId="74619c95fa3483c9" providerId="LiveId" clId="{E1046145-E3DE-F540-A54F-1820C5049C66}" dt="2021-03-06T04:22:44.700" v="3144" actId="478"/>
          <ac:inkMkLst>
            <pc:docMk/>
            <pc:sldMk cId="1726260024" sldId="268"/>
            <ac:inkMk id="91" creationId="{662C5A1D-07B3-7445-A99D-50DDF5AD785B}"/>
          </ac:inkMkLst>
        </pc:inkChg>
        <pc:inkChg chg="del">
          <ac:chgData name="Aggie Menezes" userId="74619c95fa3483c9" providerId="LiveId" clId="{E1046145-E3DE-F540-A54F-1820C5049C66}" dt="2021-03-06T04:22:44.700" v="3144" actId="478"/>
          <ac:inkMkLst>
            <pc:docMk/>
            <pc:sldMk cId="1726260024" sldId="268"/>
            <ac:inkMk id="92" creationId="{F726F5A9-42EA-3C45-9B30-67657F18DFED}"/>
          </ac:inkMkLst>
        </pc:inkChg>
        <pc:cxnChg chg="add del mod">
          <ac:chgData name="Aggie Menezes" userId="74619c95fa3483c9" providerId="LiveId" clId="{E1046145-E3DE-F540-A54F-1820C5049C66}" dt="2021-04-04T04:22:42.603" v="4862" actId="478"/>
          <ac:cxnSpMkLst>
            <pc:docMk/>
            <pc:sldMk cId="1726260024" sldId="268"/>
            <ac:cxnSpMk id="6" creationId="{5A920B44-4855-A948-8210-999276D4D3CC}"/>
          </ac:cxnSpMkLst>
        </pc:cxnChg>
      </pc:sldChg>
      <pc:sldChg chg="addSp delSp modSp mod modAnim">
        <pc:chgData name="Aggie Menezes" userId="74619c95fa3483c9" providerId="LiveId" clId="{E1046145-E3DE-F540-A54F-1820C5049C66}" dt="2021-03-09T03:27:59.734" v="4555" actId="478"/>
        <pc:sldMkLst>
          <pc:docMk/>
          <pc:sldMk cId="2353975964" sldId="269"/>
        </pc:sldMkLst>
        <pc:spChg chg="mod">
          <ac:chgData name="Aggie Menezes" userId="74619c95fa3483c9" providerId="LiveId" clId="{E1046145-E3DE-F540-A54F-1820C5049C66}" dt="2021-03-06T05:21:06.930" v="4308" actId="1076"/>
          <ac:spMkLst>
            <pc:docMk/>
            <pc:sldMk cId="2353975964" sldId="269"/>
            <ac:spMk id="4" creationId="{C5D050EB-7864-1A49-A475-ABEAC0F05A96}"/>
          </ac:spMkLst>
        </pc:spChg>
        <pc:spChg chg="add mod">
          <ac:chgData name="Aggie Menezes" userId="74619c95fa3483c9" providerId="LiveId" clId="{E1046145-E3DE-F540-A54F-1820C5049C66}" dt="2021-03-06T02:12:53.529" v="2899" actId="1076"/>
          <ac:spMkLst>
            <pc:docMk/>
            <pc:sldMk cId="2353975964" sldId="269"/>
            <ac:spMk id="5" creationId="{3874C178-22FF-2749-8143-B0E5C9D4FFA3}"/>
          </ac:spMkLst>
        </pc:spChg>
        <pc:spChg chg="mod">
          <ac:chgData name="Aggie Menezes" userId="74619c95fa3483c9" providerId="LiveId" clId="{E1046145-E3DE-F540-A54F-1820C5049C66}" dt="2021-03-06T02:12:36.809" v="2895" actId="164"/>
          <ac:spMkLst>
            <pc:docMk/>
            <pc:sldMk cId="2353975964" sldId="269"/>
            <ac:spMk id="112" creationId="{00000000-0000-0000-0000-000000000000}"/>
          </ac:spMkLst>
        </pc:spChg>
        <pc:spChg chg="mod">
          <ac:chgData name="Aggie Menezes" userId="74619c95fa3483c9" providerId="LiveId" clId="{E1046145-E3DE-F540-A54F-1820C5049C66}" dt="2021-03-06T02:12:45.460" v="2897" actId="1076"/>
          <ac:spMkLst>
            <pc:docMk/>
            <pc:sldMk cId="2353975964" sldId="269"/>
            <ac:spMk id="113" creationId="{00000000-0000-0000-0000-000000000000}"/>
          </ac:spMkLst>
        </pc:spChg>
        <pc:grpChg chg="add mod">
          <ac:chgData name="Aggie Menezes" userId="74619c95fa3483c9" providerId="LiveId" clId="{E1046145-E3DE-F540-A54F-1820C5049C66}" dt="2021-03-06T05:21:03.826" v="4307" actId="1076"/>
          <ac:grpSpMkLst>
            <pc:docMk/>
            <pc:sldMk cId="2353975964" sldId="269"/>
            <ac:grpSpMk id="2" creationId="{6706DF48-65C8-9947-8E01-2F46E400A473}"/>
          </ac:grpSpMkLst>
        </pc:grpChg>
        <pc:grpChg chg="del">
          <ac:chgData name="Aggie Menezes" userId="74619c95fa3483c9" providerId="LiveId" clId="{E1046145-E3DE-F540-A54F-1820C5049C66}" dt="2021-03-09T03:27:39.243" v="4549" actId="478"/>
          <ac:grpSpMkLst>
            <pc:docMk/>
            <pc:sldMk cId="2353975964" sldId="269"/>
            <ac:grpSpMk id="114" creationId="{A9D240B6-F9C7-0B41-B079-82B1BB1157C2}"/>
          </ac:grpSpMkLst>
        </pc:grpChg>
        <pc:grpChg chg="del">
          <ac:chgData name="Aggie Menezes" userId="74619c95fa3483c9" providerId="LiveId" clId="{E1046145-E3DE-F540-A54F-1820C5049C66}" dt="2021-03-09T03:27:45.720" v="4550" actId="478"/>
          <ac:grpSpMkLst>
            <pc:docMk/>
            <pc:sldMk cId="2353975964" sldId="269"/>
            <ac:grpSpMk id="133" creationId="{C7C0A318-5C11-124C-879F-C9715109D212}"/>
          </ac:grpSpMkLst>
        </pc:grpChg>
        <pc:grpChg chg="del">
          <ac:chgData name="Aggie Menezes" userId="74619c95fa3483c9" providerId="LiveId" clId="{E1046145-E3DE-F540-A54F-1820C5049C66}" dt="2021-03-09T03:27:45.720" v="4550" actId="478"/>
          <ac:grpSpMkLst>
            <pc:docMk/>
            <pc:sldMk cId="2353975964" sldId="269"/>
            <ac:grpSpMk id="161" creationId="{700BD453-F6AB-EF48-9D13-F65A33AAF53D}"/>
          </ac:grpSpMkLst>
        </pc:grpChg>
        <pc:grpChg chg="del">
          <ac:chgData name="Aggie Menezes" userId="74619c95fa3483c9" providerId="LiveId" clId="{E1046145-E3DE-F540-A54F-1820C5049C66}" dt="2021-03-09T03:27:45.720" v="4550" actId="478"/>
          <ac:grpSpMkLst>
            <pc:docMk/>
            <pc:sldMk cId="2353975964" sldId="269"/>
            <ac:grpSpMk id="165" creationId="{C41990F5-5E80-7249-A418-CF6B956B766E}"/>
          </ac:grpSpMkLst>
        </pc:grpChg>
        <pc:grpChg chg="del">
          <ac:chgData name="Aggie Menezes" userId="74619c95fa3483c9" providerId="LiveId" clId="{E1046145-E3DE-F540-A54F-1820C5049C66}" dt="2021-03-09T03:27:45.720" v="4550" actId="478"/>
          <ac:grpSpMkLst>
            <pc:docMk/>
            <pc:sldMk cId="2353975964" sldId="269"/>
            <ac:grpSpMk id="170" creationId="{3C35B078-708D-0249-B2DE-C83799F46100}"/>
          </ac:grpSpMkLst>
        </pc:grpChg>
        <pc:grpChg chg="del">
          <ac:chgData name="Aggie Menezes" userId="74619c95fa3483c9" providerId="LiveId" clId="{E1046145-E3DE-F540-A54F-1820C5049C66}" dt="2021-03-09T03:27:35.817" v="4548" actId="478"/>
          <ac:grpSpMkLst>
            <pc:docMk/>
            <pc:sldMk cId="2353975964" sldId="269"/>
            <ac:grpSpMk id="185" creationId="{07FC70C4-BB4B-DE4D-BF64-DE0759DC2FD4}"/>
          </ac:grpSpMkLst>
        </pc:grpChg>
        <pc:grpChg chg="del">
          <ac:chgData name="Aggie Menezes" userId="74619c95fa3483c9" providerId="LiveId" clId="{E1046145-E3DE-F540-A54F-1820C5049C66}" dt="2021-03-09T03:27:51.119" v="4551" actId="478"/>
          <ac:grpSpMkLst>
            <pc:docMk/>
            <pc:sldMk cId="2353975964" sldId="269"/>
            <ac:grpSpMk id="214" creationId="{235756DB-3F6A-3746-BBFD-6F32ABDE28C3}"/>
          </ac:grpSpMkLst>
        </pc:grpChg>
        <pc:grpChg chg="del">
          <ac:chgData name="Aggie Menezes" userId="74619c95fa3483c9" providerId="LiveId" clId="{E1046145-E3DE-F540-A54F-1820C5049C66}" dt="2021-03-09T03:27:45.720" v="4550" actId="478"/>
          <ac:grpSpMkLst>
            <pc:docMk/>
            <pc:sldMk cId="2353975964" sldId="269"/>
            <ac:grpSpMk id="230" creationId="{CFD0D3E4-B9F2-6241-85E2-95308369EB9A}"/>
          </ac:grpSpMkLst>
        </pc:grpChg>
        <pc:grpChg chg="del">
          <ac:chgData name="Aggie Menezes" userId="74619c95fa3483c9" providerId="LiveId" clId="{E1046145-E3DE-F540-A54F-1820C5049C66}" dt="2021-03-09T03:27:45.720" v="4550" actId="478"/>
          <ac:grpSpMkLst>
            <pc:docMk/>
            <pc:sldMk cId="2353975964" sldId="269"/>
            <ac:grpSpMk id="235" creationId="{0A2E5609-5F3D-C04B-8672-49122839C617}"/>
          </ac:grpSpMkLst>
        </pc:grpChg>
        <pc:grpChg chg="del">
          <ac:chgData name="Aggie Menezes" userId="74619c95fa3483c9" providerId="LiveId" clId="{E1046145-E3DE-F540-A54F-1820C5049C66}" dt="2021-03-09T03:27:45.720" v="4550" actId="478"/>
          <ac:grpSpMkLst>
            <pc:docMk/>
            <pc:sldMk cId="2353975964" sldId="269"/>
            <ac:grpSpMk id="246" creationId="{E81789A3-E488-D842-AA90-B031FEA06F7D}"/>
          </ac:grpSpMkLst>
        </pc:grpChg>
        <pc:grpChg chg="del">
          <ac:chgData name="Aggie Menezes" userId="74619c95fa3483c9" providerId="LiveId" clId="{E1046145-E3DE-F540-A54F-1820C5049C66}" dt="2021-03-09T03:27:56.138" v="4553" actId="478"/>
          <ac:grpSpMkLst>
            <pc:docMk/>
            <pc:sldMk cId="2353975964" sldId="269"/>
            <ac:grpSpMk id="288" creationId="{F48E002A-10F8-EF47-81DF-16A8B0DAF52A}"/>
          </ac:grpSpMkLst>
        </pc:grpChg>
        <pc:inkChg chg="del">
          <ac:chgData name="Aggie Menezes" userId="74619c95fa3483c9" providerId="LiveId" clId="{E1046145-E3DE-F540-A54F-1820C5049C66}" dt="2021-03-09T03:27:59.734" v="4555" actId="478"/>
          <ac:inkMkLst>
            <pc:docMk/>
            <pc:sldMk cId="2353975964" sldId="269"/>
            <ac:inkMk id="3" creationId="{405E665D-DEB5-154A-8609-1903A8E95EA8}"/>
          </ac:inkMkLst>
        </pc:inkChg>
        <pc:inkChg chg="del">
          <ac:chgData name="Aggie Menezes" userId="74619c95fa3483c9" providerId="LiveId" clId="{E1046145-E3DE-F540-A54F-1820C5049C66}" dt="2021-03-09T03:27:58.002" v="4554" actId="478"/>
          <ac:inkMkLst>
            <pc:docMk/>
            <pc:sldMk cId="2353975964" sldId="269"/>
            <ac:inkMk id="6" creationId="{84F8D277-A373-4C4B-A7CE-BE531ED726A5}"/>
          </ac:inkMkLst>
        </pc:inkChg>
        <pc:inkChg chg="del">
          <ac:chgData name="Aggie Menezes" userId="74619c95fa3483c9" providerId="LiveId" clId="{E1046145-E3DE-F540-A54F-1820C5049C66}" dt="2021-03-09T03:27:53.442" v="4552" actId="478"/>
          <ac:inkMkLst>
            <pc:docMk/>
            <pc:sldMk cId="2353975964" sldId="269"/>
            <ac:inkMk id="31" creationId="{C280D124-E55A-DF4B-BB48-90D1B596F23F}"/>
          </ac:inkMkLst>
        </pc:inkChg>
        <pc:inkChg chg="del">
          <ac:chgData name="Aggie Menezes" userId="74619c95fa3483c9" providerId="LiveId" clId="{E1046145-E3DE-F540-A54F-1820C5049C66}" dt="2021-03-09T03:27:33.539" v="4547" actId="478"/>
          <ac:inkMkLst>
            <pc:docMk/>
            <pc:sldMk cId="2353975964" sldId="269"/>
            <ac:inkMk id="70" creationId="{BF71902B-C4D0-5642-9CF9-30509B9AF546}"/>
          </ac:inkMkLst>
        </pc:inkChg>
      </pc:sldChg>
      <pc:sldChg chg="del">
        <pc:chgData name="Aggie Menezes" userId="74619c95fa3483c9" providerId="LiveId" clId="{E1046145-E3DE-F540-A54F-1820C5049C66}" dt="2021-03-06T02:11:12.509" v="2870" actId="2696"/>
        <pc:sldMkLst>
          <pc:docMk/>
          <pc:sldMk cId="1267246641" sldId="270"/>
        </pc:sldMkLst>
      </pc:sldChg>
      <pc:sldChg chg="delSp modSp mod">
        <pc:chgData name="Aggie Menezes" userId="74619c95fa3483c9" providerId="LiveId" clId="{E1046145-E3DE-F540-A54F-1820C5049C66}" dt="2021-03-06T05:22:17.175" v="4314" actId="1076"/>
        <pc:sldMkLst>
          <pc:docMk/>
          <pc:sldMk cId="2349107279" sldId="274"/>
        </pc:sldMkLst>
        <pc:spChg chg="mod">
          <ac:chgData name="Aggie Menezes" userId="74619c95fa3483c9" providerId="LiveId" clId="{E1046145-E3DE-F540-A54F-1820C5049C66}" dt="2021-03-06T05:22:17.175" v="4314" actId="1076"/>
          <ac:spMkLst>
            <pc:docMk/>
            <pc:sldMk cId="2349107279" sldId="274"/>
            <ac:spMk id="119" creationId="{00000000-0000-0000-0000-000000000000}"/>
          </ac:spMkLst>
        </pc:spChg>
        <pc:grpChg chg="del">
          <ac:chgData name="Aggie Menezes" userId="74619c95fa3483c9" providerId="LiveId" clId="{E1046145-E3DE-F540-A54F-1820C5049C66}" dt="2021-03-02T03:29:08.195" v="9" actId="478"/>
          <ac:grpSpMkLst>
            <pc:docMk/>
            <pc:sldMk cId="2349107279" sldId="274"/>
            <ac:grpSpMk id="100" creationId="{436E546C-2A46-EA47-B62E-B9C6BE8F167E}"/>
          </ac:grpSpMkLst>
        </pc:grpChg>
        <pc:grpChg chg="del">
          <ac:chgData name="Aggie Menezes" userId="74619c95fa3483c9" providerId="LiveId" clId="{E1046145-E3DE-F540-A54F-1820C5049C66}" dt="2021-03-02T03:29:11.517" v="10" actId="478"/>
          <ac:grpSpMkLst>
            <pc:docMk/>
            <pc:sldMk cId="2349107279" sldId="274"/>
            <ac:grpSpMk id="111" creationId="{34531A53-437F-CA40-86A2-C194EE15035C}"/>
          </ac:grpSpMkLst>
        </pc:grpChg>
        <pc:grpChg chg="del">
          <ac:chgData name="Aggie Menezes" userId="74619c95fa3483c9" providerId="LiveId" clId="{E1046145-E3DE-F540-A54F-1820C5049C66}" dt="2021-03-02T03:29:02.673" v="7" actId="478"/>
          <ac:grpSpMkLst>
            <pc:docMk/>
            <pc:sldMk cId="2349107279" sldId="274"/>
            <ac:grpSpMk id="139" creationId="{10912FCB-D19F-DD44-8BA1-F0743EF40885}"/>
          </ac:grpSpMkLst>
        </pc:grpChg>
        <pc:grpChg chg="del">
          <ac:chgData name="Aggie Menezes" userId="74619c95fa3483c9" providerId="LiveId" clId="{E1046145-E3DE-F540-A54F-1820C5049C66}" dt="2021-03-02T03:28:57.493" v="5" actId="478"/>
          <ac:grpSpMkLst>
            <pc:docMk/>
            <pc:sldMk cId="2349107279" sldId="274"/>
            <ac:grpSpMk id="153" creationId="{B4348A5F-0C2C-6447-BF64-A34B7D598422}"/>
          </ac:grpSpMkLst>
        </pc:grpChg>
        <pc:inkChg chg="del">
          <ac:chgData name="Aggie Menezes" userId="74619c95fa3483c9" providerId="LiveId" clId="{E1046145-E3DE-F540-A54F-1820C5049C66}" dt="2021-03-02T03:29:05.316" v="8" actId="478"/>
          <ac:inkMkLst>
            <pc:docMk/>
            <pc:sldMk cId="2349107279" sldId="274"/>
            <ac:inkMk id="2" creationId="{994D7BE0-E780-174D-9EB8-DCF6AE10F84B}"/>
          </ac:inkMkLst>
        </pc:inkChg>
        <pc:inkChg chg="del">
          <ac:chgData name="Aggie Menezes" userId="74619c95fa3483c9" providerId="LiveId" clId="{E1046145-E3DE-F540-A54F-1820C5049C66}" dt="2021-03-02T03:29:02.673" v="7" actId="478"/>
          <ac:inkMkLst>
            <pc:docMk/>
            <pc:sldMk cId="2349107279" sldId="274"/>
            <ac:inkMk id="112" creationId="{AD8B6D0E-588E-444F-BC55-CD68F1E2D787}"/>
          </ac:inkMkLst>
        </pc:inkChg>
        <pc:inkChg chg="del">
          <ac:chgData name="Aggie Menezes" userId="74619c95fa3483c9" providerId="LiveId" clId="{E1046145-E3DE-F540-A54F-1820C5049C66}" dt="2021-03-02T03:29:02.673" v="7" actId="478"/>
          <ac:inkMkLst>
            <pc:docMk/>
            <pc:sldMk cId="2349107279" sldId="274"/>
            <ac:inkMk id="113" creationId="{EA89583B-EC0C-4246-AFAD-C751CBE1F604}"/>
          </ac:inkMkLst>
        </pc:inkChg>
        <pc:inkChg chg="del">
          <ac:chgData name="Aggie Menezes" userId="74619c95fa3483c9" providerId="LiveId" clId="{E1046145-E3DE-F540-A54F-1820C5049C66}" dt="2021-03-02T03:29:02.673" v="7" actId="478"/>
          <ac:inkMkLst>
            <pc:docMk/>
            <pc:sldMk cId="2349107279" sldId="274"/>
            <ac:inkMk id="114" creationId="{36DB9F7D-9C22-5949-B3D4-7506765B6355}"/>
          </ac:inkMkLst>
        </pc:inkChg>
        <pc:inkChg chg="del">
          <ac:chgData name="Aggie Menezes" userId="74619c95fa3483c9" providerId="LiveId" clId="{E1046145-E3DE-F540-A54F-1820C5049C66}" dt="2021-03-02T03:29:02.673" v="7" actId="478"/>
          <ac:inkMkLst>
            <pc:docMk/>
            <pc:sldMk cId="2349107279" sldId="274"/>
            <ac:inkMk id="115" creationId="{E8941D8F-9F28-C34B-B998-CCBD4B07EB23}"/>
          </ac:inkMkLst>
        </pc:inkChg>
        <pc:inkChg chg="del">
          <ac:chgData name="Aggie Menezes" userId="74619c95fa3483c9" providerId="LiveId" clId="{E1046145-E3DE-F540-A54F-1820C5049C66}" dt="2021-03-02T03:28:59.613" v="6" actId="478"/>
          <ac:inkMkLst>
            <pc:docMk/>
            <pc:sldMk cId="2349107279" sldId="274"/>
            <ac:inkMk id="116" creationId="{ABD5D533-0B9F-E542-8074-29EF74B6DCC5}"/>
          </ac:inkMkLst>
        </pc:inkChg>
      </pc:sldChg>
      <pc:sldChg chg="del">
        <pc:chgData name="Aggie Menezes" userId="74619c95fa3483c9" providerId="LiveId" clId="{E1046145-E3DE-F540-A54F-1820C5049C66}" dt="2021-03-06T02:13:01.180" v="2900" actId="2696"/>
        <pc:sldMkLst>
          <pc:docMk/>
          <pc:sldMk cId="1159186410" sldId="276"/>
        </pc:sldMkLst>
      </pc:sldChg>
      <pc:sldChg chg="delSp modSp mod ord">
        <pc:chgData name="Aggie Menezes" userId="74619c95fa3483c9" providerId="LiveId" clId="{E1046145-E3DE-F540-A54F-1820C5049C66}" dt="2021-04-06T09:26:08.998" v="5379" actId="478"/>
        <pc:sldMkLst>
          <pc:docMk/>
          <pc:sldMk cId="2701373781" sldId="277"/>
        </pc:sldMkLst>
        <pc:spChg chg="mod">
          <ac:chgData name="Aggie Menezes" userId="74619c95fa3483c9" providerId="LiveId" clId="{E1046145-E3DE-F540-A54F-1820C5049C66}" dt="2021-03-06T02:13:33.388" v="2905" actId="113"/>
          <ac:spMkLst>
            <pc:docMk/>
            <pc:sldMk cId="2701373781" sldId="277"/>
            <ac:spMk id="12" creationId="{E4DE0941-A6AA-DF47-AA91-1AC86E790631}"/>
          </ac:spMkLst>
        </pc:spChg>
        <pc:spChg chg="mod">
          <ac:chgData name="Aggie Menezes" userId="74619c95fa3483c9" providerId="LiveId" clId="{E1046145-E3DE-F540-A54F-1820C5049C66}" dt="2021-03-06T02:13:33.388" v="2905" actId="113"/>
          <ac:spMkLst>
            <pc:docMk/>
            <pc:sldMk cId="2701373781" sldId="277"/>
            <ac:spMk id="15" creationId="{844C9469-F285-F043-B5DE-AE29C2046CA2}"/>
          </ac:spMkLst>
        </pc:spChg>
        <pc:spChg chg="mod">
          <ac:chgData name="Aggie Menezes" userId="74619c95fa3483c9" providerId="LiveId" clId="{E1046145-E3DE-F540-A54F-1820C5049C66}" dt="2021-03-06T02:15:25.663" v="2917" actId="14100"/>
          <ac:spMkLst>
            <pc:docMk/>
            <pc:sldMk cId="2701373781" sldId="277"/>
            <ac:spMk id="16" creationId="{D48FADF7-47C9-F74C-98D0-D787075EF788}"/>
          </ac:spMkLst>
        </pc:spChg>
        <pc:spChg chg="mod">
          <ac:chgData name="Aggie Menezes" userId="74619c95fa3483c9" providerId="LiveId" clId="{E1046145-E3DE-F540-A54F-1820C5049C66}" dt="2021-03-06T02:13:33.388" v="2905" actId="113"/>
          <ac:spMkLst>
            <pc:docMk/>
            <pc:sldMk cId="2701373781" sldId="277"/>
            <ac:spMk id="17" creationId="{27389AF9-92A6-6F4C-BA44-2DC2422230E6}"/>
          </ac:spMkLst>
        </pc:spChg>
        <pc:spChg chg="mod">
          <ac:chgData name="Aggie Menezes" userId="74619c95fa3483c9" providerId="LiveId" clId="{E1046145-E3DE-F540-A54F-1820C5049C66}" dt="2021-03-06T02:15:20.606" v="2916" actId="14100"/>
          <ac:spMkLst>
            <pc:docMk/>
            <pc:sldMk cId="2701373781" sldId="277"/>
            <ac:spMk id="18" creationId="{E7D32499-D2B5-404E-8302-7789258486E5}"/>
          </ac:spMkLst>
        </pc:spChg>
        <pc:spChg chg="mod">
          <ac:chgData name="Aggie Menezes" userId="74619c95fa3483c9" providerId="LiveId" clId="{E1046145-E3DE-F540-A54F-1820C5049C66}" dt="2021-03-06T02:13:33.388" v="2905" actId="113"/>
          <ac:spMkLst>
            <pc:docMk/>
            <pc:sldMk cId="2701373781" sldId="277"/>
            <ac:spMk id="19" creationId="{5304A095-5AE8-F44B-92F8-8BBBD62B4399}"/>
          </ac:spMkLst>
        </pc:spChg>
        <pc:spChg chg="mod">
          <ac:chgData name="Aggie Menezes" userId="74619c95fa3483c9" providerId="LiveId" clId="{E1046145-E3DE-F540-A54F-1820C5049C66}" dt="2021-03-06T02:15:30.838" v="2918" actId="14100"/>
          <ac:spMkLst>
            <pc:docMk/>
            <pc:sldMk cId="2701373781" sldId="277"/>
            <ac:spMk id="20" creationId="{DB368AF8-121E-2249-9956-4B83BC6F7619}"/>
          </ac:spMkLst>
        </pc:spChg>
        <pc:spChg chg="mod">
          <ac:chgData name="Aggie Menezes" userId="74619c95fa3483c9" providerId="LiveId" clId="{E1046145-E3DE-F540-A54F-1820C5049C66}" dt="2021-03-06T02:16:16.358" v="2924" actId="1076"/>
          <ac:spMkLst>
            <pc:docMk/>
            <pc:sldMk cId="2701373781" sldId="277"/>
            <ac:spMk id="43" creationId="{0174B1C0-ECFC-904E-AFF8-B10BD7669D6B}"/>
          </ac:spMkLst>
        </pc:spChg>
        <pc:spChg chg="mod">
          <ac:chgData name="Aggie Menezes" userId="74619c95fa3483c9" providerId="LiveId" clId="{E1046145-E3DE-F540-A54F-1820C5049C66}" dt="2021-03-06T02:16:16.358" v="2924" actId="1076"/>
          <ac:spMkLst>
            <pc:docMk/>
            <pc:sldMk cId="2701373781" sldId="277"/>
            <ac:spMk id="44" creationId="{AB4B0B78-C3F7-C74B-98ED-54DD53E0B7B5}"/>
          </ac:spMkLst>
        </pc:spChg>
        <pc:spChg chg="mod">
          <ac:chgData name="Aggie Menezes" userId="74619c95fa3483c9" providerId="LiveId" clId="{E1046145-E3DE-F540-A54F-1820C5049C66}" dt="2021-03-06T02:16:16.358" v="2924" actId="1076"/>
          <ac:spMkLst>
            <pc:docMk/>
            <pc:sldMk cId="2701373781" sldId="277"/>
            <ac:spMk id="45" creationId="{6FF1B86D-F2B5-C24D-9133-8207421ECA1D}"/>
          </ac:spMkLst>
        </pc:spChg>
        <pc:spChg chg="mod">
          <ac:chgData name="Aggie Menezes" userId="74619c95fa3483c9" providerId="LiveId" clId="{E1046145-E3DE-F540-A54F-1820C5049C66}" dt="2021-03-06T02:16:16.358" v="2924" actId="1076"/>
          <ac:spMkLst>
            <pc:docMk/>
            <pc:sldMk cId="2701373781" sldId="277"/>
            <ac:spMk id="46" creationId="{05761AB7-8DA1-314E-89ED-11C10B757EB7}"/>
          </ac:spMkLst>
        </pc:spChg>
        <pc:spChg chg="mod">
          <ac:chgData name="Aggie Menezes" userId="74619c95fa3483c9" providerId="LiveId" clId="{E1046145-E3DE-F540-A54F-1820C5049C66}" dt="2021-03-06T02:16:30.089" v="2925" actId="1076"/>
          <ac:spMkLst>
            <pc:docMk/>
            <pc:sldMk cId="2701373781" sldId="277"/>
            <ac:spMk id="47" creationId="{DC2BA380-2EE3-844B-8AB9-5F22C4E2916A}"/>
          </ac:spMkLst>
        </pc:spChg>
        <pc:spChg chg="mod">
          <ac:chgData name="Aggie Menezes" userId="74619c95fa3483c9" providerId="LiveId" clId="{E1046145-E3DE-F540-A54F-1820C5049C66}" dt="2021-03-06T02:16:16.358" v="2924" actId="1076"/>
          <ac:spMkLst>
            <pc:docMk/>
            <pc:sldMk cId="2701373781" sldId="277"/>
            <ac:spMk id="48" creationId="{03B0BAE1-8038-AF45-BB00-F60ABC5106BF}"/>
          </ac:spMkLst>
        </pc:spChg>
        <pc:spChg chg="mod">
          <ac:chgData name="Aggie Menezes" userId="74619c95fa3483c9" providerId="LiveId" clId="{E1046145-E3DE-F540-A54F-1820C5049C66}" dt="2021-03-06T02:16:16.358" v="2924" actId="1076"/>
          <ac:spMkLst>
            <pc:docMk/>
            <pc:sldMk cId="2701373781" sldId="277"/>
            <ac:spMk id="52" creationId="{9ED998C5-FA51-1D40-AE60-E5E1ADAB4584}"/>
          </ac:spMkLst>
        </pc:spChg>
        <pc:spChg chg="mod">
          <ac:chgData name="Aggie Menezes" userId="74619c95fa3483c9" providerId="LiveId" clId="{E1046145-E3DE-F540-A54F-1820C5049C66}" dt="2021-03-06T02:16:30.089" v="2925" actId="1076"/>
          <ac:spMkLst>
            <pc:docMk/>
            <pc:sldMk cId="2701373781" sldId="277"/>
            <ac:spMk id="53" creationId="{C52DE5ED-CC71-3245-B011-9ADCB30AF66D}"/>
          </ac:spMkLst>
        </pc:spChg>
        <pc:spChg chg="mod">
          <ac:chgData name="Aggie Menezes" userId="74619c95fa3483c9" providerId="LiveId" clId="{E1046145-E3DE-F540-A54F-1820C5049C66}" dt="2021-03-06T02:13:43.548" v="2906" actId="1076"/>
          <ac:spMkLst>
            <pc:docMk/>
            <pc:sldMk cId="2701373781" sldId="277"/>
            <ac:spMk id="57" creationId="{12256091-D4EC-8443-A416-3AE96923920C}"/>
          </ac:spMkLst>
        </pc:spChg>
        <pc:spChg chg="mod">
          <ac:chgData name="Aggie Menezes" userId="74619c95fa3483c9" providerId="LiveId" clId="{E1046145-E3DE-F540-A54F-1820C5049C66}" dt="2021-03-06T02:17:14.086" v="2934" actId="1076"/>
          <ac:spMkLst>
            <pc:docMk/>
            <pc:sldMk cId="2701373781" sldId="277"/>
            <ac:spMk id="58" creationId="{FF01ECA3-A86C-4E40-B334-F36A6BAF0990}"/>
          </ac:spMkLst>
        </pc:spChg>
        <pc:spChg chg="mod">
          <ac:chgData name="Aggie Menezes" userId="74619c95fa3483c9" providerId="LiveId" clId="{E1046145-E3DE-F540-A54F-1820C5049C66}" dt="2021-03-06T02:13:50.869" v="2907" actId="1076"/>
          <ac:spMkLst>
            <pc:docMk/>
            <pc:sldMk cId="2701373781" sldId="277"/>
            <ac:spMk id="59" creationId="{1D02C78D-074B-7A4F-87F7-80762C492201}"/>
          </ac:spMkLst>
        </pc:spChg>
        <pc:spChg chg="mod">
          <ac:chgData name="Aggie Menezes" userId="74619c95fa3483c9" providerId="LiveId" clId="{E1046145-E3DE-F540-A54F-1820C5049C66}" dt="2021-03-06T02:15:43.670" v="2920" actId="255"/>
          <ac:spMkLst>
            <pc:docMk/>
            <pc:sldMk cId="2701373781" sldId="277"/>
            <ac:spMk id="63" creationId="{31134650-04C2-844D-BC6E-91F20A026976}"/>
          </ac:spMkLst>
        </pc:spChg>
        <pc:spChg chg="mod">
          <ac:chgData name="Aggie Menezes" userId="74619c95fa3483c9" providerId="LiveId" clId="{E1046145-E3DE-F540-A54F-1820C5049C66}" dt="2021-03-06T02:15:58.055" v="2923" actId="1076"/>
          <ac:spMkLst>
            <pc:docMk/>
            <pc:sldMk cId="2701373781" sldId="277"/>
            <ac:spMk id="64" creationId="{50521A17-2EAD-9944-9016-D7B20C86AF5A}"/>
          </ac:spMkLst>
        </pc:spChg>
        <pc:grpChg chg="mod">
          <ac:chgData name="Aggie Menezes" userId="74619c95fa3483c9" providerId="LiveId" clId="{E1046145-E3DE-F540-A54F-1820C5049C66}" dt="2021-03-06T02:16:16.358" v="2924" actId="1076"/>
          <ac:grpSpMkLst>
            <pc:docMk/>
            <pc:sldMk cId="2701373781" sldId="277"/>
            <ac:grpSpMk id="61" creationId="{82BC913E-F18E-F24B-BFCD-98C313372134}"/>
          </ac:grpSpMkLst>
        </pc:grpChg>
        <pc:grpChg chg="mod">
          <ac:chgData name="Aggie Menezes" userId="74619c95fa3483c9" providerId="LiveId" clId="{E1046145-E3DE-F540-A54F-1820C5049C66}" dt="2021-03-06T02:16:16.358" v="2924" actId="1076"/>
          <ac:grpSpMkLst>
            <pc:docMk/>
            <pc:sldMk cId="2701373781" sldId="277"/>
            <ac:grpSpMk id="62" creationId="{DBBAD58F-C745-A44F-BAFA-7408F7483826}"/>
          </ac:grpSpMkLst>
        </pc:grpChg>
        <pc:grpChg chg="mod">
          <ac:chgData name="Aggie Menezes" userId="74619c95fa3483c9" providerId="LiveId" clId="{E1046145-E3DE-F540-A54F-1820C5049C66}" dt="2021-03-06T02:13:33.388" v="2905" actId="113"/>
          <ac:grpSpMkLst>
            <pc:docMk/>
            <pc:sldMk cId="2701373781" sldId="277"/>
            <ac:grpSpMk id="65" creationId="{6826C8F4-CBCE-D245-8327-F00F38F10C13}"/>
          </ac:grpSpMkLst>
        </pc:grpChg>
        <pc:grpChg chg="del">
          <ac:chgData name="Aggie Menezes" userId="74619c95fa3483c9" providerId="LiveId" clId="{E1046145-E3DE-F540-A54F-1820C5049C66}" dt="2021-03-26T13:40:49.913" v="4821" actId="478"/>
          <ac:grpSpMkLst>
            <pc:docMk/>
            <pc:sldMk cId="2701373781" sldId="277"/>
            <ac:grpSpMk id="90" creationId="{2318034C-A388-8040-8F26-8CC1AB676D6A}"/>
          </ac:grpSpMkLst>
        </pc:grpChg>
        <pc:grpChg chg="del">
          <ac:chgData name="Aggie Menezes" userId="74619c95fa3483c9" providerId="LiveId" clId="{E1046145-E3DE-F540-A54F-1820C5049C66}" dt="2021-03-26T13:40:47.047" v="4820" actId="478"/>
          <ac:grpSpMkLst>
            <pc:docMk/>
            <pc:sldMk cId="2701373781" sldId="277"/>
            <ac:grpSpMk id="119" creationId="{AEBC1A16-68FD-A646-9B9C-F9574EA956AD}"/>
          </ac:grpSpMkLst>
        </pc:grpChg>
        <pc:inkChg chg="del">
          <ac:chgData name="Aggie Menezes" userId="74619c95fa3483c9" providerId="LiveId" clId="{E1046145-E3DE-F540-A54F-1820C5049C66}" dt="2021-04-06T09:26:08.998" v="5379" actId="478"/>
          <ac:inkMkLst>
            <pc:docMk/>
            <pc:sldMk cId="2701373781" sldId="277"/>
            <ac:inkMk id="3" creationId="{A560D01D-084A-D646-AEA7-48BFB6D914F6}"/>
          </ac:inkMkLst>
        </pc:inkChg>
        <pc:inkChg chg="del">
          <ac:chgData name="Aggie Menezes" userId="74619c95fa3483c9" providerId="LiveId" clId="{E1046145-E3DE-F540-A54F-1820C5049C66}" dt="2021-03-06T05:21:33.991" v="4310" actId="478"/>
          <ac:inkMkLst>
            <pc:docMk/>
            <pc:sldMk cId="2701373781" sldId="277"/>
            <ac:inkMk id="3" creationId="{DAAC6784-BF59-AB42-A7D4-9CBBF51C610A}"/>
          </ac:inkMkLst>
        </pc:inkChg>
        <pc:cxnChg chg="mod">
          <ac:chgData name="Aggie Menezes" userId="74619c95fa3483c9" providerId="LiveId" clId="{E1046145-E3DE-F540-A54F-1820C5049C66}" dt="2021-03-06T02:16:16.358" v="2924" actId="1076"/>
          <ac:cxnSpMkLst>
            <pc:docMk/>
            <pc:sldMk cId="2701373781" sldId="277"/>
            <ac:cxnSpMk id="4" creationId="{EBB672F0-4837-8343-9795-82218F2849F4}"/>
          </ac:cxnSpMkLst>
        </pc:cxnChg>
        <pc:cxnChg chg="mod">
          <ac:chgData name="Aggie Menezes" userId="74619c95fa3483c9" providerId="LiveId" clId="{E1046145-E3DE-F540-A54F-1820C5049C66}" dt="2021-03-06T02:16:16.358" v="2924" actId="1076"/>
          <ac:cxnSpMkLst>
            <pc:docMk/>
            <pc:sldMk cId="2701373781" sldId="277"/>
            <ac:cxnSpMk id="21" creationId="{1200B3E8-1179-044C-B69E-06F7D3D7D8DA}"/>
          </ac:cxnSpMkLst>
        </pc:cxnChg>
        <pc:cxnChg chg="mod">
          <ac:chgData name="Aggie Menezes" userId="74619c95fa3483c9" providerId="LiveId" clId="{E1046145-E3DE-F540-A54F-1820C5049C66}" dt="2021-03-06T02:16:16.358" v="2924" actId="1076"/>
          <ac:cxnSpMkLst>
            <pc:docMk/>
            <pc:sldMk cId="2701373781" sldId="277"/>
            <ac:cxnSpMk id="22" creationId="{849470B9-FEBE-4B40-966A-935D34B448A8}"/>
          </ac:cxnSpMkLst>
        </pc:cxnChg>
        <pc:cxnChg chg="mod">
          <ac:chgData name="Aggie Menezes" userId="74619c95fa3483c9" providerId="LiveId" clId="{E1046145-E3DE-F540-A54F-1820C5049C66}" dt="2021-03-06T02:16:16.358" v="2924" actId="1076"/>
          <ac:cxnSpMkLst>
            <pc:docMk/>
            <pc:sldMk cId="2701373781" sldId="277"/>
            <ac:cxnSpMk id="26" creationId="{DFCEE018-715F-D646-8935-7E5C786F9493}"/>
          </ac:cxnSpMkLst>
        </pc:cxnChg>
        <pc:cxnChg chg="mod">
          <ac:chgData name="Aggie Menezes" userId="74619c95fa3483c9" providerId="LiveId" clId="{E1046145-E3DE-F540-A54F-1820C5049C66}" dt="2021-03-06T02:16:16.358" v="2924" actId="1076"/>
          <ac:cxnSpMkLst>
            <pc:docMk/>
            <pc:sldMk cId="2701373781" sldId="277"/>
            <ac:cxnSpMk id="28" creationId="{8BDE31C2-ACC5-F043-9D1C-6E715C41D292}"/>
          </ac:cxnSpMkLst>
        </pc:cxnChg>
        <pc:cxnChg chg="mod">
          <ac:chgData name="Aggie Menezes" userId="74619c95fa3483c9" providerId="LiveId" clId="{E1046145-E3DE-F540-A54F-1820C5049C66}" dt="2021-03-06T02:16:30.089" v="2925" actId="1076"/>
          <ac:cxnSpMkLst>
            <pc:docMk/>
            <pc:sldMk cId="2701373781" sldId="277"/>
            <ac:cxnSpMk id="40" creationId="{DD4554DE-A2EA-984E-9310-6A4A483850E1}"/>
          </ac:cxnSpMkLst>
        </pc:cxnChg>
      </pc:sldChg>
      <pc:sldChg chg="addSp delSp modSp mod">
        <pc:chgData name="Aggie Menezes" userId="74619c95fa3483c9" providerId="LiveId" clId="{E1046145-E3DE-F540-A54F-1820C5049C66}" dt="2021-04-06T09:43:49.411" v="5461" actId="1076"/>
        <pc:sldMkLst>
          <pc:docMk/>
          <pc:sldMk cId="3966679043" sldId="278"/>
        </pc:sldMkLst>
        <pc:spChg chg="mod topLvl">
          <ac:chgData name="Aggie Menezes" userId="74619c95fa3483c9" providerId="LiveId" clId="{E1046145-E3DE-F540-A54F-1820C5049C66}" dt="2021-03-06T05:09:13.418" v="4166" actId="255"/>
          <ac:spMkLst>
            <pc:docMk/>
            <pc:sldMk cId="3966679043" sldId="278"/>
            <ac:spMk id="2" creationId="{135C3F6D-F07C-EC4F-BF87-1C01F49E2694}"/>
          </ac:spMkLst>
        </pc:spChg>
        <pc:spChg chg="add mod">
          <ac:chgData name="Aggie Menezes" userId="74619c95fa3483c9" providerId="LiveId" clId="{E1046145-E3DE-F540-A54F-1820C5049C66}" dt="2021-04-06T09:43:44.809" v="5460" actId="1076"/>
          <ac:spMkLst>
            <pc:docMk/>
            <pc:sldMk cId="3966679043" sldId="278"/>
            <ac:spMk id="46" creationId="{396F82E0-714D-774C-B2C7-C4D60EDEE79E}"/>
          </ac:spMkLst>
        </pc:spChg>
        <pc:spChg chg="mod">
          <ac:chgData name="Aggie Menezes" userId="74619c95fa3483c9" providerId="LiveId" clId="{E1046145-E3DE-F540-A54F-1820C5049C66}" dt="2021-03-06T05:09:13.418" v="4166" actId="255"/>
          <ac:spMkLst>
            <pc:docMk/>
            <pc:sldMk cId="3966679043" sldId="278"/>
            <ac:spMk id="106" creationId="{990A617E-CE76-6640-8759-A4AA347937DD}"/>
          </ac:spMkLst>
        </pc:spChg>
        <pc:spChg chg="del mod topLvl">
          <ac:chgData name="Aggie Menezes" userId="74619c95fa3483c9" providerId="LiveId" clId="{E1046145-E3DE-F540-A54F-1820C5049C66}" dt="2021-03-04T02:59:17.065" v="2419" actId="21"/>
          <ac:spMkLst>
            <pc:docMk/>
            <pc:sldMk cId="3966679043" sldId="278"/>
            <ac:spMk id="109" creationId="{6374F568-6CB1-4F46-AAC3-658903FDCCF0}"/>
          </ac:spMkLst>
        </pc:spChg>
        <pc:spChg chg="mod">
          <ac:chgData name="Aggie Menezes" userId="74619c95fa3483c9" providerId="LiveId" clId="{E1046145-E3DE-F540-A54F-1820C5049C66}" dt="2021-03-06T05:09:54.408" v="4173" actId="255"/>
          <ac:spMkLst>
            <pc:docMk/>
            <pc:sldMk cId="3966679043" sldId="278"/>
            <ac:spMk id="111" creationId="{43AC6F69-6654-FF44-8972-D4CC7AE32319}"/>
          </ac:spMkLst>
        </pc:spChg>
        <pc:spChg chg="mod">
          <ac:chgData name="Aggie Menezes" userId="74619c95fa3483c9" providerId="LiveId" clId="{E1046145-E3DE-F540-A54F-1820C5049C66}" dt="2021-03-06T05:09:54.408" v="4173" actId="255"/>
          <ac:spMkLst>
            <pc:docMk/>
            <pc:sldMk cId="3966679043" sldId="278"/>
            <ac:spMk id="112" creationId="{335B1852-EA8A-EA41-BED8-2EE3095CBC40}"/>
          </ac:spMkLst>
        </pc:spChg>
        <pc:spChg chg="mod">
          <ac:chgData name="Aggie Menezes" userId="74619c95fa3483c9" providerId="LiveId" clId="{E1046145-E3DE-F540-A54F-1820C5049C66}" dt="2021-03-06T05:09:54.408" v="4173" actId="255"/>
          <ac:spMkLst>
            <pc:docMk/>
            <pc:sldMk cId="3966679043" sldId="278"/>
            <ac:spMk id="113" creationId="{41646ACA-A6C6-5949-988A-52F4F220B08F}"/>
          </ac:spMkLst>
        </pc:spChg>
        <pc:spChg chg="mod">
          <ac:chgData name="Aggie Menezes" userId="74619c95fa3483c9" providerId="LiveId" clId="{E1046145-E3DE-F540-A54F-1820C5049C66}" dt="2021-03-06T05:09:54.408" v="4173" actId="255"/>
          <ac:spMkLst>
            <pc:docMk/>
            <pc:sldMk cId="3966679043" sldId="278"/>
            <ac:spMk id="114" creationId="{09F3251F-0194-6D4D-A380-E8710EEBEC36}"/>
          </ac:spMkLst>
        </pc:spChg>
        <pc:spChg chg="mod">
          <ac:chgData name="Aggie Menezes" userId="74619c95fa3483c9" providerId="LiveId" clId="{E1046145-E3DE-F540-A54F-1820C5049C66}" dt="2021-03-06T05:09:54.408" v="4173" actId="255"/>
          <ac:spMkLst>
            <pc:docMk/>
            <pc:sldMk cId="3966679043" sldId="278"/>
            <ac:spMk id="115" creationId="{0BDBBA26-C04E-7B40-96B9-129F291820EA}"/>
          </ac:spMkLst>
        </pc:spChg>
        <pc:spChg chg="mod">
          <ac:chgData name="Aggie Menezes" userId="74619c95fa3483c9" providerId="LiveId" clId="{E1046145-E3DE-F540-A54F-1820C5049C66}" dt="2021-03-06T05:09:54.408" v="4173" actId="255"/>
          <ac:spMkLst>
            <pc:docMk/>
            <pc:sldMk cId="3966679043" sldId="278"/>
            <ac:spMk id="116" creationId="{F4C86156-11FD-A04E-B423-D586C187F5EE}"/>
          </ac:spMkLst>
        </pc:spChg>
        <pc:spChg chg="mod">
          <ac:chgData name="Aggie Menezes" userId="74619c95fa3483c9" providerId="LiveId" clId="{E1046145-E3DE-F540-A54F-1820C5049C66}" dt="2021-03-06T05:09:54.408" v="4173" actId="255"/>
          <ac:spMkLst>
            <pc:docMk/>
            <pc:sldMk cId="3966679043" sldId="278"/>
            <ac:spMk id="117" creationId="{3DB1BABA-C2A8-9E40-AC62-E2E77AFCB36B}"/>
          </ac:spMkLst>
        </pc:spChg>
        <pc:spChg chg="mod">
          <ac:chgData name="Aggie Menezes" userId="74619c95fa3483c9" providerId="LiveId" clId="{E1046145-E3DE-F540-A54F-1820C5049C66}" dt="2021-03-06T05:09:54.408" v="4173" actId="255"/>
          <ac:spMkLst>
            <pc:docMk/>
            <pc:sldMk cId="3966679043" sldId="278"/>
            <ac:spMk id="118" creationId="{0D0C05A8-A324-C940-AB8D-8ADDF45411E2}"/>
          </ac:spMkLst>
        </pc:spChg>
        <pc:spChg chg="mod">
          <ac:chgData name="Aggie Menezes" userId="74619c95fa3483c9" providerId="LiveId" clId="{E1046145-E3DE-F540-A54F-1820C5049C66}" dt="2021-03-06T05:09:54.408" v="4173" actId="255"/>
          <ac:spMkLst>
            <pc:docMk/>
            <pc:sldMk cId="3966679043" sldId="278"/>
            <ac:spMk id="119" creationId="{CF0BB144-693A-3249-A217-3F86B42F72AD}"/>
          </ac:spMkLst>
        </pc:spChg>
        <pc:spChg chg="mod">
          <ac:chgData name="Aggie Menezes" userId="74619c95fa3483c9" providerId="LiveId" clId="{E1046145-E3DE-F540-A54F-1820C5049C66}" dt="2021-03-06T05:09:54.408" v="4173" actId="255"/>
          <ac:spMkLst>
            <pc:docMk/>
            <pc:sldMk cId="3966679043" sldId="278"/>
            <ac:spMk id="120" creationId="{9852D6A1-D414-BC49-871C-9BB5F465F83F}"/>
          </ac:spMkLst>
        </pc:spChg>
        <pc:spChg chg="mod">
          <ac:chgData name="Aggie Menezes" userId="74619c95fa3483c9" providerId="LiveId" clId="{E1046145-E3DE-F540-A54F-1820C5049C66}" dt="2021-03-06T05:09:13.418" v="4166" actId="255"/>
          <ac:spMkLst>
            <pc:docMk/>
            <pc:sldMk cId="3966679043" sldId="278"/>
            <ac:spMk id="121" creationId="{00000000-0000-0000-0000-000000000000}"/>
          </ac:spMkLst>
        </pc:spChg>
        <pc:spChg chg="mod">
          <ac:chgData name="Aggie Menezes" userId="74619c95fa3483c9" providerId="LiveId" clId="{E1046145-E3DE-F540-A54F-1820C5049C66}" dt="2021-03-06T05:09:13.418" v="4166" actId="255"/>
          <ac:spMkLst>
            <pc:docMk/>
            <pc:sldMk cId="3966679043" sldId="278"/>
            <ac:spMk id="122" creationId="{00000000-0000-0000-0000-000000000000}"/>
          </ac:spMkLst>
        </pc:spChg>
        <pc:spChg chg="mod">
          <ac:chgData name="Aggie Menezes" userId="74619c95fa3483c9" providerId="LiveId" clId="{E1046145-E3DE-F540-A54F-1820C5049C66}" dt="2021-03-06T05:09:13.418" v="4166" actId="255"/>
          <ac:spMkLst>
            <pc:docMk/>
            <pc:sldMk cId="3966679043" sldId="278"/>
            <ac:spMk id="123" creationId="{00000000-0000-0000-0000-000000000000}"/>
          </ac:spMkLst>
        </pc:spChg>
        <pc:spChg chg="mod">
          <ac:chgData name="Aggie Menezes" userId="74619c95fa3483c9" providerId="LiveId" clId="{E1046145-E3DE-F540-A54F-1820C5049C66}" dt="2021-03-06T05:09:13.418" v="4166" actId="255"/>
          <ac:spMkLst>
            <pc:docMk/>
            <pc:sldMk cId="3966679043" sldId="278"/>
            <ac:spMk id="124" creationId="{00000000-0000-0000-0000-000000000000}"/>
          </ac:spMkLst>
        </pc:spChg>
        <pc:spChg chg="mod">
          <ac:chgData name="Aggie Menezes" userId="74619c95fa3483c9" providerId="LiveId" clId="{E1046145-E3DE-F540-A54F-1820C5049C66}" dt="2021-03-06T05:09:13.418" v="4166" actId="255"/>
          <ac:spMkLst>
            <pc:docMk/>
            <pc:sldMk cId="3966679043" sldId="278"/>
            <ac:spMk id="129" creationId="{00000000-0000-0000-0000-000000000000}"/>
          </ac:spMkLst>
        </pc:spChg>
        <pc:spChg chg="mod">
          <ac:chgData name="Aggie Menezes" userId="74619c95fa3483c9" providerId="LiveId" clId="{E1046145-E3DE-F540-A54F-1820C5049C66}" dt="2021-03-06T05:09:13.418" v="4166" actId="255"/>
          <ac:spMkLst>
            <pc:docMk/>
            <pc:sldMk cId="3966679043" sldId="278"/>
            <ac:spMk id="137" creationId="{00000000-0000-0000-0000-000000000000}"/>
          </ac:spMkLst>
        </pc:spChg>
        <pc:spChg chg="mod">
          <ac:chgData name="Aggie Menezes" userId="74619c95fa3483c9" providerId="LiveId" clId="{E1046145-E3DE-F540-A54F-1820C5049C66}" dt="2021-03-06T05:09:34.296" v="4169" actId="1076"/>
          <ac:spMkLst>
            <pc:docMk/>
            <pc:sldMk cId="3966679043" sldId="278"/>
            <ac:spMk id="139" creationId="{00000000-0000-0000-0000-000000000000}"/>
          </ac:spMkLst>
        </pc:spChg>
        <pc:spChg chg="mod">
          <ac:chgData name="Aggie Menezes" userId="74619c95fa3483c9" providerId="LiveId" clId="{E1046145-E3DE-F540-A54F-1820C5049C66}" dt="2021-03-06T05:09:25.483" v="4168" actId="1076"/>
          <ac:spMkLst>
            <pc:docMk/>
            <pc:sldMk cId="3966679043" sldId="278"/>
            <ac:spMk id="140" creationId="{00000000-0000-0000-0000-000000000000}"/>
          </ac:spMkLst>
        </pc:spChg>
        <pc:spChg chg="mod">
          <ac:chgData name="Aggie Menezes" userId="74619c95fa3483c9" providerId="LiveId" clId="{E1046145-E3DE-F540-A54F-1820C5049C66}" dt="2021-03-06T05:09:13.418" v="4166" actId="255"/>
          <ac:spMkLst>
            <pc:docMk/>
            <pc:sldMk cId="3966679043" sldId="278"/>
            <ac:spMk id="141" creationId="{00000000-0000-0000-0000-000000000000}"/>
          </ac:spMkLst>
        </pc:spChg>
        <pc:spChg chg="mod">
          <ac:chgData name="Aggie Menezes" userId="74619c95fa3483c9" providerId="LiveId" clId="{E1046145-E3DE-F540-A54F-1820C5049C66}" dt="2021-03-06T05:09:20.931" v="4167" actId="1076"/>
          <ac:spMkLst>
            <pc:docMk/>
            <pc:sldMk cId="3966679043" sldId="278"/>
            <ac:spMk id="143" creationId="{00000000-0000-0000-0000-000000000000}"/>
          </ac:spMkLst>
        </pc:spChg>
        <pc:spChg chg="mod">
          <ac:chgData name="Aggie Menezes" userId="74619c95fa3483c9" providerId="LiveId" clId="{E1046145-E3DE-F540-A54F-1820C5049C66}" dt="2021-03-06T05:09:13.418" v="4166" actId="255"/>
          <ac:spMkLst>
            <pc:docMk/>
            <pc:sldMk cId="3966679043" sldId="278"/>
            <ac:spMk id="144" creationId="{00000000-0000-0000-0000-000000000000}"/>
          </ac:spMkLst>
        </pc:spChg>
        <pc:spChg chg="mod">
          <ac:chgData name="Aggie Menezes" userId="74619c95fa3483c9" providerId="LiveId" clId="{E1046145-E3DE-F540-A54F-1820C5049C66}" dt="2021-03-06T05:09:43.464" v="4172" actId="1076"/>
          <ac:spMkLst>
            <pc:docMk/>
            <pc:sldMk cId="3966679043" sldId="278"/>
            <ac:spMk id="145" creationId="{00000000-0000-0000-0000-000000000000}"/>
          </ac:spMkLst>
        </pc:spChg>
        <pc:spChg chg="mod">
          <ac:chgData name="Aggie Menezes" userId="74619c95fa3483c9" providerId="LiveId" clId="{E1046145-E3DE-F540-A54F-1820C5049C66}" dt="2021-03-06T05:09:54.408" v="4173" actId="255"/>
          <ac:spMkLst>
            <pc:docMk/>
            <pc:sldMk cId="3966679043" sldId="278"/>
            <ac:spMk id="153" creationId="{3CC193DC-505D-654B-BBCF-870ACACE0F25}"/>
          </ac:spMkLst>
        </pc:spChg>
        <pc:spChg chg="mod">
          <ac:chgData name="Aggie Menezes" userId="74619c95fa3483c9" providerId="LiveId" clId="{E1046145-E3DE-F540-A54F-1820C5049C66}" dt="2021-04-06T09:43:49.411" v="5461" actId="1076"/>
          <ac:spMkLst>
            <pc:docMk/>
            <pc:sldMk cId="3966679043" sldId="278"/>
            <ac:spMk id="184" creationId="{00000000-0000-0000-0000-000000000000}"/>
          </ac:spMkLst>
        </pc:spChg>
        <pc:spChg chg="mod">
          <ac:chgData name="Aggie Menezes" userId="74619c95fa3483c9" providerId="LiveId" clId="{E1046145-E3DE-F540-A54F-1820C5049C66}" dt="2021-03-06T05:09:59.698" v="4174" actId="14100"/>
          <ac:spMkLst>
            <pc:docMk/>
            <pc:sldMk cId="3966679043" sldId="278"/>
            <ac:spMk id="198" creationId="{2A58BE36-7B42-4D42-8E9C-A4B89F46E0DD}"/>
          </ac:spMkLst>
        </pc:spChg>
        <pc:spChg chg="mod">
          <ac:chgData name="Aggie Menezes" userId="74619c95fa3483c9" providerId="LiveId" clId="{E1046145-E3DE-F540-A54F-1820C5049C66}" dt="2021-03-06T05:09:54.408" v="4173" actId="255"/>
          <ac:spMkLst>
            <pc:docMk/>
            <pc:sldMk cId="3966679043" sldId="278"/>
            <ac:spMk id="199" creationId="{113424E3-EC69-454B-94AA-1E0FE64B35A8}"/>
          </ac:spMkLst>
        </pc:spChg>
        <pc:spChg chg="mod">
          <ac:chgData name="Aggie Menezes" userId="74619c95fa3483c9" providerId="LiveId" clId="{E1046145-E3DE-F540-A54F-1820C5049C66}" dt="2021-03-06T05:09:54.408" v="4173" actId="255"/>
          <ac:spMkLst>
            <pc:docMk/>
            <pc:sldMk cId="3966679043" sldId="278"/>
            <ac:spMk id="200" creationId="{62463F7D-2313-C54F-BF76-B27E711A3772}"/>
          </ac:spMkLst>
        </pc:spChg>
        <pc:spChg chg="mod">
          <ac:chgData name="Aggie Menezes" userId="74619c95fa3483c9" providerId="LiveId" clId="{E1046145-E3DE-F540-A54F-1820C5049C66}" dt="2021-04-06T09:43:44.809" v="5460" actId="1076"/>
          <ac:spMkLst>
            <pc:docMk/>
            <pc:sldMk cId="3966679043" sldId="278"/>
            <ac:spMk id="202" creationId="{3194D71D-D964-CB4D-970F-F07308A86754}"/>
          </ac:spMkLst>
        </pc:spChg>
        <pc:grpChg chg="mod">
          <ac:chgData name="Aggie Menezes" userId="74619c95fa3483c9" providerId="LiveId" clId="{E1046145-E3DE-F540-A54F-1820C5049C66}" dt="2021-03-06T05:08:22.810" v="4162" actId="207"/>
          <ac:grpSpMkLst>
            <pc:docMk/>
            <pc:sldMk cId="3966679043" sldId="278"/>
            <ac:grpSpMk id="5" creationId="{034B4981-243F-B447-B457-B41AFB64E28F}"/>
          </ac:grpSpMkLst>
        </pc:grpChg>
        <pc:grpChg chg="del mod">
          <ac:chgData name="Aggie Menezes" userId="74619c95fa3483c9" providerId="LiveId" clId="{E1046145-E3DE-F540-A54F-1820C5049C66}" dt="2021-03-04T02:59:17.065" v="2419" actId="21"/>
          <ac:grpSpMkLst>
            <pc:docMk/>
            <pc:sldMk cId="3966679043" sldId="278"/>
            <ac:grpSpMk id="6" creationId="{B7855A69-301A-CB40-8E8B-C443D30F89E6}"/>
          </ac:grpSpMkLst>
        </pc:grpChg>
        <pc:grpChg chg="add mod">
          <ac:chgData name="Aggie Menezes" userId="74619c95fa3483c9" providerId="LiveId" clId="{E1046145-E3DE-F540-A54F-1820C5049C66}" dt="2021-04-06T09:43:44.809" v="5460" actId="1076"/>
          <ac:grpSpMkLst>
            <pc:docMk/>
            <pc:sldMk cId="3966679043" sldId="278"/>
            <ac:grpSpMk id="7" creationId="{98F37B80-8C65-6E44-AB63-66B1C1E2A186}"/>
          </ac:grpSpMkLst>
        </pc:grpChg>
        <pc:grpChg chg="add mod">
          <ac:chgData name="Aggie Menezes" userId="74619c95fa3483c9" providerId="LiveId" clId="{E1046145-E3DE-F540-A54F-1820C5049C66}" dt="2021-03-06T05:08:22.810" v="4162" actId="207"/>
          <ac:grpSpMkLst>
            <pc:docMk/>
            <pc:sldMk cId="3966679043" sldId="278"/>
            <ac:grpSpMk id="10" creationId="{5F764B03-75F0-8545-B685-88BD46A5A128}"/>
          </ac:grpSpMkLst>
        </pc:grpChg>
        <pc:grpChg chg="add mod">
          <ac:chgData name="Aggie Menezes" userId="74619c95fa3483c9" providerId="LiveId" clId="{E1046145-E3DE-F540-A54F-1820C5049C66}" dt="2021-03-06T05:08:22.810" v="4162" actId="207"/>
          <ac:grpSpMkLst>
            <pc:docMk/>
            <pc:sldMk cId="3966679043" sldId="278"/>
            <ac:grpSpMk id="11" creationId="{D86723B0-483E-FA45-A0D7-22AD0525F929}"/>
          </ac:grpSpMkLst>
        </pc:grpChg>
        <pc:grpChg chg="add mod topLvl">
          <ac:chgData name="Aggie Menezes" userId="74619c95fa3483c9" providerId="LiveId" clId="{E1046145-E3DE-F540-A54F-1820C5049C66}" dt="2021-04-06T09:43:44.809" v="5460" actId="1076"/>
          <ac:grpSpMkLst>
            <pc:docMk/>
            <pc:sldMk cId="3966679043" sldId="278"/>
            <ac:grpSpMk id="13" creationId="{4792B70F-F8EF-4C45-94CC-28A2E5C4C618}"/>
          </ac:grpSpMkLst>
        </pc:grpChg>
        <pc:grpChg chg="add del mod">
          <ac:chgData name="Aggie Menezes" userId="74619c95fa3483c9" providerId="LiveId" clId="{E1046145-E3DE-F540-A54F-1820C5049C66}" dt="2021-03-04T03:08:04.884" v="2509" actId="478"/>
          <ac:grpSpMkLst>
            <pc:docMk/>
            <pc:sldMk cId="3966679043" sldId="278"/>
            <ac:grpSpMk id="14" creationId="{FC988602-1F2D-224D-8A71-EABBFC585C1E}"/>
          </ac:grpSpMkLst>
        </pc:grpChg>
        <pc:grpChg chg="del">
          <ac:chgData name="Aggie Menezes" userId="74619c95fa3483c9" providerId="LiveId" clId="{E1046145-E3DE-F540-A54F-1820C5049C66}" dt="2021-03-26T13:39:53.264" v="4814" actId="478"/>
          <ac:grpSpMkLst>
            <pc:docMk/>
            <pc:sldMk cId="3966679043" sldId="278"/>
            <ac:grpSpMk id="19" creationId="{F74C6A2C-F162-584B-83E2-767EFF6F1FAA}"/>
          </ac:grpSpMkLst>
        </pc:grpChg>
        <pc:grpChg chg="del">
          <ac:chgData name="Aggie Menezes" userId="74619c95fa3483c9" providerId="LiveId" clId="{E1046145-E3DE-F540-A54F-1820C5049C66}" dt="2021-03-26T13:39:50.563" v="4812" actId="478"/>
          <ac:grpSpMkLst>
            <pc:docMk/>
            <pc:sldMk cId="3966679043" sldId="278"/>
            <ac:grpSpMk id="33" creationId="{6288486E-A3EE-0548-B607-2FE84ADEF047}"/>
          </ac:grpSpMkLst>
        </pc:grpChg>
        <pc:grpChg chg="del">
          <ac:chgData name="Aggie Menezes" userId="74619c95fa3483c9" providerId="LiveId" clId="{E1046145-E3DE-F540-A54F-1820C5049C66}" dt="2021-03-26T13:39:52.094" v="4813" actId="478"/>
          <ac:grpSpMkLst>
            <pc:docMk/>
            <pc:sldMk cId="3966679043" sldId="278"/>
            <ac:grpSpMk id="91" creationId="{D74AD163-027C-B346-81B5-50B49068373E}"/>
          </ac:grpSpMkLst>
        </pc:grpChg>
        <pc:grpChg chg="del">
          <ac:chgData name="Aggie Menezes" userId="74619c95fa3483c9" providerId="LiveId" clId="{E1046145-E3DE-F540-A54F-1820C5049C66}" dt="2021-03-26T13:39:48.454" v="4811" actId="478"/>
          <ac:grpSpMkLst>
            <pc:docMk/>
            <pc:sldMk cId="3966679043" sldId="278"/>
            <ac:grpSpMk id="98" creationId="{FE61C4B6-94FF-7A46-91A9-CFE0B3CBB892}"/>
          </ac:grpSpMkLst>
        </pc:grpChg>
        <pc:grpChg chg="del">
          <ac:chgData name="Aggie Menezes" userId="74619c95fa3483c9" providerId="LiveId" clId="{E1046145-E3DE-F540-A54F-1820C5049C66}" dt="2021-03-26T13:39:16.925" v="4805" actId="478"/>
          <ac:grpSpMkLst>
            <pc:docMk/>
            <pc:sldMk cId="3966679043" sldId="278"/>
            <ac:grpSpMk id="183" creationId="{8B21203F-2D39-9646-B542-C7442B039C45}"/>
          </ac:grpSpMkLst>
        </pc:grpChg>
        <pc:inkChg chg="del">
          <ac:chgData name="Aggie Menezes" userId="74619c95fa3483c9" providerId="LiveId" clId="{E1046145-E3DE-F540-A54F-1820C5049C66}" dt="2021-03-15T13:29:25.739" v="4638" actId="478"/>
          <ac:inkMkLst>
            <pc:docMk/>
            <pc:sldMk cId="3966679043" sldId="278"/>
            <ac:inkMk id="6" creationId="{339DA8C5-966F-F944-B851-B92F7C8C4428}"/>
          </ac:inkMkLst>
        </pc:inkChg>
        <pc:inkChg chg="del">
          <ac:chgData name="Aggie Menezes" userId="74619c95fa3483c9" providerId="LiveId" clId="{E1046145-E3DE-F540-A54F-1820C5049C66}" dt="2021-03-04T02:58:15.153" v="2415" actId="478"/>
          <ac:inkMkLst>
            <pc:docMk/>
            <pc:sldMk cId="3966679043" sldId="278"/>
            <ac:inkMk id="8" creationId="{D5D0ADE1-D66C-B143-8D39-05FE2B04D437}"/>
          </ac:inkMkLst>
        </pc:inkChg>
        <pc:inkChg chg="del">
          <ac:chgData name="Aggie Menezes" userId="74619c95fa3483c9" providerId="LiveId" clId="{E1046145-E3DE-F540-A54F-1820C5049C66}" dt="2021-03-06T05:07:46.321" v="4159" actId="478"/>
          <ac:inkMkLst>
            <pc:docMk/>
            <pc:sldMk cId="3966679043" sldId="278"/>
            <ac:inkMk id="43" creationId="{1AA89BDB-2021-F543-90DE-AE6E61ADBFA7}"/>
          </ac:inkMkLst>
        </pc:inkChg>
        <pc:inkChg chg="del">
          <ac:chgData name="Aggie Menezes" userId="74619c95fa3483c9" providerId="LiveId" clId="{E1046145-E3DE-F540-A54F-1820C5049C66}" dt="2021-03-26T13:39:30.697" v="4808" actId="478"/>
          <ac:inkMkLst>
            <pc:docMk/>
            <pc:sldMk cId="3966679043" sldId="278"/>
            <ac:inkMk id="99" creationId="{F015B9A9-3A5F-E949-BF21-28B3D06E6FCF}"/>
          </ac:inkMkLst>
        </pc:inkChg>
        <pc:inkChg chg="del">
          <ac:chgData name="Aggie Menezes" userId="74619c95fa3483c9" providerId="LiveId" clId="{E1046145-E3DE-F540-A54F-1820C5049C66}" dt="2021-03-26T13:39:30.697" v="4808" actId="478"/>
          <ac:inkMkLst>
            <pc:docMk/>
            <pc:sldMk cId="3966679043" sldId="278"/>
            <ac:inkMk id="100" creationId="{0DA6FEDA-5778-AB44-81F1-B9746BB513ED}"/>
          </ac:inkMkLst>
        </pc:inkChg>
        <pc:inkChg chg="del">
          <ac:chgData name="Aggie Menezes" userId="74619c95fa3483c9" providerId="LiveId" clId="{E1046145-E3DE-F540-A54F-1820C5049C66}" dt="2021-03-26T13:39:33.085" v="4809" actId="478"/>
          <ac:inkMkLst>
            <pc:docMk/>
            <pc:sldMk cId="3966679043" sldId="278"/>
            <ac:inkMk id="101" creationId="{F4C7DDCD-AFD9-DB48-B6B1-91226A1F6931}"/>
          </ac:inkMkLst>
        </pc:inkChg>
        <pc:inkChg chg="del">
          <ac:chgData name="Aggie Menezes" userId="74619c95fa3483c9" providerId="LiveId" clId="{E1046145-E3DE-F540-A54F-1820C5049C66}" dt="2021-03-26T13:39:35.489" v="4810" actId="478"/>
          <ac:inkMkLst>
            <pc:docMk/>
            <pc:sldMk cId="3966679043" sldId="278"/>
            <ac:inkMk id="102" creationId="{1DFFA5E4-25C3-764E-BE8A-B9131D9583A9}"/>
          </ac:inkMkLst>
        </pc:inkChg>
        <pc:inkChg chg="del">
          <ac:chgData name="Aggie Menezes" userId="74619c95fa3483c9" providerId="LiveId" clId="{E1046145-E3DE-F540-A54F-1820C5049C66}" dt="2021-03-26T13:39:30.697" v="4808" actId="478"/>
          <ac:inkMkLst>
            <pc:docMk/>
            <pc:sldMk cId="3966679043" sldId="278"/>
            <ac:inkMk id="104" creationId="{F3D8D8D0-2EDB-F24D-B5DD-70971BFF2D87}"/>
          </ac:inkMkLst>
        </pc:inkChg>
        <pc:inkChg chg="del">
          <ac:chgData name="Aggie Menezes" userId="74619c95fa3483c9" providerId="LiveId" clId="{E1046145-E3DE-F540-A54F-1820C5049C66}" dt="2021-03-26T13:39:30.697" v="4808" actId="478"/>
          <ac:inkMkLst>
            <pc:docMk/>
            <pc:sldMk cId="3966679043" sldId="278"/>
            <ac:inkMk id="105" creationId="{ABE94D68-CD45-5C4F-B96E-4FE5F1845884}"/>
          </ac:inkMkLst>
        </pc:inkChg>
        <pc:inkChg chg="del">
          <ac:chgData name="Aggie Menezes" userId="74619c95fa3483c9" providerId="LiveId" clId="{E1046145-E3DE-F540-A54F-1820C5049C66}" dt="2021-03-26T13:39:30.697" v="4808" actId="478"/>
          <ac:inkMkLst>
            <pc:docMk/>
            <pc:sldMk cId="3966679043" sldId="278"/>
            <ac:inkMk id="107" creationId="{8462AE57-6873-5649-A3C6-DCD813BCC850}"/>
          </ac:inkMkLst>
        </pc:inkChg>
        <pc:inkChg chg="del">
          <ac:chgData name="Aggie Menezes" userId="74619c95fa3483c9" providerId="LiveId" clId="{E1046145-E3DE-F540-A54F-1820C5049C66}" dt="2021-03-26T13:39:30.697" v="4808" actId="478"/>
          <ac:inkMkLst>
            <pc:docMk/>
            <pc:sldMk cId="3966679043" sldId="278"/>
            <ac:inkMk id="108" creationId="{9F2B3036-1BF7-B343-89C9-C286B03735D3}"/>
          </ac:inkMkLst>
        </pc:inkChg>
        <pc:inkChg chg="del">
          <ac:chgData name="Aggie Menezes" userId="74619c95fa3483c9" providerId="LiveId" clId="{E1046145-E3DE-F540-A54F-1820C5049C66}" dt="2021-03-26T13:39:30.697" v="4808" actId="478"/>
          <ac:inkMkLst>
            <pc:docMk/>
            <pc:sldMk cId="3966679043" sldId="278"/>
            <ac:inkMk id="109" creationId="{B1EB4507-AAB2-4B40-822A-C9FA0E029142}"/>
          </ac:inkMkLst>
        </pc:inkChg>
        <pc:inkChg chg="del">
          <ac:chgData name="Aggie Menezes" userId="74619c95fa3483c9" providerId="LiveId" clId="{E1046145-E3DE-F540-A54F-1820C5049C66}" dt="2021-03-26T13:39:30.697" v="4808" actId="478"/>
          <ac:inkMkLst>
            <pc:docMk/>
            <pc:sldMk cId="3966679043" sldId="278"/>
            <ac:inkMk id="110" creationId="{AB2756B8-42D6-BF49-8E2C-1308C1A56059}"/>
          </ac:inkMkLst>
        </pc:inkChg>
        <pc:inkChg chg="del">
          <ac:chgData name="Aggie Menezes" userId="74619c95fa3483c9" providerId="LiveId" clId="{E1046145-E3DE-F540-A54F-1820C5049C66}" dt="2021-03-26T13:39:30.697" v="4808" actId="478"/>
          <ac:inkMkLst>
            <pc:docMk/>
            <pc:sldMk cId="3966679043" sldId="278"/>
            <ac:inkMk id="125" creationId="{292CF7BC-D778-204C-BEA7-B846B870A435}"/>
          </ac:inkMkLst>
        </pc:inkChg>
        <pc:inkChg chg="del">
          <ac:chgData name="Aggie Menezes" userId="74619c95fa3483c9" providerId="LiveId" clId="{E1046145-E3DE-F540-A54F-1820C5049C66}" dt="2021-03-26T13:39:30.697" v="4808" actId="478"/>
          <ac:inkMkLst>
            <pc:docMk/>
            <pc:sldMk cId="3966679043" sldId="278"/>
            <ac:inkMk id="127" creationId="{CB479888-6B11-B643-8542-2193169036FF}"/>
          </ac:inkMkLst>
        </pc:inkChg>
        <pc:inkChg chg="del">
          <ac:chgData name="Aggie Menezes" userId="74619c95fa3483c9" providerId="LiveId" clId="{E1046145-E3DE-F540-A54F-1820C5049C66}" dt="2021-03-26T13:39:30.697" v="4808" actId="478"/>
          <ac:inkMkLst>
            <pc:docMk/>
            <pc:sldMk cId="3966679043" sldId="278"/>
            <ac:inkMk id="128" creationId="{0F750833-145E-1C4B-8F68-D9F65A832CB0}"/>
          </ac:inkMkLst>
        </pc:inkChg>
        <pc:inkChg chg="del">
          <ac:chgData name="Aggie Menezes" userId="74619c95fa3483c9" providerId="LiveId" clId="{E1046145-E3DE-F540-A54F-1820C5049C66}" dt="2021-03-26T13:39:30.697" v="4808" actId="478"/>
          <ac:inkMkLst>
            <pc:docMk/>
            <pc:sldMk cId="3966679043" sldId="278"/>
            <ac:inkMk id="130" creationId="{43D53485-FF30-DA44-8140-6ED362FE7BF0}"/>
          </ac:inkMkLst>
        </pc:inkChg>
        <pc:inkChg chg="del">
          <ac:chgData name="Aggie Menezes" userId="74619c95fa3483c9" providerId="LiveId" clId="{E1046145-E3DE-F540-A54F-1820C5049C66}" dt="2021-03-26T13:39:30.697" v="4808" actId="478"/>
          <ac:inkMkLst>
            <pc:docMk/>
            <pc:sldMk cId="3966679043" sldId="278"/>
            <ac:inkMk id="131" creationId="{8145FB0C-95A8-6741-9933-2FCED907A84F}"/>
          </ac:inkMkLst>
        </pc:inkChg>
        <pc:inkChg chg="del">
          <ac:chgData name="Aggie Menezes" userId="74619c95fa3483c9" providerId="LiveId" clId="{E1046145-E3DE-F540-A54F-1820C5049C66}" dt="2021-03-26T13:39:30.697" v="4808" actId="478"/>
          <ac:inkMkLst>
            <pc:docMk/>
            <pc:sldMk cId="3966679043" sldId="278"/>
            <ac:inkMk id="132" creationId="{BF1ACD1E-BBB1-414F-9181-35721B89DE87}"/>
          </ac:inkMkLst>
        </pc:inkChg>
        <pc:inkChg chg="del">
          <ac:chgData name="Aggie Menezes" userId="74619c95fa3483c9" providerId="LiveId" clId="{E1046145-E3DE-F540-A54F-1820C5049C66}" dt="2021-03-26T13:39:30.697" v="4808" actId="478"/>
          <ac:inkMkLst>
            <pc:docMk/>
            <pc:sldMk cId="3966679043" sldId="278"/>
            <ac:inkMk id="133" creationId="{285BEFE3-A868-C445-AE11-198B52320AAB}"/>
          </ac:inkMkLst>
        </pc:inkChg>
        <pc:cxnChg chg="mod">
          <ac:chgData name="Aggie Menezes" userId="74619c95fa3483c9" providerId="LiveId" clId="{E1046145-E3DE-F540-A54F-1820C5049C66}" dt="2021-03-06T05:08:22.810" v="4162" actId="207"/>
          <ac:cxnSpMkLst>
            <pc:docMk/>
            <pc:sldMk cId="3966679043" sldId="278"/>
            <ac:cxnSpMk id="4" creationId="{C078160F-5D31-ED4D-B6E5-9686360CA265}"/>
          </ac:cxnSpMkLst>
        </pc:cxnChg>
        <pc:cxnChg chg="add del mod topLvl">
          <ac:chgData name="Aggie Menezes" userId="74619c95fa3483c9" providerId="LiveId" clId="{E1046145-E3DE-F540-A54F-1820C5049C66}" dt="2021-03-04T03:08:04.884" v="2509" actId="478"/>
          <ac:cxnSpMkLst>
            <pc:docMk/>
            <pc:sldMk cId="3966679043" sldId="278"/>
            <ac:cxnSpMk id="9" creationId="{8B1C324E-8A21-E143-9BA6-9641955D7383}"/>
          </ac:cxnSpMkLst>
        </pc:cxnChg>
        <pc:cxnChg chg="add del mod">
          <ac:chgData name="Aggie Menezes" userId="74619c95fa3483c9" providerId="LiveId" clId="{E1046145-E3DE-F540-A54F-1820C5049C66}" dt="2021-03-04T02:52:31.303" v="2338" actId="478"/>
          <ac:cxnSpMkLst>
            <pc:docMk/>
            <pc:sldMk cId="3966679043" sldId="278"/>
            <ac:cxnSpMk id="42" creationId="{3BFFA53D-959D-524E-99DD-EC4FC760D70B}"/>
          </ac:cxnSpMkLst>
        </pc:cxnChg>
        <pc:cxnChg chg="add del mod">
          <ac:chgData name="Aggie Menezes" userId="74619c95fa3483c9" providerId="LiveId" clId="{E1046145-E3DE-F540-A54F-1820C5049C66}" dt="2021-03-04T02:52:29.012" v="2337" actId="478"/>
          <ac:cxnSpMkLst>
            <pc:docMk/>
            <pc:sldMk cId="3966679043" sldId="278"/>
            <ac:cxnSpMk id="48" creationId="{608BDD9D-89BC-9F4E-B7FA-79A35378224D}"/>
          </ac:cxnSpMkLst>
        </pc:cxnChg>
        <pc:cxnChg chg="add del mod">
          <ac:chgData name="Aggie Menezes" userId="74619c95fa3483c9" providerId="LiveId" clId="{E1046145-E3DE-F540-A54F-1820C5049C66}" dt="2021-03-04T03:08:08.833" v="2510" actId="478"/>
          <ac:cxnSpMkLst>
            <pc:docMk/>
            <pc:sldMk cId="3966679043" sldId="278"/>
            <ac:cxnSpMk id="51" creationId="{2988097F-DC29-9645-8499-970B796FA8DA}"/>
          </ac:cxnSpMkLst>
        </pc:cxnChg>
        <pc:cxnChg chg="add del mod">
          <ac:chgData name="Aggie Menezes" userId="74619c95fa3483c9" providerId="LiveId" clId="{E1046145-E3DE-F540-A54F-1820C5049C66}" dt="2021-03-04T02:52:36.271" v="2340" actId="478"/>
          <ac:cxnSpMkLst>
            <pc:docMk/>
            <pc:sldMk cId="3966679043" sldId="278"/>
            <ac:cxnSpMk id="52" creationId="{3DF03099-FB42-9548-AF59-4B8EC6BCE6F9}"/>
          </ac:cxnSpMkLst>
        </pc:cxnChg>
        <pc:cxnChg chg="add del mod">
          <ac:chgData name="Aggie Menezes" userId="74619c95fa3483c9" providerId="LiveId" clId="{E1046145-E3DE-F540-A54F-1820C5049C66}" dt="2021-03-04T02:52:33.823" v="2339" actId="478"/>
          <ac:cxnSpMkLst>
            <pc:docMk/>
            <pc:sldMk cId="3966679043" sldId="278"/>
            <ac:cxnSpMk id="53" creationId="{38652AF7-5F4B-E745-9E6C-243C4097A22F}"/>
          </ac:cxnSpMkLst>
        </pc:cxnChg>
        <pc:cxnChg chg="mod">
          <ac:chgData name="Aggie Menezes" userId="74619c95fa3483c9" providerId="LiveId" clId="{E1046145-E3DE-F540-A54F-1820C5049C66}" dt="2021-03-06T05:08:22.810" v="4162" actId="207"/>
          <ac:cxnSpMkLst>
            <pc:docMk/>
            <pc:sldMk cId="3966679043" sldId="278"/>
            <ac:cxnSpMk id="201" creationId="{F175D09E-F876-9A46-9809-49E14FEB506F}"/>
          </ac:cxnSpMkLst>
        </pc:cxnChg>
      </pc:sldChg>
      <pc:sldChg chg="addSp delSp modSp add mod modAnim">
        <pc:chgData name="Aggie Menezes" userId="74619c95fa3483c9" providerId="LiveId" clId="{E1046145-E3DE-F540-A54F-1820C5049C66}" dt="2021-03-26T13:23:33.676" v="4777" actId="478"/>
        <pc:sldMkLst>
          <pc:docMk/>
          <pc:sldMk cId="2603362420" sldId="279"/>
        </pc:sldMkLst>
        <pc:spChg chg="add del mod">
          <ac:chgData name="Aggie Menezes" userId="74619c95fa3483c9" providerId="LiveId" clId="{E1046145-E3DE-F540-A54F-1820C5049C66}" dt="2021-03-06T01:49:18.886" v="2548"/>
          <ac:spMkLst>
            <pc:docMk/>
            <pc:sldMk cId="2603362420" sldId="279"/>
            <ac:spMk id="2" creationId="{05711E1F-1511-3943-AE9F-AA90A8841706}"/>
          </ac:spMkLst>
        </pc:spChg>
        <pc:spChg chg="add mod topLvl">
          <ac:chgData name="Aggie Menezes" userId="74619c95fa3483c9" providerId="LiveId" clId="{E1046145-E3DE-F540-A54F-1820C5049C66}" dt="2021-03-04T01:35:01.809" v="636" actId="14100"/>
          <ac:spMkLst>
            <pc:docMk/>
            <pc:sldMk cId="2603362420" sldId="279"/>
            <ac:spMk id="3" creationId="{D01B4338-4194-F44B-953E-D8735A455DD0}"/>
          </ac:spMkLst>
        </pc:spChg>
        <pc:spChg chg="add mod topLvl">
          <ac:chgData name="Aggie Menezes" userId="74619c95fa3483c9" providerId="LiveId" clId="{E1046145-E3DE-F540-A54F-1820C5049C66}" dt="2021-03-06T01:56:13.043" v="2742" actId="1076"/>
          <ac:spMkLst>
            <pc:docMk/>
            <pc:sldMk cId="2603362420" sldId="279"/>
            <ac:spMk id="4" creationId="{C4FCE578-61E6-6740-9524-B9FEB5836F5A}"/>
          </ac:spMkLst>
        </pc:spChg>
        <pc:spChg chg="add mod">
          <ac:chgData name="Aggie Menezes" userId="74619c95fa3483c9" providerId="LiveId" clId="{E1046145-E3DE-F540-A54F-1820C5049C66}" dt="2021-03-06T01:55:53.393" v="2740" actId="1076"/>
          <ac:spMkLst>
            <pc:docMk/>
            <pc:sldMk cId="2603362420" sldId="279"/>
            <ac:spMk id="5" creationId="{CE837412-7424-7D46-9819-C48CFC50BCA0}"/>
          </ac:spMkLst>
        </pc:spChg>
        <pc:spChg chg="add mod topLvl">
          <ac:chgData name="Aggie Menezes" userId="74619c95fa3483c9" providerId="LiveId" clId="{E1046145-E3DE-F540-A54F-1820C5049C66}" dt="2021-03-06T01:58:59.443" v="2762" actId="165"/>
          <ac:spMkLst>
            <pc:docMk/>
            <pc:sldMk cId="2603362420" sldId="279"/>
            <ac:spMk id="6" creationId="{A60A282D-5573-4B4C-A1F2-BBF653DCF05D}"/>
          </ac:spMkLst>
        </pc:spChg>
        <pc:spChg chg="add mod topLvl">
          <ac:chgData name="Aggie Menezes" userId="74619c95fa3483c9" providerId="LiveId" clId="{E1046145-E3DE-F540-A54F-1820C5049C66}" dt="2021-03-06T01:52:46.925" v="2721" actId="14100"/>
          <ac:spMkLst>
            <pc:docMk/>
            <pc:sldMk cId="2603362420" sldId="279"/>
            <ac:spMk id="7" creationId="{1D3C5777-E83C-F949-8E4A-1E5CB1FFC734}"/>
          </ac:spMkLst>
        </pc:spChg>
        <pc:spChg chg="add mod topLvl">
          <ac:chgData name="Aggie Menezes" userId="74619c95fa3483c9" providerId="LiveId" clId="{E1046145-E3DE-F540-A54F-1820C5049C66}" dt="2021-03-06T01:52:52.420" v="2722" actId="14100"/>
          <ac:spMkLst>
            <pc:docMk/>
            <pc:sldMk cId="2603362420" sldId="279"/>
            <ac:spMk id="8" creationId="{8A7B1340-DEC0-6F49-9108-C77432586E83}"/>
          </ac:spMkLst>
        </pc:spChg>
        <pc:spChg chg="add mod topLvl">
          <ac:chgData name="Aggie Menezes" userId="74619c95fa3483c9" providerId="LiveId" clId="{E1046145-E3DE-F540-A54F-1820C5049C66}" dt="2021-03-06T01:53:21.411" v="2727" actId="14100"/>
          <ac:spMkLst>
            <pc:docMk/>
            <pc:sldMk cId="2603362420" sldId="279"/>
            <ac:spMk id="9" creationId="{0859B210-FF95-5340-AAB4-36EE20E3040B}"/>
          </ac:spMkLst>
        </pc:spChg>
        <pc:spChg chg="add mod topLvl">
          <ac:chgData name="Aggie Menezes" userId="74619c95fa3483c9" providerId="LiveId" clId="{E1046145-E3DE-F540-A54F-1820C5049C66}" dt="2021-03-06T01:53:41.302" v="2729" actId="14100"/>
          <ac:spMkLst>
            <pc:docMk/>
            <pc:sldMk cId="2603362420" sldId="279"/>
            <ac:spMk id="10" creationId="{12648EDD-B6B6-8A41-BD6F-76BE047680B8}"/>
          </ac:spMkLst>
        </pc:spChg>
        <pc:spChg chg="add mod topLvl">
          <ac:chgData name="Aggie Menezes" userId="74619c95fa3483c9" providerId="LiveId" clId="{E1046145-E3DE-F540-A54F-1820C5049C66}" dt="2021-03-06T01:52:36.046" v="2720" actId="255"/>
          <ac:spMkLst>
            <pc:docMk/>
            <pc:sldMk cId="2603362420" sldId="279"/>
            <ac:spMk id="11" creationId="{0A08A13C-F2FE-8644-A61B-5D8807816C63}"/>
          </ac:spMkLst>
        </pc:spChg>
        <pc:spChg chg="add mod topLvl">
          <ac:chgData name="Aggie Menezes" userId="74619c95fa3483c9" providerId="LiveId" clId="{E1046145-E3DE-F540-A54F-1820C5049C66}" dt="2021-03-06T01:52:36.046" v="2720" actId="255"/>
          <ac:spMkLst>
            <pc:docMk/>
            <pc:sldMk cId="2603362420" sldId="279"/>
            <ac:spMk id="12" creationId="{96511B21-115D-3A43-B8AE-060BD31E8F9C}"/>
          </ac:spMkLst>
        </pc:spChg>
        <pc:spChg chg="add mod topLvl">
          <ac:chgData name="Aggie Menezes" userId="74619c95fa3483c9" providerId="LiveId" clId="{E1046145-E3DE-F540-A54F-1820C5049C66}" dt="2021-03-06T01:52:36.046" v="2720" actId="255"/>
          <ac:spMkLst>
            <pc:docMk/>
            <pc:sldMk cId="2603362420" sldId="279"/>
            <ac:spMk id="13" creationId="{89348644-341C-5142-973D-FD2CE6EBD9AC}"/>
          </ac:spMkLst>
        </pc:spChg>
        <pc:spChg chg="add mod topLvl">
          <ac:chgData name="Aggie Menezes" userId="74619c95fa3483c9" providerId="LiveId" clId="{E1046145-E3DE-F540-A54F-1820C5049C66}" dt="2021-03-06T01:52:36.046" v="2720" actId="255"/>
          <ac:spMkLst>
            <pc:docMk/>
            <pc:sldMk cId="2603362420" sldId="279"/>
            <ac:spMk id="14" creationId="{9F5B0F8A-1DF5-3A40-A925-9CB723C245CA}"/>
          </ac:spMkLst>
        </pc:spChg>
        <pc:spChg chg="add mod">
          <ac:chgData name="Aggie Menezes" userId="74619c95fa3483c9" providerId="LiveId" clId="{E1046145-E3DE-F540-A54F-1820C5049C66}" dt="2021-03-06T03:29:09.796" v="3136" actId="20577"/>
          <ac:spMkLst>
            <pc:docMk/>
            <pc:sldMk cId="2603362420" sldId="279"/>
            <ac:spMk id="51" creationId="{13C6B1CE-A4CD-9542-A671-FD2F148472D4}"/>
          </ac:spMkLst>
        </pc:spChg>
        <pc:spChg chg="add mod">
          <ac:chgData name="Aggie Menezes" userId="74619c95fa3483c9" providerId="LiveId" clId="{E1046145-E3DE-F540-A54F-1820C5049C66}" dt="2021-03-06T01:55:12.514" v="2735" actId="1076"/>
          <ac:spMkLst>
            <pc:docMk/>
            <pc:sldMk cId="2603362420" sldId="279"/>
            <ac:spMk id="72" creationId="{0105BEA8-EFFA-A748-BEC7-7A5D022F963C}"/>
          </ac:spMkLst>
        </pc:spChg>
        <pc:spChg chg="add mod">
          <ac:chgData name="Aggie Menezes" userId="74619c95fa3483c9" providerId="LiveId" clId="{E1046145-E3DE-F540-A54F-1820C5049C66}" dt="2021-03-06T01:55:30.805" v="2736" actId="1076"/>
          <ac:spMkLst>
            <pc:docMk/>
            <pc:sldMk cId="2603362420" sldId="279"/>
            <ac:spMk id="73" creationId="{42CBE52D-1701-9445-86C0-EDF8F5F8EE39}"/>
          </ac:spMkLst>
        </pc:spChg>
        <pc:spChg chg="mod">
          <ac:chgData name="Aggie Menezes" userId="74619c95fa3483c9" providerId="LiveId" clId="{E1046145-E3DE-F540-A54F-1820C5049C66}" dt="2021-03-04T01:39:35.717" v="690" actId="1076"/>
          <ac:spMkLst>
            <pc:docMk/>
            <pc:sldMk cId="2603362420" sldId="279"/>
            <ac:spMk id="119" creationId="{00000000-0000-0000-0000-000000000000}"/>
          </ac:spMkLst>
        </pc:spChg>
        <pc:grpChg chg="add mod">
          <ac:chgData name="Aggie Menezes" userId="74619c95fa3483c9" providerId="LiveId" clId="{E1046145-E3DE-F540-A54F-1820C5049C66}" dt="2021-03-04T01:18:59.110" v="499" actId="164"/>
          <ac:grpSpMkLst>
            <pc:docMk/>
            <pc:sldMk cId="2603362420" sldId="279"/>
            <ac:grpSpMk id="18" creationId="{81D18E3A-F72B-FD49-B00C-1913A85D086F}"/>
          </ac:grpSpMkLst>
        </pc:grpChg>
        <pc:grpChg chg="add mod">
          <ac:chgData name="Aggie Menezes" userId="74619c95fa3483c9" providerId="LiveId" clId="{E1046145-E3DE-F540-A54F-1820C5049C66}" dt="2021-03-04T01:19:07.694" v="500" actId="164"/>
          <ac:grpSpMkLst>
            <pc:docMk/>
            <pc:sldMk cId="2603362420" sldId="279"/>
            <ac:grpSpMk id="20" creationId="{46B36AC6-1474-6D4E-85EA-4E987E490528}"/>
          </ac:grpSpMkLst>
        </pc:grpChg>
        <pc:grpChg chg="add mod">
          <ac:chgData name="Aggie Menezes" userId="74619c95fa3483c9" providerId="LiveId" clId="{E1046145-E3DE-F540-A54F-1820C5049C66}" dt="2021-03-04T01:19:14.335" v="501" actId="164"/>
          <ac:grpSpMkLst>
            <pc:docMk/>
            <pc:sldMk cId="2603362420" sldId="279"/>
            <ac:grpSpMk id="22" creationId="{D73A8199-ABE9-0643-B920-A735B7DA34BF}"/>
          </ac:grpSpMkLst>
        </pc:grpChg>
        <pc:grpChg chg="add mod">
          <ac:chgData name="Aggie Menezes" userId="74619c95fa3483c9" providerId="LiveId" clId="{E1046145-E3DE-F540-A54F-1820C5049C66}" dt="2021-03-04T01:19:20.935" v="502" actId="164"/>
          <ac:grpSpMkLst>
            <pc:docMk/>
            <pc:sldMk cId="2603362420" sldId="279"/>
            <ac:grpSpMk id="23" creationId="{D97C23C9-8ADF-3C48-AD9B-E600C947E545}"/>
          </ac:grpSpMkLst>
        </pc:grpChg>
        <pc:grpChg chg="add del mod">
          <ac:chgData name="Aggie Menezes" userId="74619c95fa3483c9" providerId="LiveId" clId="{E1046145-E3DE-F540-A54F-1820C5049C66}" dt="2021-03-06T01:58:59.443" v="2762" actId="165"/>
          <ac:grpSpMkLst>
            <pc:docMk/>
            <pc:sldMk cId="2603362420" sldId="279"/>
            <ac:grpSpMk id="26" creationId="{4D3DC087-88A6-4549-BE2A-3F0C4F103181}"/>
          </ac:grpSpMkLst>
        </pc:grpChg>
        <pc:grpChg chg="add mod">
          <ac:chgData name="Aggie Menezes" userId="74619c95fa3483c9" providerId="LiveId" clId="{E1046145-E3DE-F540-A54F-1820C5049C66}" dt="2021-03-04T01:20:51.723" v="514" actId="164"/>
          <ac:grpSpMkLst>
            <pc:docMk/>
            <pc:sldMk cId="2603362420" sldId="279"/>
            <ac:grpSpMk id="31" creationId="{9B1C68BC-7CFF-5941-B3EA-23DD161CECA9}"/>
          </ac:grpSpMkLst>
        </pc:grpChg>
        <pc:grpChg chg="del">
          <ac:chgData name="Aggie Menezes" userId="74619c95fa3483c9" providerId="LiveId" clId="{E1046145-E3DE-F540-A54F-1820C5049C66}" dt="2021-03-26T13:23:33.676" v="4777" actId="478"/>
          <ac:grpSpMkLst>
            <pc:docMk/>
            <pc:sldMk cId="2603362420" sldId="279"/>
            <ac:grpSpMk id="32" creationId="{04CC3DE4-CF9E-1844-97FC-8E37CCB18136}"/>
          </ac:grpSpMkLst>
        </pc:grpChg>
        <pc:grpChg chg="add mod">
          <ac:chgData name="Aggie Menezes" userId="74619c95fa3483c9" providerId="LiveId" clId="{E1046145-E3DE-F540-A54F-1820C5049C66}" dt="2021-03-04T01:21:04.094" v="515" actId="164"/>
          <ac:grpSpMkLst>
            <pc:docMk/>
            <pc:sldMk cId="2603362420" sldId="279"/>
            <ac:grpSpMk id="33" creationId="{073F977D-D3EE-4A4B-8B35-BB4B34F0E402}"/>
          </ac:grpSpMkLst>
        </pc:grpChg>
        <pc:grpChg chg="add mod">
          <ac:chgData name="Aggie Menezes" userId="74619c95fa3483c9" providerId="LiveId" clId="{E1046145-E3DE-F540-A54F-1820C5049C66}" dt="2021-03-04T01:21:14.245" v="516" actId="164"/>
          <ac:grpSpMkLst>
            <pc:docMk/>
            <pc:sldMk cId="2603362420" sldId="279"/>
            <ac:grpSpMk id="34" creationId="{7AF43BB6-527F-C841-95A4-8797932F4723}"/>
          </ac:grpSpMkLst>
        </pc:grpChg>
        <pc:grpChg chg="add mod">
          <ac:chgData name="Aggie Menezes" userId="74619c95fa3483c9" providerId="LiveId" clId="{E1046145-E3DE-F540-A54F-1820C5049C66}" dt="2021-03-04T01:21:22.838" v="517" actId="164"/>
          <ac:grpSpMkLst>
            <pc:docMk/>
            <pc:sldMk cId="2603362420" sldId="279"/>
            <ac:grpSpMk id="35" creationId="{BC392FC2-920D-BC49-86BD-378BEFEF3AE5}"/>
          </ac:grpSpMkLst>
        </pc:grpChg>
        <pc:grpChg chg="add del mod topLvl">
          <ac:chgData name="Aggie Menezes" userId="74619c95fa3483c9" providerId="LiveId" clId="{E1046145-E3DE-F540-A54F-1820C5049C66}" dt="2021-03-04T01:10:27.970" v="418" actId="165"/>
          <ac:grpSpMkLst>
            <pc:docMk/>
            <pc:sldMk cId="2603362420" sldId="279"/>
            <ac:grpSpMk id="37" creationId="{1EFE695E-20D0-AA47-B1C4-28C4276F98CA}"/>
          </ac:grpSpMkLst>
        </pc:grpChg>
        <pc:grpChg chg="add del mod">
          <ac:chgData name="Aggie Menezes" userId="74619c95fa3483c9" providerId="LiveId" clId="{E1046145-E3DE-F540-A54F-1820C5049C66}" dt="2021-03-04T01:10:20.533" v="417" actId="165"/>
          <ac:grpSpMkLst>
            <pc:docMk/>
            <pc:sldMk cId="2603362420" sldId="279"/>
            <ac:grpSpMk id="42" creationId="{751D0863-E679-1C46-B281-65370D56E295}"/>
          </ac:grpSpMkLst>
        </pc:grpChg>
        <pc:grpChg chg="add del mod">
          <ac:chgData name="Aggie Menezes" userId="74619c95fa3483c9" providerId="LiveId" clId="{E1046145-E3DE-F540-A54F-1820C5049C66}" dt="2021-03-04T01:11:13.579" v="424" actId="165"/>
          <ac:grpSpMkLst>
            <pc:docMk/>
            <pc:sldMk cId="2603362420" sldId="279"/>
            <ac:grpSpMk id="43" creationId="{2DF8DFA5-34F4-BF44-B697-C75F7FCF5EDE}"/>
          </ac:grpSpMkLst>
        </pc:grpChg>
        <pc:grpChg chg="add del mod">
          <ac:chgData name="Aggie Menezes" userId="74619c95fa3483c9" providerId="LiveId" clId="{E1046145-E3DE-F540-A54F-1820C5049C66}" dt="2021-03-04T01:23:57.158" v="542" actId="165"/>
          <ac:grpSpMkLst>
            <pc:docMk/>
            <pc:sldMk cId="2603362420" sldId="279"/>
            <ac:grpSpMk id="49" creationId="{F3A98E50-37F8-814B-A1A3-4FACB70B2EB8}"/>
          </ac:grpSpMkLst>
        </pc:grpChg>
        <pc:grpChg chg="add del mod">
          <ac:chgData name="Aggie Menezes" userId="74619c95fa3483c9" providerId="LiveId" clId="{E1046145-E3DE-F540-A54F-1820C5049C66}" dt="2021-03-04T01:23:36.714" v="540" actId="165"/>
          <ac:grpSpMkLst>
            <pc:docMk/>
            <pc:sldMk cId="2603362420" sldId="279"/>
            <ac:grpSpMk id="50" creationId="{860AB783-BB6F-8F48-9F45-22D06676818F}"/>
          </ac:grpSpMkLst>
        </pc:grpChg>
        <pc:grpChg chg="add del mod">
          <ac:chgData name="Aggie Menezes" userId="74619c95fa3483c9" providerId="LiveId" clId="{E1046145-E3DE-F540-A54F-1820C5049C66}" dt="2021-03-04T01:29:35.555" v="600" actId="478"/>
          <ac:grpSpMkLst>
            <pc:docMk/>
            <pc:sldMk cId="2603362420" sldId="279"/>
            <ac:grpSpMk id="51" creationId="{658F2836-BA3D-874C-B1B8-D1F94EB6FED4}"/>
          </ac:grpSpMkLst>
        </pc:grpChg>
        <pc:grpChg chg="add mod">
          <ac:chgData name="Aggie Menezes" userId="74619c95fa3483c9" providerId="LiveId" clId="{E1046145-E3DE-F540-A54F-1820C5049C66}" dt="2021-03-06T01:57:04.736" v="2754" actId="1076"/>
          <ac:grpSpMkLst>
            <pc:docMk/>
            <pc:sldMk cId="2603362420" sldId="279"/>
            <ac:grpSpMk id="57" creationId="{B0A186FC-D8B9-9D4B-A06D-C3F8AB058B5B}"/>
          </ac:grpSpMkLst>
        </pc:grpChg>
        <pc:grpChg chg="add mod">
          <ac:chgData name="Aggie Menezes" userId="74619c95fa3483c9" providerId="LiveId" clId="{E1046145-E3DE-F540-A54F-1820C5049C66}" dt="2021-03-06T01:57:04.736" v="2754" actId="1076"/>
          <ac:grpSpMkLst>
            <pc:docMk/>
            <pc:sldMk cId="2603362420" sldId="279"/>
            <ac:grpSpMk id="58" creationId="{432C5379-62C6-284B-B45F-69B8CCA281BC}"/>
          </ac:grpSpMkLst>
        </pc:grpChg>
        <pc:grpChg chg="add mod">
          <ac:chgData name="Aggie Menezes" userId="74619c95fa3483c9" providerId="LiveId" clId="{E1046145-E3DE-F540-A54F-1820C5049C66}" dt="2021-03-06T01:57:04.736" v="2754" actId="1076"/>
          <ac:grpSpMkLst>
            <pc:docMk/>
            <pc:sldMk cId="2603362420" sldId="279"/>
            <ac:grpSpMk id="59" creationId="{2A118971-35E0-D440-BB30-8FB7F61BD20F}"/>
          </ac:grpSpMkLst>
        </pc:grpChg>
        <pc:grpChg chg="add mod">
          <ac:chgData name="Aggie Menezes" userId="74619c95fa3483c9" providerId="LiveId" clId="{E1046145-E3DE-F540-A54F-1820C5049C66}" dt="2021-03-06T01:57:04.736" v="2754" actId="1076"/>
          <ac:grpSpMkLst>
            <pc:docMk/>
            <pc:sldMk cId="2603362420" sldId="279"/>
            <ac:grpSpMk id="60" creationId="{4CDEDBE4-6EDF-E648-90B3-7CA0349A8323}"/>
          </ac:grpSpMkLst>
        </pc:grpChg>
        <pc:grpChg chg="add mod">
          <ac:chgData name="Aggie Menezes" userId="74619c95fa3483c9" providerId="LiveId" clId="{E1046145-E3DE-F540-A54F-1820C5049C66}" dt="2021-03-04T01:30:26.344" v="606" actId="164"/>
          <ac:grpSpMkLst>
            <pc:docMk/>
            <pc:sldMk cId="2603362420" sldId="279"/>
            <ac:grpSpMk id="69" creationId="{0699DF92-0D97-A943-B493-865CF1977950}"/>
          </ac:grpSpMkLst>
        </pc:grpChg>
        <pc:grpChg chg="add mod">
          <ac:chgData name="Aggie Menezes" userId="74619c95fa3483c9" providerId="LiveId" clId="{E1046145-E3DE-F540-A54F-1820C5049C66}" dt="2021-03-04T01:30:38.833" v="607" actId="164"/>
          <ac:grpSpMkLst>
            <pc:docMk/>
            <pc:sldMk cId="2603362420" sldId="279"/>
            <ac:grpSpMk id="70" creationId="{1068069C-637C-3F47-A02A-432730C7D830}"/>
          </ac:grpSpMkLst>
        </pc:grpChg>
        <pc:grpChg chg="add mod">
          <ac:chgData name="Aggie Menezes" userId="74619c95fa3483c9" providerId="LiveId" clId="{E1046145-E3DE-F540-A54F-1820C5049C66}" dt="2021-03-06T01:56:01.877" v="2741" actId="1076"/>
          <ac:grpSpMkLst>
            <pc:docMk/>
            <pc:sldMk cId="2603362420" sldId="279"/>
            <ac:grpSpMk id="76" creationId="{D7968078-925F-5D45-B119-38FA83D81634}"/>
          </ac:grpSpMkLst>
        </pc:grpChg>
        <pc:grpChg chg="del">
          <ac:chgData name="Aggie Menezes" userId="74619c95fa3483c9" providerId="LiveId" clId="{E1046145-E3DE-F540-A54F-1820C5049C66}" dt="2021-03-26T13:23:05.725" v="4776" actId="478"/>
          <ac:grpSpMkLst>
            <pc:docMk/>
            <pc:sldMk cId="2603362420" sldId="279"/>
            <ac:grpSpMk id="88" creationId="{2A9228CC-6678-5E47-9075-D6357E0A38FD}"/>
          </ac:grpSpMkLst>
        </pc:grpChg>
        <pc:cxnChg chg="add mod topLvl">
          <ac:chgData name="Aggie Menezes" userId="74619c95fa3483c9" providerId="LiveId" clId="{E1046145-E3DE-F540-A54F-1820C5049C66}" dt="2021-03-06T01:53:48.300" v="2730" actId="1076"/>
          <ac:cxnSpMkLst>
            <pc:docMk/>
            <pc:sldMk cId="2603362420" sldId="279"/>
            <ac:cxnSpMk id="15" creationId="{26B212D6-DAC5-CD4F-8154-E7169997A11B}"/>
          </ac:cxnSpMkLst>
        </pc:cxnChg>
        <pc:cxnChg chg="add mod topLvl">
          <ac:chgData name="Aggie Menezes" userId="74619c95fa3483c9" providerId="LiveId" clId="{E1046145-E3DE-F540-A54F-1820C5049C66}" dt="2021-03-04T01:20:51.723" v="514" actId="164"/>
          <ac:cxnSpMkLst>
            <pc:docMk/>
            <pc:sldMk cId="2603362420" sldId="279"/>
            <ac:cxnSpMk id="17" creationId="{1A580BF6-AB87-D344-9C78-15EC2A6295DE}"/>
          </ac:cxnSpMkLst>
        </pc:cxnChg>
        <pc:cxnChg chg="add del mod topLvl">
          <ac:chgData name="Aggie Menezes" userId="74619c95fa3483c9" providerId="LiveId" clId="{E1046145-E3DE-F540-A54F-1820C5049C66}" dt="2021-03-04T01:21:39.256" v="518" actId="478"/>
          <ac:cxnSpMkLst>
            <pc:docMk/>
            <pc:sldMk cId="2603362420" sldId="279"/>
            <ac:cxnSpMk id="19" creationId="{CFCFAF6D-9276-C14F-B094-85E95A518525}"/>
          </ac:cxnSpMkLst>
        </pc:cxnChg>
        <pc:cxnChg chg="add del mod topLvl">
          <ac:chgData name="Aggie Menezes" userId="74619c95fa3483c9" providerId="LiveId" clId="{E1046145-E3DE-F540-A54F-1820C5049C66}" dt="2021-03-04T01:21:41.610" v="519" actId="478"/>
          <ac:cxnSpMkLst>
            <pc:docMk/>
            <pc:sldMk cId="2603362420" sldId="279"/>
            <ac:cxnSpMk id="21" creationId="{41174B1F-83E2-D842-9448-A9BDBF4F9A6E}"/>
          </ac:cxnSpMkLst>
        </pc:cxnChg>
        <pc:cxnChg chg="add mod topLvl">
          <ac:chgData name="Aggie Menezes" userId="74619c95fa3483c9" providerId="LiveId" clId="{E1046145-E3DE-F540-A54F-1820C5049C66}" dt="2021-03-04T01:30:26.344" v="606" actId="164"/>
          <ac:cxnSpMkLst>
            <pc:docMk/>
            <pc:sldMk cId="2603362420" sldId="279"/>
            <ac:cxnSpMk id="24" creationId="{36410886-3A6C-B94C-BE8B-0A6457831334}"/>
          </ac:cxnSpMkLst>
        </pc:cxnChg>
        <pc:cxnChg chg="add del mod topLvl">
          <ac:chgData name="Aggie Menezes" userId="74619c95fa3483c9" providerId="LiveId" clId="{E1046145-E3DE-F540-A54F-1820C5049C66}" dt="2021-03-04T01:26:40.791" v="566" actId="478"/>
          <ac:cxnSpMkLst>
            <pc:docMk/>
            <pc:sldMk cId="2603362420" sldId="279"/>
            <ac:cxnSpMk id="26" creationId="{9A0785E9-27E5-1E40-A1EC-EE65656A1B64}"/>
          </ac:cxnSpMkLst>
        </pc:cxnChg>
        <pc:cxnChg chg="add mod">
          <ac:chgData name="Aggie Menezes" userId="74619c95fa3483c9" providerId="LiveId" clId="{E1046145-E3DE-F540-A54F-1820C5049C66}" dt="2021-03-02T04:29:46.958" v="322" actId="164"/>
          <ac:cxnSpMkLst>
            <pc:docMk/>
            <pc:sldMk cId="2603362420" sldId="279"/>
            <ac:cxnSpMk id="29" creationId="{70510CF9-6515-0F45-904E-313A3159991D}"/>
          </ac:cxnSpMkLst>
        </pc:cxnChg>
        <pc:cxnChg chg="add mod">
          <ac:chgData name="Aggie Menezes" userId="74619c95fa3483c9" providerId="LiveId" clId="{E1046145-E3DE-F540-A54F-1820C5049C66}" dt="2021-03-02T04:29:46.958" v="322" actId="164"/>
          <ac:cxnSpMkLst>
            <pc:docMk/>
            <pc:sldMk cId="2603362420" sldId="279"/>
            <ac:cxnSpMk id="32" creationId="{212DD947-A883-B445-9E49-ED630C43AF48}"/>
          </ac:cxnSpMkLst>
        </pc:cxnChg>
        <pc:cxnChg chg="add mod">
          <ac:chgData name="Aggie Menezes" userId="74619c95fa3483c9" providerId="LiveId" clId="{E1046145-E3DE-F540-A54F-1820C5049C66}" dt="2021-03-04T01:20:51.723" v="514" actId="164"/>
          <ac:cxnSpMkLst>
            <pc:docMk/>
            <pc:sldMk cId="2603362420" sldId="279"/>
            <ac:cxnSpMk id="38" creationId="{9E874AED-8B4D-B94A-BBCE-994B94B98F44}"/>
          </ac:cxnSpMkLst>
        </pc:cxnChg>
        <pc:cxnChg chg="add mod">
          <ac:chgData name="Aggie Menezes" userId="74619c95fa3483c9" providerId="LiveId" clId="{E1046145-E3DE-F540-A54F-1820C5049C66}" dt="2021-03-04T01:21:04.094" v="515" actId="164"/>
          <ac:cxnSpMkLst>
            <pc:docMk/>
            <pc:sldMk cId="2603362420" sldId="279"/>
            <ac:cxnSpMk id="39" creationId="{C1AD8038-676C-E841-800A-A2B48AA5076C}"/>
          </ac:cxnSpMkLst>
        </pc:cxnChg>
        <pc:cxnChg chg="add mod">
          <ac:chgData name="Aggie Menezes" userId="74619c95fa3483c9" providerId="LiveId" clId="{E1046145-E3DE-F540-A54F-1820C5049C66}" dt="2021-03-04T01:21:14.245" v="516" actId="164"/>
          <ac:cxnSpMkLst>
            <pc:docMk/>
            <pc:sldMk cId="2603362420" sldId="279"/>
            <ac:cxnSpMk id="40" creationId="{76E68B9F-80FE-0B4C-A9AE-84183ABD7627}"/>
          </ac:cxnSpMkLst>
        </pc:cxnChg>
        <pc:cxnChg chg="add mod">
          <ac:chgData name="Aggie Menezes" userId="74619c95fa3483c9" providerId="LiveId" clId="{E1046145-E3DE-F540-A54F-1820C5049C66}" dt="2021-03-04T01:21:22.838" v="517" actId="164"/>
          <ac:cxnSpMkLst>
            <pc:docMk/>
            <pc:sldMk cId="2603362420" sldId="279"/>
            <ac:cxnSpMk id="41" creationId="{7317B921-64B5-8D4D-97A7-B9B75FCAF625}"/>
          </ac:cxnSpMkLst>
        </pc:cxnChg>
        <pc:cxnChg chg="add mod">
          <ac:chgData name="Aggie Menezes" userId="74619c95fa3483c9" providerId="LiveId" clId="{E1046145-E3DE-F540-A54F-1820C5049C66}" dt="2021-03-06T01:53:32.185" v="2728" actId="1076"/>
          <ac:cxnSpMkLst>
            <pc:docMk/>
            <pc:sldMk cId="2603362420" sldId="279"/>
            <ac:cxnSpMk id="44" creationId="{BA8E6655-9133-B446-8B16-49FDF89F3808}"/>
          </ac:cxnSpMkLst>
        </pc:cxnChg>
        <pc:cxnChg chg="add mod">
          <ac:chgData name="Aggie Menezes" userId="74619c95fa3483c9" providerId="LiveId" clId="{E1046145-E3DE-F540-A54F-1820C5049C66}" dt="2021-03-06T01:53:13.376" v="2726" actId="1076"/>
          <ac:cxnSpMkLst>
            <pc:docMk/>
            <pc:sldMk cId="2603362420" sldId="279"/>
            <ac:cxnSpMk id="45" creationId="{AC0767FA-34CC-C340-9D87-3EF8A587342E}"/>
          </ac:cxnSpMkLst>
        </pc:cxnChg>
        <pc:cxnChg chg="add mod">
          <ac:chgData name="Aggie Menezes" userId="74619c95fa3483c9" providerId="LiveId" clId="{E1046145-E3DE-F540-A54F-1820C5049C66}" dt="2021-03-04T01:18:59.110" v="499" actId="164"/>
          <ac:cxnSpMkLst>
            <pc:docMk/>
            <pc:sldMk cId="2603362420" sldId="279"/>
            <ac:cxnSpMk id="46" creationId="{B9A05586-1B93-4F40-921C-D4A997A6AC01}"/>
          </ac:cxnSpMkLst>
        </pc:cxnChg>
        <pc:cxnChg chg="add mod">
          <ac:chgData name="Aggie Menezes" userId="74619c95fa3483c9" providerId="LiveId" clId="{E1046145-E3DE-F540-A54F-1820C5049C66}" dt="2021-03-04T01:21:04.094" v="515" actId="164"/>
          <ac:cxnSpMkLst>
            <pc:docMk/>
            <pc:sldMk cId="2603362420" sldId="279"/>
            <ac:cxnSpMk id="52" creationId="{E6B9EFD4-EFC0-644B-9B56-8BB30B514A30}"/>
          </ac:cxnSpMkLst>
        </pc:cxnChg>
        <pc:cxnChg chg="add mod">
          <ac:chgData name="Aggie Menezes" userId="74619c95fa3483c9" providerId="LiveId" clId="{E1046145-E3DE-F540-A54F-1820C5049C66}" dt="2021-03-04T01:21:14.245" v="516" actId="164"/>
          <ac:cxnSpMkLst>
            <pc:docMk/>
            <pc:sldMk cId="2603362420" sldId="279"/>
            <ac:cxnSpMk id="54" creationId="{3EE400D0-C3D4-E74C-A92E-5E93C1F047EE}"/>
          </ac:cxnSpMkLst>
        </pc:cxnChg>
        <pc:cxnChg chg="add mod">
          <ac:chgData name="Aggie Menezes" userId="74619c95fa3483c9" providerId="LiveId" clId="{E1046145-E3DE-F540-A54F-1820C5049C66}" dt="2021-03-04T01:21:22.838" v="517" actId="164"/>
          <ac:cxnSpMkLst>
            <pc:docMk/>
            <pc:sldMk cId="2603362420" sldId="279"/>
            <ac:cxnSpMk id="56" creationId="{5DD092B6-9298-B842-95CC-047D150D91B2}"/>
          </ac:cxnSpMkLst>
        </pc:cxnChg>
        <pc:cxnChg chg="add mod topLvl">
          <ac:chgData name="Aggie Menezes" userId="74619c95fa3483c9" providerId="LiveId" clId="{E1046145-E3DE-F540-A54F-1820C5049C66}" dt="2021-03-06T01:59:24.594" v="2765" actId="1582"/>
          <ac:cxnSpMkLst>
            <pc:docMk/>
            <pc:sldMk cId="2603362420" sldId="279"/>
            <ac:cxnSpMk id="61" creationId="{A5BCCEEE-0E5B-0A4D-9D5D-44ECAB87FC5E}"/>
          </ac:cxnSpMkLst>
        </pc:cxnChg>
        <pc:cxnChg chg="add mod">
          <ac:chgData name="Aggie Menezes" userId="74619c95fa3483c9" providerId="LiveId" clId="{E1046145-E3DE-F540-A54F-1820C5049C66}" dt="2021-03-04T01:30:26.344" v="606" actId="164"/>
          <ac:cxnSpMkLst>
            <pc:docMk/>
            <pc:sldMk cId="2603362420" sldId="279"/>
            <ac:cxnSpMk id="64" creationId="{8FBAC8B6-C18C-0A4A-904A-0A81E1011466}"/>
          </ac:cxnSpMkLst>
        </pc:cxnChg>
        <pc:cxnChg chg="add mod">
          <ac:chgData name="Aggie Menezes" userId="74619c95fa3483c9" providerId="LiveId" clId="{E1046145-E3DE-F540-A54F-1820C5049C66}" dt="2021-03-06T01:56:32.004" v="2751" actId="1035"/>
          <ac:cxnSpMkLst>
            <pc:docMk/>
            <pc:sldMk cId="2603362420" sldId="279"/>
            <ac:cxnSpMk id="65" creationId="{855300F8-821E-664D-9976-AFC97F50FBD9}"/>
          </ac:cxnSpMkLst>
        </pc:cxnChg>
        <pc:cxnChg chg="add mod">
          <ac:chgData name="Aggie Menezes" userId="74619c95fa3483c9" providerId="LiveId" clId="{E1046145-E3DE-F540-A54F-1820C5049C66}" dt="2021-03-06T01:56:37.467" v="2752" actId="14100"/>
          <ac:cxnSpMkLst>
            <pc:docMk/>
            <pc:sldMk cId="2603362420" sldId="279"/>
            <ac:cxnSpMk id="67" creationId="{EF1C9C6C-872A-8840-B725-D0E9EE5EED21}"/>
          </ac:cxnSpMkLst>
        </pc:cxnChg>
        <pc:cxnChg chg="add mod">
          <ac:chgData name="Aggie Menezes" userId="74619c95fa3483c9" providerId="LiveId" clId="{E1046145-E3DE-F540-A54F-1820C5049C66}" dt="2021-03-06T01:57:27.656" v="2756" actId="14100"/>
          <ac:cxnSpMkLst>
            <pc:docMk/>
            <pc:sldMk cId="2603362420" sldId="279"/>
            <ac:cxnSpMk id="74" creationId="{CC52816C-6E95-A041-A92B-CA4E7B172567}"/>
          </ac:cxnSpMkLst>
        </pc:cxnChg>
        <pc:cxnChg chg="add mod">
          <ac:chgData name="Aggie Menezes" userId="74619c95fa3483c9" providerId="LiveId" clId="{E1046145-E3DE-F540-A54F-1820C5049C66}" dt="2021-03-06T01:55:30.805" v="2736" actId="1076"/>
          <ac:cxnSpMkLst>
            <pc:docMk/>
            <pc:sldMk cId="2603362420" sldId="279"/>
            <ac:cxnSpMk id="75" creationId="{1E2DF209-64F6-7A40-B473-0602CD1B4C00}"/>
          </ac:cxnSpMkLst>
        </pc:cxnChg>
      </pc:sldChg>
      <pc:sldChg chg="modSp add del mod">
        <pc:chgData name="Aggie Menezes" userId="74619c95fa3483c9" providerId="LiveId" clId="{E1046145-E3DE-F540-A54F-1820C5049C66}" dt="2021-03-03T04:11:59.272" v="402" actId="2696"/>
        <pc:sldMkLst>
          <pc:docMk/>
          <pc:sldMk cId="23945653" sldId="280"/>
        </pc:sldMkLst>
        <pc:spChg chg="mod">
          <ac:chgData name="Aggie Menezes" userId="74619c95fa3483c9" providerId="LiveId" clId="{E1046145-E3DE-F540-A54F-1820C5049C66}" dt="2021-03-03T04:11:40.723" v="401" actId="14100"/>
          <ac:spMkLst>
            <pc:docMk/>
            <pc:sldMk cId="23945653" sldId="280"/>
            <ac:spMk id="125" creationId="{00000000-0000-0000-0000-000000000000}"/>
          </ac:spMkLst>
        </pc:spChg>
        <pc:spChg chg="mod">
          <ac:chgData name="Aggie Menezes" userId="74619c95fa3483c9" providerId="LiveId" clId="{E1046145-E3DE-F540-A54F-1820C5049C66}" dt="2021-03-03T04:11:29.578" v="399" actId="14100"/>
          <ac:spMkLst>
            <pc:docMk/>
            <pc:sldMk cId="23945653" sldId="280"/>
            <ac:spMk id="127" creationId="{00000000-0000-0000-0000-000000000000}"/>
          </ac:spMkLst>
        </pc:spChg>
      </pc:sldChg>
      <pc:sldChg chg="addSp delSp modSp add mod ord">
        <pc:chgData name="Aggie Menezes" userId="74619c95fa3483c9" providerId="LiveId" clId="{E1046145-E3DE-F540-A54F-1820C5049C66}" dt="2021-04-06T08:59:00.868" v="5316" actId="14100"/>
        <pc:sldMkLst>
          <pc:docMk/>
          <pc:sldMk cId="2809466778" sldId="280"/>
        </pc:sldMkLst>
        <pc:spChg chg="topLvl">
          <ac:chgData name="Aggie Menezes" userId="74619c95fa3483c9" providerId="LiveId" clId="{E1046145-E3DE-F540-A54F-1820C5049C66}" dt="2021-03-04T03:10:29.737" v="2540" actId="21"/>
          <ac:spMkLst>
            <pc:docMk/>
            <pc:sldMk cId="2809466778" sldId="280"/>
            <ac:spMk id="2" creationId="{135C3F6D-F07C-EC4F-BF87-1C01F49E2694}"/>
          </ac:spMkLst>
        </pc:spChg>
        <pc:spChg chg="add mod">
          <ac:chgData name="Aggie Menezes" userId="74619c95fa3483c9" providerId="LiveId" clId="{E1046145-E3DE-F540-A54F-1820C5049C66}" dt="2021-03-06T05:19:05.683" v="4294" actId="20577"/>
          <ac:spMkLst>
            <pc:docMk/>
            <pc:sldMk cId="2809466778" sldId="280"/>
            <ac:spMk id="49" creationId="{930A933D-FE84-5E43-A9B9-CA8E4744324C}"/>
          </ac:spMkLst>
        </pc:spChg>
        <pc:spChg chg="add mod">
          <ac:chgData name="Aggie Menezes" userId="74619c95fa3483c9" providerId="LiveId" clId="{E1046145-E3DE-F540-A54F-1820C5049C66}" dt="2021-03-06T05:19:18.691" v="4297" actId="20577"/>
          <ac:spMkLst>
            <pc:docMk/>
            <pc:sldMk cId="2809466778" sldId="280"/>
            <ac:spMk id="50" creationId="{F35EEFF9-36D5-704D-B3D6-83968B1A5BFA}"/>
          </ac:spMkLst>
        </pc:spChg>
        <pc:spChg chg="add mod">
          <ac:chgData name="Aggie Menezes" userId="74619c95fa3483c9" providerId="LiveId" clId="{E1046145-E3DE-F540-A54F-1820C5049C66}" dt="2021-03-06T05:19:27.971" v="4299" actId="1076"/>
          <ac:spMkLst>
            <pc:docMk/>
            <pc:sldMk cId="2809466778" sldId="280"/>
            <ac:spMk id="54" creationId="{95CF2695-0987-6F4C-94FB-8563455A2DE3}"/>
          </ac:spMkLst>
        </pc:spChg>
        <pc:spChg chg="add mod">
          <ac:chgData name="Aggie Menezes" userId="74619c95fa3483c9" providerId="LiveId" clId="{E1046145-E3DE-F540-A54F-1820C5049C66}" dt="2021-03-04T03:10:02.806" v="2532" actId="1076"/>
          <ac:spMkLst>
            <pc:docMk/>
            <pc:sldMk cId="2809466778" sldId="280"/>
            <ac:spMk id="55" creationId="{FABC02D2-A8F9-F943-B965-7FAFF255290B}"/>
          </ac:spMkLst>
        </pc:spChg>
        <pc:spChg chg="add mod">
          <ac:chgData name="Aggie Menezes" userId="74619c95fa3483c9" providerId="LiveId" clId="{E1046145-E3DE-F540-A54F-1820C5049C66}" dt="2021-03-04T03:10:59.159" v="2543" actId="207"/>
          <ac:spMkLst>
            <pc:docMk/>
            <pc:sldMk cId="2809466778" sldId="280"/>
            <ac:spMk id="56" creationId="{15A226B7-32DD-7441-890B-AECE8EDDA955}"/>
          </ac:spMkLst>
        </pc:spChg>
        <pc:spChg chg="add mod">
          <ac:chgData name="Aggie Menezes" userId="74619c95fa3483c9" providerId="LiveId" clId="{E1046145-E3DE-F540-A54F-1820C5049C66}" dt="2021-03-06T05:19:40.273" v="4301" actId="1076"/>
          <ac:spMkLst>
            <pc:docMk/>
            <pc:sldMk cId="2809466778" sldId="280"/>
            <ac:spMk id="57" creationId="{A1419CFC-B03C-D141-B5B3-CBE9FDAD875C}"/>
          </ac:spMkLst>
        </pc:spChg>
        <pc:spChg chg="del mod topLvl">
          <ac:chgData name="Aggie Menezes" userId="74619c95fa3483c9" providerId="LiveId" clId="{E1046145-E3DE-F540-A54F-1820C5049C66}" dt="2021-03-04T03:10:29.737" v="2540" actId="21"/>
          <ac:spMkLst>
            <pc:docMk/>
            <pc:sldMk cId="2809466778" sldId="280"/>
            <ac:spMk id="109" creationId="{6374F568-6CB1-4F46-AAC3-658903FDCCF0}"/>
          </ac:spMkLst>
        </pc:spChg>
        <pc:spChg chg="del">
          <ac:chgData name="Aggie Menezes" userId="74619c95fa3483c9" providerId="LiveId" clId="{E1046145-E3DE-F540-A54F-1820C5049C66}" dt="2021-03-04T03:09:06.896" v="2518" actId="478"/>
          <ac:spMkLst>
            <pc:docMk/>
            <pc:sldMk cId="2809466778" sldId="280"/>
            <ac:spMk id="115" creationId="{0BDBBA26-C04E-7B40-96B9-129F291820EA}"/>
          </ac:spMkLst>
        </pc:spChg>
        <pc:spChg chg="del">
          <ac:chgData name="Aggie Menezes" userId="74619c95fa3483c9" providerId="LiveId" clId="{E1046145-E3DE-F540-A54F-1820C5049C66}" dt="2021-03-04T03:09:13.227" v="2520" actId="478"/>
          <ac:spMkLst>
            <pc:docMk/>
            <pc:sldMk cId="2809466778" sldId="280"/>
            <ac:spMk id="116" creationId="{F4C86156-11FD-A04E-B423-D586C187F5EE}"/>
          </ac:spMkLst>
        </pc:spChg>
        <pc:spChg chg="add del mod">
          <ac:chgData name="Aggie Menezes" userId="74619c95fa3483c9" providerId="LiveId" clId="{E1046145-E3DE-F540-A54F-1820C5049C66}" dt="2021-03-04T03:09:45.005" v="2528" actId="20577"/>
          <ac:spMkLst>
            <pc:docMk/>
            <pc:sldMk cId="2809466778" sldId="280"/>
            <ac:spMk id="117" creationId="{3DB1BABA-C2A8-9E40-AC62-E2E77AFCB36B}"/>
          </ac:spMkLst>
        </pc:spChg>
        <pc:spChg chg="del">
          <ac:chgData name="Aggie Menezes" userId="74619c95fa3483c9" providerId="LiveId" clId="{E1046145-E3DE-F540-A54F-1820C5049C66}" dt="2021-03-04T03:08:49.839" v="2514" actId="478"/>
          <ac:spMkLst>
            <pc:docMk/>
            <pc:sldMk cId="2809466778" sldId="280"/>
            <ac:spMk id="118" creationId="{0D0C05A8-A324-C940-AB8D-8ADDF45411E2}"/>
          </ac:spMkLst>
        </pc:spChg>
        <pc:spChg chg="del">
          <ac:chgData name="Aggie Menezes" userId="74619c95fa3483c9" providerId="LiveId" clId="{E1046145-E3DE-F540-A54F-1820C5049C66}" dt="2021-03-04T03:09:09.656" v="2519" actId="478"/>
          <ac:spMkLst>
            <pc:docMk/>
            <pc:sldMk cId="2809466778" sldId="280"/>
            <ac:spMk id="119" creationId="{CF0BB144-693A-3249-A217-3F86B42F72AD}"/>
          </ac:spMkLst>
        </pc:spChg>
        <pc:spChg chg="del">
          <ac:chgData name="Aggie Menezes" userId="74619c95fa3483c9" providerId="LiveId" clId="{E1046145-E3DE-F540-A54F-1820C5049C66}" dt="2021-03-04T03:09:49.788" v="2529" actId="478"/>
          <ac:spMkLst>
            <pc:docMk/>
            <pc:sldMk cId="2809466778" sldId="280"/>
            <ac:spMk id="120" creationId="{9852D6A1-D414-BC49-871C-9BB5F465F83F}"/>
          </ac:spMkLst>
        </pc:spChg>
        <pc:spChg chg="del">
          <ac:chgData name="Aggie Menezes" userId="74619c95fa3483c9" providerId="LiveId" clId="{E1046145-E3DE-F540-A54F-1820C5049C66}" dt="2021-03-04T03:09:04.298" v="2517" actId="478"/>
          <ac:spMkLst>
            <pc:docMk/>
            <pc:sldMk cId="2809466778" sldId="280"/>
            <ac:spMk id="129" creationId="{00000000-0000-0000-0000-000000000000}"/>
          </ac:spMkLst>
        </pc:spChg>
        <pc:spChg chg="add del">
          <ac:chgData name="Aggie Menezes" userId="74619c95fa3483c9" providerId="LiveId" clId="{E1046145-E3DE-F540-A54F-1820C5049C66}" dt="2021-03-04T03:09:17.818" v="2521" actId="478"/>
          <ac:spMkLst>
            <pc:docMk/>
            <pc:sldMk cId="2809466778" sldId="280"/>
            <ac:spMk id="137" creationId="{00000000-0000-0000-0000-000000000000}"/>
          </ac:spMkLst>
        </pc:spChg>
        <pc:spChg chg="add del">
          <ac:chgData name="Aggie Menezes" userId="74619c95fa3483c9" providerId="LiveId" clId="{E1046145-E3DE-F540-A54F-1820C5049C66}" dt="2021-03-04T03:09:24.131" v="2523" actId="478"/>
          <ac:spMkLst>
            <pc:docMk/>
            <pc:sldMk cId="2809466778" sldId="280"/>
            <ac:spMk id="139" creationId="{00000000-0000-0000-0000-000000000000}"/>
          </ac:spMkLst>
        </pc:spChg>
        <pc:spChg chg="add del">
          <ac:chgData name="Aggie Menezes" userId="74619c95fa3483c9" providerId="LiveId" clId="{E1046145-E3DE-F540-A54F-1820C5049C66}" dt="2021-03-04T03:08:44.186" v="2513" actId="478"/>
          <ac:spMkLst>
            <pc:docMk/>
            <pc:sldMk cId="2809466778" sldId="280"/>
            <ac:spMk id="140" creationId="{00000000-0000-0000-0000-000000000000}"/>
          </ac:spMkLst>
        </pc:spChg>
        <pc:spChg chg="del mod">
          <ac:chgData name="Aggie Menezes" userId="74619c95fa3483c9" providerId="LiveId" clId="{E1046145-E3DE-F540-A54F-1820C5049C66}" dt="2021-03-04T03:09:20.474" v="2522" actId="478"/>
          <ac:spMkLst>
            <pc:docMk/>
            <pc:sldMk cId="2809466778" sldId="280"/>
            <ac:spMk id="141" creationId="{00000000-0000-0000-0000-000000000000}"/>
          </ac:spMkLst>
        </pc:spChg>
        <pc:spChg chg="del">
          <ac:chgData name="Aggie Menezes" userId="74619c95fa3483c9" providerId="LiveId" clId="{E1046145-E3DE-F540-A54F-1820C5049C66}" dt="2021-03-04T03:09:54.062" v="2530" actId="478"/>
          <ac:spMkLst>
            <pc:docMk/>
            <pc:sldMk cId="2809466778" sldId="280"/>
            <ac:spMk id="143" creationId="{00000000-0000-0000-0000-000000000000}"/>
          </ac:spMkLst>
        </pc:spChg>
        <pc:spChg chg="mod">
          <ac:chgData name="Aggie Menezes" userId="74619c95fa3483c9" providerId="LiveId" clId="{E1046145-E3DE-F540-A54F-1820C5049C66}" dt="2021-03-04T03:11:03.801" v="2544" actId="207"/>
          <ac:spMkLst>
            <pc:docMk/>
            <pc:sldMk cId="2809466778" sldId="280"/>
            <ac:spMk id="202" creationId="{3194D71D-D964-CB4D-970F-F07308A86754}"/>
          </ac:spMkLst>
        </pc:spChg>
        <pc:grpChg chg="del">
          <ac:chgData name="Aggie Menezes" userId="74619c95fa3483c9" providerId="LiveId" clId="{E1046145-E3DE-F540-A54F-1820C5049C66}" dt="2021-03-04T03:10:29.737" v="2540" actId="21"/>
          <ac:grpSpMkLst>
            <pc:docMk/>
            <pc:sldMk cId="2809466778" sldId="280"/>
            <ac:grpSpMk id="6" creationId="{B7855A69-301A-CB40-8E8B-C443D30F89E6}"/>
          </ac:grpSpMkLst>
        </pc:grpChg>
        <pc:grpChg chg="del">
          <ac:chgData name="Aggie Menezes" userId="74619c95fa3483c9" providerId="LiveId" clId="{E1046145-E3DE-F540-A54F-1820C5049C66}" dt="2021-03-09T03:27:03.703" v="4541" actId="478"/>
          <ac:grpSpMkLst>
            <pc:docMk/>
            <pc:sldMk cId="2809466778" sldId="280"/>
            <ac:grpSpMk id="7" creationId="{83BE1CB9-5C02-7449-A16D-74E811674828}"/>
          </ac:grpSpMkLst>
        </pc:grpChg>
        <pc:grpChg chg="del">
          <ac:chgData name="Aggie Menezes" userId="74619c95fa3483c9" providerId="LiveId" clId="{E1046145-E3DE-F540-A54F-1820C5049C66}" dt="2021-03-06T05:18:08.676" v="4287" actId="478"/>
          <ac:grpSpMkLst>
            <pc:docMk/>
            <pc:sldMk cId="2809466778" sldId="280"/>
            <ac:grpSpMk id="11" creationId="{E6BB7FE7-E172-1847-AAFE-4538182B96B2}"/>
          </ac:grpSpMkLst>
        </pc:grpChg>
        <pc:grpChg chg="del">
          <ac:chgData name="Aggie Menezes" userId="74619c95fa3483c9" providerId="LiveId" clId="{E1046145-E3DE-F540-A54F-1820C5049C66}" dt="2021-03-09T03:27:05.831" v="4542" actId="478"/>
          <ac:grpSpMkLst>
            <pc:docMk/>
            <pc:sldMk cId="2809466778" sldId="280"/>
            <ac:grpSpMk id="13" creationId="{2266C22E-6D00-D145-B315-3C18B18D8DE2}"/>
          </ac:grpSpMkLst>
        </pc:grpChg>
        <pc:grpChg chg="del">
          <ac:chgData name="Aggie Menezes" userId="74619c95fa3483c9" providerId="LiveId" clId="{E1046145-E3DE-F540-A54F-1820C5049C66}" dt="2021-03-06T05:18:11.321" v="4288" actId="478"/>
          <ac:grpSpMkLst>
            <pc:docMk/>
            <pc:sldMk cId="2809466778" sldId="280"/>
            <ac:grpSpMk id="18" creationId="{A78F65DD-02FC-5D44-A3CE-23796E4D56A1}"/>
          </ac:grpSpMkLst>
        </pc:grpChg>
        <pc:grpChg chg="del">
          <ac:chgData name="Aggie Menezes" userId="74619c95fa3483c9" providerId="LiveId" clId="{E1046145-E3DE-F540-A54F-1820C5049C66}" dt="2021-03-06T05:18:14.578" v="4289" actId="478"/>
          <ac:grpSpMkLst>
            <pc:docMk/>
            <pc:sldMk cId="2809466778" sldId="280"/>
            <ac:grpSpMk id="23" creationId="{2DD53998-B278-3940-95E7-36451666F7F9}"/>
          </ac:grpSpMkLst>
        </pc:grpChg>
        <pc:grpChg chg="del">
          <ac:chgData name="Aggie Menezes" userId="74619c95fa3483c9" providerId="LiveId" clId="{E1046145-E3DE-F540-A54F-1820C5049C66}" dt="2021-03-09T03:27:10.450" v="4544" actId="478"/>
          <ac:grpSpMkLst>
            <pc:docMk/>
            <pc:sldMk cId="2809466778" sldId="280"/>
            <ac:grpSpMk id="35" creationId="{6604AC1C-4AED-274B-830C-441A60397B52}"/>
          </ac:grpSpMkLst>
        </pc:grpChg>
        <pc:grpChg chg="del">
          <ac:chgData name="Aggie Menezes" userId="74619c95fa3483c9" providerId="LiveId" clId="{E1046145-E3DE-F540-A54F-1820C5049C66}" dt="2021-03-09T03:27:08.560" v="4543" actId="478"/>
          <ac:grpSpMkLst>
            <pc:docMk/>
            <pc:sldMk cId="2809466778" sldId="280"/>
            <ac:grpSpMk id="36" creationId="{EBA64D0C-25C4-CD48-B839-8BDACB10DF10}"/>
          </ac:grpSpMkLst>
        </pc:grpChg>
        <pc:grpChg chg="del">
          <ac:chgData name="Aggie Menezes" userId="74619c95fa3483c9" providerId="LiveId" clId="{E1046145-E3DE-F540-A54F-1820C5049C66}" dt="2021-03-09T03:27:13.857" v="4545" actId="478"/>
          <ac:grpSpMkLst>
            <pc:docMk/>
            <pc:sldMk cId="2809466778" sldId="280"/>
            <ac:grpSpMk id="60" creationId="{74A60EF8-C7E9-4C4A-A015-369CE2F93AAD}"/>
          </ac:grpSpMkLst>
        </pc:grpChg>
        <pc:grpChg chg="del">
          <ac:chgData name="Aggie Menezes" userId="74619c95fa3483c9" providerId="LiveId" clId="{E1046145-E3DE-F540-A54F-1820C5049C66}" dt="2021-03-09T03:27:16.851" v="4546" actId="478"/>
          <ac:grpSpMkLst>
            <pc:docMk/>
            <pc:sldMk cId="2809466778" sldId="280"/>
            <ac:grpSpMk id="66" creationId="{0B1ECA8B-C5A0-2141-825F-101F226B0739}"/>
          </ac:grpSpMkLst>
        </pc:grpChg>
        <pc:inkChg chg="del">
          <ac:chgData name="Aggie Menezes" userId="74619c95fa3483c9" providerId="LiveId" clId="{E1046145-E3DE-F540-A54F-1820C5049C66}" dt="2021-03-04T02:54:57.506" v="2359" actId="478"/>
          <ac:inkMkLst>
            <pc:docMk/>
            <pc:sldMk cId="2809466778" sldId="280"/>
            <ac:inkMk id="8" creationId="{D5D0ADE1-D66C-B143-8D39-05FE2B04D437}"/>
          </ac:inkMkLst>
        </pc:inkChg>
        <pc:cxnChg chg="del">
          <ac:chgData name="Aggie Menezes" userId="74619c95fa3483c9" providerId="LiveId" clId="{E1046145-E3DE-F540-A54F-1820C5049C66}" dt="2021-03-04T03:08:52.880" v="2515" actId="478"/>
          <ac:cxnSpMkLst>
            <pc:docMk/>
            <pc:sldMk cId="2809466778" sldId="280"/>
            <ac:cxnSpMk id="4" creationId="{C078160F-5D31-ED4D-B6E5-9686360CA265}"/>
          </ac:cxnSpMkLst>
        </pc:cxnChg>
        <pc:cxnChg chg="mod">
          <ac:chgData name="Aggie Menezes" userId="74619c95fa3483c9" providerId="LiveId" clId="{E1046145-E3DE-F540-A54F-1820C5049C66}" dt="2021-03-06T05:19:56.214" v="4302" actId="693"/>
          <ac:cxnSpMkLst>
            <pc:docMk/>
            <pc:sldMk cId="2809466778" sldId="280"/>
            <ac:cxnSpMk id="42" creationId="{3BFFA53D-959D-524E-99DD-EC4FC760D70B}"/>
          </ac:cxnSpMkLst>
        </pc:cxnChg>
        <pc:cxnChg chg="mod">
          <ac:chgData name="Aggie Menezes" userId="74619c95fa3483c9" providerId="LiveId" clId="{E1046145-E3DE-F540-A54F-1820C5049C66}" dt="2021-04-06T08:59:00.868" v="5316" actId="14100"/>
          <ac:cxnSpMkLst>
            <pc:docMk/>
            <pc:sldMk cId="2809466778" sldId="280"/>
            <ac:cxnSpMk id="48" creationId="{608BDD9D-89BC-9F4E-B7FA-79A35378224D}"/>
          </ac:cxnSpMkLst>
        </pc:cxnChg>
        <pc:cxnChg chg="mod">
          <ac:chgData name="Aggie Menezes" userId="74619c95fa3483c9" providerId="LiveId" clId="{E1046145-E3DE-F540-A54F-1820C5049C66}" dt="2021-03-06T05:20:37.399" v="4306" actId="14100"/>
          <ac:cxnSpMkLst>
            <pc:docMk/>
            <pc:sldMk cId="2809466778" sldId="280"/>
            <ac:cxnSpMk id="52" creationId="{3DF03099-FB42-9548-AF59-4B8EC6BCE6F9}"/>
          </ac:cxnSpMkLst>
        </pc:cxnChg>
        <pc:cxnChg chg="mod">
          <ac:chgData name="Aggie Menezes" userId="74619c95fa3483c9" providerId="LiveId" clId="{E1046145-E3DE-F540-A54F-1820C5049C66}" dt="2021-03-06T05:20:21.441" v="4304" actId="693"/>
          <ac:cxnSpMkLst>
            <pc:docMk/>
            <pc:sldMk cId="2809466778" sldId="280"/>
            <ac:cxnSpMk id="53" creationId="{38652AF7-5F4B-E745-9E6C-243C4097A22F}"/>
          </ac:cxnSpMkLst>
        </pc:cxnChg>
        <pc:cxnChg chg="del">
          <ac:chgData name="Aggie Menezes" userId="74619c95fa3483c9" providerId="LiveId" clId="{E1046145-E3DE-F540-A54F-1820C5049C66}" dt="2021-03-04T03:08:56.159" v="2516" actId="478"/>
          <ac:cxnSpMkLst>
            <pc:docMk/>
            <pc:sldMk cId="2809466778" sldId="280"/>
            <ac:cxnSpMk id="201" creationId="{F175D09E-F876-9A46-9809-49E14FEB506F}"/>
          </ac:cxnSpMkLst>
        </pc:cxnChg>
      </pc:sldChg>
      <pc:sldChg chg="addSp delSp modSp add mod addAnim delAnim modAnim">
        <pc:chgData name="Aggie Menezes" userId="74619c95fa3483c9" providerId="LiveId" clId="{E1046145-E3DE-F540-A54F-1820C5049C66}" dt="2021-04-06T09:42:53.717" v="5455" actId="20577"/>
        <pc:sldMkLst>
          <pc:docMk/>
          <pc:sldMk cId="3326272039" sldId="281"/>
        </pc:sldMkLst>
        <pc:spChg chg="add mod">
          <ac:chgData name="Aggie Menezes" userId="74619c95fa3483c9" providerId="LiveId" clId="{E1046145-E3DE-F540-A54F-1820C5049C66}" dt="2021-04-06T09:42:53.717" v="5455" actId="20577"/>
          <ac:spMkLst>
            <pc:docMk/>
            <pc:sldMk cId="3326272039" sldId="281"/>
            <ac:spMk id="3" creationId="{AA51F7D1-87B3-A646-998D-5FA3BEB2D726}"/>
          </ac:spMkLst>
        </pc:spChg>
        <pc:spChg chg="add mod">
          <ac:chgData name="Aggie Menezes" userId="74619c95fa3483c9" providerId="LiveId" clId="{E1046145-E3DE-F540-A54F-1820C5049C66}" dt="2021-03-06T05:29:54.414" v="4451" actId="2711"/>
          <ac:spMkLst>
            <pc:docMk/>
            <pc:sldMk cId="3326272039" sldId="281"/>
            <ac:spMk id="32" creationId="{053CB115-9697-CB47-9CC7-EBA86C1A15FA}"/>
          </ac:spMkLst>
        </pc:spChg>
        <pc:spChg chg="add mod">
          <ac:chgData name="Aggie Menezes" userId="74619c95fa3483c9" providerId="LiveId" clId="{E1046145-E3DE-F540-A54F-1820C5049C66}" dt="2021-03-06T05:29:54.414" v="4451" actId="2711"/>
          <ac:spMkLst>
            <pc:docMk/>
            <pc:sldMk cId="3326272039" sldId="281"/>
            <ac:spMk id="33" creationId="{A07D4245-4942-EA42-94A6-A943B8D67873}"/>
          </ac:spMkLst>
        </pc:spChg>
        <pc:spChg chg="add mod">
          <ac:chgData name="Aggie Menezes" userId="74619c95fa3483c9" providerId="LiveId" clId="{E1046145-E3DE-F540-A54F-1820C5049C66}" dt="2021-04-06T09:41:22.510" v="5435" actId="20577"/>
          <ac:spMkLst>
            <pc:docMk/>
            <pc:sldMk cId="3326272039" sldId="281"/>
            <ac:spMk id="79" creationId="{00F156BF-7434-ED45-8E32-C868C8C37773}"/>
          </ac:spMkLst>
        </pc:spChg>
        <pc:spChg chg="add mod">
          <ac:chgData name="Aggie Menezes" userId="74619c95fa3483c9" providerId="LiveId" clId="{E1046145-E3DE-F540-A54F-1820C5049C66}" dt="2021-03-06T05:29:54.414" v="4451" actId="2711"/>
          <ac:spMkLst>
            <pc:docMk/>
            <pc:sldMk cId="3326272039" sldId="281"/>
            <ac:spMk id="80" creationId="{9C87E325-18A6-7D49-98BC-9C193C56ECFB}"/>
          </ac:spMkLst>
        </pc:spChg>
        <pc:spChg chg="add mod">
          <ac:chgData name="Aggie Menezes" userId="74619c95fa3483c9" providerId="LiveId" clId="{E1046145-E3DE-F540-A54F-1820C5049C66}" dt="2021-04-06T09:42:53.717" v="5455" actId="20577"/>
          <ac:spMkLst>
            <pc:docMk/>
            <pc:sldMk cId="3326272039" sldId="281"/>
            <ac:spMk id="81" creationId="{14CA4E72-B526-6443-97A2-D99561FD10C8}"/>
          </ac:spMkLst>
        </pc:spChg>
        <pc:spChg chg="add mod">
          <ac:chgData name="Aggie Menezes" userId="74619c95fa3483c9" providerId="LiveId" clId="{E1046145-E3DE-F540-A54F-1820C5049C66}" dt="2021-03-09T03:22:10.362" v="4463" actId="20577"/>
          <ac:spMkLst>
            <pc:docMk/>
            <pc:sldMk cId="3326272039" sldId="281"/>
            <ac:spMk id="82" creationId="{CD8EC1FE-ADCF-8149-B313-137142C0D167}"/>
          </ac:spMkLst>
        </pc:spChg>
        <pc:spChg chg="add mod">
          <ac:chgData name="Aggie Menezes" userId="74619c95fa3483c9" providerId="LiveId" clId="{E1046145-E3DE-F540-A54F-1820C5049C66}" dt="2021-03-09T03:22:20.102" v="4466" actId="20577"/>
          <ac:spMkLst>
            <pc:docMk/>
            <pc:sldMk cId="3326272039" sldId="281"/>
            <ac:spMk id="83" creationId="{98D5FA93-03C0-5540-99CE-B0870A112316}"/>
          </ac:spMkLst>
        </pc:spChg>
        <pc:spChg chg="add mod">
          <ac:chgData name="Aggie Menezes" userId="74619c95fa3483c9" providerId="LiveId" clId="{E1046145-E3DE-F540-A54F-1820C5049C66}" dt="2021-04-06T09:41:50.136" v="5439" actId="20577"/>
          <ac:spMkLst>
            <pc:docMk/>
            <pc:sldMk cId="3326272039" sldId="281"/>
            <ac:spMk id="84" creationId="{6D79759A-A12D-4A43-90F8-E0E1D4530BA2}"/>
          </ac:spMkLst>
        </pc:spChg>
        <pc:spChg chg="add mod">
          <ac:chgData name="Aggie Menezes" userId="74619c95fa3483c9" providerId="LiveId" clId="{E1046145-E3DE-F540-A54F-1820C5049C66}" dt="2021-04-06T09:41:55.570" v="5441" actId="20577"/>
          <ac:spMkLst>
            <pc:docMk/>
            <pc:sldMk cId="3326272039" sldId="281"/>
            <ac:spMk id="85" creationId="{C819F74E-44D5-044A-A5A7-9CE8F8F28204}"/>
          </ac:spMkLst>
        </pc:spChg>
        <pc:spChg chg="add mod">
          <ac:chgData name="Aggie Menezes" userId="74619c95fa3483c9" providerId="LiveId" clId="{E1046145-E3DE-F540-A54F-1820C5049C66}" dt="2021-03-09T03:24:53.954" v="4512" actId="20577"/>
          <ac:spMkLst>
            <pc:docMk/>
            <pc:sldMk cId="3326272039" sldId="281"/>
            <ac:spMk id="86" creationId="{73EA929C-58E3-3646-9278-40F3B6036661}"/>
          </ac:spMkLst>
        </pc:spChg>
        <pc:spChg chg="add del mod">
          <ac:chgData name="Aggie Menezes" userId="74619c95fa3483c9" providerId="LiveId" clId="{E1046145-E3DE-F540-A54F-1820C5049C66}" dt="2021-03-04T02:40:31.176" v="2283" actId="478"/>
          <ac:spMkLst>
            <pc:docMk/>
            <pc:sldMk cId="3326272039" sldId="281"/>
            <ac:spMk id="87" creationId="{D914089D-71F6-E441-838B-CFC5807178C4}"/>
          </ac:spMkLst>
        </pc:spChg>
        <pc:spChg chg="add del mod">
          <ac:chgData name="Aggie Menezes" userId="74619c95fa3483c9" providerId="LiveId" clId="{E1046145-E3DE-F540-A54F-1820C5049C66}" dt="2021-03-04T02:40:34.683" v="2284" actId="478"/>
          <ac:spMkLst>
            <pc:docMk/>
            <pc:sldMk cId="3326272039" sldId="281"/>
            <ac:spMk id="88" creationId="{03CF63FE-377A-4543-A8AF-579C27CA33D2}"/>
          </ac:spMkLst>
        </pc:spChg>
        <pc:spChg chg="add mod">
          <ac:chgData name="Aggie Menezes" userId="74619c95fa3483c9" providerId="LiveId" clId="{E1046145-E3DE-F540-A54F-1820C5049C66}" dt="2021-03-09T03:25:37.370" v="4522" actId="20577"/>
          <ac:spMkLst>
            <pc:docMk/>
            <pc:sldMk cId="3326272039" sldId="281"/>
            <ac:spMk id="112" creationId="{2AB45004-7792-C54D-B8E5-A4DF50EC33F4}"/>
          </ac:spMkLst>
        </pc:spChg>
        <pc:spChg chg="add mod">
          <ac:chgData name="Aggie Menezes" userId="74619c95fa3483c9" providerId="LiveId" clId="{E1046145-E3DE-F540-A54F-1820C5049C66}" dt="2021-03-09T03:26:00.410" v="4526"/>
          <ac:spMkLst>
            <pc:docMk/>
            <pc:sldMk cId="3326272039" sldId="281"/>
            <ac:spMk id="113" creationId="{F6BE5BC7-7CCC-3A43-877A-582870E2EA7C}"/>
          </ac:spMkLst>
        </pc:spChg>
        <pc:spChg chg="mod">
          <ac:chgData name="Aggie Menezes" userId="74619c95fa3483c9" providerId="LiveId" clId="{E1046145-E3DE-F540-A54F-1820C5049C66}" dt="2021-03-06T05:00:39.988" v="4075" actId="255"/>
          <ac:spMkLst>
            <pc:docMk/>
            <pc:sldMk cId="3326272039" sldId="281"/>
            <ac:spMk id="121" creationId="{00000000-0000-0000-0000-000000000000}"/>
          </ac:spMkLst>
        </pc:spChg>
        <pc:spChg chg="mod">
          <ac:chgData name="Aggie Menezes" userId="74619c95fa3483c9" providerId="LiveId" clId="{E1046145-E3DE-F540-A54F-1820C5049C66}" dt="2021-03-06T05:00:39.988" v="4075" actId="255"/>
          <ac:spMkLst>
            <pc:docMk/>
            <pc:sldMk cId="3326272039" sldId="281"/>
            <ac:spMk id="122" creationId="{00000000-0000-0000-0000-000000000000}"/>
          </ac:spMkLst>
        </pc:spChg>
        <pc:spChg chg="mod">
          <ac:chgData name="Aggie Menezes" userId="74619c95fa3483c9" providerId="LiveId" clId="{E1046145-E3DE-F540-A54F-1820C5049C66}" dt="2021-03-06T05:00:39.988" v="4075" actId="255"/>
          <ac:spMkLst>
            <pc:docMk/>
            <pc:sldMk cId="3326272039" sldId="281"/>
            <ac:spMk id="123" creationId="{00000000-0000-0000-0000-000000000000}"/>
          </ac:spMkLst>
        </pc:spChg>
        <pc:spChg chg="mod">
          <ac:chgData name="Aggie Menezes" userId="74619c95fa3483c9" providerId="LiveId" clId="{E1046145-E3DE-F540-A54F-1820C5049C66}" dt="2021-03-06T05:00:39.988" v="4075" actId="255"/>
          <ac:spMkLst>
            <pc:docMk/>
            <pc:sldMk cId="3326272039" sldId="281"/>
            <ac:spMk id="124" creationId="{00000000-0000-0000-0000-000000000000}"/>
          </ac:spMkLst>
        </pc:spChg>
        <pc:spChg chg="mod">
          <ac:chgData name="Aggie Menezes" userId="74619c95fa3483c9" providerId="LiveId" clId="{E1046145-E3DE-F540-A54F-1820C5049C66}" dt="2021-03-06T05:00:39.988" v="4075" actId="255"/>
          <ac:spMkLst>
            <pc:docMk/>
            <pc:sldMk cId="3326272039" sldId="281"/>
            <ac:spMk id="125" creationId="{00000000-0000-0000-0000-000000000000}"/>
          </ac:spMkLst>
        </pc:spChg>
        <pc:spChg chg="mod">
          <ac:chgData name="Aggie Menezes" userId="74619c95fa3483c9" providerId="LiveId" clId="{E1046145-E3DE-F540-A54F-1820C5049C66}" dt="2021-03-06T05:00:39.988" v="4075" actId="255"/>
          <ac:spMkLst>
            <pc:docMk/>
            <pc:sldMk cId="3326272039" sldId="281"/>
            <ac:spMk id="126" creationId="{00000000-0000-0000-0000-000000000000}"/>
          </ac:spMkLst>
        </pc:spChg>
        <pc:spChg chg="mod">
          <ac:chgData name="Aggie Menezes" userId="74619c95fa3483c9" providerId="LiveId" clId="{E1046145-E3DE-F540-A54F-1820C5049C66}" dt="2021-03-06T05:00:39.988" v="4075" actId="255"/>
          <ac:spMkLst>
            <pc:docMk/>
            <pc:sldMk cId="3326272039" sldId="281"/>
            <ac:spMk id="127" creationId="{00000000-0000-0000-0000-000000000000}"/>
          </ac:spMkLst>
        </pc:spChg>
        <pc:spChg chg="mod">
          <ac:chgData name="Aggie Menezes" userId="74619c95fa3483c9" providerId="LiveId" clId="{E1046145-E3DE-F540-A54F-1820C5049C66}" dt="2021-03-06T05:00:39.988" v="4075" actId="255"/>
          <ac:spMkLst>
            <pc:docMk/>
            <pc:sldMk cId="3326272039" sldId="281"/>
            <ac:spMk id="128" creationId="{00000000-0000-0000-0000-000000000000}"/>
          </ac:spMkLst>
        </pc:spChg>
        <pc:spChg chg="mod">
          <ac:chgData name="Aggie Menezes" userId="74619c95fa3483c9" providerId="LiveId" clId="{E1046145-E3DE-F540-A54F-1820C5049C66}" dt="2021-03-06T05:00:39.988" v="4075" actId="255"/>
          <ac:spMkLst>
            <pc:docMk/>
            <pc:sldMk cId="3326272039" sldId="281"/>
            <ac:spMk id="129" creationId="{00000000-0000-0000-0000-000000000000}"/>
          </ac:spMkLst>
        </pc:spChg>
        <pc:spChg chg="del">
          <ac:chgData name="Aggie Menezes" userId="74619c95fa3483c9" providerId="LiveId" clId="{E1046145-E3DE-F540-A54F-1820C5049C66}" dt="2021-03-04T02:32:13.355" v="2051" actId="478"/>
          <ac:spMkLst>
            <pc:docMk/>
            <pc:sldMk cId="3326272039" sldId="281"/>
            <ac:spMk id="130" creationId="{00000000-0000-0000-0000-000000000000}"/>
          </ac:spMkLst>
        </pc:spChg>
        <pc:spChg chg="del">
          <ac:chgData name="Aggie Menezes" userId="74619c95fa3483c9" providerId="LiveId" clId="{E1046145-E3DE-F540-A54F-1820C5049C66}" dt="2021-03-04T02:32:10.236" v="2050" actId="478"/>
          <ac:spMkLst>
            <pc:docMk/>
            <pc:sldMk cId="3326272039" sldId="281"/>
            <ac:spMk id="131" creationId="{00000000-0000-0000-0000-000000000000}"/>
          </ac:spMkLst>
        </pc:spChg>
        <pc:spChg chg="del">
          <ac:chgData name="Aggie Menezes" userId="74619c95fa3483c9" providerId="LiveId" clId="{E1046145-E3DE-F540-A54F-1820C5049C66}" dt="2021-03-04T02:32:00.758" v="2047" actId="478"/>
          <ac:spMkLst>
            <pc:docMk/>
            <pc:sldMk cId="3326272039" sldId="281"/>
            <ac:spMk id="133" creationId="{00000000-0000-0000-0000-000000000000}"/>
          </ac:spMkLst>
        </pc:spChg>
        <pc:spChg chg="del">
          <ac:chgData name="Aggie Menezes" userId="74619c95fa3483c9" providerId="LiveId" clId="{E1046145-E3DE-F540-A54F-1820C5049C66}" dt="2021-03-04T02:32:04.103" v="2048" actId="478"/>
          <ac:spMkLst>
            <pc:docMk/>
            <pc:sldMk cId="3326272039" sldId="281"/>
            <ac:spMk id="134" creationId="{00000000-0000-0000-0000-000000000000}"/>
          </ac:spMkLst>
        </pc:spChg>
        <pc:spChg chg="del">
          <ac:chgData name="Aggie Menezes" userId="74619c95fa3483c9" providerId="LiveId" clId="{E1046145-E3DE-F540-A54F-1820C5049C66}" dt="2021-03-04T02:32:07.238" v="2049" actId="478"/>
          <ac:spMkLst>
            <pc:docMk/>
            <pc:sldMk cId="3326272039" sldId="281"/>
            <ac:spMk id="135" creationId="{00000000-0000-0000-0000-000000000000}"/>
          </ac:spMkLst>
        </pc:spChg>
        <pc:spChg chg="mod">
          <ac:chgData name="Aggie Menezes" userId="74619c95fa3483c9" providerId="LiveId" clId="{E1046145-E3DE-F540-A54F-1820C5049C66}" dt="2021-03-06T05:00:39.988" v="4075" actId="255"/>
          <ac:spMkLst>
            <pc:docMk/>
            <pc:sldMk cId="3326272039" sldId="281"/>
            <ac:spMk id="137" creationId="{00000000-0000-0000-0000-000000000000}"/>
          </ac:spMkLst>
        </pc:spChg>
        <pc:spChg chg="mod">
          <ac:chgData name="Aggie Menezes" userId="74619c95fa3483c9" providerId="LiveId" clId="{E1046145-E3DE-F540-A54F-1820C5049C66}" dt="2021-03-06T05:00:39.988" v="4075" actId="255"/>
          <ac:spMkLst>
            <pc:docMk/>
            <pc:sldMk cId="3326272039" sldId="281"/>
            <ac:spMk id="138" creationId="{00000000-0000-0000-0000-000000000000}"/>
          </ac:spMkLst>
        </pc:spChg>
        <pc:spChg chg="mod">
          <ac:chgData name="Aggie Menezes" userId="74619c95fa3483c9" providerId="LiveId" clId="{E1046145-E3DE-F540-A54F-1820C5049C66}" dt="2021-03-06T05:00:39.988" v="4075" actId="255"/>
          <ac:spMkLst>
            <pc:docMk/>
            <pc:sldMk cId="3326272039" sldId="281"/>
            <ac:spMk id="139" creationId="{00000000-0000-0000-0000-000000000000}"/>
          </ac:spMkLst>
        </pc:spChg>
        <pc:spChg chg="mod">
          <ac:chgData name="Aggie Menezes" userId="74619c95fa3483c9" providerId="LiveId" clId="{E1046145-E3DE-F540-A54F-1820C5049C66}" dt="2021-03-06T05:00:39.988" v="4075" actId="255"/>
          <ac:spMkLst>
            <pc:docMk/>
            <pc:sldMk cId="3326272039" sldId="281"/>
            <ac:spMk id="140" creationId="{00000000-0000-0000-0000-000000000000}"/>
          </ac:spMkLst>
        </pc:spChg>
        <pc:spChg chg="mod">
          <ac:chgData name="Aggie Menezes" userId="74619c95fa3483c9" providerId="LiveId" clId="{E1046145-E3DE-F540-A54F-1820C5049C66}" dt="2021-03-06T05:00:39.988" v="4075" actId="255"/>
          <ac:spMkLst>
            <pc:docMk/>
            <pc:sldMk cId="3326272039" sldId="281"/>
            <ac:spMk id="141" creationId="{00000000-0000-0000-0000-000000000000}"/>
          </ac:spMkLst>
        </pc:spChg>
        <pc:spChg chg="del mod">
          <ac:chgData name="Aggie Menezes" userId="74619c95fa3483c9" providerId="LiveId" clId="{E1046145-E3DE-F540-A54F-1820C5049C66}" dt="2021-03-06T05:00:48.574" v="4078" actId="478"/>
          <ac:spMkLst>
            <pc:docMk/>
            <pc:sldMk cId="3326272039" sldId="281"/>
            <ac:spMk id="142" creationId="{00000000-0000-0000-0000-000000000000}"/>
          </ac:spMkLst>
        </pc:spChg>
        <pc:spChg chg="mod">
          <ac:chgData name="Aggie Menezes" userId="74619c95fa3483c9" providerId="LiveId" clId="{E1046145-E3DE-F540-A54F-1820C5049C66}" dt="2021-03-06T05:00:39.988" v="4075" actId="255"/>
          <ac:spMkLst>
            <pc:docMk/>
            <pc:sldMk cId="3326272039" sldId="281"/>
            <ac:spMk id="143" creationId="{00000000-0000-0000-0000-000000000000}"/>
          </ac:spMkLst>
        </pc:spChg>
        <pc:spChg chg="mod">
          <ac:chgData name="Aggie Menezes" userId="74619c95fa3483c9" providerId="LiveId" clId="{E1046145-E3DE-F540-A54F-1820C5049C66}" dt="2021-03-06T05:00:39.988" v="4075" actId="255"/>
          <ac:spMkLst>
            <pc:docMk/>
            <pc:sldMk cId="3326272039" sldId="281"/>
            <ac:spMk id="144" creationId="{00000000-0000-0000-0000-000000000000}"/>
          </ac:spMkLst>
        </pc:spChg>
        <pc:spChg chg="mod">
          <ac:chgData name="Aggie Menezes" userId="74619c95fa3483c9" providerId="LiveId" clId="{E1046145-E3DE-F540-A54F-1820C5049C66}" dt="2021-03-06T05:04:57.318" v="4132" actId="14100"/>
          <ac:spMkLst>
            <pc:docMk/>
            <pc:sldMk cId="3326272039" sldId="281"/>
            <ac:spMk id="145" creationId="{00000000-0000-0000-0000-000000000000}"/>
          </ac:spMkLst>
        </pc:spChg>
        <pc:spChg chg="mod topLvl">
          <ac:chgData name="Aggie Menezes" userId="74619c95fa3483c9" providerId="LiveId" clId="{E1046145-E3DE-F540-A54F-1820C5049C66}" dt="2021-04-06T09:41:36.476" v="5437" actId="20577"/>
          <ac:spMkLst>
            <pc:docMk/>
            <pc:sldMk cId="3326272039" sldId="281"/>
            <ac:spMk id="147" creationId="{00000000-0000-0000-0000-000000000000}"/>
          </ac:spMkLst>
        </pc:spChg>
        <pc:spChg chg="del">
          <ac:chgData name="Aggie Menezes" userId="74619c95fa3483c9" providerId="LiveId" clId="{E1046145-E3DE-F540-A54F-1820C5049C66}" dt="2021-03-04T02:29:25.346" v="1988" actId="478"/>
          <ac:spMkLst>
            <pc:docMk/>
            <pc:sldMk cId="3326272039" sldId="281"/>
            <ac:spMk id="148" creationId="{00000000-0000-0000-0000-000000000000}"/>
          </ac:spMkLst>
        </pc:spChg>
        <pc:spChg chg="del topLvl">
          <ac:chgData name="Aggie Menezes" userId="74619c95fa3483c9" providerId="LiveId" clId="{E1046145-E3DE-F540-A54F-1820C5049C66}" dt="2021-03-04T02:29:28.974" v="1989" actId="478"/>
          <ac:spMkLst>
            <pc:docMk/>
            <pc:sldMk cId="3326272039" sldId="281"/>
            <ac:spMk id="149" creationId="{00000000-0000-0000-0000-000000000000}"/>
          </ac:spMkLst>
        </pc:spChg>
        <pc:spChg chg="del">
          <ac:chgData name="Aggie Menezes" userId="74619c95fa3483c9" providerId="LiveId" clId="{E1046145-E3DE-F540-A54F-1820C5049C66}" dt="2021-03-04T02:28:34.249" v="1976" actId="478"/>
          <ac:spMkLst>
            <pc:docMk/>
            <pc:sldMk cId="3326272039" sldId="281"/>
            <ac:spMk id="183" creationId="{00000000-0000-0000-0000-000000000000}"/>
          </ac:spMkLst>
        </pc:spChg>
        <pc:spChg chg="del">
          <ac:chgData name="Aggie Menezes" userId="74619c95fa3483c9" providerId="LiveId" clId="{E1046145-E3DE-F540-A54F-1820C5049C66}" dt="2021-03-04T02:28:34.249" v="1976" actId="478"/>
          <ac:spMkLst>
            <pc:docMk/>
            <pc:sldMk cId="3326272039" sldId="281"/>
            <ac:spMk id="184" creationId="{00000000-0000-0000-0000-000000000000}"/>
          </ac:spMkLst>
        </pc:spChg>
        <pc:grpChg chg="add mod">
          <ac:chgData name="Aggie Menezes" userId="74619c95fa3483c9" providerId="LiveId" clId="{E1046145-E3DE-F540-A54F-1820C5049C66}" dt="2021-04-06T09:42:53.717" v="5455" actId="20577"/>
          <ac:grpSpMkLst>
            <pc:docMk/>
            <pc:sldMk cId="3326272039" sldId="281"/>
            <ac:grpSpMk id="4" creationId="{3C9D2AE8-A55D-804A-9A40-7CA68978B02F}"/>
          </ac:grpSpMkLst>
        </pc:grpChg>
        <pc:grpChg chg="del">
          <ac:chgData name="Aggie Menezes" userId="74619c95fa3483c9" providerId="LiveId" clId="{E1046145-E3DE-F540-A54F-1820C5049C66}" dt="2021-03-09T03:22:54.895" v="4475" actId="478"/>
          <ac:grpSpMkLst>
            <pc:docMk/>
            <pc:sldMk cId="3326272039" sldId="281"/>
            <ac:grpSpMk id="16" creationId="{547833BB-66C0-344B-BF0D-CF0997A6747F}"/>
          </ac:grpSpMkLst>
        </pc:grpChg>
        <pc:grpChg chg="del">
          <ac:chgData name="Aggie Menezes" userId="74619c95fa3483c9" providerId="LiveId" clId="{E1046145-E3DE-F540-A54F-1820C5049C66}" dt="2021-03-09T03:22:37.618" v="4469" actId="478"/>
          <ac:grpSpMkLst>
            <pc:docMk/>
            <pc:sldMk cId="3326272039" sldId="281"/>
            <ac:grpSpMk id="19" creationId="{57F528E0-3A45-A54F-B87D-07F7CF2AE951}"/>
          </ac:grpSpMkLst>
        </pc:grpChg>
        <pc:grpChg chg="del">
          <ac:chgData name="Aggie Menezes" userId="74619c95fa3483c9" providerId="LiveId" clId="{E1046145-E3DE-F540-A54F-1820C5049C66}" dt="2021-03-09T03:22:40.264" v="4470" actId="478"/>
          <ac:grpSpMkLst>
            <pc:docMk/>
            <pc:sldMk cId="3326272039" sldId="281"/>
            <ac:grpSpMk id="23" creationId="{A5E3827F-306D-8C43-B40F-43F5C82CB807}"/>
          </ac:grpSpMkLst>
        </pc:grpChg>
        <pc:grpChg chg="del">
          <ac:chgData name="Aggie Menezes" userId="74619c95fa3483c9" providerId="LiveId" clId="{E1046145-E3DE-F540-A54F-1820C5049C66}" dt="2021-03-09T03:22:35.253" v="4468" actId="478"/>
          <ac:grpSpMkLst>
            <pc:docMk/>
            <pc:sldMk cId="3326272039" sldId="281"/>
            <ac:grpSpMk id="26" creationId="{8EEF58D7-E07F-8A49-B836-1807B96E75BD}"/>
          </ac:grpSpMkLst>
        </pc:grpChg>
        <pc:grpChg chg="del">
          <ac:chgData name="Aggie Menezes" userId="74619c95fa3483c9" providerId="LiveId" clId="{E1046145-E3DE-F540-A54F-1820C5049C66}" dt="2021-03-09T03:22:45.682" v="4472" actId="478"/>
          <ac:grpSpMkLst>
            <pc:docMk/>
            <pc:sldMk cId="3326272039" sldId="281"/>
            <ac:grpSpMk id="31" creationId="{39AF4215-3EBA-7D44-9366-BA082F81A988}"/>
          </ac:grpSpMkLst>
        </pc:grpChg>
        <pc:grpChg chg="del">
          <ac:chgData name="Aggie Menezes" userId="74619c95fa3483c9" providerId="LiveId" clId="{E1046145-E3DE-F540-A54F-1820C5049C66}" dt="2021-03-09T03:22:47.994" v="4473" actId="478"/>
          <ac:grpSpMkLst>
            <pc:docMk/>
            <pc:sldMk cId="3326272039" sldId="281"/>
            <ac:grpSpMk id="36" creationId="{7BDEDC66-C547-9445-AFA6-B34F863FF136}"/>
          </ac:grpSpMkLst>
        </pc:grpChg>
        <pc:grpChg chg="del">
          <ac:chgData name="Aggie Menezes" userId="74619c95fa3483c9" providerId="LiveId" clId="{E1046145-E3DE-F540-A54F-1820C5049C66}" dt="2021-03-09T03:23:03.635" v="4476" actId="478"/>
          <ac:grpSpMkLst>
            <pc:docMk/>
            <pc:sldMk cId="3326272039" sldId="281"/>
            <ac:grpSpMk id="49" creationId="{E54B0153-5222-854B-86A8-74C79623914B}"/>
          </ac:grpSpMkLst>
        </pc:grpChg>
        <pc:grpChg chg="del">
          <ac:chgData name="Aggie Menezes" userId="74619c95fa3483c9" providerId="LiveId" clId="{E1046145-E3DE-F540-A54F-1820C5049C66}" dt="2021-03-09T03:23:10.757" v="4478" actId="478"/>
          <ac:grpSpMkLst>
            <pc:docMk/>
            <pc:sldMk cId="3326272039" sldId="281"/>
            <ac:grpSpMk id="57" creationId="{39F0B9D7-B29A-384E-98F9-C2025EC1552B}"/>
          </ac:grpSpMkLst>
        </pc:grpChg>
        <pc:grpChg chg="del">
          <ac:chgData name="Aggie Menezes" userId="74619c95fa3483c9" providerId="LiveId" clId="{E1046145-E3DE-F540-A54F-1820C5049C66}" dt="2021-03-09T03:23:36.347" v="4486" actId="478"/>
          <ac:grpSpMkLst>
            <pc:docMk/>
            <pc:sldMk cId="3326272039" sldId="281"/>
            <ac:grpSpMk id="60" creationId="{2E3DC41C-3233-2243-B0CA-C7D74B22346B}"/>
          </ac:grpSpMkLst>
        </pc:grpChg>
        <pc:grpChg chg="del">
          <ac:chgData name="Aggie Menezes" userId="74619c95fa3483c9" providerId="LiveId" clId="{E1046145-E3DE-F540-A54F-1820C5049C66}" dt="2021-03-09T03:25:10.601" v="4514" actId="478"/>
          <ac:grpSpMkLst>
            <pc:docMk/>
            <pc:sldMk cId="3326272039" sldId="281"/>
            <ac:grpSpMk id="64" creationId="{D412D60B-2B0D-094B-9783-19D2BDEC24EB}"/>
          </ac:grpSpMkLst>
        </pc:grpChg>
        <pc:grpChg chg="del">
          <ac:chgData name="Aggie Menezes" userId="74619c95fa3483c9" providerId="LiveId" clId="{E1046145-E3DE-F540-A54F-1820C5049C66}" dt="2021-03-09T03:25:06.332" v="4513" actId="478"/>
          <ac:grpSpMkLst>
            <pc:docMk/>
            <pc:sldMk cId="3326272039" sldId="281"/>
            <ac:grpSpMk id="72" creationId="{6CEC4524-A1DE-894B-987A-44A4D14A0066}"/>
          </ac:grpSpMkLst>
        </pc:grpChg>
        <pc:grpChg chg="del">
          <ac:chgData name="Aggie Menezes" userId="74619c95fa3483c9" providerId="LiveId" clId="{E1046145-E3DE-F540-A54F-1820C5049C66}" dt="2021-03-09T03:25:42.443" v="4524" actId="478"/>
          <ac:grpSpMkLst>
            <pc:docMk/>
            <pc:sldMk cId="3326272039" sldId="281"/>
            <ac:grpSpMk id="77" creationId="{9316822F-33E6-3040-831B-23DCBD8CEF4A}"/>
          </ac:grpSpMkLst>
        </pc:grpChg>
        <pc:grpChg chg="del">
          <ac:chgData name="Aggie Menezes" userId="74619c95fa3483c9" providerId="LiveId" clId="{E1046145-E3DE-F540-A54F-1820C5049C66}" dt="2021-03-09T03:25:39.935" v="4523" actId="478"/>
          <ac:grpSpMkLst>
            <pc:docMk/>
            <pc:sldMk cId="3326272039" sldId="281"/>
            <ac:grpSpMk id="100" creationId="{6BD460AB-8D42-2B42-8E31-842331550A72}"/>
          </ac:grpSpMkLst>
        </pc:grpChg>
        <pc:grpChg chg="del">
          <ac:chgData name="Aggie Menezes" userId="74619c95fa3483c9" providerId="LiveId" clId="{E1046145-E3DE-F540-A54F-1820C5049C66}" dt="2021-03-04T02:32:10.236" v="2050" actId="478"/>
          <ac:grpSpMkLst>
            <pc:docMk/>
            <pc:sldMk cId="3326272039" sldId="281"/>
            <ac:grpSpMk id="132" creationId="{00000000-0000-0000-0000-000000000000}"/>
          </ac:grpSpMkLst>
        </pc:grpChg>
        <pc:grpChg chg="del">
          <ac:chgData name="Aggie Menezes" userId="74619c95fa3483c9" providerId="LiveId" clId="{E1046145-E3DE-F540-A54F-1820C5049C66}" dt="2021-03-04T02:32:04.103" v="2048" actId="478"/>
          <ac:grpSpMkLst>
            <pc:docMk/>
            <pc:sldMk cId="3326272039" sldId="281"/>
            <ac:grpSpMk id="136" creationId="{00000000-0000-0000-0000-000000000000}"/>
          </ac:grpSpMkLst>
        </pc:grpChg>
        <pc:grpChg chg="mod">
          <ac:chgData name="Aggie Menezes" userId="74619c95fa3483c9" providerId="LiveId" clId="{E1046145-E3DE-F540-A54F-1820C5049C66}" dt="2021-03-06T05:29:54.414" v="4451" actId="2711"/>
          <ac:grpSpMkLst>
            <pc:docMk/>
            <pc:sldMk cId="3326272039" sldId="281"/>
            <ac:grpSpMk id="146" creationId="{00000000-0000-0000-0000-000000000000}"/>
          </ac:grpSpMkLst>
        </pc:grpChg>
        <pc:grpChg chg="del">
          <ac:chgData name="Aggie Menezes" userId="74619c95fa3483c9" providerId="LiveId" clId="{E1046145-E3DE-F540-A54F-1820C5049C66}" dt="2021-03-04T02:29:25.346" v="1988" actId="478"/>
          <ac:grpSpMkLst>
            <pc:docMk/>
            <pc:sldMk cId="3326272039" sldId="281"/>
            <ac:grpSpMk id="150" creationId="{00000000-0000-0000-0000-000000000000}"/>
          </ac:grpSpMkLst>
        </pc:grpChg>
        <pc:grpChg chg="add del">
          <ac:chgData name="Aggie Menezes" userId="74619c95fa3483c9" providerId="LiveId" clId="{E1046145-E3DE-F540-A54F-1820C5049C66}" dt="2021-03-04T02:29:28.974" v="1989" actId="478"/>
          <ac:grpSpMkLst>
            <pc:docMk/>
            <pc:sldMk cId="3326272039" sldId="281"/>
            <ac:grpSpMk id="151" creationId="{00000000-0000-0000-0000-000000000000}"/>
          </ac:grpSpMkLst>
        </pc:grpChg>
        <pc:grpChg chg="del">
          <ac:chgData name="Aggie Menezes" userId="74619c95fa3483c9" providerId="LiveId" clId="{E1046145-E3DE-F540-A54F-1820C5049C66}" dt="2021-03-04T02:28:34.249" v="1976" actId="478"/>
          <ac:grpSpMkLst>
            <pc:docMk/>
            <pc:sldMk cId="3326272039" sldId="281"/>
            <ac:grpSpMk id="156" creationId="{00000000-0000-0000-0000-000000000000}"/>
          </ac:grpSpMkLst>
        </pc:grpChg>
        <pc:grpChg chg="add del">
          <ac:chgData name="Aggie Menezes" userId="74619c95fa3483c9" providerId="LiveId" clId="{E1046145-E3DE-F540-A54F-1820C5049C66}" dt="2021-03-04T02:29:05.571" v="1986" actId="478"/>
          <ac:grpSpMkLst>
            <pc:docMk/>
            <pc:sldMk cId="3326272039" sldId="281"/>
            <ac:grpSpMk id="161" creationId="{00000000-0000-0000-0000-000000000000}"/>
          </ac:grpSpMkLst>
        </pc:grpChg>
        <pc:grpChg chg="del">
          <ac:chgData name="Aggie Menezes" userId="74619c95fa3483c9" providerId="LiveId" clId="{E1046145-E3DE-F540-A54F-1820C5049C66}" dt="2021-03-04T02:28:34.249" v="1976" actId="478"/>
          <ac:grpSpMkLst>
            <pc:docMk/>
            <pc:sldMk cId="3326272039" sldId="281"/>
            <ac:grpSpMk id="164" creationId="{00000000-0000-0000-0000-000000000000}"/>
          </ac:grpSpMkLst>
        </pc:grpChg>
        <pc:grpChg chg="add del">
          <ac:chgData name="Aggie Menezes" userId="74619c95fa3483c9" providerId="LiveId" clId="{E1046145-E3DE-F540-A54F-1820C5049C66}" dt="2021-03-04T02:29:03.074" v="1985" actId="478"/>
          <ac:grpSpMkLst>
            <pc:docMk/>
            <pc:sldMk cId="3326272039" sldId="281"/>
            <ac:grpSpMk id="167" creationId="{00000000-0000-0000-0000-000000000000}"/>
          </ac:grpSpMkLst>
        </pc:grpChg>
        <pc:grpChg chg="del">
          <ac:chgData name="Aggie Menezes" userId="74619c95fa3483c9" providerId="LiveId" clId="{E1046145-E3DE-F540-A54F-1820C5049C66}" dt="2021-03-04T02:28:34.249" v="1976" actId="478"/>
          <ac:grpSpMkLst>
            <pc:docMk/>
            <pc:sldMk cId="3326272039" sldId="281"/>
            <ac:grpSpMk id="172" creationId="{00000000-0000-0000-0000-000000000000}"/>
          </ac:grpSpMkLst>
        </pc:grpChg>
        <pc:grpChg chg="add del">
          <ac:chgData name="Aggie Menezes" userId="74619c95fa3483c9" providerId="LiveId" clId="{E1046145-E3DE-F540-A54F-1820C5049C66}" dt="2021-03-04T02:29:00.077" v="1983" actId="478"/>
          <ac:grpSpMkLst>
            <pc:docMk/>
            <pc:sldMk cId="3326272039" sldId="281"/>
            <ac:grpSpMk id="177" creationId="{00000000-0000-0000-0000-000000000000}"/>
          </ac:grpSpMkLst>
        </pc:grpChg>
        <pc:grpChg chg="del">
          <ac:chgData name="Aggie Menezes" userId="74619c95fa3483c9" providerId="LiveId" clId="{E1046145-E3DE-F540-A54F-1820C5049C66}" dt="2021-03-04T02:28:34.249" v="1976" actId="478"/>
          <ac:grpSpMkLst>
            <pc:docMk/>
            <pc:sldMk cId="3326272039" sldId="281"/>
            <ac:grpSpMk id="182" creationId="{00000000-0000-0000-0000-000000000000}"/>
          </ac:grpSpMkLst>
        </pc:grpChg>
        <pc:grpChg chg="del">
          <ac:chgData name="Aggie Menezes" userId="74619c95fa3483c9" providerId="LiveId" clId="{E1046145-E3DE-F540-A54F-1820C5049C66}" dt="2021-03-04T02:28:34.249" v="1976" actId="478"/>
          <ac:grpSpMkLst>
            <pc:docMk/>
            <pc:sldMk cId="3326272039" sldId="281"/>
            <ac:grpSpMk id="193" creationId="{00000000-0000-0000-0000-000000000000}"/>
          </ac:grpSpMkLst>
        </pc:grpChg>
        <pc:grpChg chg="add del">
          <ac:chgData name="Aggie Menezes" userId="74619c95fa3483c9" providerId="LiveId" clId="{E1046145-E3DE-F540-A54F-1820C5049C66}" dt="2021-03-04T02:29:01.476" v="1984" actId="478"/>
          <ac:grpSpMkLst>
            <pc:docMk/>
            <pc:sldMk cId="3326272039" sldId="281"/>
            <ac:grpSpMk id="196" creationId="{00000000-0000-0000-0000-000000000000}"/>
          </ac:grpSpMkLst>
        </pc:grpChg>
        <pc:inkChg chg="add del">
          <ac:chgData name="Aggie Menezes" userId="74619c95fa3483c9" providerId="LiveId" clId="{E1046145-E3DE-F540-A54F-1820C5049C66}" dt="2021-04-06T08:39:02.225" v="5027" actId="478"/>
          <ac:inkMkLst>
            <pc:docMk/>
            <pc:sldMk cId="3326272039" sldId="281"/>
            <ac:inkMk id="3" creationId="{7BC26F2D-AC0A-8841-BFC8-B02F5B3C2734}"/>
          </ac:inkMkLst>
        </pc:inkChg>
        <pc:inkChg chg="del">
          <ac:chgData name="Aggie Menezes" userId="74619c95fa3483c9" providerId="LiveId" clId="{E1046145-E3DE-F540-A54F-1820C5049C66}" dt="2021-03-09T03:22:42.608" v="4471" actId="478"/>
          <ac:inkMkLst>
            <pc:docMk/>
            <pc:sldMk cId="3326272039" sldId="281"/>
            <ac:inkMk id="3" creationId="{8D06C929-754D-0D44-A813-462E68EB3421}"/>
          </ac:inkMkLst>
        </pc:inkChg>
        <pc:inkChg chg="del mod">
          <ac:chgData name="Aggie Menezes" userId="74619c95fa3483c9" providerId="LiveId" clId="{E1046145-E3DE-F540-A54F-1820C5049C66}" dt="2021-03-06T04:57:19.100" v="4045" actId="478"/>
          <ac:inkMkLst>
            <pc:docMk/>
            <pc:sldMk cId="3326272039" sldId="281"/>
            <ac:inkMk id="3" creationId="{A881CC2B-1A6F-5F47-BAD2-F138755000A1}"/>
          </ac:inkMkLst>
        </pc:inkChg>
        <pc:inkChg chg="add del">
          <ac:chgData name="Aggie Menezes" userId="74619c95fa3483c9" providerId="LiveId" clId="{E1046145-E3DE-F540-A54F-1820C5049C66}" dt="2021-04-06T08:39:05.343" v="5028" actId="478"/>
          <ac:inkMkLst>
            <pc:docMk/>
            <pc:sldMk cId="3326272039" sldId="281"/>
            <ac:inkMk id="4" creationId="{0AE71EBE-0B72-8148-AE29-8FF3FAA91DC9}"/>
          </ac:inkMkLst>
        </pc:inkChg>
        <pc:inkChg chg="del">
          <ac:chgData name="Aggie Menezes" userId="74619c95fa3483c9" providerId="LiveId" clId="{E1046145-E3DE-F540-A54F-1820C5049C66}" dt="2021-03-09T03:22:06.624" v="4462" actId="478"/>
          <ac:inkMkLst>
            <pc:docMk/>
            <pc:sldMk cId="3326272039" sldId="281"/>
            <ac:inkMk id="4" creationId="{0F91EA49-F0AC-934B-9CD4-CC29425601E3}"/>
          </ac:inkMkLst>
        </pc:inkChg>
        <pc:inkChg chg="del">
          <ac:chgData name="Aggie Menezes" userId="74619c95fa3483c9" providerId="LiveId" clId="{E1046145-E3DE-F540-A54F-1820C5049C66}" dt="2021-03-09T03:22:17.074" v="4465" actId="478"/>
          <ac:inkMkLst>
            <pc:docMk/>
            <pc:sldMk cId="3326272039" sldId="281"/>
            <ac:inkMk id="5" creationId="{C7C28B54-8F7E-BE4C-AAA5-F541C4D0EC1C}"/>
          </ac:inkMkLst>
        </pc:inkChg>
        <pc:inkChg chg="add del">
          <ac:chgData name="Aggie Menezes" userId="74619c95fa3483c9" providerId="LiveId" clId="{E1046145-E3DE-F540-A54F-1820C5049C66}" dt="2021-04-06T08:39:08.083" v="5029" actId="478"/>
          <ac:inkMkLst>
            <pc:docMk/>
            <pc:sldMk cId="3326272039" sldId="281"/>
            <ac:inkMk id="5" creationId="{F5D850C5-0EEE-CA4B-BDE5-D03DD7D19055}"/>
          </ac:inkMkLst>
        </pc:inkChg>
        <pc:inkChg chg="del">
          <ac:chgData name="Aggie Menezes" userId="74619c95fa3483c9" providerId="LiveId" clId="{E1046145-E3DE-F540-A54F-1820C5049C66}" dt="2021-03-09T03:22:14.458" v="4464" actId="478"/>
          <ac:inkMkLst>
            <pc:docMk/>
            <pc:sldMk cId="3326272039" sldId="281"/>
            <ac:inkMk id="6" creationId="{7802FE49-92A7-094C-BD3C-628177D8ABD9}"/>
          </ac:inkMkLst>
        </pc:inkChg>
        <pc:inkChg chg="add del">
          <ac:chgData name="Aggie Menezes" userId="74619c95fa3483c9" providerId="LiveId" clId="{E1046145-E3DE-F540-A54F-1820C5049C66}" dt="2021-04-06T08:39:10.498" v="5030" actId="478"/>
          <ac:inkMkLst>
            <pc:docMk/>
            <pc:sldMk cId="3326272039" sldId="281"/>
            <ac:inkMk id="6" creationId="{C51E38FD-7BD2-E04A-B482-48519FBAD212}"/>
          </ac:inkMkLst>
        </pc:inkChg>
        <pc:inkChg chg="del">
          <ac:chgData name="Aggie Menezes" userId="74619c95fa3483c9" providerId="LiveId" clId="{E1046145-E3DE-F540-A54F-1820C5049C66}" dt="2021-03-09T03:22:26.240" v="4467" actId="478"/>
          <ac:inkMkLst>
            <pc:docMk/>
            <pc:sldMk cId="3326272039" sldId="281"/>
            <ac:inkMk id="7" creationId="{E4738E1B-1D7A-2943-9261-6D760D5F1A96}"/>
          </ac:inkMkLst>
        </pc:inkChg>
        <pc:inkChg chg="del">
          <ac:chgData name="Aggie Menezes" userId="74619c95fa3483c9" providerId="LiveId" clId="{E1046145-E3DE-F540-A54F-1820C5049C66}" dt="2021-03-09T03:23:07.010" v="4477" actId="478"/>
          <ac:inkMkLst>
            <pc:docMk/>
            <pc:sldMk cId="3326272039" sldId="281"/>
            <ac:inkMk id="50" creationId="{5F34D97C-9D04-2044-A346-BF34AA2471B2}"/>
          </ac:inkMkLst>
        </pc:inkChg>
        <pc:inkChg chg="del">
          <ac:chgData name="Aggie Menezes" userId="74619c95fa3483c9" providerId="LiveId" clId="{E1046145-E3DE-F540-A54F-1820C5049C66}" dt="2021-03-09T03:22:52.783" v="4474" actId="478"/>
          <ac:inkMkLst>
            <pc:docMk/>
            <pc:sldMk cId="3326272039" sldId="281"/>
            <ac:inkMk id="51" creationId="{81BE5E10-3366-FC45-A81F-884D77C2A15E}"/>
          </ac:inkMkLst>
        </pc:inkChg>
        <pc:inkChg chg="del">
          <ac:chgData name="Aggie Menezes" userId="74619c95fa3483c9" providerId="LiveId" clId="{E1046145-E3DE-F540-A54F-1820C5049C66}" dt="2021-03-09T03:25:12.409" v="4515" actId="478"/>
          <ac:inkMkLst>
            <pc:docMk/>
            <pc:sldMk cId="3326272039" sldId="281"/>
            <ac:inkMk id="61" creationId="{657CFEFD-1697-F44E-9B7E-1B47008F5ACE}"/>
          </ac:inkMkLst>
        </pc:inkChg>
        <pc:inkChg chg="del">
          <ac:chgData name="Aggie Menezes" userId="74619c95fa3483c9" providerId="LiveId" clId="{E1046145-E3DE-F540-A54F-1820C5049C66}" dt="2021-03-09T03:25:49.440" v="4525" actId="478"/>
          <ac:inkMkLst>
            <pc:docMk/>
            <pc:sldMk cId="3326272039" sldId="281"/>
            <ac:inkMk id="92" creationId="{966E4029-8403-FB4C-9BD5-2B8774A2B47F}"/>
          </ac:inkMkLst>
        </pc:inkChg>
        <pc:inkChg chg="del">
          <ac:chgData name="Aggie Menezes" userId="74619c95fa3483c9" providerId="LiveId" clId="{E1046145-E3DE-F540-A54F-1820C5049C66}" dt="2021-03-09T03:25:49.440" v="4525" actId="478"/>
          <ac:inkMkLst>
            <pc:docMk/>
            <pc:sldMk cId="3326272039" sldId="281"/>
            <ac:inkMk id="93" creationId="{DCD3B5AB-0D72-0D43-9050-FC3ADF2450F7}"/>
          </ac:inkMkLst>
        </pc:inkChg>
        <pc:inkChg chg="del">
          <ac:chgData name="Aggie Menezes" userId="74619c95fa3483c9" providerId="LiveId" clId="{E1046145-E3DE-F540-A54F-1820C5049C66}" dt="2021-03-09T03:25:49.440" v="4525" actId="478"/>
          <ac:inkMkLst>
            <pc:docMk/>
            <pc:sldMk cId="3326272039" sldId="281"/>
            <ac:inkMk id="94" creationId="{54244749-3E88-D349-85BC-DE936004C0E6}"/>
          </ac:inkMkLst>
        </pc:inkChg>
        <pc:inkChg chg="del">
          <ac:chgData name="Aggie Menezes" userId="74619c95fa3483c9" providerId="LiveId" clId="{E1046145-E3DE-F540-A54F-1820C5049C66}" dt="2021-03-09T03:25:49.440" v="4525" actId="478"/>
          <ac:inkMkLst>
            <pc:docMk/>
            <pc:sldMk cId="3326272039" sldId="281"/>
            <ac:inkMk id="95" creationId="{AE4DB101-A704-C54A-99B3-07B5614C5DD0}"/>
          </ac:inkMkLst>
        </pc:inkChg>
        <pc:inkChg chg="del">
          <ac:chgData name="Aggie Menezes" userId="74619c95fa3483c9" providerId="LiveId" clId="{E1046145-E3DE-F540-A54F-1820C5049C66}" dt="2021-03-09T03:25:49.440" v="4525" actId="478"/>
          <ac:inkMkLst>
            <pc:docMk/>
            <pc:sldMk cId="3326272039" sldId="281"/>
            <ac:inkMk id="96" creationId="{03959EC8-36C6-FA46-8C2F-9492EA3FB600}"/>
          </ac:inkMkLst>
        </pc:inkChg>
        <pc:inkChg chg="del">
          <ac:chgData name="Aggie Menezes" userId="74619c95fa3483c9" providerId="LiveId" clId="{E1046145-E3DE-F540-A54F-1820C5049C66}" dt="2021-03-09T03:25:49.440" v="4525" actId="478"/>
          <ac:inkMkLst>
            <pc:docMk/>
            <pc:sldMk cId="3326272039" sldId="281"/>
            <ac:inkMk id="97" creationId="{33170DCB-B11A-374E-BA7A-E71FE4D43647}"/>
          </ac:inkMkLst>
        </pc:inkChg>
        <pc:inkChg chg="del">
          <ac:chgData name="Aggie Menezes" userId="74619c95fa3483c9" providerId="LiveId" clId="{E1046145-E3DE-F540-A54F-1820C5049C66}" dt="2021-03-09T03:25:49.440" v="4525" actId="478"/>
          <ac:inkMkLst>
            <pc:docMk/>
            <pc:sldMk cId="3326272039" sldId="281"/>
            <ac:inkMk id="98" creationId="{A5896C06-9A40-E848-9618-E8EAAA04FFA7}"/>
          </ac:inkMkLst>
        </pc:inkChg>
        <pc:inkChg chg="del">
          <ac:chgData name="Aggie Menezes" userId="74619c95fa3483c9" providerId="LiveId" clId="{E1046145-E3DE-F540-A54F-1820C5049C66}" dt="2021-03-09T03:25:49.440" v="4525" actId="478"/>
          <ac:inkMkLst>
            <pc:docMk/>
            <pc:sldMk cId="3326272039" sldId="281"/>
            <ac:inkMk id="99" creationId="{64C7A32F-260B-AE45-B7C4-DC6237A8929A}"/>
          </ac:inkMkLst>
        </pc:inkChg>
      </pc:sldChg>
      <pc:sldChg chg="addSp delSp modSp add mod modAnim">
        <pc:chgData name="Aggie Menezes" userId="74619c95fa3483c9" providerId="LiveId" clId="{E1046145-E3DE-F540-A54F-1820C5049C66}" dt="2021-04-08T09:51:21.308" v="5473"/>
        <pc:sldMkLst>
          <pc:docMk/>
          <pc:sldMk cId="2227817946" sldId="282"/>
        </pc:sldMkLst>
        <pc:spChg chg="mod">
          <ac:chgData name="Aggie Menezes" userId="74619c95fa3483c9" providerId="LiveId" clId="{E1046145-E3DE-F540-A54F-1820C5049C66}" dt="2021-04-06T09:09:08.604" v="5373" actId="207"/>
          <ac:spMkLst>
            <pc:docMk/>
            <pc:sldMk cId="2227817946" sldId="282"/>
            <ac:spMk id="2" creationId="{B52426F0-6865-C343-9F3F-D4B634283E8F}"/>
          </ac:spMkLst>
        </pc:spChg>
        <pc:spChg chg="add del mod">
          <ac:chgData name="Aggie Menezes" userId="74619c95fa3483c9" providerId="LiveId" clId="{E1046145-E3DE-F540-A54F-1820C5049C66}" dt="2021-04-06T09:07:28.151" v="5370" actId="478"/>
          <ac:spMkLst>
            <pc:docMk/>
            <pc:sldMk cId="2227817946" sldId="282"/>
            <ac:spMk id="6" creationId="{D17C95A0-19FB-9245-A4CA-495BDC651FAA}"/>
          </ac:spMkLst>
        </pc:spChg>
        <pc:spChg chg="add mod">
          <ac:chgData name="Aggie Menezes" userId="74619c95fa3483c9" providerId="LiveId" clId="{E1046145-E3DE-F540-A54F-1820C5049C66}" dt="2021-03-06T02:08:33.638" v="2853" actId="1076"/>
          <ac:spMkLst>
            <pc:docMk/>
            <pc:sldMk cId="2227817946" sldId="282"/>
            <ac:spMk id="10" creationId="{FC72B593-7F03-1D4D-931E-11FB35BE6BB7}"/>
          </ac:spMkLst>
        </pc:spChg>
        <pc:spChg chg="add mod">
          <ac:chgData name="Aggie Menezes" userId="74619c95fa3483c9" providerId="LiveId" clId="{E1046145-E3DE-F540-A54F-1820C5049C66}" dt="2021-03-06T02:08:46.409" v="2857" actId="1076"/>
          <ac:spMkLst>
            <pc:docMk/>
            <pc:sldMk cId="2227817946" sldId="282"/>
            <ac:spMk id="11" creationId="{7F027D49-8C3C-384E-BB49-6C73F28E3F6C}"/>
          </ac:spMkLst>
        </pc:spChg>
        <pc:spChg chg="add mod">
          <ac:chgData name="Aggie Menezes" userId="74619c95fa3483c9" providerId="LiveId" clId="{E1046145-E3DE-F540-A54F-1820C5049C66}" dt="2021-03-06T02:08:52.625" v="2858" actId="1076"/>
          <ac:spMkLst>
            <pc:docMk/>
            <pc:sldMk cId="2227817946" sldId="282"/>
            <ac:spMk id="12" creationId="{6F139E04-1844-074A-9BBD-053A8AE1D264}"/>
          </ac:spMkLst>
        </pc:spChg>
        <pc:spChg chg="add mod">
          <ac:chgData name="Aggie Menezes" userId="74619c95fa3483c9" providerId="LiveId" clId="{E1046145-E3DE-F540-A54F-1820C5049C66}" dt="2021-04-08T09:51:13.502" v="5471" actId="164"/>
          <ac:spMkLst>
            <pc:docMk/>
            <pc:sldMk cId="2227817946" sldId="282"/>
            <ac:spMk id="13" creationId="{BA69A863-B565-2A44-A988-A7394485CB40}"/>
          </ac:spMkLst>
        </pc:spChg>
        <pc:spChg chg="mod">
          <ac:chgData name="Aggie Menezes" userId="74619c95fa3483c9" providerId="LiveId" clId="{E1046145-E3DE-F540-A54F-1820C5049C66}" dt="2021-04-06T09:12:34.581" v="5375" actId="207"/>
          <ac:spMkLst>
            <pc:docMk/>
            <pc:sldMk cId="2227817946" sldId="282"/>
            <ac:spMk id="15" creationId="{48C9EB25-7F71-5F49-BF8C-3ABB8C7146A4}"/>
          </ac:spMkLst>
        </pc:spChg>
        <pc:spChg chg="mod">
          <ac:chgData name="Aggie Menezes" userId="74619c95fa3483c9" providerId="LiveId" clId="{E1046145-E3DE-F540-A54F-1820C5049C66}" dt="2021-03-09T03:31:21.312" v="4624" actId="2085"/>
          <ac:spMkLst>
            <pc:docMk/>
            <pc:sldMk cId="2227817946" sldId="282"/>
            <ac:spMk id="16" creationId="{1EAA52DB-6339-4848-8448-304935B18261}"/>
          </ac:spMkLst>
        </pc:spChg>
        <pc:spChg chg="mod">
          <ac:chgData name="Aggie Menezes" userId="74619c95fa3483c9" providerId="LiveId" clId="{E1046145-E3DE-F540-A54F-1820C5049C66}" dt="2021-04-06T09:02:16.162" v="5318" actId="27636"/>
          <ac:spMkLst>
            <pc:docMk/>
            <pc:sldMk cId="2227817946" sldId="282"/>
            <ac:spMk id="17" creationId="{8AC5AC8A-0BCF-CE44-892C-99CF82A6C6F6}"/>
          </ac:spMkLst>
        </pc:spChg>
        <pc:spChg chg="mod">
          <ac:chgData name="Aggie Menezes" userId="74619c95fa3483c9" providerId="LiveId" clId="{E1046145-E3DE-F540-A54F-1820C5049C66}" dt="2021-04-06T09:07:49.865" v="5372" actId="207"/>
          <ac:spMkLst>
            <pc:docMk/>
            <pc:sldMk cId="2227817946" sldId="282"/>
            <ac:spMk id="18" creationId="{90A55246-0E58-1F43-8B66-FBC65F64C038}"/>
          </ac:spMkLst>
        </pc:spChg>
        <pc:spChg chg="mod">
          <ac:chgData name="Aggie Menezes" userId="74619c95fa3483c9" providerId="LiveId" clId="{E1046145-E3DE-F540-A54F-1820C5049C66}" dt="2021-03-06T02:08:11.548" v="2849" actId="1076"/>
          <ac:spMkLst>
            <pc:docMk/>
            <pc:sldMk cId="2227817946" sldId="282"/>
            <ac:spMk id="19" creationId="{6128B1BF-4784-114E-9174-E9DA20E8D84B}"/>
          </ac:spMkLst>
        </pc:spChg>
        <pc:spChg chg="mod">
          <ac:chgData name="Aggie Menezes" userId="74619c95fa3483c9" providerId="LiveId" clId="{E1046145-E3DE-F540-A54F-1820C5049C66}" dt="2021-03-06T02:08:16.963" v="2850" actId="1076"/>
          <ac:spMkLst>
            <pc:docMk/>
            <pc:sldMk cId="2227817946" sldId="282"/>
            <ac:spMk id="20" creationId="{066A5DFC-05CC-8E45-9E6E-C38A653B2247}"/>
          </ac:spMkLst>
        </pc:spChg>
        <pc:spChg chg="mod">
          <ac:chgData name="Aggie Menezes" userId="74619c95fa3483c9" providerId="LiveId" clId="{E1046145-E3DE-F540-A54F-1820C5049C66}" dt="2021-04-06T09:09:08.604" v="5373" actId="207"/>
          <ac:spMkLst>
            <pc:docMk/>
            <pc:sldMk cId="2227817946" sldId="282"/>
            <ac:spMk id="21" creationId="{C65763A5-ED7F-6C47-BA77-4218AEBC35E4}"/>
          </ac:spMkLst>
        </pc:spChg>
        <pc:spChg chg="mod">
          <ac:chgData name="Aggie Menezes" userId="74619c95fa3483c9" providerId="LiveId" clId="{E1046145-E3DE-F540-A54F-1820C5049C66}" dt="2021-03-06T02:07:32.373" v="2841"/>
          <ac:spMkLst>
            <pc:docMk/>
            <pc:sldMk cId="2227817946" sldId="282"/>
            <ac:spMk id="22" creationId="{DF42A46E-56E0-8A48-96DE-A52ECB9BB2C6}"/>
          </ac:spMkLst>
        </pc:spChg>
        <pc:spChg chg="add mod">
          <ac:chgData name="Aggie Menezes" userId="74619c95fa3483c9" providerId="LiveId" clId="{E1046145-E3DE-F540-A54F-1820C5049C66}" dt="2021-03-06T02:10:04.642" v="2867" actId="1076"/>
          <ac:spMkLst>
            <pc:docMk/>
            <pc:sldMk cId="2227817946" sldId="282"/>
            <ac:spMk id="23" creationId="{E2573044-415B-3B45-9AD9-971127356840}"/>
          </ac:spMkLst>
        </pc:spChg>
        <pc:spChg chg="add del mod">
          <ac:chgData name="Aggie Menezes" userId="74619c95fa3483c9" providerId="LiveId" clId="{E1046145-E3DE-F540-A54F-1820C5049C66}" dt="2021-04-06T09:07:30.727" v="5371" actId="478"/>
          <ac:spMkLst>
            <pc:docMk/>
            <pc:sldMk cId="2227817946" sldId="282"/>
            <ac:spMk id="24" creationId="{450E8C60-D023-3C42-8E27-C248FD85983B}"/>
          </ac:spMkLst>
        </pc:spChg>
        <pc:spChg chg="add del mod">
          <ac:chgData name="Aggie Menezes" userId="74619c95fa3483c9" providerId="LiveId" clId="{E1046145-E3DE-F540-A54F-1820C5049C66}" dt="2021-04-06T09:14:34.905" v="5378" actId="478"/>
          <ac:spMkLst>
            <pc:docMk/>
            <pc:sldMk cId="2227817946" sldId="282"/>
            <ac:spMk id="25" creationId="{9A61DDF8-406B-2747-A121-DCBE973241EB}"/>
          </ac:spMkLst>
        </pc:spChg>
        <pc:spChg chg="add mod">
          <ac:chgData name="Aggie Menezes" userId="74619c95fa3483c9" providerId="LiveId" clId="{E1046145-E3DE-F540-A54F-1820C5049C66}" dt="2021-04-08T09:51:13.502" v="5471" actId="164"/>
          <ac:spMkLst>
            <pc:docMk/>
            <pc:sldMk cId="2227817946" sldId="282"/>
            <ac:spMk id="78" creationId="{B758726A-FB8B-C444-8AA0-D1D04190D3A5}"/>
          </ac:spMkLst>
        </pc:spChg>
        <pc:grpChg chg="mod">
          <ac:chgData name="Aggie Menezes" userId="74619c95fa3483c9" providerId="LiveId" clId="{E1046145-E3DE-F540-A54F-1820C5049C66}" dt="2021-04-06T09:09:08.604" v="5373" actId="207"/>
          <ac:grpSpMkLst>
            <pc:docMk/>
            <pc:sldMk cId="2227817946" sldId="282"/>
            <ac:grpSpMk id="3" creationId="{8925D79C-5308-014A-AEA8-DBBB665AFC9D}"/>
          </ac:grpSpMkLst>
        </pc:grpChg>
        <pc:grpChg chg="add mod">
          <ac:chgData name="Aggie Menezes" userId="74619c95fa3483c9" providerId="LiveId" clId="{E1046145-E3DE-F540-A54F-1820C5049C66}" dt="2021-04-08T09:51:13.502" v="5471" actId="164"/>
          <ac:grpSpMkLst>
            <pc:docMk/>
            <pc:sldMk cId="2227817946" sldId="282"/>
            <ac:grpSpMk id="5" creationId="{1E24638D-C292-2446-8B83-5456D10591B8}"/>
          </ac:grpSpMkLst>
        </pc:grpChg>
        <pc:grpChg chg="del">
          <ac:chgData name="Aggie Menezes" userId="74619c95fa3483c9" providerId="LiveId" clId="{E1046145-E3DE-F540-A54F-1820C5049C66}" dt="2021-03-09T03:28:25.142" v="4558" actId="478"/>
          <ac:grpSpMkLst>
            <pc:docMk/>
            <pc:sldMk cId="2227817946" sldId="282"/>
            <ac:grpSpMk id="9" creationId="{314538FF-801C-0942-BD70-381AD7819766}"/>
          </ac:grpSpMkLst>
        </pc:grpChg>
        <pc:grpChg chg="add mod">
          <ac:chgData name="Aggie Menezes" userId="74619c95fa3483c9" providerId="LiveId" clId="{E1046145-E3DE-F540-A54F-1820C5049C66}" dt="2021-03-06T02:09:56.153" v="2865" actId="1076"/>
          <ac:grpSpMkLst>
            <pc:docMk/>
            <pc:sldMk cId="2227817946" sldId="282"/>
            <ac:grpSpMk id="14" creationId="{0A42E8C7-C05E-C045-9354-A3196F6CB770}"/>
          </ac:grpSpMkLst>
        </pc:grpChg>
        <pc:grpChg chg="del">
          <ac:chgData name="Aggie Menezes" userId="74619c95fa3483c9" providerId="LiveId" clId="{E1046145-E3DE-F540-A54F-1820C5049C66}" dt="2021-03-09T03:28:27.383" v="4559" actId="478"/>
          <ac:grpSpMkLst>
            <pc:docMk/>
            <pc:sldMk cId="2227817946" sldId="282"/>
            <ac:grpSpMk id="72" creationId="{7B74B05C-7BCF-E34E-8E4D-7C67B75E5C7B}"/>
          </ac:grpSpMkLst>
        </pc:grpChg>
        <pc:grpChg chg="del">
          <ac:chgData name="Aggie Menezes" userId="74619c95fa3483c9" providerId="LiveId" clId="{E1046145-E3DE-F540-A54F-1820C5049C66}" dt="2021-03-09T03:29:01.894" v="4573" actId="478"/>
          <ac:grpSpMkLst>
            <pc:docMk/>
            <pc:sldMk cId="2227817946" sldId="282"/>
            <ac:grpSpMk id="75" creationId="{AD19852D-9775-FE49-A443-6893272D10DA}"/>
          </ac:grpSpMkLst>
        </pc:grpChg>
        <pc:grpChg chg="del">
          <ac:chgData name="Aggie Menezes" userId="74619c95fa3483c9" providerId="LiveId" clId="{E1046145-E3DE-F540-A54F-1820C5049C66}" dt="2021-03-09T03:29:13.614" v="4578" actId="478"/>
          <ac:grpSpMkLst>
            <pc:docMk/>
            <pc:sldMk cId="2227817946" sldId="282"/>
            <ac:grpSpMk id="91" creationId="{89D3E35E-3F8A-F945-84D0-81AFDE97CA27}"/>
          </ac:grpSpMkLst>
        </pc:grpChg>
        <pc:inkChg chg="add del">
          <ac:chgData name="Aggie Menezes" userId="74619c95fa3483c9" providerId="LiveId" clId="{E1046145-E3DE-F540-A54F-1820C5049C66}" dt="2021-04-06T09:05:07.921" v="5343" actId="478"/>
          <ac:inkMkLst>
            <pc:docMk/>
            <pc:sldMk cId="2227817946" sldId="282"/>
            <ac:inkMk id="5" creationId="{8A64AEB4-5BEF-6B47-BA96-9B603A8E9F80}"/>
          </ac:inkMkLst>
        </pc:inkChg>
        <pc:inkChg chg="del">
          <ac:chgData name="Aggie Menezes" userId="74619c95fa3483c9" providerId="LiveId" clId="{E1046145-E3DE-F540-A54F-1820C5049C66}" dt="2021-03-06T05:21:13.659" v="4309" actId="478"/>
          <ac:inkMkLst>
            <pc:docMk/>
            <pc:sldMk cId="2227817946" sldId="282"/>
            <ac:inkMk id="5" creationId="{CF642123-4E2B-944E-86FC-C10588D85146}"/>
          </ac:inkMkLst>
        </pc:inkChg>
        <pc:inkChg chg="del">
          <ac:chgData name="Aggie Menezes" userId="74619c95fa3483c9" providerId="LiveId" clId="{E1046145-E3DE-F540-A54F-1820C5049C66}" dt="2021-03-09T03:28:34.936" v="4562" actId="478"/>
          <ac:inkMkLst>
            <pc:docMk/>
            <pc:sldMk cId="2227817946" sldId="282"/>
            <ac:inkMk id="24" creationId="{8D227869-D26F-9941-A790-A61F525FDA57}"/>
          </ac:inkMkLst>
        </pc:inkChg>
        <pc:inkChg chg="del">
          <ac:chgData name="Aggie Menezes" userId="74619c95fa3483c9" providerId="LiveId" clId="{E1046145-E3DE-F540-A54F-1820C5049C66}" dt="2021-03-09T03:28:32.794" v="4561" actId="478"/>
          <ac:inkMkLst>
            <pc:docMk/>
            <pc:sldMk cId="2227817946" sldId="282"/>
            <ac:inkMk id="25" creationId="{52A8E603-4811-724A-AE3A-74E3F1B80919}"/>
          </ac:inkMkLst>
        </pc:inkChg>
        <pc:inkChg chg="del">
          <ac:chgData name="Aggie Menezes" userId="74619c95fa3483c9" providerId="LiveId" clId="{E1046145-E3DE-F540-A54F-1820C5049C66}" dt="2021-03-09T03:28:37.733" v="4563" actId="478"/>
          <ac:inkMkLst>
            <pc:docMk/>
            <pc:sldMk cId="2227817946" sldId="282"/>
            <ac:inkMk id="26" creationId="{A69C49FE-E989-4A4C-92E0-AACF8847104D}"/>
          </ac:inkMkLst>
        </pc:inkChg>
        <pc:inkChg chg="del">
          <ac:chgData name="Aggie Menezes" userId="74619c95fa3483c9" providerId="LiveId" clId="{E1046145-E3DE-F540-A54F-1820C5049C66}" dt="2021-03-09T03:28:41.685" v="4565" actId="478"/>
          <ac:inkMkLst>
            <pc:docMk/>
            <pc:sldMk cId="2227817946" sldId="282"/>
            <ac:inkMk id="28" creationId="{6AFAC5E7-23E5-3B45-860F-2FF42DDB4C71}"/>
          </ac:inkMkLst>
        </pc:inkChg>
        <pc:inkChg chg="del">
          <ac:chgData name="Aggie Menezes" userId="74619c95fa3483c9" providerId="LiveId" clId="{E1046145-E3DE-F540-A54F-1820C5049C66}" dt="2021-03-09T03:28:45.616" v="4567" actId="478"/>
          <ac:inkMkLst>
            <pc:docMk/>
            <pc:sldMk cId="2227817946" sldId="282"/>
            <ac:inkMk id="29" creationId="{E04752A0-B039-DF43-8CC0-15BA61E7EEE2}"/>
          </ac:inkMkLst>
        </pc:inkChg>
        <pc:inkChg chg="del">
          <ac:chgData name="Aggie Menezes" userId="74619c95fa3483c9" providerId="LiveId" clId="{E1046145-E3DE-F540-A54F-1820C5049C66}" dt="2021-03-09T03:28:48.110" v="4568" actId="478"/>
          <ac:inkMkLst>
            <pc:docMk/>
            <pc:sldMk cId="2227817946" sldId="282"/>
            <ac:inkMk id="30" creationId="{C5902AA0-E2C1-9947-9A5A-7EE3B9941C4B}"/>
          </ac:inkMkLst>
        </pc:inkChg>
        <pc:inkChg chg="del">
          <ac:chgData name="Aggie Menezes" userId="74619c95fa3483c9" providerId="LiveId" clId="{E1046145-E3DE-F540-A54F-1820C5049C66}" dt="2021-03-09T03:28:43.573" v="4566" actId="478"/>
          <ac:inkMkLst>
            <pc:docMk/>
            <pc:sldMk cId="2227817946" sldId="282"/>
            <ac:inkMk id="32" creationId="{C1324BB5-8580-B34E-B36D-DAB2B3A79F7B}"/>
          </ac:inkMkLst>
        </pc:inkChg>
        <pc:inkChg chg="del">
          <ac:chgData name="Aggie Menezes" userId="74619c95fa3483c9" providerId="LiveId" clId="{E1046145-E3DE-F540-A54F-1820C5049C66}" dt="2021-03-09T03:28:39.746" v="4564" actId="478"/>
          <ac:inkMkLst>
            <pc:docMk/>
            <pc:sldMk cId="2227817946" sldId="282"/>
            <ac:inkMk id="33" creationId="{8349E7BE-1B91-4F43-8406-93D445F69F3F}"/>
          </ac:inkMkLst>
        </pc:inkChg>
        <pc:inkChg chg="del mod">
          <ac:chgData name="Aggie Menezes" userId="74619c95fa3483c9" providerId="LiveId" clId="{E1046145-E3DE-F540-A54F-1820C5049C66}" dt="2021-03-09T03:28:52.654" v="4571" actId="478"/>
          <ac:inkMkLst>
            <pc:docMk/>
            <pc:sldMk cId="2227817946" sldId="282"/>
            <ac:inkMk id="35" creationId="{7541601E-5F9B-B947-814D-6D1C10D4A3BC}"/>
          </ac:inkMkLst>
        </pc:inkChg>
        <pc:inkChg chg="del">
          <ac:chgData name="Aggie Menezes" userId="74619c95fa3483c9" providerId="LiveId" clId="{E1046145-E3DE-F540-A54F-1820C5049C66}" dt="2021-03-09T03:28:50.166" v="4569" actId="478"/>
          <ac:inkMkLst>
            <pc:docMk/>
            <pc:sldMk cId="2227817946" sldId="282"/>
            <ac:inkMk id="36" creationId="{8E1D8FDA-425D-E84F-A146-0E1DA5A80865}"/>
          </ac:inkMkLst>
        </pc:inkChg>
        <pc:inkChg chg="del">
          <ac:chgData name="Aggie Menezes" userId="74619c95fa3483c9" providerId="LiveId" clId="{E1046145-E3DE-F540-A54F-1820C5049C66}" dt="2021-03-09T03:28:30.092" v="4560" actId="478"/>
          <ac:inkMkLst>
            <pc:docMk/>
            <pc:sldMk cId="2227817946" sldId="282"/>
            <ac:inkMk id="42" creationId="{CB6F740D-1468-8643-869F-88C02C4B84C0}"/>
          </ac:inkMkLst>
        </pc:inkChg>
        <pc:inkChg chg="del">
          <ac:chgData name="Aggie Menezes" userId="74619c95fa3483c9" providerId="LiveId" clId="{E1046145-E3DE-F540-A54F-1820C5049C66}" dt="2021-03-09T03:28:56.162" v="4572" actId="478"/>
          <ac:inkMkLst>
            <pc:docMk/>
            <pc:sldMk cId="2227817946" sldId="282"/>
            <ac:inkMk id="76" creationId="{88F8F6BF-FD37-C84B-85F3-C6CFEEE7DC41}"/>
          </ac:inkMkLst>
        </pc:inkChg>
        <pc:inkChg chg="del">
          <ac:chgData name="Aggie Menezes" userId="74619c95fa3483c9" providerId="LiveId" clId="{E1046145-E3DE-F540-A54F-1820C5049C66}" dt="2021-03-09T03:29:04.197" v="4574" actId="478"/>
          <ac:inkMkLst>
            <pc:docMk/>
            <pc:sldMk cId="2227817946" sldId="282"/>
            <ac:inkMk id="77" creationId="{F392C427-5754-1D42-9AA3-A80FD3D153AD}"/>
          </ac:inkMkLst>
        </pc:inkChg>
        <pc:inkChg chg="del">
          <ac:chgData name="Aggie Menezes" userId="74619c95fa3483c9" providerId="LiveId" clId="{E1046145-E3DE-F540-A54F-1820C5049C66}" dt="2021-03-09T03:29:06.955" v="4575" actId="478"/>
          <ac:inkMkLst>
            <pc:docMk/>
            <pc:sldMk cId="2227817946" sldId="282"/>
            <ac:inkMk id="79" creationId="{24003A4C-A91F-FA43-AC96-F84100587610}"/>
          </ac:inkMkLst>
        </pc:inkChg>
        <pc:inkChg chg="del">
          <ac:chgData name="Aggie Menezes" userId="74619c95fa3483c9" providerId="LiveId" clId="{E1046145-E3DE-F540-A54F-1820C5049C66}" dt="2021-03-09T03:29:09.779" v="4576" actId="478"/>
          <ac:inkMkLst>
            <pc:docMk/>
            <pc:sldMk cId="2227817946" sldId="282"/>
            <ac:inkMk id="80" creationId="{7B5452D8-3135-574A-A7B8-27A20D07AE93}"/>
          </ac:inkMkLst>
        </pc:inkChg>
        <pc:inkChg chg="del">
          <ac:chgData name="Aggie Menezes" userId="74619c95fa3483c9" providerId="LiveId" clId="{E1046145-E3DE-F540-A54F-1820C5049C66}" dt="2021-03-09T03:29:11.850" v="4577" actId="478"/>
          <ac:inkMkLst>
            <pc:docMk/>
            <pc:sldMk cId="2227817946" sldId="282"/>
            <ac:inkMk id="81" creationId="{92161C4D-EF25-BB4A-9841-E8D08C9C8E39}"/>
          </ac:inkMkLst>
        </pc:inkChg>
      </pc:sldChg>
      <pc:sldChg chg="modSp add del mod">
        <pc:chgData name="Aggie Menezes" userId="74619c95fa3483c9" providerId="LiveId" clId="{E1046145-E3DE-F540-A54F-1820C5049C66}" dt="2021-03-06T02:13:05.909" v="2901" actId="2696"/>
        <pc:sldMkLst>
          <pc:docMk/>
          <pc:sldMk cId="2192722652" sldId="283"/>
        </pc:sldMkLst>
        <pc:spChg chg="mod">
          <ac:chgData name="Aggie Menezes" userId="74619c95fa3483c9" providerId="LiveId" clId="{E1046145-E3DE-F540-A54F-1820C5049C66}" dt="2021-03-06T02:05:48.352" v="2825" actId="14100"/>
          <ac:spMkLst>
            <pc:docMk/>
            <pc:sldMk cId="2192722652" sldId="283"/>
            <ac:spMk id="7" creationId="{5EB7FA53-BE1F-8647-8B33-6F465C6A0626}"/>
          </ac:spMkLst>
        </pc:spChg>
        <pc:spChg chg="mod">
          <ac:chgData name="Aggie Menezes" userId="74619c95fa3483c9" providerId="LiveId" clId="{E1046145-E3DE-F540-A54F-1820C5049C66}" dt="2021-03-06T02:06:18.412" v="2828" actId="14100"/>
          <ac:spMkLst>
            <pc:docMk/>
            <pc:sldMk cId="2192722652" sldId="283"/>
            <ac:spMk id="8" creationId="{DADD1951-971D-4342-9748-EFF3EF826041}"/>
          </ac:spMkLst>
        </pc:spChg>
        <pc:spChg chg="mod">
          <ac:chgData name="Aggie Menezes" userId="74619c95fa3483c9" providerId="LiveId" clId="{E1046145-E3DE-F540-A54F-1820C5049C66}" dt="2021-03-06T02:06:35.498" v="2831" actId="14100"/>
          <ac:spMkLst>
            <pc:docMk/>
            <pc:sldMk cId="2192722652" sldId="283"/>
            <ac:spMk id="9" creationId="{BF227101-60F2-E34E-A539-DBC43DA2B5AD}"/>
          </ac:spMkLst>
        </pc:spChg>
        <pc:spChg chg="mod">
          <ac:chgData name="Aggie Menezes" userId="74619c95fa3483c9" providerId="LiveId" clId="{E1046145-E3DE-F540-A54F-1820C5049C66}" dt="2021-03-06T02:05:40.352" v="2823" actId="255"/>
          <ac:spMkLst>
            <pc:docMk/>
            <pc:sldMk cId="2192722652" sldId="283"/>
            <ac:spMk id="10" creationId="{0A56DA58-9BA8-524A-BD5D-6EE381027F3A}"/>
          </ac:spMkLst>
        </pc:spChg>
        <pc:spChg chg="mod">
          <ac:chgData name="Aggie Menezes" userId="74619c95fa3483c9" providerId="LiveId" clId="{E1046145-E3DE-F540-A54F-1820C5049C66}" dt="2021-03-06T02:06:56.363" v="2835" actId="14100"/>
          <ac:spMkLst>
            <pc:docMk/>
            <pc:sldMk cId="2192722652" sldId="283"/>
            <ac:spMk id="11" creationId="{BDA39F2F-A224-394C-8AA1-BD9C944D3B88}"/>
          </ac:spMkLst>
        </pc:spChg>
        <pc:spChg chg="mod">
          <ac:chgData name="Aggie Menezes" userId="74619c95fa3483c9" providerId="LiveId" clId="{E1046145-E3DE-F540-A54F-1820C5049C66}" dt="2021-03-06T02:07:45.882" v="2844" actId="14100"/>
          <ac:spMkLst>
            <pc:docMk/>
            <pc:sldMk cId="2192722652" sldId="283"/>
            <ac:spMk id="12" creationId="{E4DE0941-A6AA-DF47-AA91-1AC86E790631}"/>
          </ac:spMkLst>
        </pc:spChg>
        <pc:spChg chg="mod">
          <ac:chgData name="Aggie Menezes" userId="74619c95fa3483c9" providerId="LiveId" clId="{E1046145-E3DE-F540-A54F-1820C5049C66}" dt="2021-03-06T02:05:40.352" v="2823" actId="255"/>
          <ac:spMkLst>
            <pc:docMk/>
            <pc:sldMk cId="2192722652" sldId="283"/>
            <ac:spMk id="13" creationId="{4DB815E8-25FC-654B-BCEF-36BA15E3DDF8}"/>
          </ac:spMkLst>
        </pc:spChg>
        <pc:spChg chg="mod">
          <ac:chgData name="Aggie Menezes" userId="74619c95fa3483c9" providerId="LiveId" clId="{E1046145-E3DE-F540-A54F-1820C5049C66}" dt="2021-03-06T02:07:21.902" v="2839" actId="255"/>
          <ac:spMkLst>
            <pc:docMk/>
            <pc:sldMk cId="2192722652" sldId="283"/>
            <ac:spMk id="14" creationId="{B51878B2-980A-9345-815D-389A0328CDDC}"/>
          </ac:spMkLst>
        </pc:spChg>
        <pc:grpChg chg="mod">
          <ac:chgData name="Aggie Menezes" userId="74619c95fa3483c9" providerId="LiveId" clId="{E1046145-E3DE-F540-A54F-1820C5049C66}" dt="2021-03-06T02:07:25.493" v="2840" actId="14100"/>
          <ac:grpSpMkLst>
            <pc:docMk/>
            <pc:sldMk cId="2192722652" sldId="283"/>
            <ac:grpSpMk id="2" creationId="{E8A11BAC-49BC-9641-808D-5008D800FBFE}"/>
          </ac:grpSpMkLst>
        </pc:grpChg>
      </pc:sldChg>
      <pc:sldChg chg="del">
        <pc:chgData name="Aggie Menezes" userId="74619c95fa3483c9" providerId="LiveId" clId="{E1046145-E3DE-F540-A54F-1820C5049C66}" dt="2021-03-06T03:28:59.165" v="3135" actId="2696"/>
        <pc:sldMkLst>
          <pc:docMk/>
          <pc:sldMk cId="2820248114" sldId="283"/>
        </pc:sldMkLst>
      </pc:sldChg>
      <pc:sldChg chg="addSp delSp modSp new mod">
        <pc:chgData name="Aggie Menezes" userId="74619c95fa3483c9" providerId="LiveId" clId="{E1046145-E3DE-F540-A54F-1820C5049C66}" dt="2021-04-06T08:19:32.778" v="4973" actId="207"/>
        <pc:sldMkLst>
          <pc:docMk/>
          <pc:sldMk cId="1668749573" sldId="284"/>
        </pc:sldMkLst>
        <pc:spChg chg="del mod">
          <ac:chgData name="Aggie Menezes" userId="74619c95fa3483c9" providerId="LiveId" clId="{E1046145-E3DE-F540-A54F-1820C5049C66}" dt="2021-03-06T03:24:46.395" v="2951" actId="478"/>
          <ac:spMkLst>
            <pc:docMk/>
            <pc:sldMk cId="1668749573" sldId="284"/>
            <ac:spMk id="2" creationId="{5F23E171-A704-654A-804F-A34A52B56EBA}"/>
          </ac:spMkLst>
        </pc:spChg>
        <pc:spChg chg="add mod">
          <ac:chgData name="Aggie Menezes" userId="74619c95fa3483c9" providerId="LiveId" clId="{E1046145-E3DE-F540-A54F-1820C5049C66}" dt="2021-03-06T05:23:27.328" v="4327" actId="20577"/>
          <ac:spMkLst>
            <pc:docMk/>
            <pc:sldMk cId="1668749573" sldId="284"/>
            <ac:spMk id="4" creationId="{D9ECAB3D-91E5-CD42-9592-02AB37F38E93}"/>
          </ac:spMkLst>
        </pc:spChg>
        <pc:spChg chg="add mod">
          <ac:chgData name="Aggie Menezes" userId="74619c95fa3483c9" providerId="LiveId" clId="{E1046145-E3DE-F540-A54F-1820C5049C66}" dt="2021-03-06T05:23:10.052" v="4321" actId="207"/>
          <ac:spMkLst>
            <pc:docMk/>
            <pc:sldMk cId="1668749573" sldId="284"/>
            <ac:spMk id="5" creationId="{066D9989-08FD-FA40-A08C-7FDE14C5743C}"/>
          </ac:spMkLst>
        </pc:spChg>
        <pc:spChg chg="add mod">
          <ac:chgData name="Aggie Menezes" userId="74619c95fa3483c9" providerId="LiveId" clId="{E1046145-E3DE-F540-A54F-1820C5049C66}" dt="2021-03-06T05:23:17.766" v="4322" actId="207"/>
          <ac:spMkLst>
            <pc:docMk/>
            <pc:sldMk cId="1668749573" sldId="284"/>
            <ac:spMk id="6" creationId="{A8E05AE6-F0AF-1C43-A191-896805FCF32B}"/>
          </ac:spMkLst>
        </pc:spChg>
        <pc:spChg chg="add mod">
          <ac:chgData name="Aggie Menezes" userId="74619c95fa3483c9" providerId="LiveId" clId="{E1046145-E3DE-F540-A54F-1820C5049C66}" dt="2021-03-06T05:23:17.766" v="4322" actId="207"/>
          <ac:spMkLst>
            <pc:docMk/>
            <pc:sldMk cId="1668749573" sldId="284"/>
            <ac:spMk id="7" creationId="{D2504BF4-9F6D-B04E-B8D2-7CC070443D59}"/>
          </ac:spMkLst>
        </pc:spChg>
        <pc:spChg chg="add mod">
          <ac:chgData name="Aggie Menezes" userId="74619c95fa3483c9" providerId="LiveId" clId="{E1046145-E3DE-F540-A54F-1820C5049C66}" dt="2021-04-06T08:19:00.483" v="4965" actId="207"/>
          <ac:spMkLst>
            <pc:docMk/>
            <pc:sldMk cId="1668749573" sldId="284"/>
            <ac:spMk id="8" creationId="{E4C23F29-0217-4049-884E-81CAC1AE2D3F}"/>
          </ac:spMkLst>
        </pc:spChg>
        <pc:spChg chg="add mod">
          <ac:chgData name="Aggie Menezes" userId="74619c95fa3483c9" providerId="LiveId" clId="{E1046145-E3DE-F540-A54F-1820C5049C66}" dt="2021-04-06T08:19:04.366" v="4966" actId="207"/>
          <ac:spMkLst>
            <pc:docMk/>
            <pc:sldMk cId="1668749573" sldId="284"/>
            <ac:spMk id="9" creationId="{7FBBF6EC-31CD-D944-913B-A104B2638202}"/>
          </ac:spMkLst>
        </pc:spChg>
        <pc:spChg chg="add mod">
          <ac:chgData name="Aggie Menezes" userId="74619c95fa3483c9" providerId="LiveId" clId="{E1046145-E3DE-F540-A54F-1820C5049C66}" dt="2021-04-06T08:19:07.764" v="4967" actId="207"/>
          <ac:spMkLst>
            <pc:docMk/>
            <pc:sldMk cId="1668749573" sldId="284"/>
            <ac:spMk id="10" creationId="{CE1A14D5-217B-6F42-88FD-0ED86C3CE017}"/>
          </ac:spMkLst>
        </pc:spChg>
        <pc:spChg chg="add del mod">
          <ac:chgData name="Aggie Menezes" userId="74619c95fa3483c9" providerId="LiveId" clId="{E1046145-E3DE-F540-A54F-1820C5049C66}" dt="2021-03-06T03:27:22.189" v="3055" actId="478"/>
          <ac:spMkLst>
            <pc:docMk/>
            <pc:sldMk cId="1668749573" sldId="284"/>
            <ac:spMk id="11" creationId="{83B1EA5F-4732-7149-941A-BE48A0FD1B49}"/>
          </ac:spMkLst>
        </pc:spChg>
        <pc:spChg chg="add mod">
          <ac:chgData name="Aggie Menezes" userId="74619c95fa3483c9" providerId="LiveId" clId="{E1046145-E3DE-F540-A54F-1820C5049C66}" dt="2021-04-06T08:19:11.358" v="4968" actId="207"/>
          <ac:spMkLst>
            <pc:docMk/>
            <pc:sldMk cId="1668749573" sldId="284"/>
            <ac:spMk id="12" creationId="{06450595-C661-0C46-BCE5-D268694BBDA1}"/>
          </ac:spMkLst>
        </pc:spChg>
        <pc:spChg chg="add mod">
          <ac:chgData name="Aggie Menezes" userId="74619c95fa3483c9" providerId="LiveId" clId="{E1046145-E3DE-F540-A54F-1820C5049C66}" dt="2021-04-06T08:19:15.659" v="4969" actId="207"/>
          <ac:spMkLst>
            <pc:docMk/>
            <pc:sldMk cId="1668749573" sldId="284"/>
            <ac:spMk id="13" creationId="{1F020A33-911E-6647-A0C9-AF0EA3571926}"/>
          </ac:spMkLst>
        </pc:spChg>
        <pc:spChg chg="add mod">
          <ac:chgData name="Aggie Menezes" userId="74619c95fa3483c9" providerId="LiveId" clId="{E1046145-E3DE-F540-A54F-1820C5049C66}" dt="2021-04-06T08:19:19.277" v="4970" actId="207"/>
          <ac:spMkLst>
            <pc:docMk/>
            <pc:sldMk cId="1668749573" sldId="284"/>
            <ac:spMk id="14" creationId="{D8E3D915-21E5-FA4F-B72E-7E324BC853F0}"/>
          </ac:spMkLst>
        </pc:spChg>
        <pc:spChg chg="add mod">
          <ac:chgData name="Aggie Menezes" userId="74619c95fa3483c9" providerId="LiveId" clId="{E1046145-E3DE-F540-A54F-1820C5049C66}" dt="2021-04-06T08:19:23.156" v="4971" actId="207"/>
          <ac:spMkLst>
            <pc:docMk/>
            <pc:sldMk cId="1668749573" sldId="284"/>
            <ac:spMk id="15" creationId="{729FA564-BCA0-CE4D-A3E7-73081EDE2607}"/>
          </ac:spMkLst>
        </pc:spChg>
        <pc:spChg chg="add mod">
          <ac:chgData name="Aggie Menezes" userId="74619c95fa3483c9" providerId="LiveId" clId="{E1046145-E3DE-F540-A54F-1820C5049C66}" dt="2021-04-06T08:19:32.778" v="4973" actId="207"/>
          <ac:spMkLst>
            <pc:docMk/>
            <pc:sldMk cId="1668749573" sldId="284"/>
            <ac:spMk id="16" creationId="{F4EC4792-8708-B445-BE7D-6918CEEE9058}"/>
          </ac:spMkLst>
        </pc:spChg>
        <pc:grpChg chg="del">
          <ac:chgData name="Aggie Menezes" userId="74619c95fa3483c9" providerId="LiveId" clId="{E1046145-E3DE-F540-A54F-1820C5049C66}" dt="2021-03-26T13:36:26.546" v="4794" actId="478"/>
          <ac:grpSpMkLst>
            <pc:docMk/>
            <pc:sldMk cId="1668749573" sldId="284"/>
            <ac:grpSpMk id="34" creationId="{9887318D-3447-F54F-9906-6EDD0B2C11B5}"/>
          </ac:grpSpMkLst>
        </pc:grpChg>
        <pc:grpChg chg="del">
          <ac:chgData name="Aggie Menezes" userId="74619c95fa3483c9" providerId="LiveId" clId="{E1046145-E3DE-F540-A54F-1820C5049C66}" dt="2021-03-26T13:36:21.869" v="4792" actId="478"/>
          <ac:grpSpMkLst>
            <pc:docMk/>
            <pc:sldMk cId="1668749573" sldId="284"/>
            <ac:grpSpMk id="35" creationId="{631C6E36-CDED-CF44-AC2D-7647F18D5888}"/>
          </ac:grpSpMkLst>
        </pc:grpChg>
        <pc:grpChg chg="del">
          <ac:chgData name="Aggie Menezes" userId="74619c95fa3483c9" providerId="LiveId" clId="{E1046145-E3DE-F540-A54F-1820C5049C66}" dt="2021-03-26T13:36:24.494" v="4793" actId="478"/>
          <ac:grpSpMkLst>
            <pc:docMk/>
            <pc:sldMk cId="1668749573" sldId="284"/>
            <ac:grpSpMk id="38" creationId="{6123F353-EBD1-714C-B762-1E3C37CAB86B}"/>
          </ac:grpSpMkLst>
        </pc:grpChg>
        <pc:grpChg chg="del">
          <ac:chgData name="Aggie Menezes" userId="74619c95fa3483c9" providerId="LiveId" clId="{E1046145-E3DE-F540-A54F-1820C5049C66}" dt="2021-03-26T13:36:15.203" v="4790" actId="478"/>
          <ac:grpSpMkLst>
            <pc:docMk/>
            <pc:sldMk cId="1668749573" sldId="284"/>
            <ac:grpSpMk id="41" creationId="{28247A21-4688-6249-BB0E-0969E522830B}"/>
          </ac:grpSpMkLst>
        </pc:grpChg>
        <pc:inkChg chg="del">
          <ac:chgData name="Aggie Menezes" userId="74619c95fa3483c9" providerId="LiveId" clId="{E1046145-E3DE-F540-A54F-1820C5049C66}" dt="2021-03-26T13:36:18.015" v="4791" actId="478"/>
          <ac:inkMkLst>
            <pc:docMk/>
            <pc:sldMk cId="1668749573" sldId="284"/>
            <ac:inkMk id="42" creationId="{46D5C978-E6F5-B44E-95A7-85DD09CBEB6C}"/>
          </ac:inkMkLst>
        </pc:inkChg>
      </pc:sldChg>
      <pc:sldChg chg="modSp del mod">
        <pc:chgData name="Aggie Menezes" userId="74619c95fa3483c9" providerId="LiveId" clId="{E1046145-E3DE-F540-A54F-1820C5049C66}" dt="2021-03-06T05:06:22.005" v="4147" actId="2696"/>
        <pc:sldMkLst>
          <pc:docMk/>
          <pc:sldMk cId="511342006" sldId="285"/>
        </pc:sldMkLst>
        <pc:spChg chg="mod">
          <ac:chgData name="Aggie Menezes" userId="74619c95fa3483c9" providerId="LiveId" clId="{E1046145-E3DE-F540-A54F-1820C5049C66}" dt="2021-03-06T05:05:55.508" v="4143" actId="14100"/>
          <ac:spMkLst>
            <pc:docMk/>
            <pc:sldMk cId="511342006" sldId="285"/>
            <ac:spMk id="119" creationId="{00000000-0000-0000-0000-000000000000}"/>
          </ac:spMkLst>
        </pc:spChg>
      </pc:sldChg>
      <pc:sldChg chg="del ord">
        <pc:chgData name="Aggie Menezes" userId="74619c95fa3483c9" providerId="LiveId" clId="{E1046145-E3DE-F540-A54F-1820C5049C66}" dt="2021-03-15T13:36:58.718" v="4775" actId="2696"/>
        <pc:sldMkLst>
          <pc:docMk/>
          <pc:sldMk cId="2493774319" sldId="285"/>
        </pc:sldMkLst>
      </pc:sldChg>
      <pc:sldChg chg="add del">
        <pc:chgData name="Aggie Menezes" userId="74619c95fa3483c9" providerId="LiveId" clId="{E1046145-E3DE-F540-A54F-1820C5049C66}" dt="2021-03-06T04:48:46.796" v="3899" actId="2696"/>
        <pc:sldMkLst>
          <pc:docMk/>
          <pc:sldMk cId="2330164654" sldId="286"/>
        </pc:sldMkLst>
      </pc:sldChg>
      <pc:sldChg chg="addSp delSp modSp add mod delAnim modAnim">
        <pc:chgData name="Aggie Menezes" userId="74619c95fa3483c9" providerId="LiveId" clId="{E1046145-E3DE-F540-A54F-1820C5049C66}" dt="2021-04-06T09:28:41.064" v="5422" actId="1076"/>
        <pc:sldMkLst>
          <pc:docMk/>
          <pc:sldMk cId="3536547434" sldId="286"/>
        </pc:sldMkLst>
        <pc:spChg chg="add del mod">
          <ac:chgData name="Aggie Menezes" userId="74619c95fa3483c9" providerId="LiveId" clId="{E1046145-E3DE-F540-A54F-1820C5049C66}" dt="2021-03-15T13:30:51.189" v="4658" actId="478"/>
          <ac:spMkLst>
            <pc:docMk/>
            <pc:sldMk cId="3536547434" sldId="286"/>
            <ac:spMk id="3" creationId="{A13AB0E1-D021-234D-BED5-14FF02C60CA6}"/>
          </ac:spMkLst>
        </pc:spChg>
        <pc:spChg chg="mod">
          <ac:chgData name="Aggie Menezes" userId="74619c95fa3483c9" providerId="LiveId" clId="{E1046145-E3DE-F540-A54F-1820C5049C66}" dt="2021-03-15T13:36:09.330" v="4768" actId="164"/>
          <ac:spMkLst>
            <pc:docMk/>
            <pc:sldMk cId="3536547434" sldId="286"/>
            <ac:spMk id="12" creationId="{E4DE0941-A6AA-DF47-AA91-1AC86E790631}"/>
          </ac:spMkLst>
        </pc:spChg>
        <pc:spChg chg="del">
          <ac:chgData name="Aggie Menezes" userId="74619c95fa3483c9" providerId="LiveId" clId="{E1046145-E3DE-F540-A54F-1820C5049C66}" dt="2021-03-15T13:30:20.486" v="4644" actId="478"/>
          <ac:spMkLst>
            <pc:docMk/>
            <pc:sldMk cId="3536547434" sldId="286"/>
            <ac:spMk id="15" creationId="{844C9469-F285-F043-B5DE-AE29C2046CA2}"/>
          </ac:spMkLst>
        </pc:spChg>
        <pc:spChg chg="del">
          <ac:chgData name="Aggie Menezes" userId="74619c95fa3483c9" providerId="LiveId" clId="{E1046145-E3DE-F540-A54F-1820C5049C66}" dt="2021-03-15T13:30:16.951" v="4643" actId="478"/>
          <ac:spMkLst>
            <pc:docMk/>
            <pc:sldMk cId="3536547434" sldId="286"/>
            <ac:spMk id="16" creationId="{D48FADF7-47C9-F74C-98D0-D787075EF788}"/>
          </ac:spMkLst>
        </pc:spChg>
        <pc:spChg chg="del">
          <ac:chgData name="Aggie Menezes" userId="74619c95fa3483c9" providerId="LiveId" clId="{E1046145-E3DE-F540-A54F-1820C5049C66}" dt="2021-03-15T13:30:20.486" v="4644" actId="478"/>
          <ac:spMkLst>
            <pc:docMk/>
            <pc:sldMk cId="3536547434" sldId="286"/>
            <ac:spMk id="17" creationId="{27389AF9-92A6-6F4C-BA44-2DC2422230E6}"/>
          </ac:spMkLst>
        </pc:spChg>
        <pc:spChg chg="del">
          <ac:chgData name="Aggie Menezes" userId="74619c95fa3483c9" providerId="LiveId" clId="{E1046145-E3DE-F540-A54F-1820C5049C66}" dt="2021-03-15T13:30:16.951" v="4643" actId="478"/>
          <ac:spMkLst>
            <pc:docMk/>
            <pc:sldMk cId="3536547434" sldId="286"/>
            <ac:spMk id="18" creationId="{E7D32499-D2B5-404E-8302-7789258486E5}"/>
          </ac:spMkLst>
        </pc:spChg>
        <pc:spChg chg="del">
          <ac:chgData name="Aggie Menezes" userId="74619c95fa3483c9" providerId="LiveId" clId="{E1046145-E3DE-F540-A54F-1820C5049C66}" dt="2021-03-15T13:30:20.486" v="4644" actId="478"/>
          <ac:spMkLst>
            <pc:docMk/>
            <pc:sldMk cId="3536547434" sldId="286"/>
            <ac:spMk id="19" creationId="{5304A095-5AE8-F44B-92F8-8BBBD62B4399}"/>
          </ac:spMkLst>
        </pc:spChg>
        <pc:spChg chg="del">
          <ac:chgData name="Aggie Menezes" userId="74619c95fa3483c9" providerId="LiveId" clId="{E1046145-E3DE-F540-A54F-1820C5049C66}" dt="2021-03-15T13:30:16.951" v="4643" actId="478"/>
          <ac:spMkLst>
            <pc:docMk/>
            <pc:sldMk cId="3536547434" sldId="286"/>
            <ac:spMk id="20" creationId="{DB368AF8-121E-2249-9956-4B83BC6F7619}"/>
          </ac:spMkLst>
        </pc:spChg>
        <pc:spChg chg="add mod">
          <ac:chgData name="Aggie Menezes" userId="74619c95fa3483c9" providerId="LiveId" clId="{E1046145-E3DE-F540-A54F-1820C5049C66}" dt="2021-03-15T13:36:09.330" v="4768" actId="164"/>
          <ac:spMkLst>
            <pc:docMk/>
            <pc:sldMk cId="3536547434" sldId="286"/>
            <ac:spMk id="36" creationId="{88EE96D6-9AB1-B648-B626-493683964639}"/>
          </ac:spMkLst>
        </pc:spChg>
        <pc:spChg chg="add mod">
          <ac:chgData name="Aggie Menezes" userId="74619c95fa3483c9" providerId="LiveId" clId="{E1046145-E3DE-F540-A54F-1820C5049C66}" dt="2021-03-15T13:36:09.330" v="4768" actId="164"/>
          <ac:spMkLst>
            <pc:docMk/>
            <pc:sldMk cId="3536547434" sldId="286"/>
            <ac:spMk id="37" creationId="{ECD285C0-09D7-F641-BCAF-0B57C21D7225}"/>
          </ac:spMkLst>
        </pc:spChg>
        <pc:spChg chg="add mod">
          <ac:chgData name="Aggie Menezes" userId="74619c95fa3483c9" providerId="LiveId" clId="{E1046145-E3DE-F540-A54F-1820C5049C66}" dt="2021-03-15T13:36:09.330" v="4768" actId="164"/>
          <ac:spMkLst>
            <pc:docMk/>
            <pc:sldMk cId="3536547434" sldId="286"/>
            <ac:spMk id="38" creationId="{7EC2FA13-9558-D543-9ED6-83B17C0E0256}"/>
          </ac:spMkLst>
        </pc:spChg>
        <pc:spChg chg="add mod">
          <ac:chgData name="Aggie Menezes" userId="74619c95fa3483c9" providerId="LiveId" clId="{E1046145-E3DE-F540-A54F-1820C5049C66}" dt="2021-03-15T13:36:09.330" v="4768" actId="164"/>
          <ac:spMkLst>
            <pc:docMk/>
            <pc:sldMk cId="3536547434" sldId="286"/>
            <ac:spMk id="39" creationId="{61668B96-BE84-2A45-9CBC-9D86FC8572F9}"/>
          </ac:spMkLst>
        </pc:spChg>
        <pc:spChg chg="add mod">
          <ac:chgData name="Aggie Menezes" userId="74619c95fa3483c9" providerId="LiveId" clId="{E1046145-E3DE-F540-A54F-1820C5049C66}" dt="2021-04-06T09:27:59.752" v="5395" actId="1076"/>
          <ac:spMkLst>
            <pc:docMk/>
            <pc:sldMk cId="3536547434" sldId="286"/>
            <ac:spMk id="41" creationId="{7808580E-0F50-3D4F-85C9-65409857A5FA}"/>
          </ac:spMkLst>
        </pc:spChg>
        <pc:spChg chg="add mod">
          <ac:chgData name="Aggie Menezes" userId="74619c95fa3483c9" providerId="LiveId" clId="{E1046145-E3DE-F540-A54F-1820C5049C66}" dt="2021-04-06T09:28:41.064" v="5422" actId="1076"/>
          <ac:spMkLst>
            <pc:docMk/>
            <pc:sldMk cId="3536547434" sldId="286"/>
            <ac:spMk id="42" creationId="{7F10EE11-7C71-D04C-A15C-BBA9799BEB1A}"/>
          </ac:spMkLst>
        </pc:spChg>
        <pc:spChg chg="del">
          <ac:chgData name="Aggie Menezes" userId="74619c95fa3483c9" providerId="LiveId" clId="{E1046145-E3DE-F540-A54F-1820C5049C66}" dt="2021-03-15T13:29:58.382" v="4640" actId="478"/>
          <ac:spMkLst>
            <pc:docMk/>
            <pc:sldMk cId="3536547434" sldId="286"/>
            <ac:spMk id="43" creationId="{0174B1C0-ECFC-904E-AFF8-B10BD7669D6B}"/>
          </ac:spMkLst>
        </pc:spChg>
        <pc:spChg chg="del">
          <ac:chgData name="Aggie Menezes" userId="74619c95fa3483c9" providerId="LiveId" clId="{E1046145-E3DE-F540-A54F-1820C5049C66}" dt="2021-03-15T13:29:58.382" v="4640" actId="478"/>
          <ac:spMkLst>
            <pc:docMk/>
            <pc:sldMk cId="3536547434" sldId="286"/>
            <ac:spMk id="44" creationId="{AB4B0B78-C3F7-C74B-98ED-54DD53E0B7B5}"/>
          </ac:spMkLst>
        </pc:spChg>
        <pc:spChg chg="del">
          <ac:chgData name="Aggie Menezes" userId="74619c95fa3483c9" providerId="LiveId" clId="{E1046145-E3DE-F540-A54F-1820C5049C66}" dt="2021-03-15T13:29:58.382" v="4640" actId="478"/>
          <ac:spMkLst>
            <pc:docMk/>
            <pc:sldMk cId="3536547434" sldId="286"/>
            <ac:spMk id="45" creationId="{6FF1B86D-F2B5-C24D-9133-8207421ECA1D}"/>
          </ac:spMkLst>
        </pc:spChg>
        <pc:spChg chg="del">
          <ac:chgData name="Aggie Menezes" userId="74619c95fa3483c9" providerId="LiveId" clId="{E1046145-E3DE-F540-A54F-1820C5049C66}" dt="2021-03-15T13:29:58.382" v="4640" actId="478"/>
          <ac:spMkLst>
            <pc:docMk/>
            <pc:sldMk cId="3536547434" sldId="286"/>
            <ac:spMk id="46" creationId="{05761AB7-8DA1-314E-89ED-11C10B757EB7}"/>
          </ac:spMkLst>
        </pc:spChg>
        <pc:spChg chg="del">
          <ac:chgData name="Aggie Menezes" userId="74619c95fa3483c9" providerId="LiveId" clId="{E1046145-E3DE-F540-A54F-1820C5049C66}" dt="2021-03-15T13:29:58.382" v="4640" actId="478"/>
          <ac:spMkLst>
            <pc:docMk/>
            <pc:sldMk cId="3536547434" sldId="286"/>
            <ac:spMk id="48" creationId="{03B0BAE1-8038-AF45-BB00-F60ABC5106BF}"/>
          </ac:spMkLst>
        </pc:spChg>
        <pc:spChg chg="add mod">
          <ac:chgData name="Aggie Menezes" userId="74619c95fa3483c9" providerId="LiveId" clId="{E1046145-E3DE-F540-A54F-1820C5049C66}" dt="2021-04-06T09:28:36.806" v="5421" actId="2711"/>
          <ac:spMkLst>
            <pc:docMk/>
            <pc:sldMk cId="3536547434" sldId="286"/>
            <ac:spMk id="49" creationId="{06E582BB-38E4-9849-BBF2-661279ED9AA9}"/>
          </ac:spMkLst>
        </pc:spChg>
        <pc:spChg chg="add mod">
          <ac:chgData name="Aggie Menezes" userId="74619c95fa3483c9" providerId="LiveId" clId="{E1046145-E3DE-F540-A54F-1820C5049C66}" dt="2021-04-06T09:28:08.138" v="5400" actId="20577"/>
          <ac:spMkLst>
            <pc:docMk/>
            <pc:sldMk cId="3536547434" sldId="286"/>
            <ac:spMk id="50" creationId="{9F4E9698-BCD6-284E-9D71-1F843F9B4B77}"/>
          </ac:spMkLst>
        </pc:spChg>
        <pc:spChg chg="add mod">
          <ac:chgData name="Aggie Menezes" userId="74619c95fa3483c9" providerId="LiveId" clId="{E1046145-E3DE-F540-A54F-1820C5049C66}" dt="2021-04-06T09:28:15.762" v="5407" actId="20577"/>
          <ac:spMkLst>
            <pc:docMk/>
            <pc:sldMk cId="3536547434" sldId="286"/>
            <ac:spMk id="51" creationId="{5F6F2857-BEC9-734D-92EE-BB237CE75A43}"/>
          </ac:spMkLst>
        </pc:spChg>
        <pc:spChg chg="del">
          <ac:chgData name="Aggie Menezes" userId="74619c95fa3483c9" providerId="LiveId" clId="{E1046145-E3DE-F540-A54F-1820C5049C66}" dt="2021-03-15T13:29:58.382" v="4640" actId="478"/>
          <ac:spMkLst>
            <pc:docMk/>
            <pc:sldMk cId="3536547434" sldId="286"/>
            <ac:spMk id="52" creationId="{9ED998C5-FA51-1D40-AE60-E5E1ADAB4584}"/>
          </ac:spMkLst>
        </pc:spChg>
        <pc:spChg chg="add mod">
          <ac:chgData name="Aggie Menezes" userId="74619c95fa3483c9" providerId="LiveId" clId="{E1046145-E3DE-F540-A54F-1820C5049C66}" dt="2021-04-06T09:28:20.147" v="5413" actId="20577"/>
          <ac:spMkLst>
            <pc:docMk/>
            <pc:sldMk cId="3536547434" sldId="286"/>
            <ac:spMk id="54" creationId="{4E794D62-C32D-1B4A-8FA3-CAAC084ECF3A}"/>
          </ac:spMkLst>
        </pc:spChg>
        <pc:spChg chg="mod">
          <ac:chgData name="Aggie Menezes" userId="74619c95fa3483c9" providerId="LiveId" clId="{E1046145-E3DE-F540-A54F-1820C5049C66}" dt="2021-03-15T13:30:00.965" v="4641" actId="20577"/>
          <ac:spMkLst>
            <pc:docMk/>
            <pc:sldMk cId="3536547434" sldId="286"/>
            <ac:spMk id="58" creationId="{FF01ECA3-A86C-4E40-B334-F36A6BAF0990}"/>
          </ac:spMkLst>
        </pc:spChg>
        <pc:spChg chg="del">
          <ac:chgData name="Aggie Menezes" userId="74619c95fa3483c9" providerId="LiveId" clId="{E1046145-E3DE-F540-A54F-1820C5049C66}" dt="2021-03-15T13:30:16.951" v="4643" actId="478"/>
          <ac:spMkLst>
            <pc:docMk/>
            <pc:sldMk cId="3536547434" sldId="286"/>
            <ac:spMk id="63" creationId="{31134650-04C2-844D-BC6E-91F20A026976}"/>
          </ac:spMkLst>
        </pc:spChg>
        <pc:spChg chg="add mod">
          <ac:chgData name="Aggie Menezes" userId="74619c95fa3483c9" providerId="LiveId" clId="{E1046145-E3DE-F540-A54F-1820C5049C66}" dt="2021-04-06T09:28:30.001" v="5419" actId="1076"/>
          <ac:spMkLst>
            <pc:docMk/>
            <pc:sldMk cId="3536547434" sldId="286"/>
            <ac:spMk id="66" creationId="{02879EAA-C2BE-8D44-91AE-E4A9EB50A381}"/>
          </ac:spMkLst>
        </pc:spChg>
        <pc:grpChg chg="add mod">
          <ac:chgData name="Aggie Menezes" userId="74619c95fa3483c9" providerId="LiveId" clId="{E1046145-E3DE-F540-A54F-1820C5049C66}" dt="2021-03-15T13:36:09.330" v="4768" actId="164"/>
          <ac:grpSpMkLst>
            <pc:docMk/>
            <pc:sldMk cId="3536547434" sldId="286"/>
            <ac:grpSpMk id="5" creationId="{EE78EA44-94D9-B547-928C-8905D03EDEAC}"/>
          </ac:grpSpMkLst>
        </pc:grpChg>
        <pc:grpChg chg="add mod">
          <ac:chgData name="Aggie Menezes" userId="74619c95fa3483c9" providerId="LiveId" clId="{E1046145-E3DE-F540-A54F-1820C5049C66}" dt="2021-03-15T13:36:38.486" v="4773" actId="164"/>
          <ac:grpSpMkLst>
            <pc:docMk/>
            <pc:sldMk cId="3536547434" sldId="286"/>
            <ac:grpSpMk id="6" creationId="{DE356DFC-16E4-8A42-A462-86526C02A82E}"/>
          </ac:grpSpMkLst>
        </pc:grpChg>
        <pc:grpChg chg="del">
          <ac:chgData name="Aggie Menezes" userId="74619c95fa3483c9" providerId="LiveId" clId="{E1046145-E3DE-F540-A54F-1820C5049C66}" dt="2021-03-15T13:29:58.382" v="4640" actId="478"/>
          <ac:grpSpMkLst>
            <pc:docMk/>
            <pc:sldMk cId="3536547434" sldId="286"/>
            <ac:grpSpMk id="61" creationId="{82BC913E-F18E-F24B-BFCD-98C313372134}"/>
          </ac:grpSpMkLst>
        </pc:grpChg>
        <pc:grpChg chg="del">
          <ac:chgData name="Aggie Menezes" userId="74619c95fa3483c9" providerId="LiveId" clId="{E1046145-E3DE-F540-A54F-1820C5049C66}" dt="2021-03-15T13:29:58.382" v="4640" actId="478"/>
          <ac:grpSpMkLst>
            <pc:docMk/>
            <pc:sldMk cId="3536547434" sldId="286"/>
            <ac:grpSpMk id="62" creationId="{DBBAD58F-C745-A44F-BAFA-7408F7483826}"/>
          </ac:grpSpMkLst>
        </pc:grpChg>
        <pc:grpChg chg="del">
          <ac:chgData name="Aggie Menezes" userId="74619c95fa3483c9" providerId="LiveId" clId="{E1046145-E3DE-F540-A54F-1820C5049C66}" dt="2021-03-15T13:30:03.962" v="4642" actId="478"/>
          <ac:grpSpMkLst>
            <pc:docMk/>
            <pc:sldMk cId="3536547434" sldId="286"/>
            <ac:grpSpMk id="65" creationId="{6826C8F4-CBCE-D245-8327-F00F38F10C13}"/>
          </ac:grpSpMkLst>
        </pc:grpChg>
        <pc:cxnChg chg="del">
          <ac:chgData name="Aggie Menezes" userId="74619c95fa3483c9" providerId="LiveId" clId="{E1046145-E3DE-F540-A54F-1820C5049C66}" dt="2021-03-15T13:29:58.382" v="4640" actId="478"/>
          <ac:cxnSpMkLst>
            <pc:docMk/>
            <pc:sldMk cId="3536547434" sldId="286"/>
            <ac:cxnSpMk id="4" creationId="{EBB672F0-4837-8343-9795-82218F2849F4}"/>
          </ac:cxnSpMkLst>
        </pc:cxnChg>
        <pc:cxnChg chg="del">
          <ac:chgData name="Aggie Menezes" userId="74619c95fa3483c9" providerId="LiveId" clId="{E1046145-E3DE-F540-A54F-1820C5049C66}" dt="2021-03-15T13:29:58.382" v="4640" actId="478"/>
          <ac:cxnSpMkLst>
            <pc:docMk/>
            <pc:sldMk cId="3536547434" sldId="286"/>
            <ac:cxnSpMk id="21" creationId="{1200B3E8-1179-044C-B69E-06F7D3D7D8DA}"/>
          </ac:cxnSpMkLst>
        </pc:cxnChg>
        <pc:cxnChg chg="del">
          <ac:chgData name="Aggie Menezes" userId="74619c95fa3483c9" providerId="LiveId" clId="{E1046145-E3DE-F540-A54F-1820C5049C66}" dt="2021-03-15T13:29:58.382" v="4640" actId="478"/>
          <ac:cxnSpMkLst>
            <pc:docMk/>
            <pc:sldMk cId="3536547434" sldId="286"/>
            <ac:cxnSpMk id="22" creationId="{849470B9-FEBE-4B40-966A-935D34B448A8}"/>
          </ac:cxnSpMkLst>
        </pc:cxnChg>
        <pc:cxnChg chg="del">
          <ac:chgData name="Aggie Menezes" userId="74619c95fa3483c9" providerId="LiveId" clId="{E1046145-E3DE-F540-A54F-1820C5049C66}" dt="2021-03-15T13:29:58.382" v="4640" actId="478"/>
          <ac:cxnSpMkLst>
            <pc:docMk/>
            <pc:sldMk cId="3536547434" sldId="286"/>
            <ac:cxnSpMk id="26" creationId="{DFCEE018-715F-D646-8935-7E5C786F9493}"/>
          </ac:cxnSpMkLst>
        </pc:cxnChg>
        <pc:cxnChg chg="del">
          <ac:chgData name="Aggie Menezes" userId="74619c95fa3483c9" providerId="LiveId" clId="{E1046145-E3DE-F540-A54F-1820C5049C66}" dt="2021-03-15T13:29:58.382" v="4640" actId="478"/>
          <ac:cxnSpMkLst>
            <pc:docMk/>
            <pc:sldMk cId="3536547434" sldId="286"/>
            <ac:cxnSpMk id="28" creationId="{8BDE31C2-ACC5-F043-9D1C-6E715C41D292}"/>
          </ac:cxnSpMkLst>
        </pc:cxnChg>
      </pc:sldChg>
      <pc:sldChg chg="modSp add mod">
        <pc:chgData name="Aggie Menezes" userId="74619c95fa3483c9" providerId="LiveId" clId="{E1046145-E3DE-F540-A54F-1820C5049C66}" dt="2021-04-06T09:38:45.589" v="5432" actId="20577"/>
        <pc:sldMkLst>
          <pc:docMk/>
          <pc:sldMk cId="2707344559" sldId="287"/>
        </pc:sldMkLst>
        <pc:spChg chg="mod">
          <ac:chgData name="Aggie Menezes" userId="74619c95fa3483c9" providerId="LiveId" clId="{E1046145-E3DE-F540-A54F-1820C5049C66}" dt="2021-04-06T09:38:45.589" v="5432" actId="20577"/>
          <ac:spMkLst>
            <pc:docMk/>
            <pc:sldMk cId="2707344559" sldId="287"/>
            <ac:spMk id="178" creationId="{00000000-0000-0000-0000-000000000000}"/>
          </ac:spMkLst>
        </pc:spChg>
        <pc:spChg chg="mod">
          <ac:chgData name="Aggie Menezes" userId="74619c95fa3483c9" providerId="LiveId" clId="{E1046145-E3DE-F540-A54F-1820C5049C66}" dt="2021-04-06T09:38:35.371" v="5429" actId="1076"/>
          <ac:spMkLst>
            <pc:docMk/>
            <pc:sldMk cId="2707344559" sldId="287"/>
            <ac:spMk id="180" creationId="{00000000-0000-0000-0000-000000000000}"/>
          </ac:spMkLst>
        </pc:spChg>
      </pc:sldChg>
      <pc:sldChg chg="addSp delSp modSp add mod">
        <pc:chgData name="Aggie Menezes" userId="74619c95fa3483c9" providerId="LiveId" clId="{E1046145-E3DE-F540-A54F-1820C5049C66}" dt="2021-04-06T09:44:57.422" v="5470" actId="478"/>
        <pc:sldMkLst>
          <pc:docMk/>
          <pc:sldMk cId="1124327882" sldId="288"/>
        </pc:sldMkLst>
        <pc:spChg chg="mod">
          <ac:chgData name="Aggie Menezes" userId="74619c95fa3483c9" providerId="LiveId" clId="{E1046145-E3DE-F540-A54F-1820C5049C66}" dt="2021-04-06T08:42:54.347" v="5046" actId="255"/>
          <ac:spMkLst>
            <pc:docMk/>
            <pc:sldMk cId="1124327882" sldId="288"/>
            <ac:spMk id="2" creationId="{135C3F6D-F07C-EC4F-BF87-1C01F49E2694}"/>
          </ac:spMkLst>
        </pc:spChg>
        <pc:spChg chg="mod">
          <ac:chgData name="Aggie Menezes" userId="74619c95fa3483c9" providerId="LiveId" clId="{E1046145-E3DE-F540-A54F-1820C5049C66}" dt="2021-04-06T08:44:17.811" v="5058" actId="255"/>
          <ac:spMkLst>
            <pc:docMk/>
            <pc:sldMk cId="1124327882" sldId="288"/>
            <ac:spMk id="42" creationId="{EAD280C2-D13B-314F-B1BF-42025DCC6561}"/>
          </ac:spMkLst>
        </pc:spChg>
        <pc:spChg chg="mod">
          <ac:chgData name="Aggie Menezes" userId="74619c95fa3483c9" providerId="LiveId" clId="{E1046145-E3DE-F540-A54F-1820C5049C66}" dt="2021-04-06T08:44:17.811" v="5058" actId="255"/>
          <ac:spMkLst>
            <pc:docMk/>
            <pc:sldMk cId="1124327882" sldId="288"/>
            <ac:spMk id="43" creationId="{1393B559-4F6C-E14F-B1A1-A7BE5B220CAA}"/>
          </ac:spMkLst>
        </pc:spChg>
        <pc:spChg chg="mod">
          <ac:chgData name="Aggie Menezes" userId="74619c95fa3483c9" providerId="LiveId" clId="{E1046145-E3DE-F540-A54F-1820C5049C66}" dt="2021-04-06T08:44:17.811" v="5058" actId="255"/>
          <ac:spMkLst>
            <pc:docMk/>
            <pc:sldMk cId="1124327882" sldId="288"/>
            <ac:spMk id="44" creationId="{269E37C9-EB02-8949-B026-A40F7A3F98D1}"/>
          </ac:spMkLst>
        </pc:spChg>
        <pc:spChg chg="mod">
          <ac:chgData name="Aggie Menezes" userId="74619c95fa3483c9" providerId="LiveId" clId="{E1046145-E3DE-F540-A54F-1820C5049C66}" dt="2021-04-06T08:44:17.811" v="5058" actId="255"/>
          <ac:spMkLst>
            <pc:docMk/>
            <pc:sldMk cId="1124327882" sldId="288"/>
            <ac:spMk id="45" creationId="{29D5E4AA-788E-D440-9E56-384B7BC1D8BC}"/>
          </ac:spMkLst>
        </pc:spChg>
        <pc:spChg chg="mod">
          <ac:chgData name="Aggie Menezes" userId="74619c95fa3483c9" providerId="LiveId" clId="{E1046145-E3DE-F540-A54F-1820C5049C66}" dt="2021-04-06T08:43:50.597" v="5055" actId="1076"/>
          <ac:spMkLst>
            <pc:docMk/>
            <pc:sldMk cId="1124327882" sldId="288"/>
            <ac:spMk id="46" creationId="{396F82E0-714D-774C-B2C7-C4D60EDEE79E}"/>
          </ac:spMkLst>
        </pc:spChg>
        <pc:spChg chg="mod">
          <ac:chgData name="Aggie Menezes" userId="74619c95fa3483c9" providerId="LiveId" clId="{E1046145-E3DE-F540-A54F-1820C5049C66}" dt="2021-04-06T08:44:17.811" v="5058" actId="255"/>
          <ac:spMkLst>
            <pc:docMk/>
            <pc:sldMk cId="1124327882" sldId="288"/>
            <ac:spMk id="47" creationId="{E3BB3A85-7A60-A74B-9EEC-AAE0B5C12F55}"/>
          </ac:spMkLst>
        </pc:spChg>
        <pc:spChg chg="mod">
          <ac:chgData name="Aggie Menezes" userId="74619c95fa3483c9" providerId="LiveId" clId="{E1046145-E3DE-F540-A54F-1820C5049C66}" dt="2021-04-06T08:44:17.811" v="5058" actId="255"/>
          <ac:spMkLst>
            <pc:docMk/>
            <pc:sldMk cId="1124327882" sldId="288"/>
            <ac:spMk id="48" creationId="{CD602AA1-EFE9-484D-98A4-2419203E1168}"/>
          </ac:spMkLst>
        </pc:spChg>
        <pc:spChg chg="mod">
          <ac:chgData name="Aggie Menezes" userId="74619c95fa3483c9" providerId="LiveId" clId="{E1046145-E3DE-F540-A54F-1820C5049C66}" dt="2021-04-06T08:44:17.811" v="5058" actId="255"/>
          <ac:spMkLst>
            <pc:docMk/>
            <pc:sldMk cId="1124327882" sldId="288"/>
            <ac:spMk id="49" creationId="{0103ECF1-3518-2C4B-809E-DAD361A9F791}"/>
          </ac:spMkLst>
        </pc:spChg>
        <pc:spChg chg="del mod">
          <ac:chgData name="Aggie Menezes" userId="74619c95fa3483c9" providerId="LiveId" clId="{E1046145-E3DE-F540-A54F-1820C5049C66}" dt="2021-04-06T08:44:35.417" v="5062" actId="478"/>
          <ac:spMkLst>
            <pc:docMk/>
            <pc:sldMk cId="1124327882" sldId="288"/>
            <ac:spMk id="50" creationId="{F3E3AD60-EC8A-3744-B805-5449B52C7E42}"/>
          </ac:spMkLst>
        </pc:spChg>
        <pc:spChg chg="mod">
          <ac:chgData name="Aggie Menezes" userId="74619c95fa3483c9" providerId="LiveId" clId="{E1046145-E3DE-F540-A54F-1820C5049C66}" dt="2021-04-06T08:44:52.732" v="5065" actId="14100"/>
          <ac:spMkLst>
            <pc:docMk/>
            <pc:sldMk cId="1124327882" sldId="288"/>
            <ac:spMk id="51" creationId="{1F321D97-7CBF-344F-91C3-C791D32FCE40}"/>
          </ac:spMkLst>
        </pc:spChg>
        <pc:spChg chg="del mod">
          <ac:chgData name="Aggie Menezes" userId="74619c95fa3483c9" providerId="LiveId" clId="{E1046145-E3DE-F540-A54F-1820C5049C66}" dt="2021-04-06T09:44:57.422" v="5470" actId="478"/>
          <ac:spMkLst>
            <pc:docMk/>
            <pc:sldMk cId="1124327882" sldId="288"/>
            <ac:spMk id="52" creationId="{A9C5D163-86A2-A844-971D-E62F1ABE8A67}"/>
          </ac:spMkLst>
        </pc:spChg>
        <pc:spChg chg="mod">
          <ac:chgData name="Aggie Menezes" userId="74619c95fa3483c9" providerId="LiveId" clId="{E1046145-E3DE-F540-A54F-1820C5049C66}" dt="2021-04-06T08:45:09.931" v="5068" actId="1076"/>
          <ac:spMkLst>
            <pc:docMk/>
            <pc:sldMk cId="1124327882" sldId="288"/>
            <ac:spMk id="53" creationId="{5AB46B5B-FC99-E84A-A710-8D7C92406538}"/>
          </ac:spMkLst>
        </pc:spChg>
        <pc:spChg chg="mod">
          <ac:chgData name="Aggie Menezes" userId="74619c95fa3483c9" providerId="LiveId" clId="{E1046145-E3DE-F540-A54F-1820C5049C66}" dt="2021-04-06T08:44:59.123" v="5066" actId="1076"/>
          <ac:spMkLst>
            <pc:docMk/>
            <pc:sldMk cId="1124327882" sldId="288"/>
            <ac:spMk id="54" creationId="{5960863C-9D87-B743-8EC6-D7AD849831B7}"/>
          </ac:spMkLst>
        </pc:spChg>
        <pc:spChg chg="mod">
          <ac:chgData name="Aggie Menezes" userId="74619c95fa3483c9" providerId="LiveId" clId="{E1046145-E3DE-F540-A54F-1820C5049C66}" dt="2021-04-06T08:45:03.670" v="5067" actId="1076"/>
          <ac:spMkLst>
            <pc:docMk/>
            <pc:sldMk cId="1124327882" sldId="288"/>
            <ac:spMk id="55" creationId="{64242F90-079C-E748-94C8-B4E61935B843}"/>
          </ac:spMkLst>
        </pc:spChg>
        <pc:spChg chg="del mod">
          <ac:chgData name="Aggie Menezes" userId="74619c95fa3483c9" providerId="LiveId" clId="{E1046145-E3DE-F540-A54F-1820C5049C66}" dt="2021-04-06T08:47:01.889" v="5120" actId="478"/>
          <ac:spMkLst>
            <pc:docMk/>
            <pc:sldMk cId="1124327882" sldId="288"/>
            <ac:spMk id="56" creationId="{C3DFD998-A040-F24C-AB74-DE330F73D65E}"/>
          </ac:spMkLst>
        </pc:spChg>
        <pc:spChg chg="mod">
          <ac:chgData name="Aggie Menezes" userId="74619c95fa3483c9" providerId="LiveId" clId="{E1046145-E3DE-F540-A54F-1820C5049C66}" dt="2021-04-06T08:44:17.811" v="5058" actId="255"/>
          <ac:spMkLst>
            <pc:docMk/>
            <pc:sldMk cId="1124327882" sldId="288"/>
            <ac:spMk id="57" creationId="{52B6D261-E801-6E41-B510-87960A7034BA}"/>
          </ac:spMkLst>
        </pc:spChg>
        <pc:spChg chg="mod">
          <ac:chgData name="Aggie Menezes" userId="74619c95fa3483c9" providerId="LiveId" clId="{E1046145-E3DE-F540-A54F-1820C5049C66}" dt="2021-04-06T08:45:16.903" v="5070" actId="1076"/>
          <ac:spMkLst>
            <pc:docMk/>
            <pc:sldMk cId="1124327882" sldId="288"/>
            <ac:spMk id="58" creationId="{256EF72D-D1EB-C844-AEAC-EA78B67817CC}"/>
          </ac:spMkLst>
        </pc:spChg>
        <pc:spChg chg="mod">
          <ac:chgData name="Aggie Menezes" userId="74619c95fa3483c9" providerId="LiveId" clId="{E1046145-E3DE-F540-A54F-1820C5049C66}" dt="2021-04-06T08:44:17.811" v="5058" actId="255"/>
          <ac:spMkLst>
            <pc:docMk/>
            <pc:sldMk cId="1124327882" sldId="288"/>
            <ac:spMk id="59" creationId="{AE9A1AD8-E9B3-6D40-98CD-BE7DD14420CA}"/>
          </ac:spMkLst>
        </pc:spChg>
        <pc:spChg chg="add del mod">
          <ac:chgData name="Aggie Menezes" userId="74619c95fa3483c9" providerId="LiveId" clId="{E1046145-E3DE-F540-A54F-1820C5049C66}" dt="2021-04-06T08:44:31.922" v="5061" actId="478"/>
          <ac:spMkLst>
            <pc:docMk/>
            <pc:sldMk cId="1124327882" sldId="288"/>
            <ac:spMk id="60" creationId="{047292CB-13E9-4044-AD58-C8B93E3850D8}"/>
          </ac:spMkLst>
        </pc:spChg>
        <pc:spChg chg="add del mod">
          <ac:chgData name="Aggie Menezes" userId="74619c95fa3483c9" providerId="LiveId" clId="{E1046145-E3DE-F540-A54F-1820C5049C66}" dt="2021-04-06T08:46:10.484" v="5083" actId="478"/>
          <ac:spMkLst>
            <pc:docMk/>
            <pc:sldMk cId="1124327882" sldId="288"/>
            <ac:spMk id="61" creationId="{C70E6498-9ACF-9B40-9E88-8C73BA7E7EF1}"/>
          </ac:spMkLst>
        </pc:spChg>
        <pc:spChg chg="add mod">
          <ac:chgData name="Aggie Menezes" userId="74619c95fa3483c9" providerId="LiveId" clId="{E1046145-E3DE-F540-A54F-1820C5049C66}" dt="2021-04-06T08:45:56.001" v="5080" actId="255"/>
          <ac:spMkLst>
            <pc:docMk/>
            <pc:sldMk cId="1124327882" sldId="288"/>
            <ac:spMk id="62" creationId="{F2FD3F2D-DBE6-6846-9719-AE84FF6506D1}"/>
          </ac:spMkLst>
        </pc:spChg>
        <pc:spChg chg="add mod">
          <ac:chgData name="Aggie Menezes" userId="74619c95fa3483c9" providerId="LiveId" clId="{E1046145-E3DE-F540-A54F-1820C5049C66}" dt="2021-04-06T08:46:37.120" v="5113" actId="1076"/>
          <ac:spMkLst>
            <pc:docMk/>
            <pc:sldMk cId="1124327882" sldId="288"/>
            <ac:spMk id="63" creationId="{4056FFCC-0D0A-8942-910E-58ACEB0AEC2E}"/>
          </ac:spMkLst>
        </pc:spChg>
        <pc:spChg chg="add mod">
          <ac:chgData name="Aggie Menezes" userId="74619c95fa3483c9" providerId="LiveId" clId="{E1046145-E3DE-F540-A54F-1820C5049C66}" dt="2021-04-06T08:46:49.733" v="5119" actId="20577"/>
          <ac:spMkLst>
            <pc:docMk/>
            <pc:sldMk cId="1124327882" sldId="288"/>
            <ac:spMk id="64" creationId="{DEB72A74-AE73-594A-B33A-3383B8D49672}"/>
          </ac:spMkLst>
        </pc:spChg>
        <pc:spChg chg="add mod">
          <ac:chgData name="Aggie Menezes" userId="74619c95fa3483c9" providerId="LiveId" clId="{E1046145-E3DE-F540-A54F-1820C5049C66}" dt="2021-04-06T08:47:15.835" v="5124" actId="20577"/>
          <ac:spMkLst>
            <pc:docMk/>
            <pc:sldMk cId="1124327882" sldId="288"/>
            <ac:spMk id="65" creationId="{631DF4AF-D768-D74A-8AA5-3586990FBB21}"/>
          </ac:spMkLst>
        </pc:spChg>
        <pc:spChg chg="mod">
          <ac:chgData name="Aggie Menezes" userId="74619c95fa3483c9" providerId="LiveId" clId="{E1046145-E3DE-F540-A54F-1820C5049C66}" dt="2021-04-06T08:42:54.347" v="5046" actId="255"/>
          <ac:spMkLst>
            <pc:docMk/>
            <pc:sldMk cId="1124327882" sldId="288"/>
            <ac:spMk id="106" creationId="{990A617E-CE76-6640-8759-A4AA347937DD}"/>
          </ac:spMkLst>
        </pc:spChg>
        <pc:spChg chg="mod">
          <ac:chgData name="Aggie Menezes" userId="74619c95fa3483c9" providerId="LiveId" clId="{E1046145-E3DE-F540-A54F-1820C5049C66}" dt="2021-04-06T08:42:54.347" v="5046" actId="255"/>
          <ac:spMkLst>
            <pc:docMk/>
            <pc:sldMk cId="1124327882" sldId="288"/>
            <ac:spMk id="111" creationId="{43AC6F69-6654-FF44-8972-D4CC7AE32319}"/>
          </ac:spMkLst>
        </pc:spChg>
        <pc:spChg chg="mod">
          <ac:chgData name="Aggie Menezes" userId="74619c95fa3483c9" providerId="LiveId" clId="{E1046145-E3DE-F540-A54F-1820C5049C66}" dt="2021-04-06T08:42:54.347" v="5046" actId="255"/>
          <ac:spMkLst>
            <pc:docMk/>
            <pc:sldMk cId="1124327882" sldId="288"/>
            <ac:spMk id="112" creationId="{335B1852-EA8A-EA41-BED8-2EE3095CBC40}"/>
          </ac:spMkLst>
        </pc:spChg>
        <pc:spChg chg="mod">
          <ac:chgData name="Aggie Menezes" userId="74619c95fa3483c9" providerId="LiveId" clId="{E1046145-E3DE-F540-A54F-1820C5049C66}" dt="2021-04-06T08:42:54.347" v="5046" actId="255"/>
          <ac:spMkLst>
            <pc:docMk/>
            <pc:sldMk cId="1124327882" sldId="288"/>
            <ac:spMk id="113" creationId="{41646ACA-A6C6-5949-988A-52F4F220B08F}"/>
          </ac:spMkLst>
        </pc:spChg>
        <pc:spChg chg="mod">
          <ac:chgData name="Aggie Menezes" userId="74619c95fa3483c9" providerId="LiveId" clId="{E1046145-E3DE-F540-A54F-1820C5049C66}" dt="2021-04-06T08:42:54.347" v="5046" actId="255"/>
          <ac:spMkLst>
            <pc:docMk/>
            <pc:sldMk cId="1124327882" sldId="288"/>
            <ac:spMk id="114" creationId="{09F3251F-0194-6D4D-A380-E8710EEBEC36}"/>
          </ac:spMkLst>
        </pc:spChg>
        <pc:spChg chg="mod">
          <ac:chgData name="Aggie Menezes" userId="74619c95fa3483c9" providerId="LiveId" clId="{E1046145-E3DE-F540-A54F-1820C5049C66}" dt="2021-04-06T08:42:54.347" v="5046" actId="255"/>
          <ac:spMkLst>
            <pc:docMk/>
            <pc:sldMk cId="1124327882" sldId="288"/>
            <ac:spMk id="115" creationId="{0BDBBA26-C04E-7B40-96B9-129F291820EA}"/>
          </ac:spMkLst>
        </pc:spChg>
        <pc:spChg chg="mod">
          <ac:chgData name="Aggie Menezes" userId="74619c95fa3483c9" providerId="LiveId" clId="{E1046145-E3DE-F540-A54F-1820C5049C66}" dt="2021-04-06T08:42:54.347" v="5046" actId="255"/>
          <ac:spMkLst>
            <pc:docMk/>
            <pc:sldMk cId="1124327882" sldId="288"/>
            <ac:spMk id="116" creationId="{F4C86156-11FD-A04E-B423-D586C187F5EE}"/>
          </ac:spMkLst>
        </pc:spChg>
        <pc:spChg chg="mod">
          <ac:chgData name="Aggie Menezes" userId="74619c95fa3483c9" providerId="LiveId" clId="{E1046145-E3DE-F540-A54F-1820C5049C66}" dt="2021-04-06T08:42:54.347" v="5046" actId="255"/>
          <ac:spMkLst>
            <pc:docMk/>
            <pc:sldMk cId="1124327882" sldId="288"/>
            <ac:spMk id="117" creationId="{3DB1BABA-C2A8-9E40-AC62-E2E77AFCB36B}"/>
          </ac:spMkLst>
        </pc:spChg>
        <pc:spChg chg="mod">
          <ac:chgData name="Aggie Menezes" userId="74619c95fa3483c9" providerId="LiveId" clId="{E1046145-E3DE-F540-A54F-1820C5049C66}" dt="2021-04-06T08:42:54.347" v="5046" actId="255"/>
          <ac:spMkLst>
            <pc:docMk/>
            <pc:sldMk cId="1124327882" sldId="288"/>
            <ac:spMk id="118" creationId="{0D0C05A8-A324-C940-AB8D-8ADDF45411E2}"/>
          </ac:spMkLst>
        </pc:spChg>
        <pc:spChg chg="mod">
          <ac:chgData name="Aggie Menezes" userId="74619c95fa3483c9" providerId="LiveId" clId="{E1046145-E3DE-F540-A54F-1820C5049C66}" dt="2021-04-06T08:42:54.347" v="5046" actId="255"/>
          <ac:spMkLst>
            <pc:docMk/>
            <pc:sldMk cId="1124327882" sldId="288"/>
            <ac:spMk id="119" creationId="{CF0BB144-693A-3249-A217-3F86B42F72AD}"/>
          </ac:spMkLst>
        </pc:spChg>
        <pc:spChg chg="mod">
          <ac:chgData name="Aggie Menezes" userId="74619c95fa3483c9" providerId="LiveId" clId="{E1046145-E3DE-F540-A54F-1820C5049C66}" dt="2021-04-06T08:42:54.347" v="5046" actId="255"/>
          <ac:spMkLst>
            <pc:docMk/>
            <pc:sldMk cId="1124327882" sldId="288"/>
            <ac:spMk id="120" creationId="{9852D6A1-D414-BC49-871C-9BB5F465F83F}"/>
          </ac:spMkLst>
        </pc:spChg>
        <pc:spChg chg="mod">
          <ac:chgData name="Aggie Menezes" userId="74619c95fa3483c9" providerId="LiveId" clId="{E1046145-E3DE-F540-A54F-1820C5049C66}" dt="2021-04-06T08:42:54.347" v="5046" actId="255"/>
          <ac:spMkLst>
            <pc:docMk/>
            <pc:sldMk cId="1124327882" sldId="288"/>
            <ac:spMk id="121" creationId="{00000000-0000-0000-0000-000000000000}"/>
          </ac:spMkLst>
        </pc:spChg>
        <pc:spChg chg="mod">
          <ac:chgData name="Aggie Menezes" userId="74619c95fa3483c9" providerId="LiveId" clId="{E1046145-E3DE-F540-A54F-1820C5049C66}" dt="2021-04-06T08:42:54.347" v="5046" actId="255"/>
          <ac:spMkLst>
            <pc:docMk/>
            <pc:sldMk cId="1124327882" sldId="288"/>
            <ac:spMk id="122" creationId="{00000000-0000-0000-0000-000000000000}"/>
          </ac:spMkLst>
        </pc:spChg>
        <pc:spChg chg="mod">
          <ac:chgData name="Aggie Menezes" userId="74619c95fa3483c9" providerId="LiveId" clId="{E1046145-E3DE-F540-A54F-1820C5049C66}" dt="2021-04-06T08:42:54.347" v="5046" actId="255"/>
          <ac:spMkLst>
            <pc:docMk/>
            <pc:sldMk cId="1124327882" sldId="288"/>
            <ac:spMk id="123" creationId="{00000000-0000-0000-0000-000000000000}"/>
          </ac:spMkLst>
        </pc:spChg>
        <pc:spChg chg="mod">
          <ac:chgData name="Aggie Menezes" userId="74619c95fa3483c9" providerId="LiveId" clId="{E1046145-E3DE-F540-A54F-1820C5049C66}" dt="2021-04-06T08:42:54.347" v="5046" actId="255"/>
          <ac:spMkLst>
            <pc:docMk/>
            <pc:sldMk cId="1124327882" sldId="288"/>
            <ac:spMk id="124" creationId="{00000000-0000-0000-0000-000000000000}"/>
          </ac:spMkLst>
        </pc:spChg>
        <pc:spChg chg="mod">
          <ac:chgData name="Aggie Menezes" userId="74619c95fa3483c9" providerId="LiveId" clId="{E1046145-E3DE-F540-A54F-1820C5049C66}" dt="2021-04-06T08:42:54.347" v="5046" actId="255"/>
          <ac:spMkLst>
            <pc:docMk/>
            <pc:sldMk cId="1124327882" sldId="288"/>
            <ac:spMk id="129" creationId="{00000000-0000-0000-0000-000000000000}"/>
          </ac:spMkLst>
        </pc:spChg>
        <pc:spChg chg="mod">
          <ac:chgData name="Aggie Menezes" userId="74619c95fa3483c9" providerId="LiveId" clId="{E1046145-E3DE-F540-A54F-1820C5049C66}" dt="2021-04-06T08:42:54.347" v="5046" actId="255"/>
          <ac:spMkLst>
            <pc:docMk/>
            <pc:sldMk cId="1124327882" sldId="288"/>
            <ac:spMk id="137" creationId="{00000000-0000-0000-0000-000000000000}"/>
          </ac:spMkLst>
        </pc:spChg>
        <pc:spChg chg="mod">
          <ac:chgData name="Aggie Menezes" userId="74619c95fa3483c9" providerId="LiveId" clId="{E1046145-E3DE-F540-A54F-1820C5049C66}" dt="2021-04-06T08:42:54.347" v="5046" actId="255"/>
          <ac:spMkLst>
            <pc:docMk/>
            <pc:sldMk cId="1124327882" sldId="288"/>
            <ac:spMk id="139" creationId="{00000000-0000-0000-0000-000000000000}"/>
          </ac:spMkLst>
        </pc:spChg>
        <pc:spChg chg="mod">
          <ac:chgData name="Aggie Menezes" userId="74619c95fa3483c9" providerId="LiveId" clId="{E1046145-E3DE-F540-A54F-1820C5049C66}" dt="2021-04-06T08:42:54.347" v="5046" actId="255"/>
          <ac:spMkLst>
            <pc:docMk/>
            <pc:sldMk cId="1124327882" sldId="288"/>
            <ac:spMk id="140" creationId="{00000000-0000-0000-0000-000000000000}"/>
          </ac:spMkLst>
        </pc:spChg>
        <pc:spChg chg="mod">
          <ac:chgData name="Aggie Menezes" userId="74619c95fa3483c9" providerId="LiveId" clId="{E1046145-E3DE-F540-A54F-1820C5049C66}" dt="2021-04-06T08:42:54.347" v="5046" actId="255"/>
          <ac:spMkLst>
            <pc:docMk/>
            <pc:sldMk cId="1124327882" sldId="288"/>
            <ac:spMk id="141" creationId="{00000000-0000-0000-0000-000000000000}"/>
          </ac:spMkLst>
        </pc:spChg>
        <pc:spChg chg="mod">
          <ac:chgData name="Aggie Menezes" userId="74619c95fa3483c9" providerId="LiveId" clId="{E1046145-E3DE-F540-A54F-1820C5049C66}" dt="2021-04-06T08:42:54.347" v="5046" actId="255"/>
          <ac:spMkLst>
            <pc:docMk/>
            <pc:sldMk cId="1124327882" sldId="288"/>
            <ac:spMk id="143" creationId="{00000000-0000-0000-0000-000000000000}"/>
          </ac:spMkLst>
        </pc:spChg>
        <pc:spChg chg="mod">
          <ac:chgData name="Aggie Menezes" userId="74619c95fa3483c9" providerId="LiveId" clId="{E1046145-E3DE-F540-A54F-1820C5049C66}" dt="2021-04-06T08:43:14.504" v="5049" actId="14100"/>
          <ac:spMkLst>
            <pc:docMk/>
            <pc:sldMk cId="1124327882" sldId="288"/>
            <ac:spMk id="144" creationId="{00000000-0000-0000-0000-000000000000}"/>
          </ac:spMkLst>
        </pc:spChg>
        <pc:spChg chg="mod">
          <ac:chgData name="Aggie Menezes" userId="74619c95fa3483c9" providerId="LiveId" clId="{E1046145-E3DE-F540-A54F-1820C5049C66}" dt="2021-04-06T08:42:54.347" v="5046" actId="255"/>
          <ac:spMkLst>
            <pc:docMk/>
            <pc:sldMk cId="1124327882" sldId="288"/>
            <ac:spMk id="145" creationId="{00000000-0000-0000-0000-000000000000}"/>
          </ac:spMkLst>
        </pc:spChg>
        <pc:spChg chg="mod">
          <ac:chgData name="Aggie Menezes" userId="74619c95fa3483c9" providerId="LiveId" clId="{E1046145-E3DE-F540-A54F-1820C5049C66}" dt="2021-04-06T08:43:20.337" v="5050" actId="14100"/>
          <ac:spMkLst>
            <pc:docMk/>
            <pc:sldMk cId="1124327882" sldId="288"/>
            <ac:spMk id="153" creationId="{3CC193DC-505D-654B-BBCF-870ACACE0F25}"/>
          </ac:spMkLst>
        </pc:spChg>
        <pc:spChg chg="mod">
          <ac:chgData name="Aggie Menezes" userId="74619c95fa3483c9" providerId="LiveId" clId="{E1046145-E3DE-F540-A54F-1820C5049C66}" dt="2021-04-06T09:44:31.522" v="5468" actId="1076"/>
          <ac:spMkLst>
            <pc:docMk/>
            <pc:sldMk cId="1124327882" sldId="288"/>
            <ac:spMk id="184" creationId="{00000000-0000-0000-0000-000000000000}"/>
          </ac:spMkLst>
        </pc:spChg>
        <pc:spChg chg="mod">
          <ac:chgData name="Aggie Menezes" userId="74619c95fa3483c9" providerId="LiveId" clId="{E1046145-E3DE-F540-A54F-1820C5049C66}" dt="2021-04-06T09:44:40.730" v="5469" actId="1076"/>
          <ac:spMkLst>
            <pc:docMk/>
            <pc:sldMk cId="1124327882" sldId="288"/>
            <ac:spMk id="198" creationId="{2A58BE36-7B42-4D42-8E9C-A4B89F46E0DD}"/>
          </ac:spMkLst>
        </pc:spChg>
        <pc:spChg chg="mod">
          <ac:chgData name="Aggie Menezes" userId="74619c95fa3483c9" providerId="LiveId" clId="{E1046145-E3DE-F540-A54F-1820C5049C66}" dt="2021-04-06T08:42:54.347" v="5046" actId="255"/>
          <ac:spMkLst>
            <pc:docMk/>
            <pc:sldMk cId="1124327882" sldId="288"/>
            <ac:spMk id="199" creationId="{113424E3-EC69-454B-94AA-1E0FE64B35A8}"/>
          </ac:spMkLst>
        </pc:spChg>
        <pc:spChg chg="mod">
          <ac:chgData name="Aggie Menezes" userId="74619c95fa3483c9" providerId="LiveId" clId="{E1046145-E3DE-F540-A54F-1820C5049C66}" dt="2021-04-06T08:43:27.904" v="5051" actId="1076"/>
          <ac:spMkLst>
            <pc:docMk/>
            <pc:sldMk cId="1124327882" sldId="288"/>
            <ac:spMk id="200" creationId="{62463F7D-2313-C54F-BF76-B27E711A3772}"/>
          </ac:spMkLst>
        </pc:spChg>
        <pc:spChg chg="mod">
          <ac:chgData name="Aggie Menezes" userId="74619c95fa3483c9" providerId="LiveId" clId="{E1046145-E3DE-F540-A54F-1820C5049C66}" dt="2021-04-06T08:43:40.927" v="5053" actId="1076"/>
          <ac:spMkLst>
            <pc:docMk/>
            <pc:sldMk cId="1124327882" sldId="288"/>
            <ac:spMk id="202" creationId="{3194D71D-D964-CB4D-970F-F07308A86754}"/>
          </ac:spMkLst>
        </pc:spChg>
        <pc:grpChg chg="mod">
          <ac:chgData name="Aggie Menezes" userId="74619c95fa3483c9" providerId="LiveId" clId="{E1046145-E3DE-F540-A54F-1820C5049C66}" dt="2021-04-06T08:43:36.713" v="5052" actId="1076"/>
          <ac:grpSpMkLst>
            <pc:docMk/>
            <pc:sldMk cId="1124327882" sldId="288"/>
            <ac:grpSpMk id="7" creationId="{98F37B80-8C65-6E44-AB63-66B1C1E2A186}"/>
          </ac:grpSpMkLst>
        </pc:grpChg>
        <pc:grpChg chg="mod">
          <ac:chgData name="Aggie Menezes" userId="74619c95fa3483c9" providerId="LiveId" clId="{E1046145-E3DE-F540-A54F-1820C5049C66}" dt="2021-04-06T08:43:46.754" v="5054" actId="1076"/>
          <ac:grpSpMkLst>
            <pc:docMk/>
            <pc:sldMk cId="1124327882" sldId="288"/>
            <ac:grpSpMk id="13" creationId="{4792B70F-F8EF-4C45-94CC-28A2E5C4C618}"/>
          </ac:grpSpMkLst>
        </pc:grpChg>
        <pc:grpChg chg="add mod">
          <ac:chgData name="Aggie Menezes" userId="74619c95fa3483c9" providerId="LiveId" clId="{E1046145-E3DE-F540-A54F-1820C5049C66}" dt="2021-04-06T08:44:28.039" v="5060" actId="1076"/>
          <ac:grpSpMkLst>
            <pc:docMk/>
            <pc:sldMk cId="1124327882" sldId="288"/>
            <ac:grpSpMk id="41" creationId="{AA9B6821-F4BA-C34E-8A11-714FB9658560}"/>
          </ac:grpSpMkLst>
        </pc:grpChg>
      </pc:sldChg>
      <pc:sldChg chg="modSp add del mod">
        <pc:chgData name="Aggie Menezes" userId="74619c95fa3483c9" providerId="LiveId" clId="{E1046145-E3DE-F540-A54F-1820C5049C66}" dt="2021-04-06T08:40:00.216" v="5031" actId="2696"/>
        <pc:sldMkLst>
          <pc:docMk/>
          <pc:sldMk cId="1716258461" sldId="288"/>
        </pc:sldMkLst>
        <pc:spChg chg="mod">
          <ac:chgData name="Aggie Menezes" userId="74619c95fa3483c9" providerId="LiveId" clId="{E1046145-E3DE-F540-A54F-1820C5049C66}" dt="2021-04-06T08:36:27.289" v="5022" actId="20577"/>
          <ac:spMkLst>
            <pc:docMk/>
            <pc:sldMk cId="1716258461" sldId="288"/>
            <ac:spMk id="79" creationId="{00F156BF-7434-ED45-8E32-C868C8C37773}"/>
          </ac:spMkLst>
        </pc:spChg>
        <pc:spChg chg="mod">
          <ac:chgData name="Aggie Menezes" userId="74619c95fa3483c9" providerId="LiveId" clId="{E1046145-E3DE-F540-A54F-1820C5049C66}" dt="2021-04-06T08:35:35.249" v="5018" actId="1076"/>
          <ac:spMkLst>
            <pc:docMk/>
            <pc:sldMk cId="1716258461" sldId="288"/>
            <ac:spMk id="80" creationId="{9C87E325-18A6-7D49-98BC-9C193C56ECFB}"/>
          </ac:spMkLst>
        </pc:spChg>
        <pc:spChg chg="mod">
          <ac:chgData name="Aggie Menezes" userId="74619c95fa3483c9" providerId="LiveId" clId="{E1046145-E3DE-F540-A54F-1820C5049C66}" dt="2021-04-06T08:35:55.199" v="5021" actId="1076"/>
          <ac:spMkLst>
            <pc:docMk/>
            <pc:sldMk cId="1716258461" sldId="288"/>
            <ac:spMk id="128" creationId="{00000000-0000-0000-0000-000000000000}"/>
          </ac:spMkLst>
        </pc:spChg>
        <pc:spChg chg="mod">
          <ac:chgData name="Aggie Menezes" userId="74619c95fa3483c9" providerId="LiveId" clId="{E1046145-E3DE-F540-A54F-1820C5049C66}" dt="2021-04-06T08:35:14.332" v="5016" actId="14100"/>
          <ac:spMkLst>
            <pc:docMk/>
            <pc:sldMk cId="1716258461" sldId="288"/>
            <ac:spMk id="129" creationId="{00000000-0000-0000-0000-000000000000}"/>
          </ac:spMkLst>
        </pc:spChg>
        <pc:spChg chg="mod">
          <ac:chgData name="Aggie Menezes" userId="74619c95fa3483c9" providerId="LiveId" clId="{E1046145-E3DE-F540-A54F-1820C5049C66}" dt="2021-04-06T08:34:29.114" v="5011" actId="1076"/>
          <ac:spMkLst>
            <pc:docMk/>
            <pc:sldMk cId="1716258461" sldId="288"/>
            <ac:spMk id="140" creationId="{00000000-0000-0000-0000-000000000000}"/>
          </ac:spMkLst>
        </pc:spChg>
        <pc:grpChg chg="mod">
          <ac:chgData name="Aggie Menezes" userId="74619c95fa3483c9" providerId="LiveId" clId="{E1046145-E3DE-F540-A54F-1820C5049C66}" dt="2021-04-06T08:34:13.414" v="5007" actId="1076"/>
          <ac:grpSpMkLst>
            <pc:docMk/>
            <pc:sldMk cId="1716258461" sldId="288"/>
            <ac:grpSpMk id="146" creationId="{00000000-0000-0000-0000-000000000000}"/>
          </ac:grpSpMkLst>
        </pc:gr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3-09T02:47:32.658"/>
    </inkml:context>
    <inkml:brush xml:id="br0">
      <inkml:brushProperty name="width" value="0.22857" units="cm"/>
      <inkml:brushProperty name="height" value="0.22857" units="cm"/>
    </inkml:brush>
  </inkml:definitions>
  <inkml:trace contextRef="#ctx0" brushRef="#br0">125 42 14664,'-20'0'0,"-1"-7"-592,0 0 386,10 0 1,-1 0-1648,5 0 624,5 0 1255,-7 7 0,0 0 0,-3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6" name="Shape 116"/>
          <p:cNvSpPr>
            <a:spLocks noGrp="1" noRot="1" noChangeAspect="1"/>
          </p:cNvSpPr>
          <p:nvPr>
            <p:ph type="sldImg"/>
          </p:nvPr>
        </p:nvSpPr>
        <p:spPr>
          <a:xfrm>
            <a:off x="1143000" y="685800"/>
            <a:ext cx="4572000" cy="3429000"/>
          </a:xfrm>
          <a:prstGeom prst="rect">
            <a:avLst/>
          </a:prstGeom>
        </p:spPr>
        <p:txBody>
          <a:bodyPr/>
          <a:lstStyle/>
          <a:p>
            <a:endParaRPr/>
          </a:p>
        </p:txBody>
      </p:sp>
      <p:sp>
        <p:nvSpPr>
          <p:cNvPr id="117" name="Shape 117"/>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amp; Subtitle">
    <p:spTree>
      <p:nvGrpSpPr>
        <p:cNvPr id="1" name=""/>
        <p:cNvGrpSpPr/>
        <p:nvPr/>
      </p:nvGrpSpPr>
      <p:grpSpPr>
        <a:xfrm>
          <a:off x="0" y="0"/>
          <a:ext cx="0" cy="0"/>
          <a:chOff x="0" y="0"/>
          <a:chExt cx="0" cy="0"/>
        </a:xfrm>
      </p:grpSpPr>
      <p:sp>
        <p:nvSpPr>
          <p:cNvPr id="11" name="Title Text"/>
          <p:cNvSpPr txBox="1">
            <a:spLocks noGrp="1"/>
          </p:cNvSpPr>
          <p:nvPr>
            <p:ph type="title"/>
          </p:nvPr>
        </p:nvSpPr>
        <p:spPr>
          <a:xfrm>
            <a:off x="1270000" y="1638300"/>
            <a:ext cx="10464800" cy="3302000"/>
          </a:xfrm>
          <a:prstGeom prst="rect">
            <a:avLst/>
          </a:prstGeom>
        </p:spPr>
        <p:txBody>
          <a:bodyPr anchor="b"/>
          <a:lstStyle/>
          <a:p>
            <a:r>
              <a:t>Title Text</a:t>
            </a:r>
          </a:p>
        </p:txBody>
      </p:sp>
      <p:sp>
        <p:nvSpPr>
          <p:cNvPr id="12" name="Body Level One…"/>
          <p:cNvSpPr txBox="1">
            <a:spLocks noGrp="1"/>
          </p:cNvSpPr>
          <p:nvPr>
            <p:ph type="body" sz="quarter" idx="1"/>
          </p:nvPr>
        </p:nvSpPr>
        <p:spPr>
          <a:xfrm>
            <a:off x="1270000" y="5041900"/>
            <a:ext cx="10464800" cy="1130300"/>
          </a:xfrm>
          <a:prstGeom prst="rect">
            <a:avLst/>
          </a:prstGeom>
        </p:spPr>
        <p:txBody>
          <a:bodyPr anchor="t"/>
          <a:lstStyle>
            <a:lvl1pPr marL="0" indent="0" algn="ctr">
              <a:spcBef>
                <a:spcPts val="0"/>
              </a:spcBef>
              <a:buSzTx/>
              <a:buNone/>
              <a:defRPr sz="3700"/>
            </a:lvl1pPr>
            <a:lvl2pPr marL="0" indent="0" algn="ctr">
              <a:spcBef>
                <a:spcPts val="0"/>
              </a:spcBef>
              <a:buSzTx/>
              <a:buNone/>
              <a:defRPr sz="3700"/>
            </a:lvl2pPr>
            <a:lvl3pPr marL="0" indent="0" algn="ctr">
              <a:spcBef>
                <a:spcPts val="0"/>
              </a:spcBef>
              <a:buSzTx/>
              <a:buNone/>
              <a:defRPr sz="3700"/>
            </a:lvl3pPr>
            <a:lvl4pPr marL="0" indent="0" algn="ctr">
              <a:spcBef>
                <a:spcPts val="0"/>
              </a:spcBef>
              <a:buSzTx/>
              <a:buNone/>
              <a:defRPr sz="3700"/>
            </a:lvl4pPr>
            <a:lvl5pPr marL="0" indent="0" algn="ctr">
              <a:spcBef>
                <a:spcPts val="0"/>
              </a:spcBef>
              <a:buSzTx/>
              <a:buNone/>
              <a:defRPr sz="3700"/>
            </a:lvl5p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prstGeom prst="rect">
            <a:avLst/>
          </a:prstGeom>
        </p:spPr>
        <p:txBody>
          <a:bodyPr/>
          <a:lstStyle>
            <a:lvl1pPr>
              <a:defRPr>
                <a:latin typeface="Helvetica Neue Thin"/>
                <a:ea typeface="Helvetica Neue Thin"/>
                <a:cs typeface="Helvetica Neue Thin"/>
                <a:sym typeface="Helvetica Neue Thin"/>
              </a:defRPr>
            </a:lvl1p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Photo - Vertical">
    <p:spTree>
      <p:nvGrpSpPr>
        <p:cNvPr id="1" name=""/>
        <p:cNvGrpSpPr/>
        <p:nvPr/>
      </p:nvGrpSpPr>
      <p:grpSpPr>
        <a:xfrm>
          <a:off x="0" y="0"/>
          <a:ext cx="0" cy="0"/>
          <a:chOff x="0" y="0"/>
          <a:chExt cx="0" cy="0"/>
        </a:xfrm>
      </p:grpSpPr>
      <p:sp>
        <p:nvSpPr>
          <p:cNvPr id="38" name="Image"/>
          <p:cNvSpPr>
            <a:spLocks noGrp="1"/>
          </p:cNvSpPr>
          <p:nvPr>
            <p:ph type="pic" idx="13"/>
          </p:nvPr>
        </p:nvSpPr>
        <p:spPr>
          <a:xfrm>
            <a:off x="2263775" y="613833"/>
            <a:ext cx="12401550" cy="8267701"/>
          </a:xfrm>
          <a:prstGeom prst="rect">
            <a:avLst/>
          </a:prstGeom>
        </p:spPr>
        <p:txBody>
          <a:bodyPr lIns="91439" tIns="45719" rIns="91439" bIns="45719" anchor="t">
            <a:noAutofit/>
          </a:bodyPr>
          <a:lstStyle/>
          <a:p>
            <a:endParaRPr/>
          </a:p>
        </p:txBody>
      </p:sp>
      <p:sp>
        <p:nvSpPr>
          <p:cNvPr id="39" name="Title Text"/>
          <p:cNvSpPr txBox="1">
            <a:spLocks noGrp="1"/>
          </p:cNvSpPr>
          <p:nvPr>
            <p:ph type="title"/>
          </p:nvPr>
        </p:nvSpPr>
        <p:spPr>
          <a:xfrm>
            <a:off x="952500" y="635000"/>
            <a:ext cx="5334000" cy="3987800"/>
          </a:xfrm>
          <a:prstGeom prst="rect">
            <a:avLst/>
          </a:prstGeom>
        </p:spPr>
        <p:txBody>
          <a:bodyPr anchor="b"/>
          <a:lstStyle>
            <a:lvl1pPr>
              <a:defRPr sz="6000"/>
            </a:lvl1pPr>
          </a:lstStyle>
          <a:p>
            <a:r>
              <a:t>Title Text</a:t>
            </a:r>
          </a:p>
        </p:txBody>
      </p:sp>
      <p:sp>
        <p:nvSpPr>
          <p:cNvPr id="40" name="Body Level One…"/>
          <p:cNvSpPr txBox="1">
            <a:spLocks noGrp="1"/>
          </p:cNvSpPr>
          <p:nvPr>
            <p:ph type="body" sz="quarter" idx="1"/>
          </p:nvPr>
        </p:nvSpPr>
        <p:spPr>
          <a:xfrm>
            <a:off x="952500" y="4724400"/>
            <a:ext cx="5334000" cy="4114800"/>
          </a:xfrm>
          <a:prstGeom prst="rect">
            <a:avLst/>
          </a:prstGeom>
        </p:spPr>
        <p:txBody>
          <a:bodyPr anchor="t"/>
          <a:lstStyle>
            <a:lvl1pPr marL="0" indent="0" algn="ctr">
              <a:spcBef>
                <a:spcPts val="0"/>
              </a:spcBef>
              <a:buSzTx/>
              <a:buNone/>
              <a:defRPr sz="3700"/>
            </a:lvl1pPr>
            <a:lvl2pPr marL="0" indent="0" algn="ctr">
              <a:spcBef>
                <a:spcPts val="0"/>
              </a:spcBef>
              <a:buSzTx/>
              <a:buNone/>
              <a:defRPr sz="3700"/>
            </a:lvl2pPr>
            <a:lvl3pPr marL="0" indent="0" algn="ctr">
              <a:spcBef>
                <a:spcPts val="0"/>
              </a:spcBef>
              <a:buSzTx/>
              <a:buNone/>
              <a:defRPr sz="3700"/>
            </a:lvl3pPr>
            <a:lvl4pPr marL="0" indent="0" algn="ctr">
              <a:spcBef>
                <a:spcPts val="0"/>
              </a:spcBef>
              <a:buSzTx/>
              <a:buNone/>
              <a:defRPr sz="3700"/>
            </a:lvl4pPr>
            <a:lvl5pPr marL="0" indent="0" algn="ctr">
              <a:spcBef>
                <a:spcPts val="0"/>
              </a:spcBef>
              <a:buSzTx/>
              <a:buNone/>
              <a:defRPr sz="3700"/>
            </a:lvl5pPr>
          </a:lstStyle>
          <a:p>
            <a:r>
              <a:t>Body Level One</a:t>
            </a:r>
          </a:p>
          <a:p>
            <a:pPr lvl="1"/>
            <a:r>
              <a:t>Body Level Two</a:t>
            </a:r>
          </a:p>
          <a:p>
            <a:pPr lvl="2"/>
            <a:r>
              <a:t>Body Level Three</a:t>
            </a:r>
          </a:p>
          <a:p>
            <a:pPr lvl="3"/>
            <a:r>
              <a:t>Body Level Four</a:t>
            </a:r>
          </a:p>
          <a:p>
            <a:pPr lvl="4"/>
            <a:r>
              <a:t>Body Level Five</a:t>
            </a:r>
          </a:p>
        </p:txBody>
      </p:sp>
      <p:sp>
        <p:nvSpPr>
          <p:cNvPr id="4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5" name="Image"/>
          <p:cNvSpPr>
            <a:spLocks noGrp="1"/>
          </p:cNvSpPr>
          <p:nvPr>
            <p:ph type="pic" idx="13"/>
          </p:nvPr>
        </p:nvSpPr>
        <p:spPr>
          <a:xfrm>
            <a:off x="4086225" y="2586566"/>
            <a:ext cx="9429750" cy="6286501"/>
          </a:xfrm>
          <a:prstGeom prst="rect">
            <a:avLst/>
          </a:prstGeom>
        </p:spPr>
        <p:txBody>
          <a:bodyPr lIns="91439" tIns="45719" rIns="91439" bIns="45719" anchor="t">
            <a:noAutofit/>
          </a:bodyPr>
          <a:lstStyle/>
          <a:p>
            <a:endParaRPr/>
          </a:p>
        </p:txBody>
      </p:sp>
      <p:sp>
        <p:nvSpPr>
          <p:cNvPr id="66" name="Title Text"/>
          <p:cNvSpPr txBox="1">
            <a:spLocks noGrp="1"/>
          </p:cNvSpPr>
          <p:nvPr>
            <p:ph type="title"/>
          </p:nvPr>
        </p:nvSpPr>
        <p:spPr>
          <a:prstGeom prst="rect">
            <a:avLst/>
          </a:prstGeom>
        </p:spPr>
        <p:txBody>
          <a:bodyPr/>
          <a:lstStyle/>
          <a:p>
            <a:r>
              <a:t>Title Text</a:t>
            </a:r>
          </a:p>
        </p:txBody>
      </p:sp>
      <p:sp>
        <p:nvSpPr>
          <p:cNvPr id="67" name="Body Level One…"/>
          <p:cNvSpPr txBox="1">
            <a:spLocks noGrp="1"/>
          </p:cNvSpPr>
          <p:nvPr>
            <p:ph type="body" sz="half" idx="1"/>
          </p:nvPr>
        </p:nvSpPr>
        <p:spPr>
          <a:xfrm>
            <a:off x="952500" y="2590800"/>
            <a:ext cx="5334000" cy="6286500"/>
          </a:xfrm>
          <a:prstGeom prst="rect">
            <a:avLst/>
          </a:prstGeom>
        </p:spPr>
        <p:txBody>
          <a:bodyPr/>
          <a:lstStyle>
            <a:lvl1pPr marL="342900" indent="-342900">
              <a:spcBef>
                <a:spcPts val="3200"/>
              </a:spcBef>
              <a:defRPr sz="2800"/>
            </a:lvl1pPr>
            <a:lvl2pPr marL="685800" indent="-342900">
              <a:spcBef>
                <a:spcPts val="3200"/>
              </a:spcBef>
              <a:defRPr sz="2800"/>
            </a:lvl2pPr>
            <a:lvl3pPr marL="1028700" indent="-342900">
              <a:spcBef>
                <a:spcPts val="3200"/>
              </a:spcBef>
              <a:defRPr sz="2800"/>
            </a:lvl3pPr>
            <a:lvl4pPr marL="1371600" indent="-342900">
              <a:spcBef>
                <a:spcPts val="3200"/>
              </a:spcBef>
              <a:defRPr sz="2800"/>
            </a:lvl4pPr>
            <a:lvl5pPr marL="1714500" indent="-342900">
              <a:spcBef>
                <a:spcPts val="3200"/>
              </a:spcBef>
              <a:defRPr sz="2800"/>
            </a:lvl5pPr>
          </a:lstStyle>
          <a:p>
            <a:r>
              <a:t>Body Level One</a:t>
            </a:r>
          </a:p>
          <a:p>
            <a:pPr lvl="1"/>
            <a:r>
              <a:t>Body Level Two</a:t>
            </a:r>
          </a:p>
          <a:p>
            <a:pPr lvl="2"/>
            <a:r>
              <a:t>Body Level Three</a:t>
            </a:r>
          </a:p>
          <a:p>
            <a:pPr lvl="3"/>
            <a:r>
              <a:t>Body Level Four</a:t>
            </a:r>
          </a:p>
          <a:p>
            <a:pPr lvl="4"/>
            <a:r>
              <a:t>Body Level Five</a:t>
            </a:r>
          </a:p>
        </p:txBody>
      </p:sp>
      <p:sp>
        <p:nvSpPr>
          <p:cNvPr id="68" name="Slide Number"/>
          <p:cNvSpPr txBox="1">
            <a:spLocks noGrp="1"/>
          </p:cNvSpPr>
          <p:nvPr>
            <p:ph type="sldNum" sz="quarter" idx="2"/>
          </p:nvPr>
        </p:nvSpPr>
        <p:spPr>
          <a:xfrm>
            <a:off x="6328884" y="9296400"/>
            <a:ext cx="340259" cy="342900"/>
          </a:xfrm>
          <a:prstGeom prst="rect">
            <a:avLst/>
          </a:prstGeom>
        </p:spPr>
        <p:txBody>
          <a:bodyPr/>
          <a:lstStyle>
            <a:lvl1pPr>
              <a:defRPr>
                <a:latin typeface="Helvetica Light"/>
                <a:ea typeface="Helvetica Light"/>
                <a:cs typeface="Helvetica Light"/>
                <a:sym typeface="Helvetica Light"/>
              </a:defRPr>
            </a:lvl1p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75" name="Body Level One…"/>
          <p:cNvSpPr txBox="1">
            <a:spLocks noGrp="1"/>
          </p:cNvSpPr>
          <p:nvPr>
            <p:ph type="body" idx="1"/>
          </p:nvPr>
        </p:nvSpPr>
        <p:spPr>
          <a:xfrm>
            <a:off x="952500" y="1270000"/>
            <a:ext cx="11099800" cy="7213600"/>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7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83" name="Image"/>
          <p:cNvSpPr>
            <a:spLocks noGrp="1"/>
          </p:cNvSpPr>
          <p:nvPr>
            <p:ph type="pic" sz="quarter" idx="13"/>
          </p:nvPr>
        </p:nvSpPr>
        <p:spPr>
          <a:xfrm>
            <a:off x="6680200" y="5029200"/>
            <a:ext cx="6054748" cy="4038600"/>
          </a:xfrm>
          <a:prstGeom prst="rect">
            <a:avLst/>
          </a:prstGeom>
        </p:spPr>
        <p:txBody>
          <a:bodyPr lIns="91439" tIns="45719" rIns="91439" bIns="45719" anchor="t">
            <a:noAutofit/>
          </a:bodyPr>
          <a:lstStyle/>
          <a:p>
            <a:endParaRPr/>
          </a:p>
        </p:txBody>
      </p:sp>
      <p:sp>
        <p:nvSpPr>
          <p:cNvPr id="84" name="Image"/>
          <p:cNvSpPr>
            <a:spLocks noGrp="1"/>
          </p:cNvSpPr>
          <p:nvPr>
            <p:ph type="pic" sz="quarter" idx="14"/>
          </p:nvPr>
        </p:nvSpPr>
        <p:spPr>
          <a:xfrm>
            <a:off x="6502400" y="889000"/>
            <a:ext cx="5867400" cy="3911601"/>
          </a:xfrm>
          <a:prstGeom prst="rect">
            <a:avLst/>
          </a:prstGeom>
        </p:spPr>
        <p:txBody>
          <a:bodyPr lIns="91439" tIns="45719" rIns="91439" bIns="45719" anchor="t">
            <a:noAutofit/>
          </a:bodyPr>
          <a:lstStyle/>
          <a:p>
            <a:endParaRPr/>
          </a:p>
        </p:txBody>
      </p:sp>
      <p:sp>
        <p:nvSpPr>
          <p:cNvPr id="85" name="Image"/>
          <p:cNvSpPr>
            <a:spLocks noGrp="1"/>
          </p:cNvSpPr>
          <p:nvPr>
            <p:ph type="pic" idx="15"/>
          </p:nvPr>
        </p:nvSpPr>
        <p:spPr>
          <a:xfrm>
            <a:off x="-2374900" y="889000"/>
            <a:ext cx="11982450" cy="7988300"/>
          </a:xfrm>
          <a:prstGeom prst="rect">
            <a:avLst/>
          </a:prstGeom>
        </p:spPr>
        <p:txBody>
          <a:bodyPr lIns="91439" tIns="45719" rIns="91439" bIns="45719" anchor="t">
            <a:noAutofit/>
          </a:bodyPr>
          <a:lstStyle/>
          <a:p>
            <a:endParaRPr/>
          </a:p>
        </p:txBody>
      </p:sp>
      <p:sp>
        <p:nvSpPr>
          <p:cNvPr id="8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
        <p:nvSpPr>
          <p:cNvPr id="93" name="–Johnny Appleseed"/>
          <p:cNvSpPr txBox="1">
            <a:spLocks noGrp="1"/>
          </p:cNvSpPr>
          <p:nvPr>
            <p:ph type="body" sz="quarter" idx="13"/>
          </p:nvPr>
        </p:nvSpPr>
        <p:spPr>
          <a:xfrm>
            <a:off x="1270000" y="6362700"/>
            <a:ext cx="10464800" cy="461366"/>
          </a:xfrm>
          <a:prstGeom prst="rect">
            <a:avLst/>
          </a:prstGeom>
        </p:spPr>
        <p:txBody>
          <a:bodyPr anchor="t">
            <a:spAutoFit/>
          </a:bodyPr>
          <a:lstStyle>
            <a:lvl1pPr marL="0" indent="0" algn="ctr">
              <a:spcBef>
                <a:spcPts val="0"/>
              </a:spcBef>
              <a:buSzTx/>
              <a:buNone/>
              <a:defRPr sz="2400" i="1"/>
            </a:lvl1pPr>
          </a:lstStyle>
          <a:p>
            <a:r>
              <a:t>–Johnny Appleseed</a:t>
            </a:r>
          </a:p>
        </p:txBody>
      </p:sp>
      <p:sp>
        <p:nvSpPr>
          <p:cNvPr id="94" name="“Type a quote here.”"/>
          <p:cNvSpPr txBox="1">
            <a:spLocks noGrp="1"/>
          </p:cNvSpPr>
          <p:nvPr>
            <p:ph type="body" sz="quarter" idx="14"/>
          </p:nvPr>
        </p:nvSpPr>
        <p:spPr>
          <a:xfrm>
            <a:off x="1270000" y="4267112"/>
            <a:ext cx="10464800" cy="609776"/>
          </a:xfrm>
          <a:prstGeom prst="rect">
            <a:avLst/>
          </a:prstGeom>
        </p:spPr>
        <p:txBody>
          <a:bodyPr>
            <a:spAutoFit/>
          </a:bodyPr>
          <a:lstStyle>
            <a:lvl1pPr marL="0" indent="0" algn="ctr">
              <a:spcBef>
                <a:spcPts val="0"/>
              </a:spcBef>
              <a:buSzTx/>
              <a:buNone/>
              <a:defRPr sz="3400">
                <a:latin typeface="+mn-lt"/>
                <a:ea typeface="+mn-ea"/>
                <a:cs typeface="+mn-cs"/>
                <a:sym typeface="Helvetica Neue Medium"/>
              </a:defRPr>
            </a:lvl1pPr>
          </a:lstStyle>
          <a:p>
            <a:r>
              <a:t>“Type a quote here.” </a:t>
            </a:r>
          </a:p>
        </p:txBody>
      </p:sp>
      <p:sp>
        <p:nvSpPr>
          <p:cNvPr id="9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02" name="Image"/>
          <p:cNvSpPr>
            <a:spLocks noGrp="1"/>
          </p:cNvSpPr>
          <p:nvPr>
            <p:ph type="pic" idx="13"/>
          </p:nvPr>
        </p:nvSpPr>
        <p:spPr>
          <a:xfrm>
            <a:off x="-949853" y="0"/>
            <a:ext cx="14904506" cy="9944100"/>
          </a:xfrm>
          <a:prstGeom prst="rect">
            <a:avLst/>
          </a:prstGeom>
        </p:spPr>
        <p:txBody>
          <a:bodyPr lIns="91439" tIns="45719" rIns="91439" bIns="45719" anchor="t">
            <a:noAutofit/>
          </a:bodyPr>
          <a:lstStyle/>
          <a:p>
            <a:endParaRPr/>
          </a:p>
        </p:txBody>
      </p:sp>
      <p:sp>
        <p:nvSpPr>
          <p:cNvPr id="10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1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952500" y="254000"/>
            <a:ext cx="11099800" cy="2159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normAutofit/>
          </a:bodyPr>
          <a:lstStyle/>
          <a:p>
            <a:r>
              <a:t>Title Text</a:t>
            </a:r>
          </a:p>
        </p:txBody>
      </p:sp>
      <p:sp>
        <p:nvSpPr>
          <p:cNvPr id="3" name="Body Level One…"/>
          <p:cNvSpPr txBox="1">
            <a:spLocks noGrp="1"/>
          </p:cNvSpPr>
          <p:nvPr>
            <p:ph type="body" idx="1"/>
          </p:nvPr>
        </p:nvSpPr>
        <p:spPr>
          <a:xfrm>
            <a:off x="952500" y="2590800"/>
            <a:ext cx="11099800" cy="62865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6328884" y="9296400"/>
            <a:ext cx="340259" cy="324306"/>
          </a:xfrm>
          <a:prstGeom prst="rect">
            <a:avLst/>
          </a:prstGeom>
          <a:ln w="12700">
            <a:miter lim="400000"/>
          </a:ln>
        </p:spPr>
        <p:txBody>
          <a:bodyPr wrap="none" lIns="50800" tIns="50800" rIns="50800" bIns="50800">
            <a:spAutoFit/>
          </a:bodyPr>
          <a:lstStyle>
            <a:lvl1pPr>
              <a:defRPr sz="1600" b="0">
                <a:latin typeface="Helvetica Neue Light"/>
                <a:ea typeface="Helvetica Neue Light"/>
                <a:cs typeface="Helvetica Neue Light"/>
                <a:sym typeface="Helvetica Neue Light"/>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2" r:id="rId2"/>
    <p:sldLayoutId id="2147483655" r:id="rId3"/>
    <p:sldLayoutId id="2147483656" r:id="rId4"/>
    <p:sldLayoutId id="2147483657" r:id="rId5"/>
    <p:sldLayoutId id="2147483658" r:id="rId6"/>
    <p:sldLayoutId id="2147483659" r:id="rId7"/>
    <p:sldLayoutId id="2147483660" r:id="rId8"/>
  </p:sldLayoutIdLst>
  <p:transition spd="med"/>
  <p:hf hdr="0" ftr="0" dt="0"/>
  <p:txStyles>
    <p:titleStyle>
      <a:lvl1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1pPr>
      <a:lvl2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2pPr>
      <a:lvl3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3pPr>
      <a:lvl4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4pPr>
      <a:lvl5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5pPr>
      <a:lvl6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6pPr>
      <a:lvl7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7pPr>
      <a:lvl8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8pPr>
      <a:lvl9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9pPr>
    </p:titleStyle>
    <p:bodyStyle>
      <a:lvl1pPr marL="444500" marR="0" indent="-444500" algn="l" defTabSz="584200" rtl="0" latinLnBrk="0">
        <a:lnSpc>
          <a:spcPct val="100000"/>
        </a:lnSpc>
        <a:spcBef>
          <a:spcPts val="4200"/>
        </a:spcBef>
        <a:spcAft>
          <a:spcPts val="0"/>
        </a:spcAft>
        <a:buClrTx/>
        <a:buSzPct val="145000"/>
        <a:buFontTx/>
        <a:buChar char="•"/>
        <a:tabLst/>
        <a:defRPr sz="3200" b="0" i="0" u="none" strike="noStrike" cap="none" spc="0" baseline="0">
          <a:solidFill>
            <a:srgbClr val="000000"/>
          </a:solidFill>
          <a:uFillTx/>
          <a:latin typeface="Helvetica Neue"/>
          <a:ea typeface="Helvetica Neue"/>
          <a:cs typeface="Helvetica Neue"/>
          <a:sym typeface="Helvetica Neue"/>
        </a:defRPr>
      </a:lvl1pPr>
      <a:lvl2pPr marL="889000" marR="0" indent="-444500" algn="l" defTabSz="584200" rtl="0" latinLnBrk="0">
        <a:lnSpc>
          <a:spcPct val="100000"/>
        </a:lnSpc>
        <a:spcBef>
          <a:spcPts val="4200"/>
        </a:spcBef>
        <a:spcAft>
          <a:spcPts val="0"/>
        </a:spcAft>
        <a:buClrTx/>
        <a:buSzPct val="145000"/>
        <a:buFontTx/>
        <a:buChar char="•"/>
        <a:tabLst/>
        <a:defRPr sz="3200" b="0" i="0" u="none" strike="noStrike" cap="none" spc="0" baseline="0">
          <a:solidFill>
            <a:srgbClr val="000000"/>
          </a:solidFill>
          <a:uFillTx/>
          <a:latin typeface="Helvetica Neue"/>
          <a:ea typeface="Helvetica Neue"/>
          <a:cs typeface="Helvetica Neue"/>
          <a:sym typeface="Helvetica Neue"/>
        </a:defRPr>
      </a:lvl2pPr>
      <a:lvl3pPr marL="1333500" marR="0" indent="-444500" algn="l" defTabSz="584200" rtl="0" latinLnBrk="0">
        <a:lnSpc>
          <a:spcPct val="100000"/>
        </a:lnSpc>
        <a:spcBef>
          <a:spcPts val="4200"/>
        </a:spcBef>
        <a:spcAft>
          <a:spcPts val="0"/>
        </a:spcAft>
        <a:buClrTx/>
        <a:buSzPct val="145000"/>
        <a:buFontTx/>
        <a:buChar char="•"/>
        <a:tabLst/>
        <a:defRPr sz="3200" b="0" i="0" u="none" strike="noStrike" cap="none" spc="0" baseline="0">
          <a:solidFill>
            <a:srgbClr val="000000"/>
          </a:solidFill>
          <a:uFillTx/>
          <a:latin typeface="Helvetica Neue"/>
          <a:ea typeface="Helvetica Neue"/>
          <a:cs typeface="Helvetica Neue"/>
          <a:sym typeface="Helvetica Neue"/>
        </a:defRPr>
      </a:lvl3pPr>
      <a:lvl4pPr marL="1778000" marR="0" indent="-444500" algn="l" defTabSz="584200" rtl="0" latinLnBrk="0">
        <a:lnSpc>
          <a:spcPct val="100000"/>
        </a:lnSpc>
        <a:spcBef>
          <a:spcPts val="4200"/>
        </a:spcBef>
        <a:spcAft>
          <a:spcPts val="0"/>
        </a:spcAft>
        <a:buClrTx/>
        <a:buSzPct val="145000"/>
        <a:buFontTx/>
        <a:buChar char="•"/>
        <a:tabLst/>
        <a:defRPr sz="3200" b="0" i="0" u="none" strike="noStrike" cap="none" spc="0" baseline="0">
          <a:solidFill>
            <a:srgbClr val="000000"/>
          </a:solidFill>
          <a:uFillTx/>
          <a:latin typeface="Helvetica Neue"/>
          <a:ea typeface="Helvetica Neue"/>
          <a:cs typeface="Helvetica Neue"/>
          <a:sym typeface="Helvetica Neue"/>
        </a:defRPr>
      </a:lvl4pPr>
      <a:lvl5pPr marL="2222500" marR="0" indent="-444500" algn="l" defTabSz="584200" rtl="0" latinLnBrk="0">
        <a:lnSpc>
          <a:spcPct val="100000"/>
        </a:lnSpc>
        <a:spcBef>
          <a:spcPts val="4200"/>
        </a:spcBef>
        <a:spcAft>
          <a:spcPts val="0"/>
        </a:spcAft>
        <a:buClrTx/>
        <a:buSzPct val="145000"/>
        <a:buFontTx/>
        <a:buChar char="•"/>
        <a:tabLst/>
        <a:defRPr sz="3200" b="0" i="0" u="none" strike="noStrike" cap="none" spc="0" baseline="0">
          <a:solidFill>
            <a:srgbClr val="000000"/>
          </a:solidFill>
          <a:uFillTx/>
          <a:latin typeface="Helvetica Neue"/>
          <a:ea typeface="Helvetica Neue"/>
          <a:cs typeface="Helvetica Neue"/>
          <a:sym typeface="Helvetica Neue"/>
        </a:defRPr>
      </a:lvl5pPr>
      <a:lvl6pPr marL="2667000" marR="0" indent="-444500" algn="l" defTabSz="584200" rtl="0" latinLnBrk="0">
        <a:lnSpc>
          <a:spcPct val="100000"/>
        </a:lnSpc>
        <a:spcBef>
          <a:spcPts val="4200"/>
        </a:spcBef>
        <a:spcAft>
          <a:spcPts val="0"/>
        </a:spcAft>
        <a:buClrTx/>
        <a:buSzPct val="145000"/>
        <a:buFontTx/>
        <a:buChar char="•"/>
        <a:tabLst/>
        <a:defRPr sz="3200" b="0" i="0" u="none" strike="noStrike" cap="none" spc="0" baseline="0">
          <a:solidFill>
            <a:srgbClr val="000000"/>
          </a:solidFill>
          <a:uFillTx/>
          <a:latin typeface="Helvetica Neue"/>
          <a:ea typeface="Helvetica Neue"/>
          <a:cs typeface="Helvetica Neue"/>
          <a:sym typeface="Helvetica Neue"/>
        </a:defRPr>
      </a:lvl6pPr>
      <a:lvl7pPr marL="3111500" marR="0" indent="-444500" algn="l" defTabSz="584200" rtl="0" latinLnBrk="0">
        <a:lnSpc>
          <a:spcPct val="100000"/>
        </a:lnSpc>
        <a:spcBef>
          <a:spcPts val="4200"/>
        </a:spcBef>
        <a:spcAft>
          <a:spcPts val="0"/>
        </a:spcAft>
        <a:buClrTx/>
        <a:buSzPct val="145000"/>
        <a:buFontTx/>
        <a:buChar char="•"/>
        <a:tabLst/>
        <a:defRPr sz="3200" b="0" i="0" u="none" strike="noStrike" cap="none" spc="0" baseline="0">
          <a:solidFill>
            <a:srgbClr val="000000"/>
          </a:solidFill>
          <a:uFillTx/>
          <a:latin typeface="Helvetica Neue"/>
          <a:ea typeface="Helvetica Neue"/>
          <a:cs typeface="Helvetica Neue"/>
          <a:sym typeface="Helvetica Neue"/>
        </a:defRPr>
      </a:lvl7pPr>
      <a:lvl8pPr marL="3556000" marR="0" indent="-444500" algn="l" defTabSz="584200" rtl="0" latinLnBrk="0">
        <a:lnSpc>
          <a:spcPct val="100000"/>
        </a:lnSpc>
        <a:spcBef>
          <a:spcPts val="4200"/>
        </a:spcBef>
        <a:spcAft>
          <a:spcPts val="0"/>
        </a:spcAft>
        <a:buClrTx/>
        <a:buSzPct val="145000"/>
        <a:buFontTx/>
        <a:buChar char="•"/>
        <a:tabLst/>
        <a:defRPr sz="3200" b="0" i="0" u="none" strike="noStrike" cap="none" spc="0" baseline="0">
          <a:solidFill>
            <a:srgbClr val="000000"/>
          </a:solidFill>
          <a:uFillTx/>
          <a:latin typeface="Helvetica Neue"/>
          <a:ea typeface="Helvetica Neue"/>
          <a:cs typeface="Helvetica Neue"/>
          <a:sym typeface="Helvetica Neue"/>
        </a:defRPr>
      </a:lvl8pPr>
      <a:lvl9pPr marL="4000500" marR="0" indent="-444500" algn="l" defTabSz="584200" rtl="0" latinLnBrk="0">
        <a:lnSpc>
          <a:spcPct val="100000"/>
        </a:lnSpc>
        <a:spcBef>
          <a:spcPts val="4200"/>
        </a:spcBef>
        <a:spcAft>
          <a:spcPts val="0"/>
        </a:spcAft>
        <a:buClrTx/>
        <a:buSzPct val="145000"/>
        <a:buFontTx/>
        <a:buChar char="•"/>
        <a:tabLst/>
        <a:defRPr sz="3200" b="0" i="0" u="none" strike="noStrike" cap="none" spc="0" baseline="0">
          <a:solidFill>
            <a:srgbClr val="000000"/>
          </a:solidFill>
          <a:uFillTx/>
          <a:latin typeface="Helvetica Neue"/>
          <a:ea typeface="Helvetica Neue"/>
          <a:cs typeface="Helvetica Neue"/>
          <a:sym typeface="Helvetica Neue"/>
        </a:defRPr>
      </a:lvl9pPr>
    </p:bodyStyle>
    <p:otherStyle>
      <a:lvl1pPr marL="0" marR="0" indent="0" algn="ctr" defTabSz="58420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1pPr>
      <a:lvl2pPr marL="0" marR="0" indent="228600" algn="ctr" defTabSz="58420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2pPr>
      <a:lvl3pPr marL="0" marR="0" indent="457200" algn="ctr" defTabSz="58420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3pPr>
      <a:lvl4pPr marL="0" marR="0" indent="685800" algn="ctr" defTabSz="58420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4pPr>
      <a:lvl5pPr marL="0" marR="0" indent="914400" algn="ctr" defTabSz="58420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5pPr>
      <a:lvl6pPr marL="0" marR="0" indent="1143000" algn="ctr" defTabSz="58420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6pPr>
      <a:lvl7pPr marL="0" marR="0" indent="1371600" algn="ctr" defTabSz="58420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7pPr>
      <a:lvl8pPr marL="0" marR="0" indent="1600200" algn="ctr" defTabSz="58420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8pPr>
      <a:lvl9pPr marL="0" marR="0" indent="1828800" algn="ctr" defTabSz="58420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311.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11.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12" Type="http://schemas.openxmlformats.org/officeDocument/2006/relationships/image" Target="../media/image32.png"/><Relationship Id="rId2" Type="http://schemas.openxmlformats.org/officeDocument/2006/relationships/image" Target="../media/image22.png"/><Relationship Id="rId1" Type="http://schemas.openxmlformats.org/officeDocument/2006/relationships/slideLayout" Target="../slideLayouts/slideLayout1.xml"/><Relationship Id="rId6" Type="http://schemas.openxmlformats.org/officeDocument/2006/relationships/image" Target="../media/image26.png"/><Relationship Id="rId11" Type="http://schemas.openxmlformats.org/officeDocument/2006/relationships/image" Target="../media/image31.png"/><Relationship Id="rId5" Type="http://schemas.openxmlformats.org/officeDocument/2006/relationships/image" Target="../media/image25.png"/><Relationship Id="rId10" Type="http://schemas.openxmlformats.org/officeDocument/2006/relationships/image" Target="../media/image30.png"/><Relationship Id="rId4" Type="http://schemas.openxmlformats.org/officeDocument/2006/relationships/image" Target="../media/image24.png"/><Relationship Id="rId9" Type="http://schemas.openxmlformats.org/officeDocument/2006/relationships/image" Target="../media/image2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00.png"/><Relationship Id="rId7" Type="http://schemas.openxmlformats.org/officeDocument/2006/relationships/image" Target="../media/image610.png"/><Relationship Id="rId2" Type="http://schemas.openxmlformats.org/officeDocument/2006/relationships/image" Target="../media/image200.png"/><Relationship Id="rId1" Type="http://schemas.openxmlformats.org/officeDocument/2006/relationships/slideLayout" Target="../slideLayouts/slideLayout1.xml"/><Relationship Id="rId6" Type="http://schemas.openxmlformats.org/officeDocument/2006/relationships/customXml" Target="../ink/ink1.xml"/><Relationship Id="rId5" Type="http://schemas.openxmlformats.org/officeDocument/2006/relationships/image" Target="../media/image512.png"/><Relationship Id="rId4" Type="http://schemas.openxmlformats.org/officeDocument/2006/relationships/image" Target="../media/image410.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4.png"/><Relationship Id="rId4" Type="http://schemas.openxmlformats.org/officeDocument/2006/relationships/image" Target="../media/image3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8" Type="http://schemas.openxmlformats.org/officeDocument/2006/relationships/image" Target="../media/image271.png"/><Relationship Id="rId3" Type="http://schemas.openxmlformats.org/officeDocument/2006/relationships/image" Target="../media/image290.png"/><Relationship Id="rId7" Type="http://schemas.openxmlformats.org/officeDocument/2006/relationships/image" Target="../media/image261.png"/><Relationship Id="rId2" Type="http://schemas.openxmlformats.org/officeDocument/2006/relationships/image" Target="../media/image289.png"/><Relationship Id="rId1" Type="http://schemas.openxmlformats.org/officeDocument/2006/relationships/slideLayout" Target="../slideLayouts/slideLayout1.xml"/><Relationship Id="rId6" Type="http://schemas.openxmlformats.org/officeDocument/2006/relationships/image" Target="../media/image251.png"/><Relationship Id="rId5" Type="http://schemas.openxmlformats.org/officeDocument/2006/relationships/image" Target="../media/image241.png"/><Relationship Id="rId4" Type="http://schemas.openxmlformats.org/officeDocument/2006/relationships/image" Target="../media/image23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8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8" Type="http://schemas.openxmlformats.org/officeDocument/2006/relationships/image" Target="../media/image140.png"/><Relationship Id="rId13" Type="http://schemas.openxmlformats.org/officeDocument/2006/relationships/image" Target="../media/image170.png"/><Relationship Id="rId3" Type="http://schemas.openxmlformats.org/officeDocument/2006/relationships/image" Target="../media/image101.png"/><Relationship Id="rId7" Type="http://schemas.openxmlformats.org/officeDocument/2006/relationships/image" Target="../media/image131.png"/><Relationship Id="rId12" Type="http://schemas.openxmlformats.org/officeDocument/2006/relationships/image" Target="../media/image160.png"/><Relationship Id="rId2" Type="http://schemas.openxmlformats.org/officeDocument/2006/relationships/image" Target="../media/image90.png"/><Relationship Id="rId1" Type="http://schemas.openxmlformats.org/officeDocument/2006/relationships/slideLayout" Target="../slideLayouts/slideLayout1.xml"/><Relationship Id="rId6" Type="http://schemas.openxmlformats.org/officeDocument/2006/relationships/image" Target="../media/image100.png"/><Relationship Id="rId11" Type="http://schemas.openxmlformats.org/officeDocument/2006/relationships/image" Target="../media/image110.png"/><Relationship Id="rId5" Type="http://schemas.openxmlformats.org/officeDocument/2006/relationships/image" Target="../media/image121.png"/><Relationship Id="rId15" Type="http://schemas.openxmlformats.org/officeDocument/2006/relationships/image" Target="../media/image180.png"/><Relationship Id="rId4" Type="http://schemas.openxmlformats.org/officeDocument/2006/relationships/image" Target="../media/image111.png"/><Relationship Id="rId9" Type="http://schemas.openxmlformats.org/officeDocument/2006/relationships/image" Target="../media/image150.png"/><Relationship Id="rId14" Type="http://schemas.openxmlformats.org/officeDocument/2006/relationships/image" Target="../media/image120.png"/></Relationships>
</file>

<file path=ppt/slides/_rels/slide23.xml.rels><?xml version="1.0" encoding="UTF-8" standalone="yes"?>
<Relationships xmlns="http://schemas.openxmlformats.org/package/2006/relationships"><Relationship Id="rId8" Type="http://schemas.openxmlformats.org/officeDocument/2006/relationships/image" Target="../media/image366.png"/><Relationship Id="rId13" Type="http://schemas.openxmlformats.org/officeDocument/2006/relationships/image" Target="../media/image371.png"/><Relationship Id="rId18" Type="http://schemas.openxmlformats.org/officeDocument/2006/relationships/image" Target="../media/image230.png"/><Relationship Id="rId3" Type="http://schemas.openxmlformats.org/officeDocument/2006/relationships/image" Target="../media/image361.png"/><Relationship Id="rId7" Type="http://schemas.openxmlformats.org/officeDocument/2006/relationships/image" Target="../media/image365.png"/><Relationship Id="rId12" Type="http://schemas.openxmlformats.org/officeDocument/2006/relationships/image" Target="../media/image370.png"/><Relationship Id="rId17" Type="http://schemas.openxmlformats.org/officeDocument/2006/relationships/image" Target="../media/image375.png"/><Relationship Id="rId2" Type="http://schemas.openxmlformats.org/officeDocument/2006/relationships/image" Target="../media/image210.png"/><Relationship Id="rId16" Type="http://schemas.openxmlformats.org/officeDocument/2006/relationships/image" Target="../media/image374.png"/><Relationship Id="rId1" Type="http://schemas.openxmlformats.org/officeDocument/2006/relationships/slideLayout" Target="../slideLayouts/slideLayout1.xml"/><Relationship Id="rId6" Type="http://schemas.openxmlformats.org/officeDocument/2006/relationships/image" Target="../media/image220.png"/><Relationship Id="rId11" Type="http://schemas.openxmlformats.org/officeDocument/2006/relationships/image" Target="../media/image369.png"/><Relationship Id="rId5" Type="http://schemas.openxmlformats.org/officeDocument/2006/relationships/image" Target="../media/image363.png"/><Relationship Id="rId15" Type="http://schemas.openxmlformats.org/officeDocument/2006/relationships/image" Target="../media/image373.png"/><Relationship Id="rId10" Type="http://schemas.openxmlformats.org/officeDocument/2006/relationships/image" Target="../media/image368.png"/><Relationship Id="rId19" Type="http://schemas.openxmlformats.org/officeDocument/2006/relationships/image" Target="../media/image240.png"/><Relationship Id="rId4" Type="http://schemas.openxmlformats.org/officeDocument/2006/relationships/image" Target="../media/image362.png"/><Relationship Id="rId9" Type="http://schemas.openxmlformats.org/officeDocument/2006/relationships/image" Target="../media/image367.png"/></Relationships>
</file>

<file path=ppt/slides/_rels/slide24.xml.rels><?xml version="1.0" encoding="UTF-8" standalone="yes"?>
<Relationships xmlns="http://schemas.openxmlformats.org/package/2006/relationships"><Relationship Id="rId8" Type="http://schemas.openxmlformats.org/officeDocument/2006/relationships/image" Target="../media/image130.png"/><Relationship Id="rId13" Type="http://schemas.openxmlformats.org/officeDocument/2006/relationships/image" Target="../media/image35.png"/><Relationship Id="rId3" Type="http://schemas.openxmlformats.org/officeDocument/2006/relationships/image" Target="../media/image260.png"/><Relationship Id="rId7" Type="http://schemas.openxmlformats.org/officeDocument/2006/relationships/image" Target="../media/image291.png"/><Relationship Id="rId12" Type="http://schemas.openxmlformats.org/officeDocument/2006/relationships/image" Target="../media/image340.png"/><Relationship Id="rId2" Type="http://schemas.openxmlformats.org/officeDocument/2006/relationships/image" Target="../media/image250.png"/><Relationship Id="rId1" Type="http://schemas.openxmlformats.org/officeDocument/2006/relationships/slideLayout" Target="../slideLayouts/slideLayout1.xml"/><Relationship Id="rId6" Type="http://schemas.openxmlformats.org/officeDocument/2006/relationships/image" Target="../media/image417.png"/><Relationship Id="rId11" Type="http://schemas.openxmlformats.org/officeDocument/2006/relationships/image" Target="../media/image330.png"/><Relationship Id="rId5" Type="http://schemas.openxmlformats.org/officeDocument/2006/relationships/image" Target="../media/image280.png"/><Relationship Id="rId10" Type="http://schemas.openxmlformats.org/officeDocument/2006/relationships/image" Target="../media/image320.png"/><Relationship Id="rId4" Type="http://schemas.openxmlformats.org/officeDocument/2006/relationships/image" Target="../media/image270.png"/><Relationship Id="rId9" Type="http://schemas.openxmlformats.org/officeDocument/2006/relationships/image" Target="../media/image3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xml"/><Relationship Id="rId4" Type="http://schemas.openxmlformats.org/officeDocument/2006/relationships/image" Target="../media/image38.png"/></Relationships>
</file>

<file path=ppt/slides/_rels/slide2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30.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image" Target="../media/image44.png"/><Relationship Id="rId1" Type="http://schemas.openxmlformats.org/officeDocument/2006/relationships/slideLayout" Target="../slideLayouts/slideLayout1.xml"/><Relationship Id="rId6" Type="http://schemas.openxmlformats.org/officeDocument/2006/relationships/image" Target="../media/image48.png"/><Relationship Id="rId5" Type="http://schemas.openxmlformats.org/officeDocument/2006/relationships/image" Target="../media/image47.png"/><Relationship Id="rId10" Type="http://schemas.openxmlformats.org/officeDocument/2006/relationships/image" Target="../media/image52.png"/><Relationship Id="rId4" Type="http://schemas.openxmlformats.org/officeDocument/2006/relationships/image" Target="../media/image46.png"/><Relationship Id="rId9" Type="http://schemas.openxmlformats.org/officeDocument/2006/relationships/image" Target="../media/image51.png"/></Relationships>
</file>

<file path=ppt/slides/_rels/slide31.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54.png"/><Relationship Id="rId7" Type="http://schemas.openxmlformats.org/officeDocument/2006/relationships/image" Target="../media/image58.png"/><Relationship Id="rId12" Type="http://schemas.openxmlformats.org/officeDocument/2006/relationships/image" Target="../media/image63.png"/><Relationship Id="rId2" Type="http://schemas.openxmlformats.org/officeDocument/2006/relationships/image" Target="../media/image53.png"/><Relationship Id="rId1" Type="http://schemas.openxmlformats.org/officeDocument/2006/relationships/slideLayout" Target="../slideLayouts/slideLayout1.xml"/><Relationship Id="rId6" Type="http://schemas.openxmlformats.org/officeDocument/2006/relationships/image" Target="../media/image57.png"/><Relationship Id="rId11" Type="http://schemas.openxmlformats.org/officeDocument/2006/relationships/image" Target="../media/image62.png"/><Relationship Id="rId5" Type="http://schemas.openxmlformats.org/officeDocument/2006/relationships/image" Target="../media/image56.png"/><Relationship Id="rId10" Type="http://schemas.openxmlformats.org/officeDocument/2006/relationships/image" Target="../media/image61.png"/><Relationship Id="rId4" Type="http://schemas.openxmlformats.org/officeDocument/2006/relationships/image" Target="../media/image55.png"/><Relationship Id="rId9" Type="http://schemas.openxmlformats.org/officeDocument/2006/relationships/image" Target="../media/image60.png"/></Relationships>
</file>

<file path=ppt/slides/_rels/slide32.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image" Target="../media/image65.png"/><Relationship Id="rId7" Type="http://schemas.openxmlformats.org/officeDocument/2006/relationships/image" Target="../media/image69.png"/><Relationship Id="rId2" Type="http://schemas.openxmlformats.org/officeDocument/2006/relationships/image" Target="../media/image64.png"/><Relationship Id="rId1" Type="http://schemas.openxmlformats.org/officeDocument/2006/relationships/slideLayout" Target="../slideLayouts/slideLayout1.xml"/><Relationship Id="rId6" Type="http://schemas.openxmlformats.org/officeDocument/2006/relationships/image" Target="../media/image68.png"/><Relationship Id="rId11" Type="http://schemas.openxmlformats.org/officeDocument/2006/relationships/image" Target="../media/image74.png"/><Relationship Id="rId5" Type="http://schemas.openxmlformats.org/officeDocument/2006/relationships/image" Target="../media/image67.png"/><Relationship Id="rId10" Type="http://schemas.openxmlformats.org/officeDocument/2006/relationships/image" Target="../media/image73.png"/><Relationship Id="rId4" Type="http://schemas.openxmlformats.org/officeDocument/2006/relationships/image" Target="../media/image66.png"/><Relationship Id="rId9" Type="http://schemas.openxmlformats.org/officeDocument/2006/relationships/image" Target="../media/image72.png"/></Relationships>
</file>

<file path=ppt/slides/_rels/slide33.xml.rels><?xml version="1.0" encoding="UTF-8" standalone="yes"?>
<Relationships xmlns="http://schemas.openxmlformats.org/package/2006/relationships"><Relationship Id="rId8" Type="http://schemas.openxmlformats.org/officeDocument/2006/relationships/image" Target="../media/image76.png"/><Relationship Id="rId13" Type="http://schemas.openxmlformats.org/officeDocument/2006/relationships/image" Target="../media/image81.png"/><Relationship Id="rId3" Type="http://schemas.openxmlformats.org/officeDocument/2006/relationships/image" Target="../media/image65.png"/><Relationship Id="rId7" Type="http://schemas.openxmlformats.org/officeDocument/2006/relationships/image" Target="../media/image69.png"/><Relationship Id="rId12" Type="http://schemas.openxmlformats.org/officeDocument/2006/relationships/image" Target="../media/image80.png"/><Relationship Id="rId2" Type="http://schemas.openxmlformats.org/officeDocument/2006/relationships/image" Target="../media/image64.png"/><Relationship Id="rId1" Type="http://schemas.openxmlformats.org/officeDocument/2006/relationships/slideLayout" Target="../slideLayouts/slideLayout1.xml"/><Relationship Id="rId6" Type="http://schemas.openxmlformats.org/officeDocument/2006/relationships/image" Target="../media/image68.png"/><Relationship Id="rId11" Type="http://schemas.openxmlformats.org/officeDocument/2006/relationships/image" Target="../media/image79.png"/><Relationship Id="rId5" Type="http://schemas.openxmlformats.org/officeDocument/2006/relationships/image" Target="../media/image67.png"/><Relationship Id="rId10" Type="http://schemas.openxmlformats.org/officeDocument/2006/relationships/image" Target="../media/image78.png"/><Relationship Id="rId4" Type="http://schemas.openxmlformats.org/officeDocument/2006/relationships/image" Target="../media/image75.png"/><Relationship Id="rId9" Type="http://schemas.openxmlformats.org/officeDocument/2006/relationships/image" Target="../media/image77.png"/><Relationship Id="rId14" Type="http://schemas.openxmlformats.org/officeDocument/2006/relationships/image" Target="../media/image82.png"/></Relationships>
</file>

<file path=ppt/slides/_rels/slide34.xml.rels><?xml version="1.0" encoding="UTF-8" standalone="yes"?>
<Relationships xmlns="http://schemas.openxmlformats.org/package/2006/relationships"><Relationship Id="rId8" Type="http://schemas.openxmlformats.org/officeDocument/2006/relationships/image" Target="../media/image540.png"/><Relationship Id="rId13" Type="http://schemas.openxmlformats.org/officeDocument/2006/relationships/image" Target="../media/image590.png"/><Relationship Id="rId3" Type="http://schemas.openxmlformats.org/officeDocument/2006/relationships/image" Target="../media/image490.png"/><Relationship Id="rId7" Type="http://schemas.openxmlformats.org/officeDocument/2006/relationships/image" Target="../media/image530.png"/><Relationship Id="rId2" Type="http://schemas.openxmlformats.org/officeDocument/2006/relationships/image" Target="../media/image480.png"/><Relationship Id="rId1" Type="http://schemas.openxmlformats.org/officeDocument/2006/relationships/slideLayout" Target="../slideLayouts/slideLayout1.xml"/><Relationship Id="rId6" Type="http://schemas.openxmlformats.org/officeDocument/2006/relationships/image" Target="../media/image520.png"/><Relationship Id="rId11" Type="http://schemas.openxmlformats.org/officeDocument/2006/relationships/image" Target="../media/image570.png"/><Relationship Id="rId5" Type="http://schemas.openxmlformats.org/officeDocument/2006/relationships/image" Target="../media/image511.png"/><Relationship Id="rId10" Type="http://schemas.openxmlformats.org/officeDocument/2006/relationships/image" Target="../media/image560.png"/><Relationship Id="rId4" Type="http://schemas.openxmlformats.org/officeDocument/2006/relationships/image" Target="../media/image500.png"/><Relationship Id="rId9" Type="http://schemas.openxmlformats.org/officeDocument/2006/relationships/image" Target="../media/image550.png"/></Relationships>
</file>

<file path=ppt/slides/_rels/slide35.xml.rels><?xml version="1.0" encoding="UTF-8" standalone="yes"?>
<Relationships xmlns="http://schemas.openxmlformats.org/package/2006/relationships"><Relationship Id="rId8" Type="http://schemas.openxmlformats.org/officeDocument/2006/relationships/image" Target="../media/image660.png"/><Relationship Id="rId13" Type="http://schemas.openxmlformats.org/officeDocument/2006/relationships/image" Target="../media/image720.png"/><Relationship Id="rId3" Type="http://schemas.openxmlformats.org/officeDocument/2006/relationships/image" Target="../media/image611.png"/><Relationship Id="rId7" Type="http://schemas.openxmlformats.org/officeDocument/2006/relationships/image" Target="../media/image650.png"/><Relationship Id="rId12" Type="http://schemas.openxmlformats.org/officeDocument/2006/relationships/image" Target="../media/image711.png"/><Relationship Id="rId2" Type="http://schemas.openxmlformats.org/officeDocument/2006/relationships/image" Target="../media/image600.png"/><Relationship Id="rId1" Type="http://schemas.openxmlformats.org/officeDocument/2006/relationships/slideLayout" Target="../slideLayouts/slideLayout1.xml"/><Relationship Id="rId6" Type="http://schemas.openxmlformats.org/officeDocument/2006/relationships/image" Target="../media/image640.png"/><Relationship Id="rId11" Type="http://schemas.openxmlformats.org/officeDocument/2006/relationships/image" Target="../media/image690.png"/><Relationship Id="rId5" Type="http://schemas.openxmlformats.org/officeDocument/2006/relationships/image" Target="../media/image630.png"/><Relationship Id="rId10" Type="http://schemas.openxmlformats.org/officeDocument/2006/relationships/image" Target="../media/image680.png"/><Relationship Id="rId4" Type="http://schemas.openxmlformats.org/officeDocument/2006/relationships/image" Target="../media/image620.png"/><Relationship Id="rId9" Type="http://schemas.openxmlformats.org/officeDocument/2006/relationships/image" Target="../media/image670.png"/></Relationships>
</file>

<file path=ppt/slides/_rels/slide36.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21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Proof of 50 - 50…"/>
          <p:cNvSpPr txBox="1">
            <a:spLocks noGrp="1"/>
          </p:cNvSpPr>
          <p:nvPr>
            <p:ph type="ctrTitle"/>
          </p:nvPr>
        </p:nvSpPr>
        <p:spPr>
          <a:xfrm>
            <a:off x="910934" y="3559367"/>
            <a:ext cx="11438964" cy="852533"/>
          </a:xfrm>
          <a:prstGeom prst="rect">
            <a:avLst/>
          </a:prstGeom>
        </p:spPr>
        <p:txBody>
          <a:bodyPr>
            <a:noAutofit/>
          </a:bodyPr>
          <a:lstStyle/>
          <a:p>
            <a:pPr defTabSz="549148">
              <a:defRPr sz="7519"/>
            </a:pPr>
            <a:r>
              <a:rPr lang="en-US" sz="4000" b="1" dirty="0">
                <a:latin typeface="Times New Roman" panose="02020603050405020304" pitchFamily="18" charset="0"/>
                <a:cs typeface="Times New Roman" panose="02020603050405020304" pitchFamily="18" charset="0"/>
              </a:rPr>
              <a:t>REVENUE ANALYSIS</a:t>
            </a:r>
            <a:endParaRPr sz="4000" b="1" dirty="0">
              <a:solidFill>
                <a:srgbClr val="00B0F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7647888"/>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Proof of 50 - 50…"/>
          <p:cNvSpPr txBox="1">
            <a:spLocks noGrp="1"/>
          </p:cNvSpPr>
          <p:nvPr>
            <p:ph type="ctrTitle"/>
          </p:nvPr>
        </p:nvSpPr>
        <p:spPr>
          <a:xfrm>
            <a:off x="782918" y="1422500"/>
            <a:ext cx="11438964" cy="4181441"/>
          </a:xfrm>
          <a:prstGeom prst="rect">
            <a:avLst/>
          </a:prstGeom>
        </p:spPr>
        <p:txBody>
          <a:bodyPr>
            <a:noAutofit/>
          </a:bodyPr>
          <a:lstStyle/>
          <a:p>
            <a:pPr defTabSz="549148">
              <a:defRPr sz="7519"/>
            </a:pPr>
            <a:r>
              <a:rPr lang="en-US" sz="3600" b="1" dirty="0">
                <a:latin typeface="Times New Roman" panose="02020603050405020304" pitchFamily="18" charset="0"/>
                <a:cs typeface="Times New Roman" panose="02020603050405020304" pitchFamily="18" charset="0"/>
              </a:rPr>
              <a:t>Revenue </a:t>
            </a:r>
            <a:br>
              <a:rPr lang="en-US" sz="3600" b="1" dirty="0">
                <a:latin typeface="Times New Roman" panose="02020603050405020304" pitchFamily="18" charset="0"/>
                <a:cs typeface="Times New Roman" panose="02020603050405020304" pitchFamily="18" charset="0"/>
              </a:rPr>
            </a:br>
            <a:r>
              <a:rPr lang="en-US" sz="3600" b="1" dirty="0">
                <a:latin typeface="Times New Roman" panose="02020603050405020304" pitchFamily="18" charset="0"/>
                <a:cs typeface="Times New Roman" panose="02020603050405020304" pitchFamily="18" charset="0"/>
              </a:rPr>
              <a:t>and only Revenue </a:t>
            </a:r>
            <a:br>
              <a:rPr lang="en-US" sz="3600" b="1" dirty="0">
                <a:latin typeface="Times New Roman" panose="02020603050405020304" pitchFamily="18" charset="0"/>
                <a:cs typeface="Times New Roman" panose="02020603050405020304" pitchFamily="18" charset="0"/>
              </a:rPr>
            </a:br>
            <a:br>
              <a:rPr lang="en-US" sz="3600" b="1" dirty="0">
                <a:latin typeface="Times New Roman" panose="02020603050405020304" pitchFamily="18" charset="0"/>
                <a:cs typeface="Times New Roman" panose="02020603050405020304" pitchFamily="18" charset="0"/>
              </a:rPr>
            </a:br>
            <a:r>
              <a:rPr lang="en-US" sz="3600" b="1" dirty="0">
                <a:latin typeface="Times New Roman" panose="02020603050405020304" pitchFamily="18" charset="0"/>
                <a:cs typeface="Times New Roman" panose="02020603050405020304" pitchFamily="18" charset="0"/>
              </a:rPr>
              <a:t>Reveals the </a:t>
            </a:r>
            <a:r>
              <a:rPr lang="en-US" sz="3600" b="1" dirty="0">
                <a:solidFill>
                  <a:srgbClr val="FF0000"/>
                </a:solidFill>
                <a:latin typeface="Times New Roman" panose="02020603050405020304" pitchFamily="18" charset="0"/>
                <a:cs typeface="Times New Roman" panose="02020603050405020304" pitchFamily="18" charset="0"/>
              </a:rPr>
              <a:t>Competitive</a:t>
            </a:r>
            <a:r>
              <a:rPr lang="en-US" sz="3600" b="1" dirty="0">
                <a:latin typeface="Times New Roman" panose="02020603050405020304" pitchFamily="18" charset="0"/>
                <a:cs typeface="Times New Roman" panose="02020603050405020304" pitchFamily="18" charset="0"/>
              </a:rPr>
              <a:t> nature</a:t>
            </a:r>
            <a:br>
              <a:rPr lang="en-US" sz="3600" b="1" dirty="0">
                <a:latin typeface="Times New Roman" panose="02020603050405020304" pitchFamily="18" charset="0"/>
                <a:cs typeface="Times New Roman" panose="02020603050405020304" pitchFamily="18" charset="0"/>
              </a:rPr>
            </a:br>
            <a:r>
              <a:rPr lang="en-US" sz="3600" b="1" dirty="0">
                <a:latin typeface="Times New Roman" panose="02020603050405020304" pitchFamily="18" charset="0"/>
                <a:cs typeface="Times New Roman" panose="02020603050405020304" pitchFamily="18" charset="0"/>
              </a:rPr>
              <a:t> </a:t>
            </a:r>
            <a:br>
              <a:rPr lang="en-US" sz="3600" b="1" dirty="0">
                <a:latin typeface="Times New Roman" panose="02020603050405020304" pitchFamily="18" charset="0"/>
                <a:cs typeface="Times New Roman" panose="02020603050405020304" pitchFamily="18" charset="0"/>
              </a:rPr>
            </a:br>
            <a:r>
              <a:rPr lang="en-US" sz="3600" b="1" dirty="0">
                <a:latin typeface="Times New Roman" panose="02020603050405020304" pitchFamily="18" charset="0"/>
                <a:cs typeface="Times New Roman" panose="02020603050405020304" pitchFamily="18" charset="0"/>
              </a:rPr>
              <a:t>of the </a:t>
            </a:r>
            <a:r>
              <a:rPr lang="en-US" sz="3600" b="1" dirty="0">
                <a:solidFill>
                  <a:srgbClr val="0070C0"/>
                </a:solidFill>
                <a:latin typeface="Times New Roman" panose="02020603050405020304" pitchFamily="18" charset="0"/>
                <a:cs typeface="Times New Roman" panose="02020603050405020304" pitchFamily="18" charset="0"/>
              </a:rPr>
              <a:t>Market </a:t>
            </a:r>
          </a:p>
        </p:txBody>
      </p:sp>
    </p:spTree>
    <p:extLst>
      <p:ext uri="{BB962C8B-B14F-4D97-AF65-F5344CB8AC3E}">
        <p14:creationId xmlns:p14="http://schemas.microsoft.com/office/powerpoint/2010/main" val="2349107279"/>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Proof of 50 - 50…"/>
          <p:cNvSpPr txBox="1">
            <a:spLocks noGrp="1"/>
          </p:cNvSpPr>
          <p:nvPr>
            <p:ph type="ctrTitle"/>
          </p:nvPr>
        </p:nvSpPr>
        <p:spPr>
          <a:xfrm>
            <a:off x="3778191" y="96199"/>
            <a:ext cx="5560518" cy="644233"/>
          </a:xfrm>
          <a:prstGeom prst="rect">
            <a:avLst/>
          </a:prstGeom>
        </p:spPr>
        <p:txBody>
          <a:bodyPr>
            <a:noAutofit/>
          </a:bodyPr>
          <a:lstStyle/>
          <a:p>
            <a:pPr defTabSz="549148">
              <a:defRPr sz="7519"/>
            </a:pPr>
            <a:br>
              <a:rPr lang="en-US" sz="2800" b="1" dirty="0">
                <a:latin typeface="Times New Roman" panose="02020603050405020304" pitchFamily="18" charset="0"/>
                <a:cs typeface="Times New Roman" panose="02020603050405020304" pitchFamily="18" charset="0"/>
              </a:rPr>
            </a:br>
            <a:r>
              <a:rPr lang="en-US" sz="2800" b="1" dirty="0">
                <a:solidFill>
                  <a:srgbClr val="FF0000"/>
                </a:solidFill>
                <a:latin typeface="Times New Roman" panose="02020603050405020304" pitchFamily="18" charset="0"/>
                <a:cs typeface="Times New Roman" panose="02020603050405020304" pitchFamily="18" charset="0"/>
              </a:rPr>
              <a:t>Competitive</a:t>
            </a:r>
            <a:r>
              <a:rPr lang="en-US" sz="2800" b="1" dirty="0">
                <a:latin typeface="Times New Roman" panose="02020603050405020304" pitchFamily="18" charset="0"/>
                <a:cs typeface="Times New Roman" panose="02020603050405020304" pitchFamily="18" charset="0"/>
              </a:rPr>
              <a:t> </a:t>
            </a:r>
            <a:r>
              <a:rPr lang="en-US" sz="2800" b="1" dirty="0">
                <a:solidFill>
                  <a:schemeClr val="tx1"/>
                </a:solidFill>
                <a:latin typeface="Times New Roman" panose="02020603050405020304" pitchFamily="18" charset="0"/>
                <a:cs typeface="Times New Roman" panose="02020603050405020304" pitchFamily="18" charset="0"/>
              </a:rPr>
              <a:t>nature  of the Market </a:t>
            </a:r>
            <a:endParaRPr sz="2800" b="1" dirty="0">
              <a:solidFill>
                <a:schemeClr val="tx1"/>
              </a:solidFill>
              <a:latin typeface="Times New Roman" panose="02020603050405020304" pitchFamily="18" charset="0"/>
              <a:cs typeface="Times New Roman" panose="02020603050405020304" pitchFamily="18" charset="0"/>
            </a:endParaRPr>
          </a:p>
        </p:txBody>
      </p:sp>
      <p:grpSp>
        <p:nvGrpSpPr>
          <p:cNvPr id="19" name="Group 18">
            <a:extLst>
              <a:ext uri="{FF2B5EF4-FFF2-40B4-BE49-F238E27FC236}">
                <a16:creationId xmlns:a16="http://schemas.microsoft.com/office/drawing/2014/main" id="{1B834901-D08F-CD43-B0EF-5AF734B878E3}"/>
              </a:ext>
            </a:extLst>
          </p:cNvPr>
          <p:cNvGrpSpPr/>
          <p:nvPr/>
        </p:nvGrpSpPr>
        <p:grpSpPr>
          <a:xfrm>
            <a:off x="1151260" y="527713"/>
            <a:ext cx="10459784" cy="826558"/>
            <a:chOff x="1151260" y="527713"/>
            <a:chExt cx="10459784" cy="826558"/>
          </a:xfrm>
        </p:grpSpPr>
        <p:sp>
          <p:nvSpPr>
            <p:cNvPr id="3" name="Proof of 50 - 50…">
              <a:extLst>
                <a:ext uri="{FF2B5EF4-FFF2-40B4-BE49-F238E27FC236}">
                  <a16:creationId xmlns:a16="http://schemas.microsoft.com/office/drawing/2014/main" id="{D01B4338-4194-F44B-953E-D8735A455DD0}"/>
                </a:ext>
              </a:extLst>
            </p:cNvPr>
            <p:cNvSpPr txBox="1">
              <a:spLocks/>
            </p:cNvSpPr>
            <p:nvPr/>
          </p:nvSpPr>
          <p:spPr>
            <a:xfrm>
              <a:off x="1151260" y="584863"/>
              <a:ext cx="3203455" cy="75629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50800" tIns="50800" rIns="50800" bIns="50800" anchor="b">
              <a:noAutofit/>
            </a:bodyPr>
            <a:lstStyle>
              <a:lvl1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1pPr>
              <a:lvl2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2pPr>
              <a:lvl3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3pPr>
              <a:lvl4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4pPr>
              <a:lvl5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5pPr>
              <a:lvl6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6pPr>
              <a:lvl7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7pPr>
              <a:lvl8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8pPr>
              <a:lvl9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9pPr>
            </a:lstStyle>
            <a:p>
              <a:pPr defTabSz="549148" hangingPunct="1">
                <a:defRPr sz="7519"/>
              </a:pPr>
              <a:br>
                <a:rPr lang="en-US" sz="2800" b="1" dirty="0">
                  <a:solidFill>
                    <a:srgbClr val="C00000"/>
                  </a:solidFill>
                  <a:latin typeface="Times New Roman" panose="02020603050405020304" pitchFamily="18" charset="0"/>
                  <a:cs typeface="Times New Roman" panose="02020603050405020304" pitchFamily="18" charset="0"/>
                </a:rPr>
              </a:br>
              <a:r>
                <a:rPr lang="en-US" sz="2800" b="1" dirty="0">
                  <a:solidFill>
                    <a:srgbClr val="C00000"/>
                  </a:solidFill>
                  <a:latin typeface="Times New Roman" panose="02020603050405020304" pitchFamily="18" charset="0"/>
                  <a:cs typeface="Times New Roman" panose="02020603050405020304" pitchFamily="18" charset="0"/>
                </a:rPr>
                <a:t>Perfect Competition</a:t>
              </a:r>
            </a:p>
          </p:txBody>
        </p:sp>
        <p:sp>
          <p:nvSpPr>
            <p:cNvPr id="4" name="Proof of 50 - 50…">
              <a:extLst>
                <a:ext uri="{FF2B5EF4-FFF2-40B4-BE49-F238E27FC236}">
                  <a16:creationId xmlns:a16="http://schemas.microsoft.com/office/drawing/2014/main" id="{C4FCE578-61E6-6740-9524-B9FEB5836F5A}"/>
                </a:ext>
              </a:extLst>
            </p:cNvPr>
            <p:cNvSpPr txBox="1">
              <a:spLocks/>
            </p:cNvSpPr>
            <p:nvPr/>
          </p:nvSpPr>
          <p:spPr>
            <a:xfrm>
              <a:off x="7558202" y="527713"/>
              <a:ext cx="4052842" cy="826558"/>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50800" tIns="50800" rIns="50800" bIns="50800" anchor="b">
              <a:noAutofit/>
            </a:bodyPr>
            <a:lstStyle>
              <a:lvl1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1pPr>
              <a:lvl2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2pPr>
              <a:lvl3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3pPr>
              <a:lvl4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4pPr>
              <a:lvl5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5pPr>
              <a:lvl6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6pPr>
              <a:lvl7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7pPr>
              <a:lvl8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8pPr>
              <a:lvl9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9pPr>
            </a:lstStyle>
            <a:p>
              <a:pPr defTabSz="549148" hangingPunct="1">
                <a:defRPr sz="7519"/>
              </a:pPr>
              <a:br>
                <a:rPr lang="en-US" sz="2800" b="1" dirty="0">
                  <a:solidFill>
                    <a:srgbClr val="C00000"/>
                  </a:solidFill>
                  <a:latin typeface="Times New Roman" panose="02020603050405020304" pitchFamily="18" charset="0"/>
                  <a:cs typeface="Times New Roman" panose="02020603050405020304" pitchFamily="18" charset="0"/>
                </a:rPr>
              </a:br>
              <a:r>
                <a:rPr lang="en-US" sz="2800" b="1" dirty="0">
                  <a:solidFill>
                    <a:srgbClr val="C00000"/>
                  </a:solidFill>
                  <a:latin typeface="Times New Roman" panose="02020603050405020304" pitchFamily="18" charset="0"/>
                  <a:cs typeface="Times New Roman" panose="02020603050405020304" pitchFamily="18" charset="0"/>
                </a:rPr>
                <a:t>Imperfect Competition</a:t>
              </a:r>
            </a:p>
          </p:txBody>
        </p:sp>
      </p:grpSp>
      <p:grpSp>
        <p:nvGrpSpPr>
          <p:cNvPr id="21" name="Group 20">
            <a:extLst>
              <a:ext uri="{FF2B5EF4-FFF2-40B4-BE49-F238E27FC236}">
                <a16:creationId xmlns:a16="http://schemas.microsoft.com/office/drawing/2014/main" id="{A3302191-FFF2-1741-8337-21B79FF4ADA8}"/>
              </a:ext>
            </a:extLst>
          </p:cNvPr>
          <p:cNvGrpSpPr/>
          <p:nvPr/>
        </p:nvGrpSpPr>
        <p:grpSpPr>
          <a:xfrm>
            <a:off x="789977" y="1307487"/>
            <a:ext cx="5392363" cy="3320508"/>
            <a:chOff x="789977" y="1307487"/>
            <a:chExt cx="5392363" cy="3320508"/>
          </a:xfrm>
        </p:grpSpPr>
        <p:sp>
          <p:nvSpPr>
            <p:cNvPr id="72" name="Shape 116">
              <a:extLst>
                <a:ext uri="{FF2B5EF4-FFF2-40B4-BE49-F238E27FC236}">
                  <a16:creationId xmlns:a16="http://schemas.microsoft.com/office/drawing/2014/main" id="{0105BEA8-EFFA-A748-BEC7-7A5D022F963C}"/>
                </a:ext>
              </a:extLst>
            </p:cNvPr>
            <p:cNvSpPr txBox="1"/>
            <p:nvPr/>
          </p:nvSpPr>
          <p:spPr>
            <a:xfrm>
              <a:off x="789977" y="1797792"/>
              <a:ext cx="5392363" cy="283020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noAutofit/>
            </a:bodyPr>
            <a:lstStyle/>
            <a:p>
              <a:pPr marL="467894" indent="-467894" algn="just" defTabSz="584200">
                <a:spcBef>
                  <a:spcPts val="600"/>
                </a:spcBef>
                <a:buSzPct val="100000"/>
                <a:buAutoNum type="arabicPeriod"/>
                <a:defRPr sz="3500">
                  <a:solidFill>
                    <a:srgbClr val="000000"/>
                  </a:solidFill>
                </a:defRPr>
              </a:pPr>
              <a:r>
                <a:rPr sz="2200" dirty="0">
                  <a:latin typeface="Times New Roman" panose="02020603050405020304" pitchFamily="18" charset="0"/>
                  <a:cs typeface="Times New Roman" panose="02020603050405020304" pitchFamily="18" charset="0"/>
                </a:rPr>
                <a:t>Large number of participants</a:t>
              </a:r>
            </a:p>
            <a:p>
              <a:pPr marL="467894" indent="-467894" algn="just" defTabSz="584200">
                <a:spcBef>
                  <a:spcPts val="600"/>
                </a:spcBef>
                <a:buSzPct val="100000"/>
                <a:buAutoNum type="arabicPeriod"/>
                <a:defRPr sz="3500">
                  <a:solidFill>
                    <a:srgbClr val="000000"/>
                  </a:solidFill>
                </a:defRPr>
              </a:pPr>
              <a:r>
                <a:rPr sz="2200" dirty="0">
                  <a:latin typeface="Times New Roman" panose="02020603050405020304" pitchFamily="18" charset="0"/>
                  <a:cs typeface="Times New Roman" panose="02020603050405020304" pitchFamily="18" charset="0"/>
                </a:rPr>
                <a:t>Homogeneity of the units of the product</a:t>
              </a:r>
            </a:p>
            <a:p>
              <a:pPr marL="467894" indent="-467894" algn="just" defTabSz="584200">
                <a:spcBef>
                  <a:spcPts val="600"/>
                </a:spcBef>
                <a:buSzPct val="100000"/>
                <a:buAutoNum type="arabicPeriod"/>
                <a:defRPr sz="3500">
                  <a:solidFill>
                    <a:srgbClr val="000000"/>
                  </a:solidFill>
                </a:defRPr>
              </a:pPr>
              <a:r>
                <a:rPr sz="2200" dirty="0">
                  <a:latin typeface="Times New Roman" panose="02020603050405020304" pitchFamily="18" charset="0"/>
                  <a:cs typeface="Times New Roman" panose="02020603050405020304" pitchFamily="18" charset="0"/>
                </a:rPr>
                <a:t>Free entry and exit of firms</a:t>
              </a:r>
            </a:p>
            <a:p>
              <a:pPr marL="467894" indent="-467894" algn="just" defTabSz="584200">
                <a:spcBef>
                  <a:spcPts val="600"/>
                </a:spcBef>
                <a:buSzPct val="100000"/>
                <a:buAutoNum type="arabicPeriod"/>
                <a:defRPr sz="3500">
                  <a:solidFill>
                    <a:srgbClr val="000000"/>
                  </a:solidFill>
                </a:defRPr>
              </a:pPr>
              <a:r>
                <a:rPr sz="2200" dirty="0">
                  <a:latin typeface="Times New Roman" panose="02020603050405020304" pitchFamily="18" charset="0"/>
                  <a:cs typeface="Times New Roman" panose="02020603050405020304" pitchFamily="18" charset="0"/>
                </a:rPr>
                <a:t>Perfect knowledge among participants</a:t>
              </a:r>
            </a:p>
            <a:p>
              <a:pPr marL="467894" indent="-467894" algn="just" defTabSz="584200">
                <a:spcBef>
                  <a:spcPts val="600"/>
                </a:spcBef>
                <a:buSzPct val="100000"/>
                <a:buAutoNum type="arabicPeriod"/>
                <a:defRPr sz="3500">
                  <a:solidFill>
                    <a:srgbClr val="000000"/>
                  </a:solidFill>
                </a:defRPr>
              </a:pPr>
              <a:r>
                <a:rPr sz="2200" dirty="0">
                  <a:latin typeface="Times New Roman" panose="02020603050405020304" pitchFamily="18" charset="0"/>
                  <a:cs typeface="Times New Roman" panose="02020603050405020304" pitchFamily="18" charset="0"/>
                </a:rPr>
                <a:t>Perfect mobility of factors</a:t>
              </a:r>
            </a:p>
            <a:p>
              <a:pPr marL="467894" indent="-467894" algn="just" defTabSz="584200">
                <a:spcBef>
                  <a:spcPts val="600"/>
                </a:spcBef>
                <a:buSzPct val="100000"/>
                <a:buAutoNum type="arabicPeriod"/>
                <a:defRPr sz="3500">
                  <a:solidFill>
                    <a:srgbClr val="000000"/>
                  </a:solidFill>
                </a:defRPr>
              </a:pPr>
              <a:r>
                <a:rPr sz="2200" dirty="0">
                  <a:latin typeface="Times New Roman" panose="02020603050405020304" pitchFamily="18" charset="0"/>
                  <a:cs typeface="Times New Roman" panose="02020603050405020304" pitchFamily="18" charset="0"/>
                </a:rPr>
                <a:t>No transport cost</a:t>
              </a:r>
            </a:p>
            <a:p>
              <a:pPr marL="467894" indent="-467894" algn="just" defTabSz="584200">
                <a:spcBef>
                  <a:spcPts val="600"/>
                </a:spcBef>
                <a:buSzPct val="100000"/>
                <a:buAutoNum type="arabicPeriod"/>
                <a:defRPr sz="3500">
                  <a:solidFill>
                    <a:srgbClr val="000000"/>
                  </a:solidFill>
                </a:defRPr>
              </a:pPr>
              <a:r>
                <a:rPr sz="2200" dirty="0">
                  <a:latin typeface="Times New Roman" panose="02020603050405020304" pitchFamily="18" charset="0"/>
                  <a:cs typeface="Times New Roman" panose="02020603050405020304" pitchFamily="18" charset="0"/>
                </a:rPr>
                <a:t>No government interference</a:t>
              </a:r>
            </a:p>
          </p:txBody>
        </p:sp>
        <p:sp>
          <p:nvSpPr>
            <p:cNvPr id="73" name="Proof of 50 - 50…">
              <a:extLst>
                <a:ext uri="{FF2B5EF4-FFF2-40B4-BE49-F238E27FC236}">
                  <a16:creationId xmlns:a16="http://schemas.microsoft.com/office/drawing/2014/main" id="{42CBE52D-1701-9445-86C0-EDF8F5F8EE39}"/>
                </a:ext>
              </a:extLst>
            </p:cNvPr>
            <p:cNvSpPr txBox="1">
              <a:spLocks/>
            </p:cNvSpPr>
            <p:nvPr/>
          </p:nvSpPr>
          <p:spPr>
            <a:xfrm>
              <a:off x="837131" y="1307487"/>
              <a:ext cx="4145113" cy="511259"/>
            </a:xfrm>
            <a:prstGeom prst="rect">
              <a:avLst/>
            </a:prstGeom>
            <a:ln w="57150">
              <a:noFill/>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50800" tIns="50800" rIns="50800" bIns="50800" anchor="b">
              <a:noAutofit/>
            </a:bodyPr>
            <a:lstStyle>
              <a:lvl1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1pPr>
              <a:lvl2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2pPr>
              <a:lvl3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3pPr>
              <a:lvl4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4pPr>
              <a:lvl5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5pPr>
              <a:lvl6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6pPr>
              <a:lvl7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7pPr>
              <a:lvl8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8pPr>
              <a:lvl9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9pPr>
            </a:lstStyle>
            <a:p>
              <a:pPr defTabSz="549148" hangingPunct="1">
                <a:defRPr sz="7519"/>
              </a:pPr>
              <a:br>
                <a:rPr lang="en-US" sz="2800" b="1" dirty="0">
                  <a:solidFill>
                    <a:srgbClr val="7030A0"/>
                  </a:solidFill>
                  <a:latin typeface="Times New Roman" panose="02020603050405020304" pitchFamily="18" charset="0"/>
                  <a:cs typeface="Times New Roman" panose="02020603050405020304" pitchFamily="18" charset="0"/>
                </a:rPr>
              </a:br>
              <a:r>
                <a:rPr lang="en-US" sz="2800" b="1" dirty="0">
                  <a:solidFill>
                    <a:srgbClr val="7030A0"/>
                  </a:solidFill>
                  <a:latin typeface="Times New Roman" panose="02020603050405020304" pitchFamily="18" charset="0"/>
                  <a:cs typeface="Times New Roman" panose="02020603050405020304" pitchFamily="18" charset="0"/>
                </a:rPr>
                <a:t>Prices are uniform, since:</a:t>
              </a:r>
            </a:p>
          </p:txBody>
        </p:sp>
      </p:grpSp>
      <p:grpSp>
        <p:nvGrpSpPr>
          <p:cNvPr id="53" name="Group 52">
            <a:extLst>
              <a:ext uri="{FF2B5EF4-FFF2-40B4-BE49-F238E27FC236}">
                <a16:creationId xmlns:a16="http://schemas.microsoft.com/office/drawing/2014/main" id="{71CF9FBC-C1A8-D54D-BE47-9D1B88B6186F}"/>
              </a:ext>
            </a:extLst>
          </p:cNvPr>
          <p:cNvGrpSpPr/>
          <p:nvPr/>
        </p:nvGrpSpPr>
        <p:grpSpPr>
          <a:xfrm>
            <a:off x="358917" y="6562627"/>
            <a:ext cx="6081825" cy="2209703"/>
            <a:chOff x="678065" y="1169239"/>
            <a:chExt cx="11647469" cy="5058459"/>
          </a:xfrm>
        </p:grpSpPr>
        <p:sp>
          <p:nvSpPr>
            <p:cNvPr id="55" name="Shape 168">
              <a:extLst>
                <a:ext uri="{FF2B5EF4-FFF2-40B4-BE49-F238E27FC236}">
                  <a16:creationId xmlns:a16="http://schemas.microsoft.com/office/drawing/2014/main" id="{DEAD5498-C6F0-B347-9E8D-7F599F9F217C}"/>
                </a:ext>
              </a:extLst>
            </p:cNvPr>
            <p:cNvSpPr/>
            <p:nvPr/>
          </p:nvSpPr>
          <p:spPr>
            <a:xfrm flipV="1">
              <a:off x="1622773" y="1408523"/>
              <a:ext cx="3" cy="4192178"/>
            </a:xfrm>
            <a:prstGeom prst="line">
              <a:avLst/>
            </a:prstGeom>
            <a:ln w="25400">
              <a:solidFill>
                <a:srgbClr val="000000"/>
              </a:solidFill>
              <a:miter lim="400000"/>
              <a:headEnd type="none" w="med" len="med"/>
              <a:tailEnd type="triangle" w="med" len="med"/>
            </a:ln>
          </p:spPr>
          <p:txBody>
            <a:bodyPr lIns="45718" tIns="45718" rIns="45718" bIns="45718"/>
            <a:lstStyle/>
            <a:p>
              <a:pPr defTabSz="584200">
                <a:defRPr sz="3600" b="0">
                  <a:solidFill>
                    <a:srgbClr val="000000"/>
                  </a:solidFill>
                </a:defRPr>
              </a:pPr>
              <a:endParaRPr sz="1600">
                <a:latin typeface="Times New Roman" panose="02020603050405020304" pitchFamily="18" charset="0"/>
                <a:cs typeface="Times New Roman" panose="02020603050405020304" pitchFamily="18" charset="0"/>
              </a:endParaRPr>
            </a:p>
          </p:txBody>
        </p:sp>
        <p:sp>
          <p:nvSpPr>
            <p:cNvPr id="62" name="Shape 169">
              <a:extLst>
                <a:ext uri="{FF2B5EF4-FFF2-40B4-BE49-F238E27FC236}">
                  <a16:creationId xmlns:a16="http://schemas.microsoft.com/office/drawing/2014/main" id="{5E786128-BC5C-024E-983F-9EA7C90CF59A}"/>
                </a:ext>
              </a:extLst>
            </p:cNvPr>
            <p:cNvSpPr/>
            <p:nvPr/>
          </p:nvSpPr>
          <p:spPr>
            <a:xfrm>
              <a:off x="1639801" y="5588759"/>
              <a:ext cx="4505303" cy="1"/>
            </a:xfrm>
            <a:prstGeom prst="line">
              <a:avLst/>
            </a:prstGeom>
            <a:ln w="25400">
              <a:solidFill>
                <a:srgbClr val="000000"/>
              </a:solidFill>
              <a:miter lim="400000"/>
              <a:headEnd type="none" w="med" len="med"/>
              <a:tailEnd type="triangle" w="med" len="med"/>
            </a:ln>
          </p:spPr>
          <p:txBody>
            <a:bodyPr lIns="45718" tIns="45718" rIns="45718" bIns="45718"/>
            <a:lstStyle/>
            <a:p>
              <a:pPr defTabSz="584200">
                <a:defRPr sz="3600" b="0">
                  <a:solidFill>
                    <a:srgbClr val="000000"/>
                  </a:solidFill>
                </a:defRPr>
              </a:pPr>
              <a:endParaRPr sz="1600">
                <a:latin typeface="Times New Roman" panose="02020603050405020304" pitchFamily="18" charset="0"/>
                <a:cs typeface="Times New Roman" panose="02020603050405020304" pitchFamily="18" charset="0"/>
              </a:endParaRPr>
            </a:p>
          </p:txBody>
        </p:sp>
        <p:sp>
          <p:nvSpPr>
            <p:cNvPr id="63" name="Shape 170">
              <a:extLst>
                <a:ext uri="{FF2B5EF4-FFF2-40B4-BE49-F238E27FC236}">
                  <a16:creationId xmlns:a16="http://schemas.microsoft.com/office/drawing/2014/main" id="{AF6DC2A7-705A-5841-8695-EB6CE5F7361B}"/>
                </a:ext>
              </a:extLst>
            </p:cNvPr>
            <p:cNvSpPr/>
            <p:nvPr/>
          </p:nvSpPr>
          <p:spPr>
            <a:xfrm flipV="1">
              <a:off x="7695369" y="1433166"/>
              <a:ext cx="2" cy="4142896"/>
            </a:xfrm>
            <a:prstGeom prst="line">
              <a:avLst/>
            </a:prstGeom>
            <a:ln w="25400">
              <a:solidFill>
                <a:srgbClr val="000000"/>
              </a:solidFill>
              <a:miter lim="400000"/>
              <a:headEnd type="none" w="med" len="med"/>
              <a:tailEnd type="triangle" w="med" len="med"/>
            </a:ln>
          </p:spPr>
          <p:txBody>
            <a:bodyPr lIns="45718" tIns="45718" rIns="45718" bIns="45718"/>
            <a:lstStyle/>
            <a:p>
              <a:pPr defTabSz="584200">
                <a:defRPr sz="3600" b="0">
                  <a:solidFill>
                    <a:srgbClr val="000000"/>
                  </a:solidFill>
                </a:defRPr>
              </a:pPr>
              <a:endParaRPr sz="1600">
                <a:latin typeface="Times New Roman" panose="02020603050405020304" pitchFamily="18" charset="0"/>
                <a:cs typeface="Times New Roman" panose="02020603050405020304" pitchFamily="18" charset="0"/>
              </a:endParaRPr>
            </a:p>
          </p:txBody>
        </p:sp>
        <p:sp>
          <p:nvSpPr>
            <p:cNvPr id="66" name="Shape 171">
              <a:extLst>
                <a:ext uri="{FF2B5EF4-FFF2-40B4-BE49-F238E27FC236}">
                  <a16:creationId xmlns:a16="http://schemas.microsoft.com/office/drawing/2014/main" id="{9CD8B3A2-D51D-FD40-AFEB-8EA2B893C9BD}"/>
                </a:ext>
              </a:extLst>
            </p:cNvPr>
            <p:cNvSpPr/>
            <p:nvPr/>
          </p:nvSpPr>
          <p:spPr>
            <a:xfrm>
              <a:off x="7708069" y="5563359"/>
              <a:ext cx="4605571" cy="1"/>
            </a:xfrm>
            <a:prstGeom prst="line">
              <a:avLst/>
            </a:prstGeom>
            <a:ln w="25400">
              <a:solidFill>
                <a:srgbClr val="000000"/>
              </a:solidFill>
              <a:miter lim="400000"/>
              <a:headEnd type="none" w="med" len="med"/>
              <a:tailEnd type="triangle" w="med" len="med"/>
            </a:ln>
          </p:spPr>
          <p:txBody>
            <a:bodyPr lIns="45718" tIns="45718" rIns="45718" bIns="45718"/>
            <a:lstStyle/>
            <a:p>
              <a:pPr defTabSz="584200">
                <a:defRPr sz="3600" b="0">
                  <a:solidFill>
                    <a:srgbClr val="000000"/>
                  </a:solidFill>
                </a:defRPr>
              </a:pPr>
              <a:endParaRPr sz="1600">
                <a:latin typeface="Times New Roman" panose="02020603050405020304" pitchFamily="18" charset="0"/>
                <a:cs typeface="Times New Roman" panose="02020603050405020304" pitchFamily="18" charset="0"/>
              </a:endParaRPr>
            </a:p>
          </p:txBody>
        </p:sp>
        <p:sp>
          <p:nvSpPr>
            <p:cNvPr id="68" name="Shape 172">
              <a:extLst>
                <a:ext uri="{FF2B5EF4-FFF2-40B4-BE49-F238E27FC236}">
                  <a16:creationId xmlns:a16="http://schemas.microsoft.com/office/drawing/2014/main" id="{5E182E7E-F991-C94F-A62E-653B39C7CD51}"/>
                </a:ext>
              </a:extLst>
            </p:cNvPr>
            <p:cNvSpPr/>
            <p:nvPr/>
          </p:nvSpPr>
          <p:spPr>
            <a:xfrm flipV="1">
              <a:off x="2461181" y="2385694"/>
              <a:ext cx="2696383" cy="2481677"/>
            </a:xfrm>
            <a:prstGeom prst="line">
              <a:avLst/>
            </a:prstGeom>
            <a:ln w="63500">
              <a:solidFill>
                <a:srgbClr val="153197"/>
              </a:solidFill>
              <a:miter lim="400000"/>
            </a:ln>
          </p:spPr>
          <p:txBody>
            <a:bodyPr lIns="45718" tIns="45718" rIns="45718" bIns="45718"/>
            <a:lstStyle/>
            <a:p>
              <a:pPr defTabSz="584200">
                <a:defRPr sz="3600" b="0">
                  <a:solidFill>
                    <a:srgbClr val="000000"/>
                  </a:solidFill>
                </a:defRPr>
              </a:pPr>
              <a:endParaRPr sz="1600">
                <a:latin typeface="Times New Roman" panose="02020603050405020304" pitchFamily="18" charset="0"/>
                <a:cs typeface="Times New Roman" panose="02020603050405020304" pitchFamily="18" charset="0"/>
              </a:endParaRPr>
            </a:p>
          </p:txBody>
        </p:sp>
        <p:sp>
          <p:nvSpPr>
            <p:cNvPr id="71" name="Shape 173">
              <a:extLst>
                <a:ext uri="{FF2B5EF4-FFF2-40B4-BE49-F238E27FC236}">
                  <a16:creationId xmlns:a16="http://schemas.microsoft.com/office/drawing/2014/main" id="{11454DB1-BA66-F444-85FF-DCED5B8A35A9}"/>
                </a:ext>
              </a:extLst>
            </p:cNvPr>
            <p:cNvSpPr/>
            <p:nvPr/>
          </p:nvSpPr>
          <p:spPr>
            <a:xfrm flipH="1" flipV="1">
              <a:off x="2652451" y="2386531"/>
              <a:ext cx="2480002" cy="2480004"/>
            </a:xfrm>
            <a:prstGeom prst="line">
              <a:avLst/>
            </a:prstGeom>
            <a:ln w="63500">
              <a:solidFill>
                <a:srgbClr val="861001"/>
              </a:solidFill>
              <a:miter lim="400000"/>
            </a:ln>
          </p:spPr>
          <p:txBody>
            <a:bodyPr lIns="45718" tIns="45718" rIns="45718" bIns="45718"/>
            <a:lstStyle/>
            <a:p>
              <a:pPr defTabSz="584200">
                <a:defRPr sz="3600" b="0">
                  <a:solidFill>
                    <a:srgbClr val="000000"/>
                  </a:solidFill>
                </a:defRPr>
              </a:pPr>
              <a:endParaRPr sz="1600">
                <a:latin typeface="Times New Roman" panose="02020603050405020304" pitchFamily="18" charset="0"/>
                <a:cs typeface="Times New Roman" panose="02020603050405020304" pitchFamily="18" charset="0"/>
              </a:endParaRPr>
            </a:p>
          </p:txBody>
        </p:sp>
        <p:sp>
          <p:nvSpPr>
            <p:cNvPr id="77" name="Shape 174">
              <a:extLst>
                <a:ext uri="{FF2B5EF4-FFF2-40B4-BE49-F238E27FC236}">
                  <a16:creationId xmlns:a16="http://schemas.microsoft.com/office/drawing/2014/main" id="{71A5EC69-CE37-A34A-8CEB-8CABB8413A13}"/>
                </a:ext>
              </a:extLst>
            </p:cNvPr>
            <p:cNvSpPr/>
            <p:nvPr/>
          </p:nvSpPr>
          <p:spPr>
            <a:xfrm>
              <a:off x="1635473" y="3601131"/>
              <a:ext cx="2282382" cy="3"/>
            </a:xfrm>
            <a:prstGeom prst="line">
              <a:avLst/>
            </a:prstGeom>
            <a:ln w="25400">
              <a:solidFill>
                <a:srgbClr val="000000"/>
              </a:solidFill>
              <a:miter lim="400000"/>
            </a:ln>
          </p:spPr>
          <p:txBody>
            <a:bodyPr lIns="45718" tIns="45718" rIns="45718" bIns="45718"/>
            <a:lstStyle/>
            <a:p>
              <a:pPr defTabSz="584200">
                <a:defRPr sz="3600" b="0">
                  <a:solidFill>
                    <a:srgbClr val="000000"/>
                  </a:solidFill>
                </a:defRPr>
              </a:pPr>
              <a:endParaRPr sz="1600">
                <a:latin typeface="Times New Roman" panose="02020603050405020304" pitchFamily="18" charset="0"/>
                <a:cs typeface="Times New Roman" panose="02020603050405020304" pitchFamily="18" charset="0"/>
              </a:endParaRPr>
            </a:p>
          </p:txBody>
        </p:sp>
        <p:sp>
          <p:nvSpPr>
            <p:cNvPr id="78" name="Shape 181">
              <a:extLst>
                <a:ext uri="{FF2B5EF4-FFF2-40B4-BE49-F238E27FC236}">
                  <a16:creationId xmlns:a16="http://schemas.microsoft.com/office/drawing/2014/main" id="{661AAB31-484F-7444-B58B-376A91F5C2DC}"/>
                </a:ext>
              </a:extLst>
            </p:cNvPr>
            <p:cNvSpPr txBox="1"/>
            <p:nvPr/>
          </p:nvSpPr>
          <p:spPr>
            <a:xfrm>
              <a:off x="678065" y="1408524"/>
              <a:ext cx="932010" cy="330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fontScale="70000" lnSpcReduction="20000"/>
            </a:bodyPr>
            <a:lstStyle>
              <a:lvl1pPr defTabSz="525779">
                <a:defRPr>
                  <a:solidFill>
                    <a:srgbClr val="000000"/>
                  </a:solidFill>
                </a:defRPr>
              </a:lvl1pPr>
            </a:lstStyle>
            <a:p>
              <a:r>
                <a:rPr sz="1600">
                  <a:latin typeface="Times New Roman" panose="02020603050405020304" pitchFamily="18" charset="0"/>
                  <a:cs typeface="Times New Roman" panose="02020603050405020304" pitchFamily="18" charset="0"/>
                </a:rPr>
                <a:t>Price</a:t>
              </a:r>
            </a:p>
          </p:txBody>
        </p:sp>
        <p:sp>
          <p:nvSpPr>
            <p:cNvPr id="79" name="Shape 182">
              <a:extLst>
                <a:ext uri="{FF2B5EF4-FFF2-40B4-BE49-F238E27FC236}">
                  <a16:creationId xmlns:a16="http://schemas.microsoft.com/office/drawing/2014/main" id="{4B5DB66A-1B9E-5047-A94D-71F1EA4958B1}"/>
                </a:ext>
              </a:extLst>
            </p:cNvPr>
            <p:cNvSpPr txBox="1"/>
            <p:nvPr/>
          </p:nvSpPr>
          <p:spPr>
            <a:xfrm>
              <a:off x="4586869" y="5837114"/>
              <a:ext cx="1915533" cy="39058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fontScale="77500" lnSpcReduction="20000"/>
            </a:bodyPr>
            <a:lstStyle>
              <a:lvl1pPr defTabSz="461518">
                <a:defRPr sz="1900">
                  <a:solidFill>
                    <a:srgbClr val="000000"/>
                  </a:solidFill>
                </a:defRPr>
              </a:lvl1pPr>
            </a:lstStyle>
            <a:p>
              <a:r>
                <a:rPr sz="1600" dirty="0" err="1">
                  <a:latin typeface="Times New Roman" panose="02020603050405020304" pitchFamily="18" charset="0"/>
                  <a:cs typeface="Times New Roman" panose="02020603050405020304" pitchFamily="18" charset="0"/>
                </a:rPr>
                <a:t>Qd</a:t>
              </a:r>
              <a:r>
                <a:rPr sz="1600" dirty="0">
                  <a:latin typeface="Times New Roman" panose="02020603050405020304" pitchFamily="18" charset="0"/>
                  <a:cs typeface="Times New Roman" panose="02020603050405020304" pitchFamily="18" charset="0"/>
                </a:rPr>
                <a:t>, Qs</a:t>
              </a:r>
            </a:p>
          </p:txBody>
        </p:sp>
        <p:sp>
          <p:nvSpPr>
            <p:cNvPr id="80" name="Shape 183">
              <a:extLst>
                <a:ext uri="{FF2B5EF4-FFF2-40B4-BE49-F238E27FC236}">
                  <a16:creationId xmlns:a16="http://schemas.microsoft.com/office/drawing/2014/main" id="{6DBFD156-4575-E34F-AE79-4D3E63CCA6A6}"/>
                </a:ext>
              </a:extLst>
            </p:cNvPr>
            <p:cNvSpPr txBox="1"/>
            <p:nvPr/>
          </p:nvSpPr>
          <p:spPr>
            <a:xfrm>
              <a:off x="11393524" y="5788977"/>
              <a:ext cx="932010" cy="33020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fontScale="70000" lnSpcReduction="20000"/>
            </a:bodyPr>
            <a:lstStyle>
              <a:lvl1pPr defTabSz="525779">
                <a:defRPr>
                  <a:solidFill>
                    <a:srgbClr val="000000"/>
                  </a:solidFill>
                </a:defRPr>
              </a:lvl1pPr>
            </a:lstStyle>
            <a:p>
              <a:r>
                <a:rPr sz="1600">
                  <a:latin typeface="Times New Roman" panose="02020603050405020304" pitchFamily="18" charset="0"/>
                  <a:cs typeface="Times New Roman" panose="02020603050405020304" pitchFamily="18" charset="0"/>
                </a:rPr>
                <a:t>Qty</a:t>
              </a:r>
            </a:p>
          </p:txBody>
        </p:sp>
        <p:sp>
          <p:nvSpPr>
            <p:cNvPr id="81" name="Shape 184">
              <a:extLst>
                <a:ext uri="{FF2B5EF4-FFF2-40B4-BE49-F238E27FC236}">
                  <a16:creationId xmlns:a16="http://schemas.microsoft.com/office/drawing/2014/main" id="{85D52807-24DB-9E4E-A9F0-A94EF037C5B1}"/>
                </a:ext>
              </a:extLst>
            </p:cNvPr>
            <p:cNvSpPr txBox="1"/>
            <p:nvPr/>
          </p:nvSpPr>
          <p:spPr>
            <a:xfrm rot="10800000" flipV="1">
              <a:off x="6750659" y="1397836"/>
              <a:ext cx="932010" cy="7730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fontScale="77500" lnSpcReduction="20000"/>
            </a:bodyPr>
            <a:lstStyle>
              <a:lvl1pPr defTabSz="467359">
                <a:defRPr sz="2000">
                  <a:solidFill>
                    <a:srgbClr val="000000"/>
                  </a:solidFill>
                </a:defRPr>
              </a:lvl1pPr>
            </a:lstStyle>
            <a:p>
              <a:r>
                <a:rPr sz="1600" dirty="0">
                  <a:latin typeface="Times New Roman" panose="02020603050405020304" pitchFamily="18" charset="0"/>
                  <a:cs typeface="Times New Roman" panose="02020603050405020304" pitchFamily="18" charset="0"/>
                </a:rPr>
                <a:t>Rev Cost</a:t>
              </a:r>
            </a:p>
          </p:txBody>
        </p:sp>
        <p:sp>
          <p:nvSpPr>
            <p:cNvPr id="82" name="Shape 185">
              <a:extLst>
                <a:ext uri="{FF2B5EF4-FFF2-40B4-BE49-F238E27FC236}">
                  <a16:creationId xmlns:a16="http://schemas.microsoft.com/office/drawing/2014/main" id="{A28CDB70-8606-AF49-8867-43268D0FBF48}"/>
                </a:ext>
              </a:extLst>
            </p:cNvPr>
            <p:cNvSpPr txBox="1"/>
            <p:nvPr/>
          </p:nvSpPr>
          <p:spPr>
            <a:xfrm>
              <a:off x="5067891" y="4744208"/>
              <a:ext cx="447983" cy="33020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fontScale="70000" lnSpcReduction="20000"/>
            </a:bodyPr>
            <a:lstStyle>
              <a:lvl1pPr defTabSz="525779">
                <a:defRPr>
                  <a:solidFill>
                    <a:srgbClr val="924607"/>
                  </a:solidFill>
                </a:defRPr>
              </a:lvl1pPr>
            </a:lstStyle>
            <a:p>
              <a:r>
                <a:rPr sz="1600">
                  <a:latin typeface="Times New Roman" panose="02020603050405020304" pitchFamily="18" charset="0"/>
                  <a:cs typeface="Times New Roman" panose="02020603050405020304" pitchFamily="18" charset="0"/>
                </a:rPr>
                <a:t>D</a:t>
              </a:r>
            </a:p>
          </p:txBody>
        </p:sp>
        <p:sp>
          <p:nvSpPr>
            <p:cNvPr id="83" name="Shape 186">
              <a:extLst>
                <a:ext uri="{FF2B5EF4-FFF2-40B4-BE49-F238E27FC236}">
                  <a16:creationId xmlns:a16="http://schemas.microsoft.com/office/drawing/2014/main" id="{551933AE-17E9-3241-B46B-E657EA75C03E}"/>
                </a:ext>
              </a:extLst>
            </p:cNvPr>
            <p:cNvSpPr txBox="1"/>
            <p:nvPr/>
          </p:nvSpPr>
          <p:spPr>
            <a:xfrm>
              <a:off x="5166162" y="2185876"/>
              <a:ext cx="447983" cy="33020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fontScale="70000" lnSpcReduction="20000"/>
            </a:bodyPr>
            <a:lstStyle>
              <a:lvl1pPr defTabSz="525779">
                <a:defRPr>
                  <a:solidFill>
                    <a:srgbClr val="002452"/>
                  </a:solidFill>
                </a:defRPr>
              </a:lvl1pPr>
            </a:lstStyle>
            <a:p>
              <a:r>
                <a:rPr sz="1600">
                  <a:latin typeface="Times New Roman" panose="02020603050405020304" pitchFamily="18" charset="0"/>
                  <a:cs typeface="Times New Roman" panose="02020603050405020304" pitchFamily="18" charset="0"/>
                </a:rPr>
                <a:t>S</a:t>
              </a:r>
            </a:p>
          </p:txBody>
        </p:sp>
        <p:sp>
          <p:nvSpPr>
            <p:cNvPr id="84" name="Shape 187">
              <a:extLst>
                <a:ext uri="{FF2B5EF4-FFF2-40B4-BE49-F238E27FC236}">
                  <a16:creationId xmlns:a16="http://schemas.microsoft.com/office/drawing/2014/main" id="{342C50EE-7B39-4A42-8F73-5FB3A4679946}"/>
                </a:ext>
              </a:extLst>
            </p:cNvPr>
            <p:cNvSpPr txBox="1"/>
            <p:nvPr/>
          </p:nvSpPr>
          <p:spPr>
            <a:xfrm>
              <a:off x="1144069" y="3364441"/>
              <a:ext cx="447983" cy="33020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fontScale="70000" lnSpcReduction="20000"/>
            </a:bodyPr>
            <a:lstStyle>
              <a:lvl1pPr defTabSz="525779">
                <a:defRPr>
                  <a:solidFill>
                    <a:srgbClr val="000000"/>
                  </a:solidFill>
                </a:defRPr>
              </a:lvl1pPr>
            </a:lstStyle>
            <a:p>
              <a:r>
                <a:rPr sz="1600">
                  <a:latin typeface="Times New Roman" panose="02020603050405020304" pitchFamily="18" charset="0"/>
                  <a:cs typeface="Times New Roman" panose="02020603050405020304" pitchFamily="18" charset="0"/>
                </a:rPr>
                <a:t>P</a:t>
              </a:r>
            </a:p>
          </p:txBody>
        </p:sp>
        <p:grpSp>
          <p:nvGrpSpPr>
            <p:cNvPr id="85" name="Group">
              <a:extLst>
                <a:ext uri="{FF2B5EF4-FFF2-40B4-BE49-F238E27FC236}">
                  <a16:creationId xmlns:a16="http://schemas.microsoft.com/office/drawing/2014/main" id="{66680A3D-2CD1-C44B-A555-EF332A520B51}"/>
                </a:ext>
              </a:extLst>
            </p:cNvPr>
            <p:cNvGrpSpPr/>
            <p:nvPr/>
          </p:nvGrpSpPr>
          <p:grpSpPr>
            <a:xfrm>
              <a:off x="3809372" y="3124671"/>
              <a:ext cx="3900239" cy="474921"/>
              <a:chOff x="0" y="0"/>
              <a:chExt cx="3900237" cy="474920"/>
            </a:xfrm>
          </p:grpSpPr>
          <p:grpSp>
            <p:nvGrpSpPr>
              <p:cNvPr id="92" name="Group">
                <a:extLst>
                  <a:ext uri="{FF2B5EF4-FFF2-40B4-BE49-F238E27FC236}">
                    <a16:creationId xmlns:a16="http://schemas.microsoft.com/office/drawing/2014/main" id="{452ECC8F-4899-144A-AA68-076B0505D4B3}"/>
                  </a:ext>
                </a:extLst>
              </p:cNvPr>
              <p:cNvGrpSpPr/>
              <p:nvPr/>
            </p:nvGrpSpPr>
            <p:grpSpPr>
              <a:xfrm>
                <a:off x="0" y="463760"/>
                <a:ext cx="3900238" cy="11161"/>
                <a:chOff x="0" y="0"/>
                <a:chExt cx="3900237" cy="11160"/>
              </a:xfrm>
            </p:grpSpPr>
            <p:sp>
              <p:nvSpPr>
                <p:cNvPr id="94" name="Shape 175">
                  <a:extLst>
                    <a:ext uri="{FF2B5EF4-FFF2-40B4-BE49-F238E27FC236}">
                      <a16:creationId xmlns:a16="http://schemas.microsoft.com/office/drawing/2014/main" id="{43D32D18-9232-3E49-A188-2005D8267FB5}"/>
                    </a:ext>
                  </a:extLst>
                </p:cNvPr>
                <p:cNvSpPr/>
                <p:nvPr/>
              </p:nvSpPr>
              <p:spPr>
                <a:xfrm>
                  <a:off x="0" y="-1"/>
                  <a:ext cx="2406344" cy="3"/>
                </a:xfrm>
                <a:prstGeom prst="line">
                  <a:avLst/>
                </a:prstGeom>
                <a:noFill/>
                <a:ln w="88900" cap="rnd">
                  <a:solidFill>
                    <a:srgbClr val="FF0000"/>
                  </a:solidFill>
                  <a:custDash>
                    <a:ds d="100000" sp="200000"/>
                  </a:custDash>
                  <a:miter lim="400000"/>
                  <a:tailEnd type="triangle" w="med" len="med"/>
                </a:ln>
                <a:effectLst/>
              </p:spPr>
              <p:txBody>
                <a:bodyPr wrap="square" lIns="45718" tIns="45718" rIns="45718" bIns="45718" numCol="1" anchor="t">
                  <a:noAutofit/>
                </a:bodyPr>
                <a:lstStyle/>
                <a:p>
                  <a:pPr defTabSz="584200">
                    <a:defRPr sz="3600" b="0">
                      <a:solidFill>
                        <a:srgbClr val="000000"/>
                      </a:solidFill>
                    </a:defRPr>
                  </a:pPr>
                  <a:endParaRPr sz="1600" dirty="0">
                    <a:latin typeface="Times New Roman" panose="02020603050405020304" pitchFamily="18" charset="0"/>
                    <a:cs typeface="Times New Roman" panose="02020603050405020304" pitchFamily="18" charset="0"/>
                  </a:endParaRPr>
                </a:p>
              </p:txBody>
            </p:sp>
            <p:sp>
              <p:nvSpPr>
                <p:cNvPr id="95" name="Shape 177">
                  <a:extLst>
                    <a:ext uri="{FF2B5EF4-FFF2-40B4-BE49-F238E27FC236}">
                      <a16:creationId xmlns:a16="http://schemas.microsoft.com/office/drawing/2014/main" id="{CB30AF7D-4F12-2242-9F91-3D9B7B1B05BB}"/>
                    </a:ext>
                  </a:extLst>
                </p:cNvPr>
                <p:cNvSpPr/>
                <p:nvPr/>
              </p:nvSpPr>
              <p:spPr>
                <a:xfrm>
                  <a:off x="2366996" y="11159"/>
                  <a:ext cx="1533242" cy="2"/>
                </a:xfrm>
                <a:prstGeom prst="line">
                  <a:avLst/>
                </a:prstGeom>
                <a:noFill/>
                <a:ln w="88900" cap="rnd">
                  <a:solidFill>
                    <a:srgbClr val="FF0000"/>
                  </a:solidFill>
                  <a:custDash>
                    <a:ds d="100000" sp="200000"/>
                  </a:custDash>
                  <a:miter lim="400000"/>
                </a:ln>
                <a:effectLst/>
              </p:spPr>
              <p:txBody>
                <a:bodyPr wrap="square" lIns="45718" tIns="45718" rIns="45718" bIns="45718" numCol="1" anchor="t">
                  <a:noAutofit/>
                </a:bodyPr>
                <a:lstStyle/>
                <a:p>
                  <a:pPr defTabSz="584200">
                    <a:defRPr sz="3600" b="0">
                      <a:solidFill>
                        <a:srgbClr val="000000"/>
                      </a:solidFill>
                    </a:defRPr>
                  </a:pPr>
                  <a:endParaRPr sz="1600">
                    <a:latin typeface="Times New Roman" panose="02020603050405020304" pitchFamily="18" charset="0"/>
                    <a:cs typeface="Times New Roman" panose="02020603050405020304" pitchFamily="18" charset="0"/>
                  </a:endParaRPr>
                </a:p>
              </p:txBody>
            </p:sp>
          </p:grpSp>
          <p:sp>
            <p:nvSpPr>
              <p:cNvPr id="93" name="Shape 188">
                <a:extLst>
                  <a:ext uri="{FF2B5EF4-FFF2-40B4-BE49-F238E27FC236}">
                    <a16:creationId xmlns:a16="http://schemas.microsoft.com/office/drawing/2014/main" id="{4B8618C3-A9EE-E54D-BE9E-3389030F37EB}"/>
                  </a:ext>
                </a:extLst>
              </p:cNvPr>
              <p:cNvSpPr txBox="1"/>
              <p:nvPr/>
            </p:nvSpPr>
            <p:spPr>
              <a:xfrm>
                <a:off x="3407292" y="0"/>
                <a:ext cx="447982" cy="3302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noAutofit/>
              </a:bodyPr>
              <a:lstStyle>
                <a:lvl1pPr defTabSz="525779"/>
              </a:lstStyle>
              <a:p>
                <a:r>
                  <a:rPr sz="1600" dirty="0">
                    <a:latin typeface="Times New Roman" panose="02020603050405020304" pitchFamily="18" charset="0"/>
                    <a:cs typeface="Times New Roman" panose="02020603050405020304" pitchFamily="18" charset="0"/>
                  </a:rPr>
                  <a:t>P</a:t>
                </a:r>
              </a:p>
            </p:txBody>
          </p:sp>
        </p:grpSp>
        <p:sp>
          <p:nvSpPr>
            <p:cNvPr id="86" name="Shape 189">
              <a:extLst>
                <a:ext uri="{FF2B5EF4-FFF2-40B4-BE49-F238E27FC236}">
                  <a16:creationId xmlns:a16="http://schemas.microsoft.com/office/drawing/2014/main" id="{7A1DF4E6-420B-6A4D-8FCA-739B59DC3D03}"/>
                </a:ext>
              </a:extLst>
            </p:cNvPr>
            <p:cNvSpPr txBox="1"/>
            <p:nvPr/>
          </p:nvSpPr>
          <p:spPr>
            <a:xfrm>
              <a:off x="3507992" y="2907197"/>
              <a:ext cx="602763" cy="38100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fontScale="77500" lnSpcReduction="20000"/>
            </a:bodyPr>
            <a:lstStyle>
              <a:lvl1pPr defTabSz="584200">
                <a:defRPr sz="2500">
                  <a:solidFill>
                    <a:srgbClr val="000000"/>
                  </a:solidFill>
                </a:defRPr>
              </a:lvl1pPr>
            </a:lstStyle>
            <a:p>
              <a:r>
                <a:rPr sz="1600">
                  <a:latin typeface="Times New Roman" panose="02020603050405020304" pitchFamily="18" charset="0"/>
                  <a:cs typeface="Times New Roman" panose="02020603050405020304" pitchFamily="18" charset="0"/>
                </a:rPr>
                <a:t>Ei</a:t>
              </a:r>
            </a:p>
          </p:txBody>
        </p:sp>
        <p:grpSp>
          <p:nvGrpSpPr>
            <p:cNvPr id="87" name="Group">
              <a:extLst>
                <a:ext uri="{FF2B5EF4-FFF2-40B4-BE49-F238E27FC236}">
                  <a16:creationId xmlns:a16="http://schemas.microsoft.com/office/drawing/2014/main" id="{D1B1D324-C8EF-D04B-BB17-79EDD1437237}"/>
                </a:ext>
              </a:extLst>
            </p:cNvPr>
            <p:cNvGrpSpPr/>
            <p:nvPr/>
          </p:nvGrpSpPr>
          <p:grpSpPr>
            <a:xfrm>
              <a:off x="7695369" y="3601134"/>
              <a:ext cx="3987617" cy="757375"/>
              <a:chOff x="0" y="198592"/>
              <a:chExt cx="3987616" cy="757370"/>
            </a:xfrm>
          </p:grpSpPr>
          <p:sp>
            <p:nvSpPr>
              <p:cNvPr id="90" name="Shape 176">
                <a:extLst>
                  <a:ext uri="{FF2B5EF4-FFF2-40B4-BE49-F238E27FC236}">
                    <a16:creationId xmlns:a16="http://schemas.microsoft.com/office/drawing/2014/main" id="{D823FA81-2D08-6F4A-8820-70E374D627F7}"/>
                  </a:ext>
                </a:extLst>
              </p:cNvPr>
              <p:cNvSpPr/>
              <p:nvPr/>
            </p:nvSpPr>
            <p:spPr>
              <a:xfrm>
                <a:off x="0" y="198592"/>
                <a:ext cx="3562452" cy="1"/>
              </a:xfrm>
              <a:prstGeom prst="line">
                <a:avLst/>
              </a:prstGeom>
              <a:noFill/>
              <a:ln w="38100" cap="flat">
                <a:solidFill>
                  <a:schemeClr val="accent3">
                    <a:lumMod val="50000"/>
                  </a:schemeClr>
                </a:solidFill>
                <a:prstDash val="solid"/>
                <a:miter lim="400000"/>
              </a:ln>
              <a:effectLst/>
            </p:spPr>
            <p:txBody>
              <a:bodyPr wrap="square" lIns="45718" tIns="45718" rIns="45718" bIns="45718" numCol="1" anchor="t">
                <a:noAutofit/>
              </a:bodyPr>
              <a:lstStyle/>
              <a:p>
                <a:pPr defTabSz="584200">
                  <a:defRPr sz="3600" b="0">
                    <a:solidFill>
                      <a:srgbClr val="000000"/>
                    </a:solidFill>
                  </a:defRPr>
                </a:pPr>
                <a:endParaRPr sz="1600">
                  <a:latin typeface="Times New Roman" panose="02020603050405020304" pitchFamily="18" charset="0"/>
                  <a:cs typeface="Times New Roman" panose="02020603050405020304" pitchFamily="18" charset="0"/>
                </a:endParaRPr>
              </a:p>
            </p:txBody>
          </p:sp>
          <p:sp>
            <p:nvSpPr>
              <p:cNvPr id="91" name="Shape 190">
                <a:extLst>
                  <a:ext uri="{FF2B5EF4-FFF2-40B4-BE49-F238E27FC236}">
                    <a16:creationId xmlns:a16="http://schemas.microsoft.com/office/drawing/2014/main" id="{286ABC3F-4DC0-4345-8FF7-4B6DBA8E1C9E}"/>
                  </a:ext>
                </a:extLst>
              </p:cNvPr>
              <p:cNvSpPr txBox="1"/>
              <p:nvPr/>
            </p:nvSpPr>
            <p:spPr>
              <a:xfrm>
                <a:off x="2159735" y="292101"/>
                <a:ext cx="1827881" cy="66386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normAutofit/>
              </a:bodyPr>
              <a:lstStyle>
                <a:lvl1pPr defTabSz="525779"/>
              </a:lstStyle>
              <a:p>
                <a:r>
                  <a:rPr sz="1600" dirty="0">
                    <a:latin typeface="Times New Roman" panose="02020603050405020304" pitchFamily="18" charset="0"/>
                    <a:cs typeface="Times New Roman" panose="02020603050405020304" pitchFamily="18" charset="0"/>
                  </a:rPr>
                  <a:t>AR / MR  </a:t>
                </a:r>
              </a:p>
            </p:txBody>
          </p:sp>
        </p:grpSp>
        <p:sp>
          <p:nvSpPr>
            <p:cNvPr id="88" name="Shape 195">
              <a:extLst>
                <a:ext uri="{FF2B5EF4-FFF2-40B4-BE49-F238E27FC236}">
                  <a16:creationId xmlns:a16="http://schemas.microsoft.com/office/drawing/2014/main" id="{2C50A079-6EB8-E64A-A51C-9A0F66E0C9AC}"/>
                </a:ext>
              </a:extLst>
            </p:cNvPr>
            <p:cNvSpPr txBox="1"/>
            <p:nvPr/>
          </p:nvSpPr>
          <p:spPr>
            <a:xfrm>
              <a:off x="2737815" y="1202824"/>
              <a:ext cx="1849053" cy="73945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defTabSz="525779">
                <a:defRPr>
                  <a:solidFill>
                    <a:srgbClr val="000000"/>
                  </a:solidFill>
                </a:defRPr>
              </a:lvl1pPr>
            </a:lstStyle>
            <a:p>
              <a:r>
                <a:rPr sz="1600" dirty="0">
                  <a:latin typeface="Times New Roman" panose="02020603050405020304" pitchFamily="18" charset="0"/>
                  <a:cs typeface="Times New Roman" panose="02020603050405020304" pitchFamily="18" charset="0"/>
                </a:rPr>
                <a:t>Industry</a:t>
              </a:r>
            </a:p>
          </p:txBody>
        </p:sp>
        <p:sp>
          <p:nvSpPr>
            <p:cNvPr id="89" name="Shape 196">
              <a:extLst>
                <a:ext uri="{FF2B5EF4-FFF2-40B4-BE49-F238E27FC236}">
                  <a16:creationId xmlns:a16="http://schemas.microsoft.com/office/drawing/2014/main" id="{9151FB10-C76C-C948-A209-49BD3931621D}"/>
                </a:ext>
              </a:extLst>
            </p:cNvPr>
            <p:cNvSpPr txBox="1"/>
            <p:nvPr/>
          </p:nvSpPr>
          <p:spPr>
            <a:xfrm>
              <a:off x="8916389" y="1169239"/>
              <a:ext cx="1695008" cy="77304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oAutofit/>
            </a:bodyPr>
            <a:lstStyle>
              <a:lvl1pPr defTabSz="584200">
                <a:defRPr sz="2500">
                  <a:solidFill>
                    <a:srgbClr val="000000"/>
                  </a:solidFill>
                </a:defRPr>
              </a:lvl1pPr>
            </a:lstStyle>
            <a:p>
              <a:r>
                <a:rPr sz="1600" dirty="0">
                  <a:latin typeface="Times New Roman" panose="02020603050405020304" pitchFamily="18" charset="0"/>
                  <a:cs typeface="Times New Roman" panose="02020603050405020304" pitchFamily="18" charset="0"/>
                </a:rPr>
                <a:t>Firm</a:t>
              </a:r>
            </a:p>
          </p:txBody>
        </p:sp>
      </p:grpSp>
      <p:sp>
        <p:nvSpPr>
          <p:cNvPr id="96" name="Shape 195">
            <a:extLst>
              <a:ext uri="{FF2B5EF4-FFF2-40B4-BE49-F238E27FC236}">
                <a16:creationId xmlns:a16="http://schemas.microsoft.com/office/drawing/2014/main" id="{FE8F14C4-FF38-DB4B-9885-F05C71F9E4B2}"/>
              </a:ext>
            </a:extLst>
          </p:cNvPr>
          <p:cNvSpPr txBox="1"/>
          <p:nvPr/>
        </p:nvSpPr>
        <p:spPr>
          <a:xfrm>
            <a:off x="530336" y="4899863"/>
            <a:ext cx="5553276" cy="98252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defTabSz="525779">
              <a:defRPr>
                <a:solidFill>
                  <a:srgbClr val="000000"/>
                </a:solidFill>
              </a:defRPr>
            </a:lvl1pPr>
          </a:lstStyle>
          <a:p>
            <a:pPr algn="just"/>
            <a:r>
              <a:rPr lang="en-US" sz="2800" dirty="0">
                <a:latin typeface="Times New Roman" panose="02020603050405020304" pitchFamily="18" charset="0"/>
                <a:cs typeface="Times New Roman" panose="02020603050405020304" pitchFamily="18" charset="0"/>
              </a:rPr>
              <a:t>I</a:t>
            </a:r>
            <a:r>
              <a:rPr sz="2800" dirty="0">
                <a:latin typeface="Times New Roman" panose="02020603050405020304" pitchFamily="18" charset="0"/>
                <a:cs typeface="Times New Roman" panose="02020603050405020304" pitchFamily="18" charset="0"/>
              </a:rPr>
              <a:t>ndustry</a:t>
            </a:r>
            <a:r>
              <a:rPr lang="en-US" sz="2800" dirty="0">
                <a:latin typeface="Times New Roman" panose="02020603050405020304" pitchFamily="18" charset="0"/>
                <a:cs typeface="Times New Roman" panose="02020603050405020304" pitchFamily="18" charset="0"/>
              </a:rPr>
              <a:t>: the </a:t>
            </a:r>
            <a:r>
              <a:rPr lang="en-US" sz="2800" dirty="0">
                <a:solidFill>
                  <a:srgbClr val="FF0000"/>
                </a:solidFill>
                <a:latin typeface="Times New Roman" panose="02020603050405020304" pitchFamily="18" charset="0"/>
                <a:cs typeface="Times New Roman" panose="02020603050405020304" pitchFamily="18" charset="0"/>
              </a:rPr>
              <a:t>PRICE MAKER</a:t>
            </a:r>
          </a:p>
          <a:p>
            <a:pPr algn="just"/>
            <a:r>
              <a:rPr lang="en-US" sz="2800" dirty="0">
                <a:latin typeface="Times New Roman" panose="02020603050405020304" pitchFamily="18" charset="0"/>
                <a:cs typeface="Times New Roman" panose="02020603050405020304" pitchFamily="18" charset="0"/>
              </a:rPr>
              <a:t> Firms : </a:t>
            </a:r>
            <a:r>
              <a:rPr lang="en-US" sz="2800" dirty="0">
                <a:solidFill>
                  <a:srgbClr val="FF0000"/>
                </a:solidFill>
                <a:latin typeface="Times New Roman" panose="02020603050405020304" pitchFamily="18" charset="0"/>
                <a:cs typeface="Times New Roman" panose="02020603050405020304" pitchFamily="18" charset="0"/>
              </a:rPr>
              <a:t>PRICE TAKERS </a:t>
            </a:r>
            <a:endParaRPr sz="2800" dirty="0">
              <a:solidFill>
                <a:srgbClr val="FF0000"/>
              </a:solidFill>
              <a:latin typeface="Times New Roman" panose="02020603050405020304" pitchFamily="18" charset="0"/>
              <a:cs typeface="Times New Roman" panose="02020603050405020304" pitchFamily="18" charset="0"/>
            </a:endParaRPr>
          </a:p>
        </p:txBody>
      </p:sp>
      <p:grpSp>
        <p:nvGrpSpPr>
          <p:cNvPr id="24" name="Group 23">
            <a:extLst>
              <a:ext uri="{FF2B5EF4-FFF2-40B4-BE49-F238E27FC236}">
                <a16:creationId xmlns:a16="http://schemas.microsoft.com/office/drawing/2014/main" id="{EFBB3C73-94BF-3C48-8E75-73DB5704C56E}"/>
              </a:ext>
            </a:extLst>
          </p:cNvPr>
          <p:cNvGrpSpPr/>
          <p:nvPr/>
        </p:nvGrpSpPr>
        <p:grpSpPr>
          <a:xfrm>
            <a:off x="7232981" y="1318856"/>
            <a:ext cx="5146083" cy="1802827"/>
            <a:chOff x="7232981" y="1318856"/>
            <a:chExt cx="5146083" cy="1802827"/>
          </a:xfrm>
        </p:grpSpPr>
        <p:sp>
          <p:nvSpPr>
            <p:cNvPr id="97" name="Proof of 50 - 50…">
              <a:extLst>
                <a:ext uri="{FF2B5EF4-FFF2-40B4-BE49-F238E27FC236}">
                  <a16:creationId xmlns:a16="http://schemas.microsoft.com/office/drawing/2014/main" id="{897AE2CA-F9E6-1F40-8A1D-CB497A8D87AC}"/>
                </a:ext>
              </a:extLst>
            </p:cNvPr>
            <p:cNvSpPr txBox="1">
              <a:spLocks/>
            </p:cNvSpPr>
            <p:nvPr/>
          </p:nvSpPr>
          <p:spPr>
            <a:xfrm>
              <a:off x="7334251" y="1318856"/>
              <a:ext cx="4714944" cy="511259"/>
            </a:xfrm>
            <a:prstGeom prst="rect">
              <a:avLst/>
            </a:prstGeom>
            <a:ln w="57150">
              <a:noFill/>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50800" tIns="50800" rIns="50800" bIns="50800" anchor="b">
              <a:noAutofit/>
            </a:bodyPr>
            <a:lstStyle>
              <a:lvl1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1pPr>
              <a:lvl2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2pPr>
              <a:lvl3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3pPr>
              <a:lvl4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4pPr>
              <a:lvl5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5pPr>
              <a:lvl6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6pPr>
              <a:lvl7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7pPr>
              <a:lvl8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8pPr>
              <a:lvl9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9pPr>
            </a:lstStyle>
            <a:p>
              <a:pPr defTabSz="549148" hangingPunct="1">
                <a:defRPr sz="7519"/>
              </a:pPr>
              <a:br>
                <a:rPr lang="en-US" sz="2800" b="1" dirty="0">
                  <a:solidFill>
                    <a:srgbClr val="7030A0"/>
                  </a:solidFill>
                  <a:latin typeface="Times New Roman" panose="02020603050405020304" pitchFamily="18" charset="0"/>
                  <a:cs typeface="Times New Roman" panose="02020603050405020304" pitchFamily="18" charset="0"/>
                </a:rPr>
              </a:br>
              <a:r>
                <a:rPr lang="en-US" sz="2800" b="1" dirty="0">
                  <a:solidFill>
                    <a:srgbClr val="7030A0"/>
                  </a:solidFill>
                  <a:latin typeface="Times New Roman" panose="02020603050405020304" pitchFamily="18" charset="0"/>
                  <a:cs typeface="Times New Roman" panose="02020603050405020304" pitchFamily="18" charset="0"/>
                </a:rPr>
                <a:t>Prices are not uniform, since:</a:t>
              </a:r>
            </a:p>
          </p:txBody>
        </p:sp>
        <p:sp>
          <p:nvSpPr>
            <p:cNvPr id="98" name="Shape 116">
              <a:extLst>
                <a:ext uri="{FF2B5EF4-FFF2-40B4-BE49-F238E27FC236}">
                  <a16:creationId xmlns:a16="http://schemas.microsoft.com/office/drawing/2014/main" id="{5EAA52F5-8DBA-264F-B1E2-1AEECD4AF7FA}"/>
                </a:ext>
              </a:extLst>
            </p:cNvPr>
            <p:cNvSpPr txBox="1"/>
            <p:nvPr/>
          </p:nvSpPr>
          <p:spPr>
            <a:xfrm>
              <a:off x="7232981" y="1778129"/>
              <a:ext cx="5146083" cy="13435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b">
              <a:noAutofit/>
            </a:bodyPr>
            <a:lstStyle/>
            <a:p>
              <a:pPr algn="just" defTabSz="584200">
                <a:spcBef>
                  <a:spcPts val="600"/>
                </a:spcBef>
                <a:buSzPct val="100000"/>
                <a:defRPr sz="3500">
                  <a:solidFill>
                    <a:srgbClr val="000000"/>
                  </a:solidFill>
                </a:defRPr>
              </a:pPr>
              <a:r>
                <a:rPr lang="en-US" sz="2800" dirty="0">
                  <a:solidFill>
                    <a:schemeClr val="tx1"/>
                  </a:solidFill>
                  <a:latin typeface="Times New Roman" panose="02020603050405020304" pitchFamily="18" charset="0"/>
                  <a:cs typeface="Times New Roman" panose="02020603050405020304" pitchFamily="18" charset="0"/>
                </a:rPr>
                <a:t>One or more of the 7 conditions of  Perfect Competition are not in operation here</a:t>
              </a:r>
              <a:endParaRPr sz="2800" dirty="0">
                <a:solidFill>
                  <a:schemeClr val="tx1"/>
                </a:solidFill>
                <a:latin typeface="Times New Roman" panose="02020603050405020304" pitchFamily="18" charset="0"/>
                <a:cs typeface="Times New Roman" panose="02020603050405020304" pitchFamily="18" charset="0"/>
              </a:endParaRPr>
            </a:p>
          </p:txBody>
        </p:sp>
      </p:grpSp>
      <p:grpSp>
        <p:nvGrpSpPr>
          <p:cNvPr id="25" name="Group 24">
            <a:extLst>
              <a:ext uri="{FF2B5EF4-FFF2-40B4-BE49-F238E27FC236}">
                <a16:creationId xmlns:a16="http://schemas.microsoft.com/office/drawing/2014/main" id="{01E734FB-062E-874D-A34B-5402EE95DC12}"/>
              </a:ext>
            </a:extLst>
          </p:cNvPr>
          <p:cNvGrpSpPr/>
          <p:nvPr/>
        </p:nvGrpSpPr>
        <p:grpSpPr>
          <a:xfrm>
            <a:off x="6822462" y="3228549"/>
            <a:ext cx="6426524" cy="3412179"/>
            <a:chOff x="6822462" y="3228549"/>
            <a:chExt cx="6426524" cy="3412179"/>
          </a:xfrm>
        </p:grpSpPr>
        <p:sp>
          <p:nvSpPr>
            <p:cNvPr id="99" name="Proof of 50 - 50…">
              <a:extLst>
                <a:ext uri="{FF2B5EF4-FFF2-40B4-BE49-F238E27FC236}">
                  <a16:creationId xmlns:a16="http://schemas.microsoft.com/office/drawing/2014/main" id="{D0286E2E-3E1B-BD4F-BC08-C5D3DEFF3F10}"/>
                </a:ext>
              </a:extLst>
            </p:cNvPr>
            <p:cNvSpPr txBox="1">
              <a:spLocks/>
            </p:cNvSpPr>
            <p:nvPr/>
          </p:nvSpPr>
          <p:spPr>
            <a:xfrm>
              <a:off x="7256240" y="3228549"/>
              <a:ext cx="4816214" cy="526875"/>
            </a:xfrm>
            <a:prstGeom prst="rect">
              <a:avLst/>
            </a:prstGeom>
            <a:ln w="57150">
              <a:no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b">
              <a:noAutofit/>
            </a:bodyPr>
            <a:lstStyle>
              <a:lvl1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1pPr>
              <a:lvl2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2pPr>
              <a:lvl3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3pPr>
              <a:lvl4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4pPr>
              <a:lvl5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5pPr>
              <a:lvl6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6pPr>
              <a:lvl7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7pPr>
              <a:lvl8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8pPr>
              <a:lvl9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9pPr>
            </a:lstStyle>
            <a:p>
              <a:pPr algn="just" defTabSz="549148" hangingPunct="1">
                <a:defRPr sz="7519"/>
              </a:pPr>
              <a:br>
                <a:rPr lang="en-US" sz="2800" b="1" dirty="0">
                  <a:solidFill>
                    <a:srgbClr val="7030A0"/>
                  </a:solidFill>
                  <a:latin typeface="Times New Roman" panose="02020603050405020304" pitchFamily="18" charset="0"/>
                  <a:cs typeface="Times New Roman" panose="02020603050405020304" pitchFamily="18" charset="0"/>
                </a:rPr>
              </a:br>
              <a:r>
                <a:rPr lang="en-US" sz="2800" b="1" dirty="0">
                  <a:solidFill>
                    <a:schemeClr val="tx1"/>
                  </a:solidFill>
                  <a:latin typeface="Times New Roman" panose="02020603050405020304" pitchFamily="18" charset="0"/>
                  <a:cs typeface="Times New Roman" panose="02020603050405020304" pitchFamily="18" charset="0"/>
                </a:rPr>
                <a:t>Number of sellers are </a:t>
              </a:r>
              <a:r>
                <a:rPr lang="en-US" sz="2800" b="1" dirty="0">
                  <a:solidFill>
                    <a:srgbClr val="FF0000"/>
                  </a:solidFill>
                  <a:latin typeface="Times New Roman" panose="02020603050405020304" pitchFamily="18" charset="0"/>
                  <a:cs typeface="Times New Roman" panose="02020603050405020304" pitchFamily="18" charset="0"/>
                </a:rPr>
                <a:t>FINITE</a:t>
              </a:r>
            </a:p>
          </p:txBody>
        </p:sp>
        <p:grpSp>
          <p:nvGrpSpPr>
            <p:cNvPr id="100" name="Group 99">
              <a:extLst>
                <a:ext uri="{FF2B5EF4-FFF2-40B4-BE49-F238E27FC236}">
                  <a16:creationId xmlns:a16="http://schemas.microsoft.com/office/drawing/2014/main" id="{F0E4BDCC-BCA9-684D-8691-168D15797E09}"/>
                </a:ext>
              </a:extLst>
            </p:cNvPr>
            <p:cNvGrpSpPr/>
            <p:nvPr/>
          </p:nvGrpSpPr>
          <p:grpSpPr>
            <a:xfrm>
              <a:off x="6822462" y="3735219"/>
              <a:ext cx="6426524" cy="2905509"/>
              <a:chOff x="4625288" y="6199446"/>
              <a:chExt cx="6426524" cy="2905509"/>
            </a:xfrm>
          </p:grpSpPr>
          <p:grpSp>
            <p:nvGrpSpPr>
              <p:cNvPr id="101" name="Group 100">
                <a:extLst>
                  <a:ext uri="{FF2B5EF4-FFF2-40B4-BE49-F238E27FC236}">
                    <a16:creationId xmlns:a16="http://schemas.microsoft.com/office/drawing/2014/main" id="{C59F7BF6-D3BD-9A40-B15E-D57E061F4340}"/>
                  </a:ext>
                </a:extLst>
              </p:cNvPr>
              <p:cNvGrpSpPr/>
              <p:nvPr/>
            </p:nvGrpSpPr>
            <p:grpSpPr>
              <a:xfrm>
                <a:off x="4625288" y="6199446"/>
                <a:ext cx="5201336" cy="697101"/>
                <a:chOff x="7120472" y="4204639"/>
                <a:chExt cx="5201336" cy="697101"/>
              </a:xfrm>
            </p:grpSpPr>
            <p:grpSp>
              <p:nvGrpSpPr>
                <p:cNvPr id="117" name="Group 116">
                  <a:extLst>
                    <a:ext uri="{FF2B5EF4-FFF2-40B4-BE49-F238E27FC236}">
                      <a16:creationId xmlns:a16="http://schemas.microsoft.com/office/drawing/2014/main" id="{3E4C799A-D64C-224D-B22B-D663B26817A4}"/>
                    </a:ext>
                  </a:extLst>
                </p:cNvPr>
                <p:cNvGrpSpPr/>
                <p:nvPr/>
              </p:nvGrpSpPr>
              <p:grpSpPr>
                <a:xfrm>
                  <a:off x="7120472" y="4204639"/>
                  <a:ext cx="5201336" cy="697101"/>
                  <a:chOff x="7120472" y="4204639"/>
                  <a:chExt cx="5201336" cy="697101"/>
                </a:xfrm>
              </p:grpSpPr>
              <p:sp>
                <p:nvSpPr>
                  <p:cNvPr id="120" name="Proof of 50 - 50…">
                    <a:extLst>
                      <a:ext uri="{FF2B5EF4-FFF2-40B4-BE49-F238E27FC236}">
                        <a16:creationId xmlns:a16="http://schemas.microsoft.com/office/drawing/2014/main" id="{30CE4A5A-0FD2-3C48-AF9F-D1B28ED5560F}"/>
                      </a:ext>
                    </a:extLst>
                  </p:cNvPr>
                  <p:cNvSpPr txBox="1">
                    <a:spLocks/>
                  </p:cNvSpPr>
                  <p:nvPr/>
                </p:nvSpPr>
                <p:spPr>
                  <a:xfrm>
                    <a:off x="10024649" y="4204639"/>
                    <a:ext cx="2297159" cy="697101"/>
                  </a:xfrm>
                  <a:prstGeom prst="rect">
                    <a:avLst/>
                  </a:prstGeom>
                  <a:ln w="12700">
                    <a:no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b">
                    <a:noAutofit/>
                  </a:bodyPr>
                  <a:lstStyle>
                    <a:lvl1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1pPr>
                    <a:lvl2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2pPr>
                    <a:lvl3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3pPr>
                    <a:lvl4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4pPr>
                    <a:lvl5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5pPr>
                    <a:lvl6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6pPr>
                    <a:lvl7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7pPr>
                    <a:lvl8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8pPr>
                    <a:lvl9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9pPr>
                  </a:lstStyle>
                  <a:p>
                    <a:pPr defTabSz="549148" hangingPunct="1">
                      <a:defRPr sz="7519"/>
                    </a:pPr>
                    <a:br>
                      <a:rPr lang="en-US" sz="2800" b="1" dirty="0">
                        <a:solidFill>
                          <a:schemeClr val="accent1">
                            <a:lumMod val="50000"/>
                          </a:schemeClr>
                        </a:solidFill>
                        <a:latin typeface="Times New Roman" panose="02020603050405020304" pitchFamily="18" charset="0"/>
                        <a:cs typeface="Times New Roman" panose="02020603050405020304" pitchFamily="18" charset="0"/>
                      </a:rPr>
                    </a:br>
                    <a:endParaRPr lang="en-US" sz="28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121" name="Proof of 50 - 50…">
                    <a:extLst>
                      <a:ext uri="{FF2B5EF4-FFF2-40B4-BE49-F238E27FC236}">
                        <a16:creationId xmlns:a16="http://schemas.microsoft.com/office/drawing/2014/main" id="{6D29A4D8-F299-154C-8044-58A29E96F9BF}"/>
                      </a:ext>
                    </a:extLst>
                  </p:cNvPr>
                  <p:cNvSpPr txBox="1">
                    <a:spLocks/>
                  </p:cNvSpPr>
                  <p:nvPr/>
                </p:nvSpPr>
                <p:spPr>
                  <a:xfrm>
                    <a:off x="7120472" y="4269274"/>
                    <a:ext cx="4384416" cy="517722"/>
                  </a:xfrm>
                  <a:prstGeom prst="rect">
                    <a:avLst/>
                  </a:prstGeom>
                  <a:ln w="57150">
                    <a:no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b">
                    <a:noAutofit/>
                  </a:bodyPr>
                  <a:lstStyle>
                    <a:lvl1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1pPr>
                    <a:lvl2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2pPr>
                    <a:lvl3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3pPr>
                    <a:lvl4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4pPr>
                    <a:lvl5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5pPr>
                    <a:lvl6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6pPr>
                    <a:lvl7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7pPr>
                    <a:lvl8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8pPr>
                    <a:lvl9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9pPr>
                  </a:lstStyle>
                  <a:p>
                    <a:pPr defTabSz="549148" hangingPunct="1">
                      <a:defRPr sz="7519"/>
                    </a:pPr>
                    <a:br>
                      <a:rPr lang="en-US" sz="2800" b="1" dirty="0">
                        <a:solidFill>
                          <a:srgbClr val="7030A0"/>
                        </a:solidFill>
                        <a:latin typeface="Times New Roman" panose="02020603050405020304" pitchFamily="18" charset="0"/>
                        <a:cs typeface="Times New Roman" panose="02020603050405020304" pitchFamily="18" charset="0"/>
                      </a:rPr>
                    </a:br>
                    <a:r>
                      <a:rPr lang="en-US" sz="2800" b="1" dirty="0">
                        <a:solidFill>
                          <a:srgbClr val="7030A0"/>
                        </a:solidFill>
                        <a:latin typeface="Times New Roman" panose="02020603050405020304" pitchFamily="18" charset="0"/>
                        <a:cs typeface="Times New Roman" panose="02020603050405020304" pitchFamily="18" charset="0"/>
                      </a:rPr>
                      <a:t>One Seller </a:t>
                    </a:r>
                    <a:r>
                      <a:rPr lang="en-US" sz="2800" b="1" dirty="0">
                        <a:solidFill>
                          <a:srgbClr val="FF0000"/>
                        </a:solidFill>
                        <a:latin typeface="Times New Roman" panose="02020603050405020304" pitchFamily="18" charset="0"/>
                        <a:cs typeface="Times New Roman" panose="02020603050405020304" pitchFamily="18" charset="0"/>
                      </a:rPr>
                      <a:t>(Monopoly)</a:t>
                    </a:r>
                  </a:p>
                </p:txBody>
              </p:sp>
            </p:grpSp>
            <p:cxnSp>
              <p:nvCxnSpPr>
                <p:cNvPr id="118" name="Straight Connector 117">
                  <a:extLst>
                    <a:ext uri="{FF2B5EF4-FFF2-40B4-BE49-F238E27FC236}">
                      <a16:creationId xmlns:a16="http://schemas.microsoft.com/office/drawing/2014/main" id="{0142B279-E0D5-484B-B37B-0AFEA4DF5694}"/>
                    </a:ext>
                  </a:extLst>
                </p:cNvPr>
                <p:cNvCxnSpPr>
                  <a:cxnSpLocks/>
                </p:cNvCxnSpPr>
                <p:nvPr/>
              </p:nvCxnSpPr>
              <p:spPr>
                <a:xfrm flipH="1">
                  <a:off x="9956505" y="4625577"/>
                  <a:ext cx="325701" cy="0"/>
                </a:xfrm>
                <a:prstGeom prst="line">
                  <a:avLst/>
                </a:prstGeom>
                <a:noFill/>
                <a:ln w="25400" cap="flat">
                  <a:noFill/>
                  <a:prstDash val="solid"/>
                  <a:miter lim="400000"/>
                  <a:headEnd type="triangle" w="med" len="med"/>
                  <a:tailEnd type="none" w="med" len="med"/>
                </a:ln>
                <a:effectLst/>
                <a:sp3d/>
              </p:spPr>
              <p:style>
                <a:lnRef idx="0">
                  <a:scrgbClr r="0" g="0" b="0"/>
                </a:lnRef>
                <a:fillRef idx="0">
                  <a:scrgbClr r="0" g="0" b="0"/>
                </a:fillRef>
                <a:effectRef idx="0">
                  <a:scrgbClr r="0" g="0" b="0"/>
                </a:effectRef>
                <a:fontRef idx="none"/>
              </p:style>
            </p:cxnSp>
          </p:grpSp>
          <p:grpSp>
            <p:nvGrpSpPr>
              <p:cNvPr id="102" name="Group 101">
                <a:extLst>
                  <a:ext uri="{FF2B5EF4-FFF2-40B4-BE49-F238E27FC236}">
                    <a16:creationId xmlns:a16="http://schemas.microsoft.com/office/drawing/2014/main" id="{E3E18405-67BC-DA43-9DD3-B4B8B7082DC9}"/>
                  </a:ext>
                </a:extLst>
              </p:cNvPr>
              <p:cNvGrpSpPr/>
              <p:nvPr/>
            </p:nvGrpSpPr>
            <p:grpSpPr>
              <a:xfrm>
                <a:off x="4850045" y="6754735"/>
                <a:ext cx="3896801" cy="871026"/>
                <a:chOff x="7338284" y="4758062"/>
                <a:chExt cx="3896801" cy="871026"/>
              </a:xfrm>
            </p:grpSpPr>
            <p:sp>
              <p:nvSpPr>
                <p:cNvPr id="116" name="Proof of 50 - 50…">
                  <a:extLst>
                    <a:ext uri="{FF2B5EF4-FFF2-40B4-BE49-F238E27FC236}">
                      <a16:creationId xmlns:a16="http://schemas.microsoft.com/office/drawing/2014/main" id="{9DDDDC14-69C4-8F4A-BCD5-7D4489CFA676}"/>
                    </a:ext>
                  </a:extLst>
                </p:cNvPr>
                <p:cNvSpPr txBox="1">
                  <a:spLocks/>
                </p:cNvSpPr>
                <p:nvPr/>
              </p:nvSpPr>
              <p:spPr>
                <a:xfrm>
                  <a:off x="7338284" y="4758062"/>
                  <a:ext cx="3896801" cy="509846"/>
                </a:xfrm>
                <a:prstGeom prst="rect">
                  <a:avLst/>
                </a:prstGeom>
                <a:ln w="57150">
                  <a:no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b">
                  <a:noAutofit/>
                </a:bodyPr>
                <a:lstStyle>
                  <a:lvl1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1pPr>
                  <a:lvl2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2pPr>
                  <a:lvl3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3pPr>
                  <a:lvl4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4pPr>
                  <a:lvl5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5pPr>
                  <a:lvl6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6pPr>
                  <a:lvl7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7pPr>
                  <a:lvl8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8pPr>
                  <a:lvl9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9pPr>
                </a:lstStyle>
                <a:p>
                  <a:pPr defTabSz="549148" hangingPunct="1">
                    <a:defRPr sz="7519"/>
                  </a:pPr>
                  <a:br>
                    <a:rPr lang="en-US" sz="2800" b="1" dirty="0">
                      <a:solidFill>
                        <a:srgbClr val="7030A0"/>
                      </a:solidFill>
                      <a:latin typeface="Times New Roman" panose="02020603050405020304" pitchFamily="18" charset="0"/>
                      <a:cs typeface="Times New Roman" panose="02020603050405020304" pitchFamily="18" charset="0"/>
                    </a:rPr>
                  </a:br>
                  <a:r>
                    <a:rPr lang="en-US" sz="2800" b="1" dirty="0">
                      <a:solidFill>
                        <a:srgbClr val="7030A0"/>
                      </a:solidFill>
                      <a:latin typeface="Times New Roman" panose="02020603050405020304" pitchFamily="18" charset="0"/>
                      <a:cs typeface="Times New Roman" panose="02020603050405020304" pitchFamily="18" charset="0"/>
                    </a:rPr>
                    <a:t>Two Sellers </a:t>
                  </a:r>
                  <a:r>
                    <a:rPr lang="en-US" sz="2800" b="1" dirty="0">
                      <a:solidFill>
                        <a:srgbClr val="FF0000"/>
                      </a:solidFill>
                      <a:latin typeface="Times New Roman" panose="02020603050405020304" pitchFamily="18" charset="0"/>
                      <a:cs typeface="Times New Roman" panose="02020603050405020304" pitchFamily="18" charset="0"/>
                    </a:rPr>
                    <a:t>(Duopoly)</a:t>
                  </a:r>
                  <a:endParaRPr lang="en-US" sz="2800" b="1" dirty="0">
                    <a:solidFill>
                      <a:srgbClr val="7030A0"/>
                    </a:solidFill>
                    <a:latin typeface="Times New Roman" panose="02020603050405020304" pitchFamily="18" charset="0"/>
                    <a:cs typeface="Times New Roman" panose="02020603050405020304" pitchFamily="18" charset="0"/>
                  </a:endParaRPr>
                </a:p>
              </p:txBody>
            </p:sp>
            <p:cxnSp>
              <p:nvCxnSpPr>
                <p:cNvPr id="114" name="Straight Connector 113">
                  <a:extLst>
                    <a:ext uri="{FF2B5EF4-FFF2-40B4-BE49-F238E27FC236}">
                      <a16:creationId xmlns:a16="http://schemas.microsoft.com/office/drawing/2014/main" id="{DEDC613E-FBF0-F449-A0C4-65323AFD8BAB}"/>
                    </a:ext>
                  </a:extLst>
                </p:cNvPr>
                <p:cNvCxnSpPr>
                  <a:cxnSpLocks/>
                </p:cNvCxnSpPr>
                <p:nvPr/>
              </p:nvCxnSpPr>
              <p:spPr>
                <a:xfrm flipH="1">
                  <a:off x="9941189" y="5629088"/>
                  <a:ext cx="325701" cy="0"/>
                </a:xfrm>
                <a:prstGeom prst="line">
                  <a:avLst/>
                </a:prstGeom>
                <a:noFill/>
                <a:ln w="25400" cap="flat">
                  <a:noFill/>
                  <a:prstDash val="solid"/>
                  <a:miter lim="400000"/>
                  <a:headEnd type="triangle" w="med" len="med"/>
                  <a:tailEnd type="none" w="med" len="med"/>
                </a:ln>
                <a:effectLst/>
                <a:sp3d/>
              </p:spPr>
              <p:style>
                <a:lnRef idx="0">
                  <a:scrgbClr r="0" g="0" b="0"/>
                </a:lnRef>
                <a:fillRef idx="0">
                  <a:scrgbClr r="0" g="0" b="0"/>
                </a:fillRef>
                <a:effectRef idx="0">
                  <a:scrgbClr r="0" g="0" b="0"/>
                </a:effectRef>
                <a:fontRef idx="none"/>
              </p:style>
            </p:cxnSp>
          </p:grpSp>
          <p:grpSp>
            <p:nvGrpSpPr>
              <p:cNvPr id="103" name="Group 102">
                <a:extLst>
                  <a:ext uri="{FF2B5EF4-FFF2-40B4-BE49-F238E27FC236}">
                    <a16:creationId xmlns:a16="http://schemas.microsoft.com/office/drawing/2014/main" id="{DEBF6E48-4CDF-CD45-B3FA-A9E3A2919020}"/>
                  </a:ext>
                </a:extLst>
              </p:cNvPr>
              <p:cNvGrpSpPr/>
              <p:nvPr/>
            </p:nvGrpSpPr>
            <p:grpSpPr>
              <a:xfrm>
                <a:off x="5079385" y="7306112"/>
                <a:ext cx="5972427" cy="1072294"/>
                <a:chOff x="7592752" y="5768596"/>
                <a:chExt cx="5972427" cy="1072294"/>
              </a:xfrm>
            </p:grpSpPr>
            <p:sp>
              <p:nvSpPr>
                <p:cNvPr id="112" name="Proof of 50 - 50…">
                  <a:extLst>
                    <a:ext uri="{FF2B5EF4-FFF2-40B4-BE49-F238E27FC236}">
                      <a16:creationId xmlns:a16="http://schemas.microsoft.com/office/drawing/2014/main" id="{0335502F-8F07-1143-970C-70E792D84C51}"/>
                    </a:ext>
                  </a:extLst>
                </p:cNvPr>
                <p:cNvSpPr txBox="1">
                  <a:spLocks/>
                </p:cNvSpPr>
                <p:nvPr/>
              </p:nvSpPr>
              <p:spPr>
                <a:xfrm>
                  <a:off x="7592752" y="5768596"/>
                  <a:ext cx="5972427" cy="842656"/>
                </a:xfrm>
                <a:prstGeom prst="rect">
                  <a:avLst/>
                </a:prstGeom>
                <a:ln w="57150">
                  <a:no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b">
                  <a:noAutofit/>
                </a:bodyPr>
                <a:lstStyle>
                  <a:lvl1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1pPr>
                  <a:lvl2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2pPr>
                  <a:lvl3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3pPr>
                  <a:lvl4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4pPr>
                  <a:lvl5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5pPr>
                  <a:lvl6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6pPr>
                  <a:lvl7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7pPr>
                  <a:lvl8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8pPr>
                  <a:lvl9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9pPr>
                </a:lstStyle>
                <a:p>
                  <a:pPr algn="just" defTabSz="549148" hangingPunct="1">
                    <a:defRPr sz="7519"/>
                  </a:pPr>
                  <a:br>
                    <a:rPr lang="en-US" sz="2800" b="1" dirty="0">
                      <a:solidFill>
                        <a:srgbClr val="7030A0"/>
                      </a:solidFill>
                      <a:latin typeface="Times New Roman" panose="02020603050405020304" pitchFamily="18" charset="0"/>
                      <a:cs typeface="Times New Roman" panose="02020603050405020304" pitchFamily="18" charset="0"/>
                    </a:rPr>
                  </a:br>
                  <a:r>
                    <a:rPr lang="en-US" sz="2800" b="1" dirty="0">
                      <a:solidFill>
                        <a:srgbClr val="7030A0"/>
                      </a:solidFill>
                      <a:latin typeface="Times New Roman" panose="02020603050405020304" pitchFamily="18" charset="0"/>
                      <a:cs typeface="Times New Roman" panose="02020603050405020304" pitchFamily="18" charset="0"/>
                    </a:rPr>
                    <a:t>Many Sellers </a:t>
                  </a:r>
                  <a:r>
                    <a:rPr lang="en-US" sz="2800" b="1" dirty="0">
                      <a:solidFill>
                        <a:srgbClr val="FF0000"/>
                      </a:solidFill>
                      <a:latin typeface="Times New Roman" panose="02020603050405020304" pitchFamily="18" charset="0"/>
                      <a:cs typeface="Times New Roman" panose="02020603050405020304" pitchFamily="18" charset="0"/>
                    </a:rPr>
                    <a:t>(Monopolistic Comp.)</a:t>
                  </a:r>
                </a:p>
                <a:p>
                  <a:pPr algn="just" defTabSz="549148" hangingPunct="1">
                    <a:defRPr sz="7519"/>
                  </a:pPr>
                  <a:r>
                    <a:rPr lang="en-US" sz="2400" b="1" dirty="0">
                      <a:solidFill>
                        <a:schemeClr val="tx1"/>
                      </a:solidFill>
                      <a:latin typeface="Times New Roman" panose="02020603050405020304" pitchFamily="18" charset="0"/>
                      <a:cs typeface="Times New Roman" panose="02020603050405020304" pitchFamily="18" charset="0"/>
                    </a:rPr>
                    <a:t>(20 – 100)</a:t>
                  </a:r>
                </a:p>
              </p:txBody>
            </p:sp>
            <p:cxnSp>
              <p:nvCxnSpPr>
                <p:cNvPr id="110" name="Straight Connector 109">
                  <a:extLst>
                    <a:ext uri="{FF2B5EF4-FFF2-40B4-BE49-F238E27FC236}">
                      <a16:creationId xmlns:a16="http://schemas.microsoft.com/office/drawing/2014/main" id="{A46FEFC5-B6A8-D242-9F0D-1854DB2FF90A}"/>
                    </a:ext>
                  </a:extLst>
                </p:cNvPr>
                <p:cNvCxnSpPr>
                  <a:cxnSpLocks/>
                </p:cNvCxnSpPr>
                <p:nvPr/>
              </p:nvCxnSpPr>
              <p:spPr>
                <a:xfrm flipH="1">
                  <a:off x="9974688" y="6840890"/>
                  <a:ext cx="325701" cy="0"/>
                </a:xfrm>
                <a:prstGeom prst="line">
                  <a:avLst/>
                </a:prstGeom>
                <a:noFill/>
                <a:ln w="25400" cap="flat">
                  <a:noFill/>
                  <a:prstDash val="solid"/>
                  <a:miter lim="400000"/>
                  <a:headEnd type="triangle" w="med" len="med"/>
                  <a:tailEnd type="none" w="med" len="med"/>
                </a:ln>
                <a:effectLst/>
                <a:sp3d/>
              </p:spPr>
              <p:style>
                <a:lnRef idx="0">
                  <a:scrgbClr r="0" g="0" b="0"/>
                </a:lnRef>
                <a:fillRef idx="0">
                  <a:scrgbClr r="0" g="0" b="0"/>
                </a:fillRef>
                <a:effectRef idx="0">
                  <a:scrgbClr r="0" g="0" b="0"/>
                </a:effectRef>
                <a:fontRef idx="none"/>
              </p:style>
            </p:cxnSp>
          </p:grpSp>
          <p:grpSp>
            <p:nvGrpSpPr>
              <p:cNvPr id="104" name="Group 103">
                <a:extLst>
                  <a:ext uri="{FF2B5EF4-FFF2-40B4-BE49-F238E27FC236}">
                    <a16:creationId xmlns:a16="http://schemas.microsoft.com/office/drawing/2014/main" id="{B2A0C16E-5F47-E744-B35A-66ADA42D0BEA}"/>
                  </a:ext>
                </a:extLst>
              </p:cNvPr>
              <p:cNvGrpSpPr/>
              <p:nvPr/>
            </p:nvGrpSpPr>
            <p:grpSpPr>
              <a:xfrm>
                <a:off x="5079385" y="8026200"/>
                <a:ext cx="4739897" cy="1078755"/>
                <a:chOff x="7541830" y="6050674"/>
                <a:chExt cx="4739897" cy="1078755"/>
              </a:xfrm>
            </p:grpSpPr>
            <p:sp>
              <p:nvSpPr>
                <p:cNvPr id="108" name="Proof of 50 - 50…">
                  <a:extLst>
                    <a:ext uri="{FF2B5EF4-FFF2-40B4-BE49-F238E27FC236}">
                      <a16:creationId xmlns:a16="http://schemas.microsoft.com/office/drawing/2014/main" id="{E6280D8C-8C1E-A64B-A06A-5C970BBEA171}"/>
                    </a:ext>
                  </a:extLst>
                </p:cNvPr>
                <p:cNvSpPr txBox="1">
                  <a:spLocks/>
                </p:cNvSpPr>
                <p:nvPr/>
              </p:nvSpPr>
              <p:spPr>
                <a:xfrm>
                  <a:off x="7541830" y="6050674"/>
                  <a:ext cx="4739897" cy="1005780"/>
                </a:xfrm>
                <a:prstGeom prst="rect">
                  <a:avLst/>
                </a:prstGeom>
                <a:ln w="57150">
                  <a:no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b">
                  <a:noAutofit/>
                </a:bodyPr>
                <a:lstStyle>
                  <a:lvl1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1pPr>
                  <a:lvl2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2pPr>
                  <a:lvl3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3pPr>
                  <a:lvl4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4pPr>
                  <a:lvl5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5pPr>
                  <a:lvl6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6pPr>
                  <a:lvl7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7pPr>
                  <a:lvl8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8pPr>
                  <a:lvl9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9pPr>
                </a:lstStyle>
                <a:p>
                  <a:pPr algn="just" defTabSz="549148" hangingPunct="1">
                    <a:defRPr sz="7519"/>
                  </a:pPr>
                  <a:br>
                    <a:rPr lang="en-US" sz="2800" b="1" dirty="0">
                      <a:solidFill>
                        <a:srgbClr val="7030A0"/>
                      </a:solidFill>
                      <a:latin typeface="Times New Roman" panose="02020603050405020304" pitchFamily="18" charset="0"/>
                      <a:cs typeface="Times New Roman" panose="02020603050405020304" pitchFamily="18" charset="0"/>
                    </a:rPr>
                  </a:br>
                  <a:r>
                    <a:rPr lang="en-US" sz="2800" b="1" dirty="0">
                      <a:solidFill>
                        <a:srgbClr val="7030A0"/>
                      </a:solidFill>
                      <a:latin typeface="Times New Roman" panose="02020603050405020304" pitchFamily="18" charset="0"/>
                      <a:cs typeface="Times New Roman" panose="02020603050405020304" pitchFamily="18" charset="0"/>
                    </a:rPr>
                    <a:t>A Few Sellers </a:t>
                  </a:r>
                  <a:r>
                    <a:rPr lang="en-US" sz="2800" b="1" dirty="0">
                      <a:solidFill>
                        <a:srgbClr val="FF0000"/>
                      </a:solidFill>
                      <a:latin typeface="Times New Roman" panose="02020603050405020304" pitchFamily="18" charset="0"/>
                      <a:cs typeface="Times New Roman" panose="02020603050405020304" pitchFamily="18" charset="0"/>
                    </a:rPr>
                    <a:t>(Oligopoly)</a:t>
                  </a:r>
                </a:p>
                <a:p>
                  <a:pPr algn="just" defTabSz="549148" hangingPunct="1">
                    <a:defRPr sz="7519"/>
                  </a:pPr>
                  <a:r>
                    <a:rPr lang="en-US" sz="2800" b="1" dirty="0">
                      <a:solidFill>
                        <a:srgbClr val="7030A0"/>
                      </a:solidFill>
                      <a:latin typeface="Times New Roman" panose="02020603050405020304" pitchFamily="18" charset="0"/>
                      <a:cs typeface="Times New Roman" panose="02020603050405020304" pitchFamily="18" charset="0"/>
                    </a:rPr>
                    <a:t> </a:t>
                  </a:r>
                  <a:r>
                    <a:rPr lang="en-US" sz="2400" b="1" dirty="0">
                      <a:solidFill>
                        <a:schemeClr val="tx1"/>
                      </a:solidFill>
                      <a:latin typeface="Times New Roman" panose="02020603050405020304" pitchFamily="18" charset="0"/>
                      <a:cs typeface="Times New Roman" panose="02020603050405020304" pitchFamily="18" charset="0"/>
                    </a:rPr>
                    <a:t>(3 to 20)</a:t>
                  </a:r>
                </a:p>
              </p:txBody>
            </p:sp>
            <p:cxnSp>
              <p:nvCxnSpPr>
                <p:cNvPr id="106" name="Straight Connector 105">
                  <a:extLst>
                    <a:ext uri="{FF2B5EF4-FFF2-40B4-BE49-F238E27FC236}">
                      <a16:creationId xmlns:a16="http://schemas.microsoft.com/office/drawing/2014/main" id="{DE23C595-D620-3B42-9AF0-EBC9C26B7968}"/>
                    </a:ext>
                  </a:extLst>
                </p:cNvPr>
                <p:cNvCxnSpPr>
                  <a:cxnSpLocks/>
                </p:cNvCxnSpPr>
                <p:nvPr/>
              </p:nvCxnSpPr>
              <p:spPr>
                <a:xfrm flipH="1">
                  <a:off x="10055697" y="7129429"/>
                  <a:ext cx="325701" cy="0"/>
                </a:xfrm>
                <a:prstGeom prst="line">
                  <a:avLst/>
                </a:prstGeom>
                <a:noFill/>
                <a:ln w="25400" cap="flat">
                  <a:noFill/>
                  <a:prstDash val="solid"/>
                  <a:miter lim="400000"/>
                  <a:headEnd type="triangle" w="med" len="med"/>
                  <a:tailEnd type="none" w="med" len="med"/>
                </a:ln>
                <a:effectLst/>
                <a:sp3d/>
              </p:spPr>
              <p:style>
                <a:lnRef idx="0">
                  <a:scrgbClr r="0" g="0" b="0"/>
                </a:lnRef>
                <a:fillRef idx="0">
                  <a:scrgbClr r="0" g="0" b="0"/>
                </a:fillRef>
                <a:effectRef idx="0">
                  <a:scrgbClr r="0" g="0" b="0"/>
                </a:effectRef>
                <a:fontRef idx="none"/>
              </p:style>
            </p:cxnSp>
          </p:grpSp>
        </p:grpSp>
      </p:grpSp>
      <p:grpSp>
        <p:nvGrpSpPr>
          <p:cNvPr id="122" name="Group 261">
            <a:extLst>
              <a:ext uri="{FF2B5EF4-FFF2-40B4-BE49-F238E27FC236}">
                <a16:creationId xmlns:a16="http://schemas.microsoft.com/office/drawing/2014/main" id="{334C9A7D-BFEC-4F4F-939D-D575E1196FD7}"/>
              </a:ext>
            </a:extLst>
          </p:cNvPr>
          <p:cNvGrpSpPr/>
          <p:nvPr/>
        </p:nvGrpSpPr>
        <p:grpSpPr>
          <a:xfrm>
            <a:off x="7720259" y="6584125"/>
            <a:ext cx="4819348" cy="3016384"/>
            <a:chOff x="101860" y="80310"/>
            <a:chExt cx="5380251" cy="5963399"/>
          </a:xfrm>
        </p:grpSpPr>
        <p:sp>
          <p:nvSpPr>
            <p:cNvPr id="123" name="Shape 239">
              <a:extLst>
                <a:ext uri="{FF2B5EF4-FFF2-40B4-BE49-F238E27FC236}">
                  <a16:creationId xmlns:a16="http://schemas.microsoft.com/office/drawing/2014/main" id="{58C2074A-69D8-9B4F-9606-89646A2A3DAA}"/>
                </a:ext>
              </a:extLst>
            </p:cNvPr>
            <p:cNvSpPr/>
            <p:nvPr/>
          </p:nvSpPr>
          <p:spPr>
            <a:xfrm>
              <a:off x="802494" y="337900"/>
              <a:ext cx="3905" cy="5185866"/>
            </a:xfrm>
            <a:prstGeom prst="line">
              <a:avLst/>
            </a:prstGeom>
            <a:noFill/>
            <a:ln w="28575" cap="flat">
              <a:solidFill>
                <a:srgbClr val="000000"/>
              </a:solidFill>
              <a:prstDash val="solid"/>
              <a:bevel/>
              <a:headEnd type="triangle" w="med" len="med"/>
              <a:tailEnd type="none" w="med" len="med"/>
            </a:ln>
            <a:effectLst/>
          </p:spPr>
          <p:txBody>
            <a:bodyPr wrap="square" lIns="45718" tIns="45718" rIns="45718" bIns="45718" numCol="1" anchor="t">
              <a:noAutofit/>
            </a:bodyPr>
            <a:lstStyle/>
            <a:p>
              <a:endParaRPr sz="1600">
                <a:latin typeface="Times New Roman" panose="02020603050405020304" pitchFamily="18" charset="0"/>
                <a:cs typeface="Times New Roman" panose="02020603050405020304" pitchFamily="18" charset="0"/>
              </a:endParaRPr>
            </a:p>
          </p:txBody>
        </p:sp>
        <p:sp>
          <p:nvSpPr>
            <p:cNvPr id="124" name="Shape 240">
              <a:extLst>
                <a:ext uri="{FF2B5EF4-FFF2-40B4-BE49-F238E27FC236}">
                  <a16:creationId xmlns:a16="http://schemas.microsoft.com/office/drawing/2014/main" id="{AA41522D-E15D-2443-A185-B136B21B57A9}"/>
                </a:ext>
              </a:extLst>
            </p:cNvPr>
            <p:cNvSpPr/>
            <p:nvPr/>
          </p:nvSpPr>
          <p:spPr>
            <a:xfrm flipH="1" flipV="1">
              <a:off x="789906" y="5502768"/>
              <a:ext cx="3974380" cy="12473"/>
            </a:xfrm>
            <a:prstGeom prst="line">
              <a:avLst/>
            </a:prstGeom>
            <a:noFill/>
            <a:ln w="28575" cap="flat">
              <a:solidFill>
                <a:srgbClr val="000000"/>
              </a:solidFill>
              <a:prstDash val="solid"/>
              <a:bevel/>
              <a:headEnd type="triangle" w="med" len="med"/>
              <a:tailEnd type="none" w="med" len="med"/>
            </a:ln>
            <a:effectLst/>
          </p:spPr>
          <p:txBody>
            <a:bodyPr wrap="square" lIns="45718" tIns="45718" rIns="45718" bIns="45718" numCol="1" anchor="t">
              <a:noAutofit/>
            </a:bodyPr>
            <a:lstStyle/>
            <a:p>
              <a:endParaRPr sz="1600">
                <a:latin typeface="Times New Roman" panose="02020603050405020304" pitchFamily="18" charset="0"/>
                <a:cs typeface="Times New Roman" panose="02020603050405020304" pitchFamily="18" charset="0"/>
              </a:endParaRPr>
            </a:p>
          </p:txBody>
        </p:sp>
        <p:sp>
          <p:nvSpPr>
            <p:cNvPr id="125" name="Shape 241">
              <a:extLst>
                <a:ext uri="{FF2B5EF4-FFF2-40B4-BE49-F238E27FC236}">
                  <a16:creationId xmlns:a16="http://schemas.microsoft.com/office/drawing/2014/main" id="{2DEA89A1-A407-3B4C-92C9-B0EFFA5BC947}"/>
                </a:ext>
              </a:extLst>
            </p:cNvPr>
            <p:cNvSpPr txBox="1"/>
            <p:nvPr/>
          </p:nvSpPr>
          <p:spPr>
            <a:xfrm>
              <a:off x="4772095" y="5225920"/>
              <a:ext cx="710016" cy="81778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65022" tIns="65022" rIns="65022" bIns="65022" numCol="1" anchor="t">
              <a:noAutofit/>
            </a:bodyPr>
            <a:lstStyle>
              <a:lvl1pPr algn="l" defTabSz="1300480">
                <a:defRPr sz="2000" b="1">
                  <a:latin typeface="Calibri"/>
                  <a:ea typeface="Calibri"/>
                  <a:cs typeface="Calibri"/>
                  <a:sym typeface="Calibri"/>
                </a:defRPr>
              </a:lvl1pPr>
            </a:lstStyle>
            <a:p>
              <a:r>
                <a:rPr sz="1600" dirty="0">
                  <a:latin typeface="Times New Roman" panose="02020603050405020304" pitchFamily="18" charset="0"/>
                  <a:cs typeface="Times New Roman" panose="02020603050405020304" pitchFamily="18" charset="0"/>
                </a:rPr>
                <a:t>Qty</a:t>
              </a:r>
            </a:p>
          </p:txBody>
        </p:sp>
        <p:sp>
          <p:nvSpPr>
            <p:cNvPr id="126" name="Shape 242">
              <a:extLst>
                <a:ext uri="{FF2B5EF4-FFF2-40B4-BE49-F238E27FC236}">
                  <a16:creationId xmlns:a16="http://schemas.microsoft.com/office/drawing/2014/main" id="{B0CE6E73-63D5-984C-94A1-A544504FCC6B}"/>
                </a:ext>
              </a:extLst>
            </p:cNvPr>
            <p:cNvSpPr txBox="1"/>
            <p:nvPr/>
          </p:nvSpPr>
          <p:spPr>
            <a:xfrm>
              <a:off x="101860" y="80310"/>
              <a:ext cx="774033" cy="71798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65022" tIns="65022" rIns="65022" bIns="65022" numCol="1" anchor="t">
              <a:noAutofit/>
            </a:bodyPr>
            <a:lstStyle>
              <a:lvl1pPr algn="l" defTabSz="1300480">
                <a:defRPr sz="2000" b="1">
                  <a:latin typeface="Calibri"/>
                  <a:ea typeface="Calibri"/>
                  <a:cs typeface="Calibri"/>
                  <a:sym typeface="Calibri"/>
                </a:defRPr>
              </a:lvl1pPr>
            </a:lstStyle>
            <a:p>
              <a:r>
                <a:rPr sz="1600" dirty="0">
                  <a:latin typeface="Times New Roman" panose="02020603050405020304" pitchFamily="18" charset="0"/>
                  <a:cs typeface="Times New Roman" panose="02020603050405020304" pitchFamily="18" charset="0"/>
                </a:rPr>
                <a:t>Rev, Cost</a:t>
              </a:r>
            </a:p>
          </p:txBody>
        </p:sp>
        <p:sp>
          <p:nvSpPr>
            <p:cNvPr id="127" name="Shape 243">
              <a:extLst>
                <a:ext uri="{FF2B5EF4-FFF2-40B4-BE49-F238E27FC236}">
                  <a16:creationId xmlns:a16="http://schemas.microsoft.com/office/drawing/2014/main" id="{5B181CFB-4692-3F4F-ABCC-1A9395E71D29}"/>
                </a:ext>
              </a:extLst>
            </p:cNvPr>
            <p:cNvSpPr/>
            <p:nvPr/>
          </p:nvSpPr>
          <p:spPr>
            <a:xfrm>
              <a:off x="806398" y="1175433"/>
              <a:ext cx="3012722" cy="3551197"/>
            </a:xfrm>
            <a:prstGeom prst="line">
              <a:avLst/>
            </a:prstGeom>
            <a:noFill/>
            <a:ln w="38100" cap="flat">
              <a:solidFill>
                <a:srgbClr val="651A8C"/>
              </a:solidFill>
              <a:prstDash val="solid"/>
              <a:bevel/>
            </a:ln>
            <a:effectLst/>
          </p:spPr>
          <p:txBody>
            <a:bodyPr wrap="square" lIns="45718" tIns="45718" rIns="45718" bIns="45718" numCol="1" anchor="t">
              <a:noAutofit/>
            </a:bodyPr>
            <a:lstStyle/>
            <a:p>
              <a:endParaRPr sz="1600"/>
            </a:p>
          </p:txBody>
        </p:sp>
        <p:sp>
          <p:nvSpPr>
            <p:cNvPr id="128" name="Shape 244">
              <a:extLst>
                <a:ext uri="{FF2B5EF4-FFF2-40B4-BE49-F238E27FC236}">
                  <a16:creationId xmlns:a16="http://schemas.microsoft.com/office/drawing/2014/main" id="{48FB3CA5-9279-324F-BE64-632500F50C77}"/>
                </a:ext>
              </a:extLst>
            </p:cNvPr>
            <p:cNvSpPr txBox="1"/>
            <p:nvPr/>
          </p:nvSpPr>
          <p:spPr>
            <a:xfrm rot="34354">
              <a:off x="2065569" y="1630709"/>
              <a:ext cx="539654" cy="724174"/>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65022" tIns="65022" rIns="65022" bIns="65022" numCol="1" anchor="t">
              <a:noAutofit/>
            </a:bodyPr>
            <a:lstStyle>
              <a:lvl1pPr algn="l" defTabSz="1300480">
                <a:defRPr sz="2000" b="1">
                  <a:solidFill>
                    <a:srgbClr val="406823"/>
                  </a:solidFill>
                  <a:latin typeface="Calibri"/>
                  <a:ea typeface="Calibri"/>
                  <a:cs typeface="Calibri"/>
                  <a:sym typeface="Calibri"/>
                </a:defRPr>
              </a:lvl1pPr>
            </a:lstStyle>
            <a:p>
              <a:r>
                <a:rPr sz="1600" dirty="0">
                  <a:latin typeface="Times New Roman" panose="02020603050405020304" pitchFamily="18" charset="0"/>
                  <a:cs typeface="Times New Roman" panose="02020603050405020304" pitchFamily="18" charset="0"/>
                </a:rPr>
                <a:t>MC</a:t>
              </a:r>
            </a:p>
          </p:txBody>
        </p:sp>
        <p:sp>
          <p:nvSpPr>
            <p:cNvPr id="129" name="Shape 245">
              <a:extLst>
                <a:ext uri="{FF2B5EF4-FFF2-40B4-BE49-F238E27FC236}">
                  <a16:creationId xmlns:a16="http://schemas.microsoft.com/office/drawing/2014/main" id="{C37BDBEF-CF28-2A4D-A2FE-F756D1317C2E}"/>
                </a:ext>
              </a:extLst>
            </p:cNvPr>
            <p:cNvSpPr txBox="1"/>
            <p:nvPr/>
          </p:nvSpPr>
          <p:spPr>
            <a:xfrm>
              <a:off x="2056362" y="4762876"/>
              <a:ext cx="556292" cy="637483"/>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65022" tIns="65022" rIns="65022" bIns="65022" numCol="1" anchor="t">
              <a:noAutofit/>
            </a:bodyPr>
            <a:lstStyle>
              <a:lvl1pPr algn="l" defTabSz="1300480">
                <a:defRPr sz="2000" b="1">
                  <a:solidFill>
                    <a:srgbClr val="C7711B"/>
                  </a:solidFill>
                  <a:latin typeface="Calibri"/>
                  <a:ea typeface="Calibri"/>
                  <a:cs typeface="Calibri"/>
                  <a:sym typeface="Calibri"/>
                </a:defRPr>
              </a:lvl1pPr>
            </a:lstStyle>
            <a:p>
              <a:r>
                <a:rPr sz="1600" dirty="0">
                  <a:latin typeface="Times New Roman" panose="02020603050405020304" pitchFamily="18" charset="0"/>
                  <a:cs typeface="Times New Roman" panose="02020603050405020304" pitchFamily="18" charset="0"/>
                </a:rPr>
                <a:t>MR</a:t>
              </a:r>
            </a:p>
          </p:txBody>
        </p:sp>
        <p:sp>
          <p:nvSpPr>
            <p:cNvPr id="130" name="Shape 247">
              <a:extLst>
                <a:ext uri="{FF2B5EF4-FFF2-40B4-BE49-F238E27FC236}">
                  <a16:creationId xmlns:a16="http://schemas.microsoft.com/office/drawing/2014/main" id="{E54D2C69-D064-F449-96EF-2A9E7182382C}"/>
                </a:ext>
              </a:extLst>
            </p:cNvPr>
            <p:cNvSpPr txBox="1"/>
            <p:nvPr/>
          </p:nvSpPr>
          <p:spPr>
            <a:xfrm>
              <a:off x="1571212" y="3956060"/>
              <a:ext cx="269958" cy="655667"/>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65022" tIns="65022" rIns="65022" bIns="65022" numCol="1" anchor="t">
              <a:noAutofit/>
            </a:bodyPr>
            <a:lstStyle>
              <a:lvl1pPr algn="l" defTabSz="1300480">
                <a:defRPr sz="2000" b="1">
                  <a:latin typeface="Calibri"/>
                  <a:ea typeface="Calibri"/>
                  <a:cs typeface="Calibri"/>
                  <a:sym typeface="Calibri"/>
                </a:defRPr>
              </a:lvl1pPr>
            </a:lstStyle>
            <a:p>
              <a:r>
                <a:rPr sz="1600" dirty="0">
                  <a:latin typeface="Times New Roman" panose="02020603050405020304" pitchFamily="18" charset="0"/>
                  <a:cs typeface="Times New Roman" panose="02020603050405020304" pitchFamily="18" charset="0"/>
                </a:rPr>
                <a:t>E</a:t>
              </a:r>
            </a:p>
          </p:txBody>
        </p:sp>
        <p:sp>
          <p:nvSpPr>
            <p:cNvPr id="131" name="Shape 249">
              <a:extLst>
                <a:ext uri="{FF2B5EF4-FFF2-40B4-BE49-F238E27FC236}">
                  <a16:creationId xmlns:a16="http://schemas.microsoft.com/office/drawing/2014/main" id="{17B38156-0328-BE4A-B525-D36C8A437D64}"/>
                </a:ext>
              </a:extLst>
            </p:cNvPr>
            <p:cNvSpPr/>
            <p:nvPr/>
          </p:nvSpPr>
          <p:spPr>
            <a:xfrm>
              <a:off x="811981" y="1192678"/>
              <a:ext cx="1296195" cy="3911076"/>
            </a:xfrm>
            <a:prstGeom prst="line">
              <a:avLst/>
            </a:prstGeom>
            <a:noFill/>
            <a:ln w="38100" cap="flat">
              <a:solidFill>
                <a:srgbClr val="C7711B"/>
              </a:solidFill>
              <a:prstDash val="solid"/>
              <a:bevel/>
            </a:ln>
            <a:effectLst/>
          </p:spPr>
          <p:txBody>
            <a:bodyPr wrap="square" lIns="45718" tIns="45718" rIns="45718" bIns="45718" numCol="1" anchor="t">
              <a:noAutofit/>
            </a:bodyPr>
            <a:lstStyle/>
            <a:p>
              <a:endParaRPr sz="1600"/>
            </a:p>
          </p:txBody>
        </p:sp>
        <p:sp>
          <p:nvSpPr>
            <p:cNvPr id="132" name="Shape 281">
              <a:extLst>
                <a:ext uri="{FF2B5EF4-FFF2-40B4-BE49-F238E27FC236}">
                  <a16:creationId xmlns:a16="http://schemas.microsoft.com/office/drawing/2014/main" id="{61C1DEA5-6BEE-714C-AA3B-9FF944D754F3}"/>
                </a:ext>
              </a:extLst>
            </p:cNvPr>
            <p:cNvSpPr/>
            <p:nvPr/>
          </p:nvSpPr>
          <p:spPr>
            <a:xfrm>
              <a:off x="1214577" y="1214466"/>
              <a:ext cx="2162194" cy="2015273"/>
            </a:xfrm>
            <a:custGeom>
              <a:avLst/>
              <a:gdLst/>
              <a:ahLst/>
              <a:cxnLst>
                <a:cxn ang="0">
                  <a:pos x="wd2" y="hd2"/>
                </a:cxn>
                <a:cxn ang="5400000">
                  <a:pos x="wd2" y="hd2"/>
                </a:cxn>
                <a:cxn ang="10800000">
                  <a:pos x="wd2" y="hd2"/>
                </a:cxn>
                <a:cxn ang="16200000">
                  <a:pos x="wd2" y="hd2"/>
                </a:cxn>
              </a:cxnLst>
              <a:rect l="0" t="0" r="r" b="b"/>
              <a:pathLst>
                <a:path w="21600" h="16203" extrusionOk="0">
                  <a:moveTo>
                    <a:pt x="21600" y="0"/>
                  </a:moveTo>
                  <a:cubicBezTo>
                    <a:pt x="13860" y="21320"/>
                    <a:pt x="6660" y="21600"/>
                    <a:pt x="0" y="839"/>
                  </a:cubicBezTo>
                </a:path>
              </a:pathLst>
            </a:custGeom>
            <a:noFill/>
            <a:ln w="25400" cap="flat">
              <a:solidFill>
                <a:srgbClr val="A2110D"/>
              </a:solidFill>
              <a:prstDash val="solid"/>
              <a:bevel/>
            </a:ln>
            <a:effectLst>
              <a:outerShdw blurRad="50800" dist="25400" dir="5400000" rotWithShape="0">
                <a:srgbClr val="000000">
                  <a:alpha val="38000"/>
                </a:srgbClr>
              </a:outerShdw>
            </a:effectLst>
          </p:spPr>
          <p:txBody>
            <a:bodyPr wrap="square" lIns="50800" tIns="50800" rIns="50800" bIns="50800" numCol="1" anchor="t">
              <a:noAutofit/>
            </a:bodyPr>
            <a:lstStyle/>
            <a:p>
              <a:endParaRPr sz="1600"/>
            </a:p>
          </p:txBody>
        </p:sp>
        <p:sp>
          <p:nvSpPr>
            <p:cNvPr id="133" name="Shape 282">
              <a:extLst>
                <a:ext uri="{FF2B5EF4-FFF2-40B4-BE49-F238E27FC236}">
                  <a16:creationId xmlns:a16="http://schemas.microsoft.com/office/drawing/2014/main" id="{16559A5B-F868-B941-8A19-5CCFB3330E4A}"/>
                </a:ext>
              </a:extLst>
            </p:cNvPr>
            <p:cNvSpPr/>
            <p:nvPr/>
          </p:nvSpPr>
          <p:spPr>
            <a:xfrm>
              <a:off x="933562" y="2226231"/>
              <a:ext cx="1321897" cy="2427915"/>
            </a:xfrm>
            <a:custGeom>
              <a:avLst/>
              <a:gdLst/>
              <a:ahLst/>
              <a:cxnLst>
                <a:cxn ang="0">
                  <a:pos x="wd2" y="hd2"/>
                </a:cxn>
                <a:cxn ang="5400000">
                  <a:pos x="wd2" y="hd2"/>
                </a:cxn>
                <a:cxn ang="10800000">
                  <a:pos x="wd2" y="hd2"/>
                </a:cxn>
                <a:cxn ang="16200000">
                  <a:pos x="wd2" y="hd2"/>
                </a:cxn>
              </a:cxnLst>
              <a:rect l="0" t="0" r="r" b="b"/>
              <a:pathLst>
                <a:path w="21600" h="16875" extrusionOk="0">
                  <a:moveTo>
                    <a:pt x="21600" y="0"/>
                  </a:moveTo>
                  <a:cubicBezTo>
                    <a:pt x="18328" y="18000"/>
                    <a:pt x="11128" y="21600"/>
                    <a:pt x="0" y="10801"/>
                  </a:cubicBezTo>
                </a:path>
              </a:pathLst>
            </a:custGeom>
            <a:noFill/>
            <a:ln w="25400" cap="flat">
              <a:solidFill>
                <a:srgbClr val="578C2E"/>
              </a:solidFill>
              <a:prstDash val="solid"/>
              <a:bevel/>
            </a:ln>
            <a:effectLst>
              <a:outerShdw blurRad="50800" dist="25400" dir="5400000" rotWithShape="0">
                <a:srgbClr val="000000">
                  <a:alpha val="38000"/>
                </a:srgbClr>
              </a:outerShdw>
            </a:effectLst>
          </p:spPr>
          <p:txBody>
            <a:bodyPr wrap="square" lIns="50800" tIns="50800" rIns="50800" bIns="50800" numCol="1" anchor="t">
              <a:noAutofit/>
            </a:bodyPr>
            <a:lstStyle/>
            <a:p>
              <a:endParaRPr sz="1600"/>
            </a:p>
          </p:txBody>
        </p:sp>
        <p:sp>
          <p:nvSpPr>
            <p:cNvPr id="134" name="Shape 252">
              <a:extLst>
                <a:ext uri="{FF2B5EF4-FFF2-40B4-BE49-F238E27FC236}">
                  <a16:creationId xmlns:a16="http://schemas.microsoft.com/office/drawing/2014/main" id="{4969CF36-DE21-134A-B97B-C960E399A651}"/>
                </a:ext>
              </a:extLst>
            </p:cNvPr>
            <p:cNvSpPr txBox="1"/>
            <p:nvPr/>
          </p:nvSpPr>
          <p:spPr>
            <a:xfrm>
              <a:off x="3191126" y="623078"/>
              <a:ext cx="491996" cy="67631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65022" tIns="65022" rIns="65022" bIns="65022" numCol="1" anchor="t">
              <a:noAutofit/>
            </a:bodyPr>
            <a:lstStyle>
              <a:lvl1pPr algn="l" defTabSz="1300480">
                <a:defRPr sz="2000" b="1">
                  <a:solidFill>
                    <a:srgbClr val="84143F"/>
                  </a:solidFill>
                  <a:latin typeface="Calibri"/>
                  <a:ea typeface="Calibri"/>
                  <a:cs typeface="Calibri"/>
                  <a:sym typeface="Calibri"/>
                </a:defRPr>
              </a:lvl1pPr>
            </a:lstStyle>
            <a:p>
              <a:r>
                <a:rPr sz="1600" dirty="0">
                  <a:latin typeface="Times New Roman" panose="02020603050405020304" pitchFamily="18" charset="0"/>
                  <a:cs typeface="Times New Roman" panose="02020603050405020304" pitchFamily="18" charset="0"/>
                </a:rPr>
                <a:t>AC</a:t>
              </a:r>
            </a:p>
          </p:txBody>
        </p:sp>
        <p:sp>
          <p:nvSpPr>
            <p:cNvPr id="135" name="Shape 253">
              <a:extLst>
                <a:ext uri="{FF2B5EF4-FFF2-40B4-BE49-F238E27FC236}">
                  <a16:creationId xmlns:a16="http://schemas.microsoft.com/office/drawing/2014/main" id="{CD4D4F41-D937-FD43-A621-E45A8FFE680F}"/>
                </a:ext>
              </a:extLst>
            </p:cNvPr>
            <p:cNvSpPr txBox="1"/>
            <p:nvPr/>
          </p:nvSpPr>
          <p:spPr>
            <a:xfrm>
              <a:off x="3752478" y="4409426"/>
              <a:ext cx="521082" cy="69432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65022" tIns="65022" rIns="65022" bIns="65022" numCol="1" anchor="t">
              <a:noAutofit/>
            </a:bodyPr>
            <a:lstStyle>
              <a:lvl1pPr algn="l" defTabSz="1300480">
                <a:defRPr sz="2000" b="1">
                  <a:solidFill>
                    <a:srgbClr val="651A8C"/>
                  </a:solidFill>
                  <a:latin typeface="Calibri"/>
                  <a:ea typeface="Calibri"/>
                  <a:cs typeface="Calibri"/>
                  <a:sym typeface="Calibri"/>
                </a:defRPr>
              </a:lvl1pPr>
            </a:lstStyle>
            <a:p>
              <a:r>
                <a:rPr sz="1600" dirty="0">
                  <a:latin typeface="Times New Roman" panose="02020603050405020304" pitchFamily="18" charset="0"/>
                  <a:cs typeface="Times New Roman" panose="02020603050405020304" pitchFamily="18" charset="0"/>
                </a:rPr>
                <a:t>AR</a:t>
              </a:r>
            </a:p>
          </p:txBody>
        </p:sp>
      </p:grpSp>
    </p:spTree>
    <p:extLst>
      <p:ext uri="{BB962C8B-B14F-4D97-AF65-F5344CB8AC3E}">
        <p14:creationId xmlns:p14="http://schemas.microsoft.com/office/powerpoint/2010/main" val="4060361753"/>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a:extLst>
              <a:ext uri="{FF2B5EF4-FFF2-40B4-BE49-F238E27FC236}">
                <a16:creationId xmlns:a16="http://schemas.microsoft.com/office/drawing/2014/main" id="{CFB1BE93-25C7-3543-A37D-CD8E93E7B900}"/>
              </a:ext>
            </a:extLst>
          </p:cNvPr>
          <p:cNvSpPr txBox="1"/>
          <p:nvPr/>
        </p:nvSpPr>
        <p:spPr>
          <a:xfrm>
            <a:off x="2573867" y="895987"/>
            <a:ext cx="3098800"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b="1" i="0" u="none" strike="noStrike" cap="none" spc="0" normalizeH="0" baseline="0">
                <a:ln>
                  <a:noFill/>
                </a:ln>
                <a:solidFill>
                  <a:srgbClr val="000000"/>
                </a:solidFill>
                <a:effectLst/>
                <a:uFillTx/>
                <a:latin typeface="Times New Roman" panose="02020603050405020304" pitchFamily="18" charset="0"/>
                <a:cs typeface="Times New Roman" panose="02020603050405020304" pitchFamily="18" charset="0"/>
                <a:sym typeface="Helvetica Neue"/>
              </a:rPr>
              <a:t>Perfect Competition</a:t>
            </a:r>
          </a:p>
        </p:txBody>
      </p:sp>
      <p:sp>
        <p:nvSpPr>
          <p:cNvPr id="30" name="TextBox 29">
            <a:extLst>
              <a:ext uri="{FF2B5EF4-FFF2-40B4-BE49-F238E27FC236}">
                <a16:creationId xmlns:a16="http://schemas.microsoft.com/office/drawing/2014/main" id="{EDEE243E-F65D-C143-8F33-9392B66E7567}"/>
              </a:ext>
            </a:extLst>
          </p:cNvPr>
          <p:cNvSpPr txBox="1"/>
          <p:nvPr/>
        </p:nvSpPr>
        <p:spPr>
          <a:xfrm>
            <a:off x="8624796" y="895986"/>
            <a:ext cx="3098800"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i="0" u="none" strike="noStrike" cap="none" spc="0" normalizeH="0" baseline="0">
                <a:ln>
                  <a:noFill/>
                </a:ln>
                <a:solidFill>
                  <a:srgbClr val="000000"/>
                </a:solidFill>
                <a:effectLst/>
                <a:uFillTx/>
                <a:latin typeface="Times New Roman" panose="02020603050405020304" pitchFamily="18" charset="0"/>
                <a:cs typeface="Times New Roman" panose="02020603050405020304" pitchFamily="18" charset="0"/>
                <a:sym typeface="Helvetica Neue"/>
              </a:rPr>
              <a:t>Imperfect Competition</a:t>
            </a:r>
          </a:p>
        </p:txBody>
      </p:sp>
      <p:sp>
        <p:nvSpPr>
          <p:cNvPr id="33" name="TextBox 32">
            <a:extLst>
              <a:ext uri="{FF2B5EF4-FFF2-40B4-BE49-F238E27FC236}">
                <a16:creationId xmlns:a16="http://schemas.microsoft.com/office/drawing/2014/main" id="{2F281D1C-E5DB-D243-A9A4-3215C9066E32}"/>
              </a:ext>
            </a:extLst>
          </p:cNvPr>
          <p:cNvSpPr txBox="1"/>
          <p:nvPr/>
        </p:nvSpPr>
        <p:spPr>
          <a:xfrm>
            <a:off x="4814596" y="242570"/>
            <a:ext cx="3512869"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b="1" i="0" u="none" strike="noStrike" cap="none" spc="0" normalizeH="0" baseline="0">
                <a:ln>
                  <a:noFill/>
                </a:ln>
                <a:solidFill>
                  <a:srgbClr val="000000"/>
                </a:solidFill>
                <a:effectLst/>
                <a:uFillTx/>
                <a:latin typeface="Times New Roman" panose="02020603050405020304" pitchFamily="18" charset="0"/>
                <a:cs typeface="Times New Roman" panose="02020603050405020304" pitchFamily="18" charset="0"/>
                <a:sym typeface="Helvetica Neue"/>
              </a:rPr>
              <a:t>REVENUE SCHEDULE</a:t>
            </a:r>
          </a:p>
        </p:txBody>
      </p:sp>
      <p:graphicFrame>
        <p:nvGraphicFramePr>
          <p:cNvPr id="32" name="Table 31">
            <a:extLst>
              <a:ext uri="{FF2B5EF4-FFF2-40B4-BE49-F238E27FC236}">
                <a16:creationId xmlns:a16="http://schemas.microsoft.com/office/drawing/2014/main" id="{733D36A2-3A91-6C4D-B5BC-A2CA19708E7C}"/>
              </a:ext>
            </a:extLst>
          </p:cNvPr>
          <p:cNvGraphicFramePr>
            <a:graphicFrameLocks noGrp="1"/>
          </p:cNvGraphicFramePr>
          <p:nvPr>
            <p:extLst>
              <p:ext uri="{D42A27DB-BD31-4B8C-83A1-F6EECF244321}">
                <p14:modId xmlns:p14="http://schemas.microsoft.com/office/powerpoint/2010/main" val="4078796618"/>
              </p:ext>
            </p:extLst>
          </p:nvPr>
        </p:nvGraphicFramePr>
        <p:xfrm>
          <a:off x="1811867" y="1800578"/>
          <a:ext cx="4104958" cy="4632960"/>
        </p:xfrm>
        <a:graphic>
          <a:graphicData uri="http://schemas.openxmlformats.org/drawingml/2006/table">
            <a:tbl>
              <a:tblPr firstRow="1" bandRow="1">
                <a:tableStyleId>{5940675A-B579-460E-94D1-54222C63F5DA}</a:tableStyleId>
              </a:tblPr>
              <a:tblGrid>
                <a:gridCol w="1225867">
                  <a:extLst>
                    <a:ext uri="{9D8B030D-6E8A-4147-A177-3AD203B41FA5}">
                      <a16:colId xmlns:a16="http://schemas.microsoft.com/office/drawing/2014/main" val="2035499795"/>
                    </a:ext>
                  </a:extLst>
                </a:gridCol>
                <a:gridCol w="936943">
                  <a:extLst>
                    <a:ext uri="{9D8B030D-6E8A-4147-A177-3AD203B41FA5}">
                      <a16:colId xmlns:a16="http://schemas.microsoft.com/office/drawing/2014/main" val="2417373282"/>
                    </a:ext>
                  </a:extLst>
                </a:gridCol>
                <a:gridCol w="903605">
                  <a:extLst>
                    <a:ext uri="{9D8B030D-6E8A-4147-A177-3AD203B41FA5}">
                      <a16:colId xmlns:a16="http://schemas.microsoft.com/office/drawing/2014/main" val="1824173937"/>
                    </a:ext>
                  </a:extLst>
                </a:gridCol>
                <a:gridCol w="1038543">
                  <a:extLst>
                    <a:ext uri="{9D8B030D-6E8A-4147-A177-3AD203B41FA5}">
                      <a16:colId xmlns:a16="http://schemas.microsoft.com/office/drawing/2014/main" val="2591690619"/>
                    </a:ext>
                  </a:extLst>
                </a:gridCol>
              </a:tblGrid>
              <a:tr h="370840">
                <a:tc>
                  <a:txBody>
                    <a:bodyPr/>
                    <a:lstStyle/>
                    <a:p>
                      <a:r>
                        <a:rPr lang="en-US" sz="3200" b="1">
                          <a:latin typeface="Times New Roman" panose="02020603050405020304" pitchFamily="18" charset="0"/>
                          <a:cs typeface="Times New Roman" panose="02020603050405020304" pitchFamily="18" charset="0"/>
                        </a:rPr>
                        <a:t>Qty</a:t>
                      </a:r>
                    </a:p>
                  </a:txBody>
                  <a:tcPr/>
                </a:tc>
                <a:tc>
                  <a:txBody>
                    <a:bodyPr/>
                    <a:lstStyle/>
                    <a:p>
                      <a:r>
                        <a:rPr lang="en-US" sz="3200" b="1">
                          <a:solidFill>
                            <a:schemeClr val="accent1">
                              <a:lumMod val="50000"/>
                            </a:schemeClr>
                          </a:solidFill>
                          <a:latin typeface="Times New Roman" panose="02020603050405020304" pitchFamily="18" charset="0"/>
                          <a:cs typeface="Times New Roman" panose="02020603050405020304" pitchFamily="18" charset="0"/>
                        </a:rPr>
                        <a:t>AR</a:t>
                      </a:r>
                    </a:p>
                  </a:txBody>
                  <a:tcPr/>
                </a:tc>
                <a:tc>
                  <a:txBody>
                    <a:bodyPr/>
                    <a:lstStyle/>
                    <a:p>
                      <a:r>
                        <a:rPr lang="en-US" sz="3200" b="1">
                          <a:solidFill>
                            <a:srgbClr val="C00000"/>
                          </a:solidFill>
                          <a:latin typeface="Times New Roman" panose="02020603050405020304" pitchFamily="18" charset="0"/>
                          <a:cs typeface="Times New Roman" panose="02020603050405020304" pitchFamily="18" charset="0"/>
                        </a:rPr>
                        <a:t>TR</a:t>
                      </a:r>
                    </a:p>
                  </a:txBody>
                  <a:tcPr/>
                </a:tc>
                <a:tc>
                  <a:txBody>
                    <a:bodyPr/>
                    <a:lstStyle/>
                    <a:p>
                      <a:r>
                        <a:rPr lang="en-US" sz="3200" b="1">
                          <a:solidFill>
                            <a:schemeClr val="accent5">
                              <a:lumMod val="75000"/>
                            </a:schemeClr>
                          </a:solidFill>
                          <a:latin typeface="Times New Roman" panose="02020603050405020304" pitchFamily="18" charset="0"/>
                          <a:cs typeface="Times New Roman" panose="02020603050405020304" pitchFamily="18" charset="0"/>
                        </a:rPr>
                        <a:t>MR</a:t>
                      </a:r>
                    </a:p>
                  </a:txBody>
                  <a:tcPr/>
                </a:tc>
                <a:extLst>
                  <a:ext uri="{0D108BD9-81ED-4DB2-BD59-A6C34878D82A}">
                    <a16:rowId xmlns:a16="http://schemas.microsoft.com/office/drawing/2014/main" val="342519857"/>
                  </a:ext>
                </a:extLst>
              </a:tr>
              <a:tr h="370840">
                <a:tc>
                  <a:txBody>
                    <a:bodyPr/>
                    <a:lstStyle/>
                    <a:p>
                      <a:r>
                        <a:rPr lang="en-US" sz="3200" b="1">
                          <a:latin typeface="Times New Roman" panose="02020603050405020304" pitchFamily="18" charset="0"/>
                          <a:cs typeface="Times New Roman" panose="02020603050405020304" pitchFamily="18" charset="0"/>
                        </a:rPr>
                        <a:t>1</a:t>
                      </a:r>
                    </a:p>
                  </a:txBody>
                  <a:tcPr/>
                </a:tc>
                <a:tc>
                  <a:txBody>
                    <a:bodyPr/>
                    <a:lstStyle/>
                    <a:p>
                      <a:r>
                        <a:rPr lang="en-US" sz="3200" b="1">
                          <a:solidFill>
                            <a:schemeClr val="accent1">
                              <a:lumMod val="50000"/>
                            </a:schemeClr>
                          </a:solidFill>
                          <a:latin typeface="Times New Roman" panose="02020603050405020304" pitchFamily="18" charset="0"/>
                          <a:cs typeface="Times New Roman" panose="02020603050405020304" pitchFamily="18" charset="0"/>
                        </a:rPr>
                        <a:t>2</a:t>
                      </a:r>
                    </a:p>
                  </a:txBody>
                  <a:tcPr/>
                </a:tc>
                <a:tc>
                  <a:txBody>
                    <a:bodyPr/>
                    <a:lstStyle/>
                    <a:p>
                      <a:r>
                        <a:rPr lang="en-US" sz="3200" b="1">
                          <a:solidFill>
                            <a:srgbClr val="C00000"/>
                          </a:solidFill>
                          <a:latin typeface="Times New Roman" panose="02020603050405020304" pitchFamily="18" charset="0"/>
                          <a:cs typeface="Times New Roman" panose="02020603050405020304" pitchFamily="18" charset="0"/>
                        </a:rPr>
                        <a:t>2</a:t>
                      </a:r>
                    </a:p>
                  </a:txBody>
                  <a:tcPr/>
                </a:tc>
                <a:tc>
                  <a:txBody>
                    <a:bodyPr/>
                    <a:lstStyle/>
                    <a:p>
                      <a:r>
                        <a:rPr lang="en-US" sz="3200" b="1">
                          <a:solidFill>
                            <a:schemeClr val="accent5">
                              <a:lumMod val="75000"/>
                            </a:schemeClr>
                          </a:solidFill>
                          <a:latin typeface="Times New Roman" panose="02020603050405020304" pitchFamily="18" charset="0"/>
                          <a:cs typeface="Times New Roman" panose="02020603050405020304" pitchFamily="18" charset="0"/>
                        </a:rPr>
                        <a:t>2</a:t>
                      </a:r>
                    </a:p>
                  </a:txBody>
                  <a:tcPr/>
                </a:tc>
                <a:extLst>
                  <a:ext uri="{0D108BD9-81ED-4DB2-BD59-A6C34878D82A}">
                    <a16:rowId xmlns:a16="http://schemas.microsoft.com/office/drawing/2014/main" val="852247160"/>
                  </a:ext>
                </a:extLst>
              </a:tr>
              <a:tr h="370840">
                <a:tc>
                  <a:txBody>
                    <a:bodyPr/>
                    <a:lstStyle/>
                    <a:p>
                      <a:r>
                        <a:rPr lang="en-US" sz="3200" b="1">
                          <a:latin typeface="Times New Roman" panose="02020603050405020304" pitchFamily="18" charset="0"/>
                          <a:cs typeface="Times New Roman" panose="02020603050405020304" pitchFamily="18" charset="0"/>
                        </a:rPr>
                        <a:t>2</a:t>
                      </a:r>
                    </a:p>
                  </a:txBody>
                  <a:tcPr/>
                </a:tc>
                <a:tc>
                  <a:txBody>
                    <a:bodyPr/>
                    <a:lstStyle/>
                    <a:p>
                      <a:r>
                        <a:rPr lang="en-US" sz="3200" b="1">
                          <a:solidFill>
                            <a:schemeClr val="accent1">
                              <a:lumMod val="50000"/>
                            </a:schemeClr>
                          </a:solidFill>
                          <a:latin typeface="Times New Roman" panose="02020603050405020304" pitchFamily="18" charset="0"/>
                          <a:cs typeface="Times New Roman" panose="02020603050405020304" pitchFamily="18" charset="0"/>
                        </a:rPr>
                        <a:t>2</a:t>
                      </a:r>
                    </a:p>
                  </a:txBody>
                  <a:tcPr/>
                </a:tc>
                <a:tc>
                  <a:txBody>
                    <a:bodyPr/>
                    <a:lstStyle/>
                    <a:p>
                      <a:r>
                        <a:rPr lang="en-US" sz="3200" b="1">
                          <a:solidFill>
                            <a:srgbClr val="C00000"/>
                          </a:solidFill>
                          <a:latin typeface="Times New Roman" panose="02020603050405020304" pitchFamily="18" charset="0"/>
                          <a:cs typeface="Times New Roman" panose="02020603050405020304" pitchFamily="18" charset="0"/>
                        </a:rPr>
                        <a:t>4</a:t>
                      </a:r>
                    </a:p>
                  </a:txBody>
                  <a:tcPr/>
                </a:tc>
                <a:tc>
                  <a:txBody>
                    <a:bodyPr/>
                    <a:lstStyle/>
                    <a:p>
                      <a:r>
                        <a:rPr lang="en-US" sz="3200" b="1">
                          <a:solidFill>
                            <a:schemeClr val="accent5">
                              <a:lumMod val="75000"/>
                            </a:schemeClr>
                          </a:solidFill>
                          <a:latin typeface="Times New Roman" panose="02020603050405020304" pitchFamily="18" charset="0"/>
                          <a:cs typeface="Times New Roman" panose="02020603050405020304" pitchFamily="18" charset="0"/>
                        </a:rPr>
                        <a:t>2</a:t>
                      </a:r>
                    </a:p>
                  </a:txBody>
                  <a:tcPr/>
                </a:tc>
                <a:extLst>
                  <a:ext uri="{0D108BD9-81ED-4DB2-BD59-A6C34878D82A}">
                    <a16:rowId xmlns:a16="http://schemas.microsoft.com/office/drawing/2014/main" val="2485569994"/>
                  </a:ext>
                </a:extLst>
              </a:tr>
              <a:tr h="370840">
                <a:tc>
                  <a:txBody>
                    <a:bodyPr/>
                    <a:lstStyle/>
                    <a:p>
                      <a:r>
                        <a:rPr lang="en-US" sz="3200" b="1">
                          <a:latin typeface="Times New Roman" panose="02020603050405020304" pitchFamily="18" charset="0"/>
                          <a:cs typeface="Times New Roman" panose="02020603050405020304" pitchFamily="18" charset="0"/>
                        </a:rPr>
                        <a:t>3</a:t>
                      </a:r>
                    </a:p>
                  </a:txBody>
                  <a:tcPr/>
                </a:tc>
                <a:tc>
                  <a:txBody>
                    <a:bodyPr/>
                    <a:lstStyle/>
                    <a:p>
                      <a:r>
                        <a:rPr lang="en-US" sz="3200" b="1">
                          <a:solidFill>
                            <a:schemeClr val="accent1">
                              <a:lumMod val="50000"/>
                            </a:schemeClr>
                          </a:solidFill>
                          <a:latin typeface="Times New Roman" panose="02020603050405020304" pitchFamily="18" charset="0"/>
                          <a:cs typeface="Times New Roman" panose="02020603050405020304" pitchFamily="18" charset="0"/>
                        </a:rPr>
                        <a:t>2</a:t>
                      </a:r>
                    </a:p>
                  </a:txBody>
                  <a:tcPr/>
                </a:tc>
                <a:tc>
                  <a:txBody>
                    <a:bodyPr/>
                    <a:lstStyle/>
                    <a:p>
                      <a:r>
                        <a:rPr lang="en-US" sz="3200" b="1">
                          <a:solidFill>
                            <a:srgbClr val="C00000"/>
                          </a:solidFill>
                          <a:latin typeface="Times New Roman" panose="02020603050405020304" pitchFamily="18" charset="0"/>
                          <a:cs typeface="Times New Roman" panose="02020603050405020304" pitchFamily="18" charset="0"/>
                        </a:rPr>
                        <a:t>6</a:t>
                      </a:r>
                    </a:p>
                  </a:txBody>
                  <a:tcPr/>
                </a:tc>
                <a:tc>
                  <a:txBody>
                    <a:bodyPr/>
                    <a:lstStyle/>
                    <a:p>
                      <a:r>
                        <a:rPr lang="en-US" sz="3200" b="1">
                          <a:solidFill>
                            <a:schemeClr val="accent5">
                              <a:lumMod val="75000"/>
                            </a:schemeClr>
                          </a:solidFill>
                          <a:latin typeface="Times New Roman" panose="02020603050405020304" pitchFamily="18" charset="0"/>
                          <a:cs typeface="Times New Roman" panose="02020603050405020304" pitchFamily="18" charset="0"/>
                        </a:rPr>
                        <a:t>2</a:t>
                      </a:r>
                    </a:p>
                  </a:txBody>
                  <a:tcPr/>
                </a:tc>
                <a:extLst>
                  <a:ext uri="{0D108BD9-81ED-4DB2-BD59-A6C34878D82A}">
                    <a16:rowId xmlns:a16="http://schemas.microsoft.com/office/drawing/2014/main" val="1074780852"/>
                  </a:ext>
                </a:extLst>
              </a:tr>
              <a:tr h="370840">
                <a:tc>
                  <a:txBody>
                    <a:bodyPr/>
                    <a:lstStyle/>
                    <a:p>
                      <a:r>
                        <a:rPr lang="en-US" sz="3200" b="1" dirty="0">
                          <a:latin typeface="Times New Roman" panose="02020603050405020304" pitchFamily="18" charset="0"/>
                          <a:cs typeface="Times New Roman" panose="02020603050405020304" pitchFamily="18" charset="0"/>
                        </a:rPr>
                        <a:t>4</a:t>
                      </a:r>
                    </a:p>
                  </a:txBody>
                  <a:tcPr/>
                </a:tc>
                <a:tc>
                  <a:txBody>
                    <a:bodyPr/>
                    <a:lstStyle/>
                    <a:p>
                      <a:r>
                        <a:rPr lang="en-US" sz="3200" b="1">
                          <a:solidFill>
                            <a:schemeClr val="accent1">
                              <a:lumMod val="50000"/>
                            </a:schemeClr>
                          </a:solidFill>
                          <a:latin typeface="Times New Roman" panose="02020603050405020304" pitchFamily="18" charset="0"/>
                          <a:cs typeface="Times New Roman" panose="02020603050405020304" pitchFamily="18" charset="0"/>
                        </a:rPr>
                        <a:t>2</a:t>
                      </a:r>
                    </a:p>
                  </a:txBody>
                  <a:tcPr/>
                </a:tc>
                <a:tc>
                  <a:txBody>
                    <a:bodyPr/>
                    <a:lstStyle/>
                    <a:p>
                      <a:r>
                        <a:rPr lang="en-US" sz="3200" b="1">
                          <a:solidFill>
                            <a:srgbClr val="C00000"/>
                          </a:solidFill>
                          <a:latin typeface="Times New Roman" panose="02020603050405020304" pitchFamily="18" charset="0"/>
                          <a:cs typeface="Times New Roman" panose="02020603050405020304" pitchFamily="18" charset="0"/>
                        </a:rPr>
                        <a:t>8</a:t>
                      </a:r>
                    </a:p>
                  </a:txBody>
                  <a:tcPr/>
                </a:tc>
                <a:tc>
                  <a:txBody>
                    <a:bodyPr/>
                    <a:lstStyle/>
                    <a:p>
                      <a:r>
                        <a:rPr lang="en-US" sz="3200" b="1">
                          <a:solidFill>
                            <a:schemeClr val="accent5">
                              <a:lumMod val="75000"/>
                            </a:schemeClr>
                          </a:solidFill>
                          <a:latin typeface="Times New Roman" panose="02020603050405020304" pitchFamily="18" charset="0"/>
                          <a:cs typeface="Times New Roman" panose="02020603050405020304" pitchFamily="18" charset="0"/>
                        </a:rPr>
                        <a:t>2</a:t>
                      </a:r>
                    </a:p>
                  </a:txBody>
                  <a:tcPr/>
                </a:tc>
                <a:extLst>
                  <a:ext uri="{0D108BD9-81ED-4DB2-BD59-A6C34878D82A}">
                    <a16:rowId xmlns:a16="http://schemas.microsoft.com/office/drawing/2014/main" val="1982328108"/>
                  </a:ext>
                </a:extLst>
              </a:tr>
              <a:tr h="370840">
                <a:tc>
                  <a:txBody>
                    <a:bodyPr/>
                    <a:lstStyle/>
                    <a:p>
                      <a:r>
                        <a:rPr lang="en-US" sz="3200" b="1">
                          <a:latin typeface="Times New Roman" panose="02020603050405020304" pitchFamily="18" charset="0"/>
                          <a:cs typeface="Times New Roman" panose="02020603050405020304" pitchFamily="18" charset="0"/>
                        </a:rPr>
                        <a:t>5</a:t>
                      </a:r>
                    </a:p>
                  </a:txBody>
                  <a:tcPr/>
                </a:tc>
                <a:tc>
                  <a:txBody>
                    <a:bodyPr/>
                    <a:lstStyle/>
                    <a:p>
                      <a:r>
                        <a:rPr lang="en-US" sz="3200" b="1">
                          <a:solidFill>
                            <a:schemeClr val="accent1">
                              <a:lumMod val="50000"/>
                            </a:schemeClr>
                          </a:solidFill>
                          <a:latin typeface="Times New Roman" panose="02020603050405020304" pitchFamily="18" charset="0"/>
                          <a:cs typeface="Times New Roman" panose="02020603050405020304" pitchFamily="18" charset="0"/>
                        </a:rPr>
                        <a:t>2</a:t>
                      </a:r>
                    </a:p>
                  </a:txBody>
                  <a:tcPr/>
                </a:tc>
                <a:tc>
                  <a:txBody>
                    <a:bodyPr/>
                    <a:lstStyle/>
                    <a:p>
                      <a:r>
                        <a:rPr lang="en-US" sz="3200" b="1">
                          <a:solidFill>
                            <a:srgbClr val="C00000"/>
                          </a:solidFill>
                          <a:latin typeface="Times New Roman" panose="02020603050405020304" pitchFamily="18" charset="0"/>
                          <a:cs typeface="Times New Roman" panose="02020603050405020304" pitchFamily="18" charset="0"/>
                        </a:rPr>
                        <a:t>10</a:t>
                      </a:r>
                    </a:p>
                  </a:txBody>
                  <a:tcPr/>
                </a:tc>
                <a:tc>
                  <a:txBody>
                    <a:bodyPr/>
                    <a:lstStyle/>
                    <a:p>
                      <a:r>
                        <a:rPr lang="en-US" sz="3200" b="1">
                          <a:solidFill>
                            <a:schemeClr val="accent5">
                              <a:lumMod val="75000"/>
                            </a:schemeClr>
                          </a:solidFill>
                          <a:latin typeface="Times New Roman" panose="02020603050405020304" pitchFamily="18" charset="0"/>
                          <a:cs typeface="Times New Roman" panose="02020603050405020304" pitchFamily="18" charset="0"/>
                        </a:rPr>
                        <a:t>2</a:t>
                      </a:r>
                    </a:p>
                  </a:txBody>
                  <a:tcPr/>
                </a:tc>
                <a:extLst>
                  <a:ext uri="{0D108BD9-81ED-4DB2-BD59-A6C34878D82A}">
                    <a16:rowId xmlns:a16="http://schemas.microsoft.com/office/drawing/2014/main" val="2417078139"/>
                  </a:ext>
                </a:extLst>
              </a:tr>
              <a:tr h="370840">
                <a:tc>
                  <a:txBody>
                    <a:bodyPr/>
                    <a:lstStyle/>
                    <a:p>
                      <a:r>
                        <a:rPr lang="en-US" sz="3200" b="1">
                          <a:latin typeface="Times New Roman" panose="02020603050405020304" pitchFamily="18" charset="0"/>
                          <a:cs typeface="Times New Roman" panose="02020603050405020304" pitchFamily="18" charset="0"/>
                        </a:rPr>
                        <a:t>6</a:t>
                      </a:r>
                    </a:p>
                  </a:txBody>
                  <a:tcPr/>
                </a:tc>
                <a:tc>
                  <a:txBody>
                    <a:bodyPr/>
                    <a:lstStyle/>
                    <a:p>
                      <a:r>
                        <a:rPr lang="en-US" sz="3200" b="1">
                          <a:solidFill>
                            <a:schemeClr val="accent1">
                              <a:lumMod val="50000"/>
                            </a:schemeClr>
                          </a:solidFill>
                          <a:latin typeface="Times New Roman" panose="02020603050405020304" pitchFamily="18" charset="0"/>
                          <a:cs typeface="Times New Roman" panose="02020603050405020304" pitchFamily="18" charset="0"/>
                        </a:rPr>
                        <a:t>2</a:t>
                      </a:r>
                    </a:p>
                  </a:txBody>
                  <a:tcPr/>
                </a:tc>
                <a:tc>
                  <a:txBody>
                    <a:bodyPr/>
                    <a:lstStyle/>
                    <a:p>
                      <a:r>
                        <a:rPr lang="en-US" sz="3200" b="1">
                          <a:solidFill>
                            <a:srgbClr val="C00000"/>
                          </a:solidFill>
                          <a:latin typeface="Times New Roman" panose="02020603050405020304" pitchFamily="18" charset="0"/>
                          <a:cs typeface="Times New Roman" panose="02020603050405020304" pitchFamily="18" charset="0"/>
                        </a:rPr>
                        <a:t>12</a:t>
                      </a:r>
                    </a:p>
                  </a:txBody>
                  <a:tcPr/>
                </a:tc>
                <a:tc>
                  <a:txBody>
                    <a:bodyPr/>
                    <a:lstStyle/>
                    <a:p>
                      <a:r>
                        <a:rPr lang="en-US" sz="3200" b="1">
                          <a:solidFill>
                            <a:schemeClr val="accent5">
                              <a:lumMod val="75000"/>
                            </a:schemeClr>
                          </a:solidFill>
                          <a:latin typeface="Times New Roman" panose="02020603050405020304" pitchFamily="18" charset="0"/>
                          <a:cs typeface="Times New Roman" panose="02020603050405020304" pitchFamily="18" charset="0"/>
                        </a:rPr>
                        <a:t>2</a:t>
                      </a:r>
                    </a:p>
                  </a:txBody>
                  <a:tcPr/>
                </a:tc>
                <a:extLst>
                  <a:ext uri="{0D108BD9-81ED-4DB2-BD59-A6C34878D82A}">
                    <a16:rowId xmlns:a16="http://schemas.microsoft.com/office/drawing/2014/main" val="2144018759"/>
                  </a:ext>
                </a:extLst>
              </a:tr>
              <a:tr h="370840">
                <a:tc>
                  <a:txBody>
                    <a:bodyPr/>
                    <a:lstStyle/>
                    <a:p>
                      <a:r>
                        <a:rPr lang="en-US" sz="3200" b="1">
                          <a:latin typeface="Times New Roman" panose="02020603050405020304" pitchFamily="18" charset="0"/>
                          <a:cs typeface="Times New Roman" panose="02020603050405020304" pitchFamily="18" charset="0"/>
                        </a:rPr>
                        <a:t>7</a:t>
                      </a:r>
                    </a:p>
                  </a:txBody>
                  <a:tcPr/>
                </a:tc>
                <a:tc>
                  <a:txBody>
                    <a:bodyPr/>
                    <a:lstStyle/>
                    <a:p>
                      <a:r>
                        <a:rPr lang="en-US" sz="3200" b="1">
                          <a:solidFill>
                            <a:schemeClr val="accent1">
                              <a:lumMod val="50000"/>
                            </a:schemeClr>
                          </a:solidFill>
                          <a:latin typeface="Times New Roman" panose="02020603050405020304" pitchFamily="18" charset="0"/>
                          <a:cs typeface="Times New Roman" panose="02020603050405020304" pitchFamily="18" charset="0"/>
                        </a:rPr>
                        <a:t>2</a:t>
                      </a:r>
                    </a:p>
                  </a:txBody>
                  <a:tcPr/>
                </a:tc>
                <a:tc>
                  <a:txBody>
                    <a:bodyPr/>
                    <a:lstStyle/>
                    <a:p>
                      <a:r>
                        <a:rPr lang="en-US" sz="3200" b="1">
                          <a:solidFill>
                            <a:srgbClr val="C00000"/>
                          </a:solidFill>
                          <a:latin typeface="Times New Roman" panose="02020603050405020304" pitchFamily="18" charset="0"/>
                          <a:cs typeface="Times New Roman" panose="02020603050405020304" pitchFamily="18" charset="0"/>
                        </a:rPr>
                        <a:t>14</a:t>
                      </a:r>
                    </a:p>
                  </a:txBody>
                  <a:tcPr/>
                </a:tc>
                <a:tc>
                  <a:txBody>
                    <a:bodyPr/>
                    <a:lstStyle/>
                    <a:p>
                      <a:r>
                        <a:rPr lang="en-US" sz="3200" b="1" dirty="0">
                          <a:solidFill>
                            <a:schemeClr val="accent5">
                              <a:lumMod val="75000"/>
                            </a:schemeClr>
                          </a:solidFill>
                          <a:latin typeface="Times New Roman" panose="02020603050405020304" pitchFamily="18" charset="0"/>
                          <a:cs typeface="Times New Roman" panose="02020603050405020304" pitchFamily="18" charset="0"/>
                        </a:rPr>
                        <a:t>2</a:t>
                      </a:r>
                    </a:p>
                  </a:txBody>
                  <a:tcPr/>
                </a:tc>
                <a:extLst>
                  <a:ext uri="{0D108BD9-81ED-4DB2-BD59-A6C34878D82A}">
                    <a16:rowId xmlns:a16="http://schemas.microsoft.com/office/drawing/2014/main" val="1241363467"/>
                  </a:ext>
                </a:extLst>
              </a:tr>
            </a:tbl>
          </a:graphicData>
        </a:graphic>
      </p:graphicFrame>
      <p:graphicFrame>
        <p:nvGraphicFramePr>
          <p:cNvPr id="35" name="Table 34">
            <a:extLst>
              <a:ext uri="{FF2B5EF4-FFF2-40B4-BE49-F238E27FC236}">
                <a16:creationId xmlns:a16="http://schemas.microsoft.com/office/drawing/2014/main" id="{7C24EDA7-64F2-E548-B073-B93D8B925B1E}"/>
              </a:ext>
            </a:extLst>
          </p:cNvPr>
          <p:cNvGraphicFramePr>
            <a:graphicFrameLocks noGrp="1"/>
          </p:cNvGraphicFramePr>
          <p:nvPr>
            <p:extLst>
              <p:ext uri="{D42A27DB-BD31-4B8C-83A1-F6EECF244321}">
                <p14:modId xmlns:p14="http://schemas.microsoft.com/office/powerpoint/2010/main" val="1199348819"/>
              </p:ext>
            </p:extLst>
          </p:nvPr>
        </p:nvGraphicFramePr>
        <p:xfrm>
          <a:off x="7890934" y="1800578"/>
          <a:ext cx="4104958" cy="4632960"/>
        </p:xfrm>
        <a:graphic>
          <a:graphicData uri="http://schemas.openxmlformats.org/drawingml/2006/table">
            <a:tbl>
              <a:tblPr firstRow="1" bandRow="1">
                <a:tableStyleId>{5940675A-B579-460E-94D1-54222C63F5DA}</a:tableStyleId>
              </a:tblPr>
              <a:tblGrid>
                <a:gridCol w="1225867">
                  <a:extLst>
                    <a:ext uri="{9D8B030D-6E8A-4147-A177-3AD203B41FA5}">
                      <a16:colId xmlns:a16="http://schemas.microsoft.com/office/drawing/2014/main" val="2035499795"/>
                    </a:ext>
                  </a:extLst>
                </a:gridCol>
                <a:gridCol w="936943">
                  <a:extLst>
                    <a:ext uri="{9D8B030D-6E8A-4147-A177-3AD203B41FA5}">
                      <a16:colId xmlns:a16="http://schemas.microsoft.com/office/drawing/2014/main" val="2417373282"/>
                    </a:ext>
                  </a:extLst>
                </a:gridCol>
                <a:gridCol w="903605">
                  <a:extLst>
                    <a:ext uri="{9D8B030D-6E8A-4147-A177-3AD203B41FA5}">
                      <a16:colId xmlns:a16="http://schemas.microsoft.com/office/drawing/2014/main" val="1824173937"/>
                    </a:ext>
                  </a:extLst>
                </a:gridCol>
                <a:gridCol w="1038543">
                  <a:extLst>
                    <a:ext uri="{9D8B030D-6E8A-4147-A177-3AD203B41FA5}">
                      <a16:colId xmlns:a16="http://schemas.microsoft.com/office/drawing/2014/main" val="2591690619"/>
                    </a:ext>
                  </a:extLst>
                </a:gridCol>
              </a:tblGrid>
              <a:tr h="370840">
                <a:tc>
                  <a:txBody>
                    <a:bodyPr/>
                    <a:lstStyle/>
                    <a:p>
                      <a:r>
                        <a:rPr lang="en-US" sz="3200" b="1" dirty="0">
                          <a:latin typeface="Times New Roman" panose="02020603050405020304" pitchFamily="18" charset="0"/>
                          <a:cs typeface="Times New Roman" panose="02020603050405020304" pitchFamily="18" charset="0"/>
                        </a:rPr>
                        <a:t>Qty</a:t>
                      </a:r>
                    </a:p>
                  </a:txBody>
                  <a:tcPr/>
                </a:tc>
                <a:tc>
                  <a:txBody>
                    <a:bodyPr/>
                    <a:lstStyle/>
                    <a:p>
                      <a:r>
                        <a:rPr lang="en-US" sz="3200" b="1" dirty="0">
                          <a:solidFill>
                            <a:schemeClr val="accent1">
                              <a:lumMod val="50000"/>
                            </a:schemeClr>
                          </a:solidFill>
                          <a:latin typeface="Times New Roman" panose="02020603050405020304" pitchFamily="18" charset="0"/>
                          <a:cs typeface="Times New Roman" panose="02020603050405020304" pitchFamily="18" charset="0"/>
                        </a:rPr>
                        <a:t>AR</a:t>
                      </a:r>
                    </a:p>
                  </a:txBody>
                  <a:tcPr/>
                </a:tc>
                <a:tc>
                  <a:txBody>
                    <a:bodyPr/>
                    <a:lstStyle/>
                    <a:p>
                      <a:r>
                        <a:rPr lang="en-US" sz="3200" b="1">
                          <a:solidFill>
                            <a:srgbClr val="C00000"/>
                          </a:solidFill>
                          <a:latin typeface="Times New Roman" panose="02020603050405020304" pitchFamily="18" charset="0"/>
                          <a:cs typeface="Times New Roman" panose="02020603050405020304" pitchFamily="18" charset="0"/>
                        </a:rPr>
                        <a:t>TR</a:t>
                      </a:r>
                    </a:p>
                  </a:txBody>
                  <a:tcPr/>
                </a:tc>
                <a:tc>
                  <a:txBody>
                    <a:bodyPr/>
                    <a:lstStyle/>
                    <a:p>
                      <a:r>
                        <a:rPr lang="en-US" sz="3200" b="1">
                          <a:solidFill>
                            <a:schemeClr val="accent5">
                              <a:lumMod val="75000"/>
                            </a:schemeClr>
                          </a:solidFill>
                          <a:latin typeface="Times New Roman" panose="02020603050405020304" pitchFamily="18" charset="0"/>
                          <a:cs typeface="Times New Roman" panose="02020603050405020304" pitchFamily="18" charset="0"/>
                        </a:rPr>
                        <a:t>MR</a:t>
                      </a:r>
                    </a:p>
                  </a:txBody>
                  <a:tcPr/>
                </a:tc>
                <a:extLst>
                  <a:ext uri="{0D108BD9-81ED-4DB2-BD59-A6C34878D82A}">
                    <a16:rowId xmlns:a16="http://schemas.microsoft.com/office/drawing/2014/main" val="342519857"/>
                  </a:ext>
                </a:extLst>
              </a:tr>
              <a:tr h="370840">
                <a:tc>
                  <a:txBody>
                    <a:bodyPr/>
                    <a:lstStyle/>
                    <a:p>
                      <a:r>
                        <a:rPr lang="en-US" sz="3200" b="1" dirty="0">
                          <a:latin typeface="Times New Roman" panose="02020603050405020304" pitchFamily="18" charset="0"/>
                          <a:cs typeface="Times New Roman" panose="02020603050405020304" pitchFamily="18" charset="0"/>
                        </a:rPr>
                        <a:t>1</a:t>
                      </a:r>
                    </a:p>
                  </a:txBody>
                  <a:tcPr/>
                </a:tc>
                <a:tc>
                  <a:txBody>
                    <a:bodyPr/>
                    <a:lstStyle/>
                    <a:p>
                      <a:r>
                        <a:rPr lang="en-US" sz="3200" b="1" dirty="0">
                          <a:solidFill>
                            <a:schemeClr val="accent1">
                              <a:lumMod val="50000"/>
                            </a:schemeClr>
                          </a:solidFill>
                          <a:latin typeface="Times New Roman" panose="02020603050405020304" pitchFamily="18" charset="0"/>
                          <a:cs typeface="Times New Roman" panose="02020603050405020304" pitchFamily="18" charset="0"/>
                        </a:rPr>
                        <a:t>30</a:t>
                      </a:r>
                    </a:p>
                  </a:txBody>
                  <a:tcPr/>
                </a:tc>
                <a:tc>
                  <a:txBody>
                    <a:bodyPr/>
                    <a:lstStyle/>
                    <a:p>
                      <a:r>
                        <a:rPr lang="en-US" sz="3200" b="1" dirty="0">
                          <a:solidFill>
                            <a:srgbClr val="C00000"/>
                          </a:solidFill>
                          <a:latin typeface="Times New Roman" panose="02020603050405020304" pitchFamily="18" charset="0"/>
                          <a:cs typeface="Times New Roman" panose="02020603050405020304" pitchFamily="18" charset="0"/>
                        </a:rPr>
                        <a:t>30</a:t>
                      </a:r>
                    </a:p>
                  </a:txBody>
                  <a:tcPr/>
                </a:tc>
                <a:tc>
                  <a:txBody>
                    <a:bodyPr/>
                    <a:lstStyle/>
                    <a:p>
                      <a:r>
                        <a:rPr lang="en-US" sz="3200" b="1">
                          <a:solidFill>
                            <a:schemeClr val="accent5">
                              <a:lumMod val="75000"/>
                            </a:schemeClr>
                          </a:solidFill>
                          <a:latin typeface="Times New Roman" panose="02020603050405020304" pitchFamily="18" charset="0"/>
                          <a:cs typeface="Times New Roman" panose="02020603050405020304" pitchFamily="18" charset="0"/>
                        </a:rPr>
                        <a:t>30</a:t>
                      </a:r>
                    </a:p>
                  </a:txBody>
                  <a:tcPr/>
                </a:tc>
                <a:extLst>
                  <a:ext uri="{0D108BD9-81ED-4DB2-BD59-A6C34878D82A}">
                    <a16:rowId xmlns:a16="http://schemas.microsoft.com/office/drawing/2014/main" val="852247160"/>
                  </a:ext>
                </a:extLst>
              </a:tr>
              <a:tr h="370840">
                <a:tc>
                  <a:txBody>
                    <a:bodyPr/>
                    <a:lstStyle/>
                    <a:p>
                      <a:r>
                        <a:rPr lang="en-US" sz="3200" b="1">
                          <a:latin typeface="Times New Roman" panose="02020603050405020304" pitchFamily="18" charset="0"/>
                          <a:cs typeface="Times New Roman" panose="02020603050405020304" pitchFamily="18" charset="0"/>
                        </a:rPr>
                        <a:t>2</a:t>
                      </a:r>
                    </a:p>
                  </a:txBody>
                  <a:tcPr/>
                </a:tc>
                <a:tc>
                  <a:txBody>
                    <a:bodyPr/>
                    <a:lstStyle/>
                    <a:p>
                      <a:r>
                        <a:rPr lang="en-US" sz="3200" b="1" dirty="0">
                          <a:solidFill>
                            <a:schemeClr val="accent1">
                              <a:lumMod val="50000"/>
                            </a:schemeClr>
                          </a:solidFill>
                          <a:latin typeface="Times New Roman" panose="02020603050405020304" pitchFamily="18" charset="0"/>
                          <a:cs typeface="Times New Roman" panose="02020603050405020304" pitchFamily="18" charset="0"/>
                        </a:rPr>
                        <a:t>27</a:t>
                      </a:r>
                    </a:p>
                  </a:txBody>
                  <a:tcPr/>
                </a:tc>
                <a:tc>
                  <a:txBody>
                    <a:bodyPr/>
                    <a:lstStyle/>
                    <a:p>
                      <a:r>
                        <a:rPr lang="en-US" sz="3200" b="1" dirty="0">
                          <a:solidFill>
                            <a:srgbClr val="C00000"/>
                          </a:solidFill>
                          <a:latin typeface="Times New Roman" panose="02020603050405020304" pitchFamily="18" charset="0"/>
                          <a:cs typeface="Times New Roman" panose="02020603050405020304" pitchFamily="18" charset="0"/>
                        </a:rPr>
                        <a:t>54</a:t>
                      </a:r>
                    </a:p>
                  </a:txBody>
                  <a:tcPr/>
                </a:tc>
                <a:tc>
                  <a:txBody>
                    <a:bodyPr/>
                    <a:lstStyle/>
                    <a:p>
                      <a:r>
                        <a:rPr lang="en-US" sz="3200" b="1">
                          <a:solidFill>
                            <a:schemeClr val="accent5">
                              <a:lumMod val="75000"/>
                            </a:schemeClr>
                          </a:solidFill>
                          <a:latin typeface="Times New Roman" panose="02020603050405020304" pitchFamily="18" charset="0"/>
                          <a:cs typeface="Times New Roman" panose="02020603050405020304" pitchFamily="18" charset="0"/>
                        </a:rPr>
                        <a:t>24</a:t>
                      </a:r>
                    </a:p>
                  </a:txBody>
                  <a:tcPr/>
                </a:tc>
                <a:extLst>
                  <a:ext uri="{0D108BD9-81ED-4DB2-BD59-A6C34878D82A}">
                    <a16:rowId xmlns:a16="http://schemas.microsoft.com/office/drawing/2014/main" val="2485569994"/>
                  </a:ext>
                </a:extLst>
              </a:tr>
              <a:tr h="370840">
                <a:tc>
                  <a:txBody>
                    <a:bodyPr/>
                    <a:lstStyle/>
                    <a:p>
                      <a:r>
                        <a:rPr lang="en-US" sz="3200" b="1">
                          <a:latin typeface="Times New Roman" panose="02020603050405020304" pitchFamily="18" charset="0"/>
                          <a:cs typeface="Times New Roman" panose="02020603050405020304" pitchFamily="18" charset="0"/>
                        </a:rPr>
                        <a:t>3</a:t>
                      </a:r>
                    </a:p>
                  </a:txBody>
                  <a:tcPr/>
                </a:tc>
                <a:tc>
                  <a:txBody>
                    <a:bodyPr/>
                    <a:lstStyle/>
                    <a:p>
                      <a:r>
                        <a:rPr lang="en-US" sz="3200" b="1">
                          <a:solidFill>
                            <a:schemeClr val="accent1">
                              <a:lumMod val="50000"/>
                            </a:schemeClr>
                          </a:solidFill>
                          <a:latin typeface="Times New Roman" panose="02020603050405020304" pitchFamily="18" charset="0"/>
                          <a:cs typeface="Times New Roman" panose="02020603050405020304" pitchFamily="18" charset="0"/>
                        </a:rPr>
                        <a:t>23</a:t>
                      </a:r>
                    </a:p>
                  </a:txBody>
                  <a:tcPr/>
                </a:tc>
                <a:tc>
                  <a:txBody>
                    <a:bodyPr/>
                    <a:lstStyle/>
                    <a:p>
                      <a:r>
                        <a:rPr lang="en-US" sz="3200" b="1">
                          <a:solidFill>
                            <a:srgbClr val="C00000"/>
                          </a:solidFill>
                          <a:latin typeface="Times New Roman" panose="02020603050405020304" pitchFamily="18" charset="0"/>
                          <a:cs typeface="Times New Roman" panose="02020603050405020304" pitchFamily="18" charset="0"/>
                        </a:rPr>
                        <a:t>69</a:t>
                      </a:r>
                    </a:p>
                  </a:txBody>
                  <a:tcPr/>
                </a:tc>
                <a:tc>
                  <a:txBody>
                    <a:bodyPr/>
                    <a:lstStyle/>
                    <a:p>
                      <a:r>
                        <a:rPr lang="en-US" sz="3200" b="1">
                          <a:solidFill>
                            <a:schemeClr val="accent5">
                              <a:lumMod val="75000"/>
                            </a:schemeClr>
                          </a:solidFill>
                          <a:latin typeface="Times New Roman" panose="02020603050405020304" pitchFamily="18" charset="0"/>
                          <a:cs typeface="Times New Roman" panose="02020603050405020304" pitchFamily="18" charset="0"/>
                        </a:rPr>
                        <a:t>15</a:t>
                      </a:r>
                    </a:p>
                  </a:txBody>
                  <a:tcPr/>
                </a:tc>
                <a:extLst>
                  <a:ext uri="{0D108BD9-81ED-4DB2-BD59-A6C34878D82A}">
                    <a16:rowId xmlns:a16="http://schemas.microsoft.com/office/drawing/2014/main" val="1074780852"/>
                  </a:ext>
                </a:extLst>
              </a:tr>
              <a:tr h="370840">
                <a:tc>
                  <a:txBody>
                    <a:bodyPr/>
                    <a:lstStyle/>
                    <a:p>
                      <a:r>
                        <a:rPr lang="en-US" sz="3200" b="1">
                          <a:latin typeface="Times New Roman" panose="02020603050405020304" pitchFamily="18" charset="0"/>
                          <a:cs typeface="Times New Roman" panose="02020603050405020304" pitchFamily="18" charset="0"/>
                        </a:rPr>
                        <a:t>4</a:t>
                      </a:r>
                    </a:p>
                  </a:txBody>
                  <a:tcPr/>
                </a:tc>
                <a:tc>
                  <a:txBody>
                    <a:bodyPr/>
                    <a:lstStyle/>
                    <a:p>
                      <a:r>
                        <a:rPr lang="en-US" sz="3200" b="1">
                          <a:solidFill>
                            <a:schemeClr val="accent1">
                              <a:lumMod val="50000"/>
                            </a:schemeClr>
                          </a:solidFill>
                          <a:latin typeface="Times New Roman" panose="02020603050405020304" pitchFamily="18" charset="0"/>
                          <a:cs typeface="Times New Roman" panose="02020603050405020304" pitchFamily="18" charset="0"/>
                        </a:rPr>
                        <a:t>20</a:t>
                      </a:r>
                    </a:p>
                  </a:txBody>
                  <a:tcPr/>
                </a:tc>
                <a:tc>
                  <a:txBody>
                    <a:bodyPr/>
                    <a:lstStyle/>
                    <a:p>
                      <a:r>
                        <a:rPr lang="en-US" sz="3200" b="1">
                          <a:solidFill>
                            <a:srgbClr val="C00000"/>
                          </a:solidFill>
                          <a:latin typeface="Times New Roman" panose="02020603050405020304" pitchFamily="18" charset="0"/>
                          <a:cs typeface="Times New Roman" panose="02020603050405020304" pitchFamily="18" charset="0"/>
                        </a:rPr>
                        <a:t>80</a:t>
                      </a:r>
                    </a:p>
                  </a:txBody>
                  <a:tcPr/>
                </a:tc>
                <a:tc>
                  <a:txBody>
                    <a:bodyPr/>
                    <a:lstStyle/>
                    <a:p>
                      <a:r>
                        <a:rPr lang="en-US" sz="3200" b="1">
                          <a:solidFill>
                            <a:schemeClr val="accent5">
                              <a:lumMod val="75000"/>
                            </a:schemeClr>
                          </a:solidFill>
                          <a:latin typeface="Times New Roman" panose="02020603050405020304" pitchFamily="18" charset="0"/>
                          <a:cs typeface="Times New Roman" panose="02020603050405020304" pitchFamily="18" charset="0"/>
                        </a:rPr>
                        <a:t>11</a:t>
                      </a:r>
                    </a:p>
                  </a:txBody>
                  <a:tcPr/>
                </a:tc>
                <a:extLst>
                  <a:ext uri="{0D108BD9-81ED-4DB2-BD59-A6C34878D82A}">
                    <a16:rowId xmlns:a16="http://schemas.microsoft.com/office/drawing/2014/main" val="1982328108"/>
                  </a:ext>
                </a:extLst>
              </a:tr>
              <a:tr h="370840">
                <a:tc>
                  <a:txBody>
                    <a:bodyPr/>
                    <a:lstStyle/>
                    <a:p>
                      <a:r>
                        <a:rPr lang="en-US" sz="3200" b="1" dirty="0">
                          <a:latin typeface="Times New Roman" panose="02020603050405020304" pitchFamily="18" charset="0"/>
                          <a:cs typeface="Times New Roman" panose="02020603050405020304" pitchFamily="18" charset="0"/>
                        </a:rPr>
                        <a:t>5</a:t>
                      </a:r>
                    </a:p>
                  </a:txBody>
                  <a:tcPr/>
                </a:tc>
                <a:tc>
                  <a:txBody>
                    <a:bodyPr/>
                    <a:lstStyle/>
                    <a:p>
                      <a:r>
                        <a:rPr lang="en-US" sz="3200" b="1" dirty="0">
                          <a:solidFill>
                            <a:schemeClr val="accent1">
                              <a:lumMod val="50000"/>
                            </a:schemeClr>
                          </a:solidFill>
                          <a:latin typeface="Times New Roman" panose="02020603050405020304" pitchFamily="18" charset="0"/>
                          <a:cs typeface="Times New Roman" panose="02020603050405020304" pitchFamily="18" charset="0"/>
                        </a:rPr>
                        <a:t>12</a:t>
                      </a:r>
                    </a:p>
                  </a:txBody>
                  <a:tcPr/>
                </a:tc>
                <a:tc>
                  <a:txBody>
                    <a:bodyPr/>
                    <a:lstStyle/>
                    <a:p>
                      <a:r>
                        <a:rPr lang="en-US" sz="3200" b="1">
                          <a:solidFill>
                            <a:srgbClr val="C00000"/>
                          </a:solidFill>
                          <a:latin typeface="Times New Roman" panose="02020603050405020304" pitchFamily="18" charset="0"/>
                          <a:cs typeface="Times New Roman" panose="02020603050405020304" pitchFamily="18" charset="0"/>
                        </a:rPr>
                        <a:t>60</a:t>
                      </a:r>
                    </a:p>
                  </a:txBody>
                  <a:tcPr/>
                </a:tc>
                <a:tc>
                  <a:txBody>
                    <a:bodyPr/>
                    <a:lstStyle/>
                    <a:p>
                      <a:r>
                        <a:rPr lang="en-US" sz="3200" b="1">
                          <a:solidFill>
                            <a:schemeClr val="accent5">
                              <a:lumMod val="75000"/>
                            </a:schemeClr>
                          </a:solidFill>
                          <a:latin typeface="Times New Roman" panose="02020603050405020304" pitchFamily="18" charset="0"/>
                          <a:cs typeface="Times New Roman" panose="02020603050405020304" pitchFamily="18" charset="0"/>
                        </a:rPr>
                        <a:t>- 20</a:t>
                      </a:r>
                    </a:p>
                  </a:txBody>
                  <a:tcPr/>
                </a:tc>
                <a:extLst>
                  <a:ext uri="{0D108BD9-81ED-4DB2-BD59-A6C34878D82A}">
                    <a16:rowId xmlns:a16="http://schemas.microsoft.com/office/drawing/2014/main" val="2417078139"/>
                  </a:ext>
                </a:extLst>
              </a:tr>
              <a:tr h="370840">
                <a:tc>
                  <a:txBody>
                    <a:bodyPr/>
                    <a:lstStyle/>
                    <a:p>
                      <a:r>
                        <a:rPr lang="en-US" sz="3200" b="1" dirty="0">
                          <a:latin typeface="Times New Roman" panose="02020603050405020304" pitchFamily="18" charset="0"/>
                          <a:cs typeface="Times New Roman" panose="02020603050405020304" pitchFamily="18" charset="0"/>
                        </a:rPr>
                        <a:t>6</a:t>
                      </a:r>
                    </a:p>
                  </a:txBody>
                  <a:tcPr/>
                </a:tc>
                <a:tc>
                  <a:txBody>
                    <a:bodyPr/>
                    <a:lstStyle/>
                    <a:p>
                      <a:r>
                        <a:rPr lang="en-US" sz="3200" b="1" dirty="0">
                          <a:solidFill>
                            <a:schemeClr val="accent1">
                              <a:lumMod val="50000"/>
                            </a:schemeClr>
                          </a:solidFill>
                          <a:latin typeface="Times New Roman" panose="02020603050405020304" pitchFamily="18" charset="0"/>
                          <a:cs typeface="Times New Roman" panose="02020603050405020304" pitchFamily="18" charset="0"/>
                        </a:rPr>
                        <a:t>6</a:t>
                      </a:r>
                    </a:p>
                  </a:txBody>
                  <a:tcPr/>
                </a:tc>
                <a:tc>
                  <a:txBody>
                    <a:bodyPr/>
                    <a:lstStyle/>
                    <a:p>
                      <a:r>
                        <a:rPr lang="en-US" sz="3200" b="1">
                          <a:solidFill>
                            <a:srgbClr val="C00000"/>
                          </a:solidFill>
                          <a:latin typeface="Times New Roman" panose="02020603050405020304" pitchFamily="18" charset="0"/>
                          <a:cs typeface="Times New Roman" panose="02020603050405020304" pitchFamily="18" charset="0"/>
                        </a:rPr>
                        <a:t>36</a:t>
                      </a:r>
                    </a:p>
                  </a:txBody>
                  <a:tcPr/>
                </a:tc>
                <a:tc>
                  <a:txBody>
                    <a:bodyPr/>
                    <a:lstStyle/>
                    <a:p>
                      <a:r>
                        <a:rPr lang="en-US" sz="3200" b="1">
                          <a:solidFill>
                            <a:schemeClr val="accent5">
                              <a:lumMod val="75000"/>
                            </a:schemeClr>
                          </a:solidFill>
                          <a:latin typeface="Times New Roman" panose="02020603050405020304" pitchFamily="18" charset="0"/>
                          <a:cs typeface="Times New Roman" panose="02020603050405020304" pitchFamily="18" charset="0"/>
                        </a:rPr>
                        <a:t>- 24</a:t>
                      </a:r>
                    </a:p>
                  </a:txBody>
                  <a:tcPr/>
                </a:tc>
                <a:extLst>
                  <a:ext uri="{0D108BD9-81ED-4DB2-BD59-A6C34878D82A}">
                    <a16:rowId xmlns:a16="http://schemas.microsoft.com/office/drawing/2014/main" val="2144018759"/>
                  </a:ext>
                </a:extLst>
              </a:tr>
              <a:tr h="370840">
                <a:tc>
                  <a:txBody>
                    <a:bodyPr/>
                    <a:lstStyle/>
                    <a:p>
                      <a:r>
                        <a:rPr lang="en-US" sz="3200" b="1" dirty="0">
                          <a:latin typeface="Times New Roman" panose="02020603050405020304" pitchFamily="18" charset="0"/>
                          <a:cs typeface="Times New Roman" panose="02020603050405020304" pitchFamily="18" charset="0"/>
                        </a:rPr>
                        <a:t>7</a:t>
                      </a:r>
                    </a:p>
                  </a:txBody>
                  <a:tcPr/>
                </a:tc>
                <a:tc>
                  <a:txBody>
                    <a:bodyPr/>
                    <a:lstStyle/>
                    <a:p>
                      <a:r>
                        <a:rPr lang="en-US" sz="3200" b="1" dirty="0">
                          <a:solidFill>
                            <a:schemeClr val="accent1">
                              <a:lumMod val="50000"/>
                            </a:schemeClr>
                          </a:solidFill>
                          <a:latin typeface="Times New Roman" panose="02020603050405020304" pitchFamily="18" charset="0"/>
                          <a:cs typeface="Times New Roman" panose="02020603050405020304" pitchFamily="18" charset="0"/>
                        </a:rPr>
                        <a:t>1</a:t>
                      </a:r>
                    </a:p>
                  </a:txBody>
                  <a:tcPr/>
                </a:tc>
                <a:tc>
                  <a:txBody>
                    <a:bodyPr/>
                    <a:lstStyle/>
                    <a:p>
                      <a:r>
                        <a:rPr lang="en-US" sz="3200" b="1">
                          <a:solidFill>
                            <a:srgbClr val="C00000"/>
                          </a:solidFill>
                          <a:latin typeface="Times New Roman" panose="02020603050405020304" pitchFamily="18" charset="0"/>
                          <a:cs typeface="Times New Roman" panose="02020603050405020304" pitchFamily="18" charset="0"/>
                        </a:rPr>
                        <a:t>7</a:t>
                      </a:r>
                    </a:p>
                  </a:txBody>
                  <a:tcPr/>
                </a:tc>
                <a:tc>
                  <a:txBody>
                    <a:bodyPr/>
                    <a:lstStyle/>
                    <a:p>
                      <a:r>
                        <a:rPr lang="en-US" sz="3200" b="1" dirty="0">
                          <a:solidFill>
                            <a:schemeClr val="accent5">
                              <a:lumMod val="75000"/>
                            </a:schemeClr>
                          </a:solidFill>
                          <a:latin typeface="Times New Roman" panose="02020603050405020304" pitchFamily="18" charset="0"/>
                          <a:cs typeface="Times New Roman" panose="02020603050405020304" pitchFamily="18" charset="0"/>
                        </a:rPr>
                        <a:t>- 29</a:t>
                      </a:r>
                    </a:p>
                  </a:txBody>
                  <a:tcPr/>
                </a:tc>
                <a:extLst>
                  <a:ext uri="{0D108BD9-81ED-4DB2-BD59-A6C34878D82A}">
                    <a16:rowId xmlns:a16="http://schemas.microsoft.com/office/drawing/2014/main" val="1241363467"/>
                  </a:ext>
                </a:extLst>
              </a:tr>
            </a:tbl>
          </a:graphicData>
        </a:graphic>
      </p:graphicFrame>
      <p:sp>
        <p:nvSpPr>
          <p:cNvPr id="2" name="Slide Number Placeholder 1">
            <a:extLst>
              <a:ext uri="{FF2B5EF4-FFF2-40B4-BE49-F238E27FC236}">
                <a16:creationId xmlns:a16="http://schemas.microsoft.com/office/drawing/2014/main" id="{3FFE48B7-F50E-C14E-B549-371BCCD43037}"/>
              </a:ext>
            </a:extLst>
          </p:cNvPr>
          <p:cNvSpPr>
            <a:spLocks noGrp="1"/>
          </p:cNvSpPr>
          <p:nvPr>
            <p:ph type="sldNum" sz="quarter" idx="2"/>
          </p:nvPr>
        </p:nvSpPr>
        <p:spPr/>
        <p:txBody>
          <a:bodyPr/>
          <a:lstStyle/>
          <a:p>
            <a:fld id="{86CB4B4D-7CA3-9044-876B-883B54F8677D}" type="slidenum">
              <a:rPr lang="en-IN" smtClean="0"/>
              <a:t>4</a:t>
            </a:fld>
            <a:endParaRPr lang="en-IN"/>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 name="Group 56">
            <a:extLst>
              <a:ext uri="{FF2B5EF4-FFF2-40B4-BE49-F238E27FC236}">
                <a16:creationId xmlns:a16="http://schemas.microsoft.com/office/drawing/2014/main" id="{9BA8BF94-0638-564C-8570-86EC14B3B805}"/>
              </a:ext>
            </a:extLst>
          </p:cNvPr>
          <p:cNvGrpSpPr/>
          <p:nvPr/>
        </p:nvGrpSpPr>
        <p:grpSpPr>
          <a:xfrm>
            <a:off x="357982" y="1634774"/>
            <a:ext cx="5243691" cy="4702524"/>
            <a:chOff x="357982" y="1634774"/>
            <a:chExt cx="5243691" cy="4702524"/>
          </a:xfrm>
        </p:grpSpPr>
        <p:sp>
          <p:nvSpPr>
            <p:cNvPr id="14" name="TextBox 13">
              <a:extLst>
                <a:ext uri="{FF2B5EF4-FFF2-40B4-BE49-F238E27FC236}">
                  <a16:creationId xmlns:a16="http://schemas.microsoft.com/office/drawing/2014/main" id="{C290B2F0-24F6-7946-9087-7CBDE5E6B359}"/>
                </a:ext>
              </a:extLst>
            </p:cNvPr>
            <p:cNvSpPr txBox="1"/>
            <p:nvPr/>
          </p:nvSpPr>
          <p:spPr>
            <a:xfrm>
              <a:off x="357982" y="1634774"/>
              <a:ext cx="863600"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sz="1600" b="0">
                  <a:latin typeface="Times New Roman" panose="02020603050405020304" pitchFamily="18" charset="0"/>
                  <a:cs typeface="Times New Roman" panose="02020603050405020304" pitchFamily="18" charset="0"/>
                </a:rPr>
                <a:t>TR</a:t>
              </a:r>
              <a:endParaRPr kumimoji="0" lang="en-US" sz="1600" b="0" i="0" u="none" strike="noStrike" cap="none" spc="0" normalizeH="0" baseline="0">
                <a:ln>
                  <a:noFill/>
                </a:ln>
                <a:solidFill>
                  <a:srgbClr val="000000"/>
                </a:solidFill>
                <a:effectLst/>
                <a:uFillTx/>
                <a:latin typeface="Times New Roman" panose="02020603050405020304" pitchFamily="18" charset="0"/>
                <a:cs typeface="Times New Roman" panose="02020603050405020304" pitchFamily="18" charset="0"/>
                <a:sym typeface="Helvetica Neue"/>
              </a:endParaRPr>
            </a:p>
          </p:txBody>
        </p:sp>
        <p:sp>
          <p:nvSpPr>
            <p:cNvPr id="16" name="TextBox 15">
              <a:extLst>
                <a:ext uri="{FF2B5EF4-FFF2-40B4-BE49-F238E27FC236}">
                  <a16:creationId xmlns:a16="http://schemas.microsoft.com/office/drawing/2014/main" id="{4478112D-65C3-5543-8BC2-702063D4B715}"/>
                </a:ext>
              </a:extLst>
            </p:cNvPr>
            <p:cNvSpPr txBox="1"/>
            <p:nvPr/>
          </p:nvSpPr>
          <p:spPr>
            <a:xfrm>
              <a:off x="4738073" y="5988485"/>
              <a:ext cx="863600"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sz="1600" b="0">
                  <a:latin typeface="Times New Roman" panose="02020603050405020304" pitchFamily="18" charset="0"/>
                  <a:cs typeface="Times New Roman" panose="02020603050405020304" pitchFamily="18" charset="0"/>
                </a:rPr>
                <a:t>Qty</a:t>
              </a:r>
              <a:endParaRPr kumimoji="0" lang="en-US" sz="1600" b="0" i="0" u="none" strike="noStrike" cap="none" spc="0" normalizeH="0" baseline="0">
                <a:ln>
                  <a:noFill/>
                </a:ln>
                <a:solidFill>
                  <a:srgbClr val="000000"/>
                </a:solidFill>
                <a:effectLst/>
                <a:uFillTx/>
                <a:latin typeface="Times New Roman" panose="02020603050405020304" pitchFamily="18" charset="0"/>
                <a:cs typeface="Times New Roman" panose="02020603050405020304" pitchFamily="18" charset="0"/>
                <a:sym typeface="Helvetica Neue"/>
              </a:endParaRPr>
            </a:p>
          </p:txBody>
        </p:sp>
        <p:grpSp>
          <p:nvGrpSpPr>
            <p:cNvPr id="37" name="Group 36">
              <a:extLst>
                <a:ext uri="{FF2B5EF4-FFF2-40B4-BE49-F238E27FC236}">
                  <a16:creationId xmlns:a16="http://schemas.microsoft.com/office/drawing/2014/main" id="{D1DD1E87-72BF-AA49-9DD4-F10551CEF6AA}"/>
                </a:ext>
              </a:extLst>
            </p:cNvPr>
            <p:cNvGrpSpPr/>
            <p:nvPr/>
          </p:nvGrpSpPr>
          <p:grpSpPr>
            <a:xfrm>
              <a:off x="776987" y="1765297"/>
              <a:ext cx="4498290" cy="4572001"/>
              <a:chOff x="1174377" y="1721223"/>
              <a:chExt cx="4498290" cy="4572001"/>
            </a:xfrm>
          </p:grpSpPr>
          <p:grpSp>
            <p:nvGrpSpPr>
              <p:cNvPr id="8" name="Group 7">
                <a:extLst>
                  <a:ext uri="{FF2B5EF4-FFF2-40B4-BE49-F238E27FC236}">
                    <a16:creationId xmlns:a16="http://schemas.microsoft.com/office/drawing/2014/main" id="{A85DC4AB-FE3D-2A45-827F-7038AE7CD910}"/>
                  </a:ext>
                </a:extLst>
              </p:cNvPr>
              <p:cNvGrpSpPr/>
              <p:nvPr/>
            </p:nvGrpSpPr>
            <p:grpSpPr>
              <a:xfrm>
                <a:off x="1174377" y="1721223"/>
                <a:ext cx="4498290" cy="4572001"/>
                <a:chOff x="1174377" y="1721223"/>
                <a:chExt cx="4498290" cy="4572001"/>
              </a:xfrm>
            </p:grpSpPr>
            <p:cxnSp>
              <p:nvCxnSpPr>
                <p:cNvPr id="3" name="Straight Connector 2">
                  <a:extLst>
                    <a:ext uri="{FF2B5EF4-FFF2-40B4-BE49-F238E27FC236}">
                      <a16:creationId xmlns:a16="http://schemas.microsoft.com/office/drawing/2014/main" id="{59E1DA47-3C95-004F-8ED9-CB4EA8FC0BA0}"/>
                    </a:ext>
                  </a:extLst>
                </p:cNvPr>
                <p:cNvCxnSpPr>
                  <a:cxnSpLocks/>
                </p:cNvCxnSpPr>
                <p:nvPr/>
              </p:nvCxnSpPr>
              <p:spPr>
                <a:xfrm>
                  <a:off x="1434353" y="1721223"/>
                  <a:ext cx="0" cy="4572001"/>
                </a:xfrm>
                <a:prstGeom prst="line">
                  <a:avLst/>
                </a:prstGeom>
                <a:noFill/>
                <a:ln w="25400" cap="flat">
                  <a:solidFill>
                    <a:srgbClr val="000000"/>
                  </a:solidFill>
                  <a:prstDash val="solid"/>
                  <a:miter lim="400000"/>
                  <a:headEnd type="triangle" w="med" len="med"/>
                  <a:tailEnd type="triangle" w="med" len="med"/>
                </a:ln>
                <a:effectLst/>
                <a:sp3d/>
              </p:spPr>
              <p:style>
                <a:lnRef idx="0">
                  <a:scrgbClr r="0" g="0" b="0"/>
                </a:lnRef>
                <a:fillRef idx="0">
                  <a:scrgbClr r="0" g="0" b="0"/>
                </a:fillRef>
                <a:effectRef idx="0">
                  <a:scrgbClr r="0" g="0" b="0"/>
                </a:effectRef>
                <a:fontRef idx="none"/>
              </p:style>
            </p:cxnSp>
            <p:cxnSp>
              <p:nvCxnSpPr>
                <p:cNvPr id="6" name="Straight Connector 5">
                  <a:extLst>
                    <a:ext uri="{FF2B5EF4-FFF2-40B4-BE49-F238E27FC236}">
                      <a16:creationId xmlns:a16="http://schemas.microsoft.com/office/drawing/2014/main" id="{95DE8958-5076-4E45-B001-120F5DD620A7}"/>
                    </a:ext>
                  </a:extLst>
                </p:cNvPr>
                <p:cNvCxnSpPr>
                  <a:cxnSpLocks/>
                </p:cNvCxnSpPr>
                <p:nvPr/>
              </p:nvCxnSpPr>
              <p:spPr>
                <a:xfrm flipH="1">
                  <a:off x="1174377" y="5818095"/>
                  <a:ext cx="4498290" cy="0"/>
                </a:xfrm>
                <a:prstGeom prst="line">
                  <a:avLst/>
                </a:prstGeom>
                <a:noFill/>
                <a:ln w="25400" cap="flat">
                  <a:solidFill>
                    <a:srgbClr val="000000"/>
                  </a:solidFill>
                  <a:prstDash val="solid"/>
                  <a:miter lim="400000"/>
                  <a:headEnd type="triangle" w="med" len="med"/>
                  <a:tailEnd type="triangle" w="med" len="med"/>
                </a:ln>
                <a:effectLst/>
                <a:sp3d/>
              </p:spPr>
              <p:style>
                <a:lnRef idx="0">
                  <a:scrgbClr r="0" g="0" b="0"/>
                </a:lnRef>
                <a:fillRef idx="0">
                  <a:scrgbClr r="0" g="0" b="0"/>
                </a:fillRef>
                <a:effectRef idx="0">
                  <a:scrgbClr r="0" g="0" b="0"/>
                </a:effectRef>
                <a:fontRef idx="none"/>
              </p:style>
            </p:cxnSp>
          </p:grpSp>
          <p:grpSp>
            <p:nvGrpSpPr>
              <p:cNvPr id="29" name="Group 28">
                <a:extLst>
                  <a:ext uri="{FF2B5EF4-FFF2-40B4-BE49-F238E27FC236}">
                    <a16:creationId xmlns:a16="http://schemas.microsoft.com/office/drawing/2014/main" id="{41991F0B-7980-8D48-AD5F-99E4791C95EA}"/>
                  </a:ext>
                </a:extLst>
              </p:cNvPr>
              <p:cNvGrpSpPr/>
              <p:nvPr/>
            </p:nvGrpSpPr>
            <p:grpSpPr>
              <a:xfrm>
                <a:off x="1402478" y="1960586"/>
                <a:ext cx="3089337" cy="3872228"/>
                <a:chOff x="1402478" y="1419317"/>
                <a:chExt cx="3089337" cy="3872228"/>
              </a:xfrm>
            </p:grpSpPr>
            <p:cxnSp>
              <p:nvCxnSpPr>
                <p:cNvPr id="19" name="Straight Connector 18">
                  <a:extLst>
                    <a:ext uri="{FF2B5EF4-FFF2-40B4-BE49-F238E27FC236}">
                      <a16:creationId xmlns:a16="http://schemas.microsoft.com/office/drawing/2014/main" id="{E8182E6A-64B9-A640-8D35-7DB71A95E786}"/>
                    </a:ext>
                  </a:extLst>
                </p:cNvPr>
                <p:cNvCxnSpPr>
                  <a:cxnSpLocks/>
                </p:cNvCxnSpPr>
                <p:nvPr/>
              </p:nvCxnSpPr>
              <p:spPr>
                <a:xfrm flipV="1">
                  <a:off x="1402478" y="1568720"/>
                  <a:ext cx="2314888" cy="3722825"/>
                </a:xfrm>
                <a:prstGeom prst="line">
                  <a:avLst/>
                </a:prstGeom>
                <a:noFill/>
                <a:ln w="63500" cap="flat">
                  <a:solidFill>
                    <a:schemeClr val="accent1">
                      <a:lumMod val="75000"/>
                    </a:schemeClr>
                  </a:solidFill>
                  <a:prstDash val="solid"/>
                  <a:miter lim="400000"/>
                </a:ln>
                <a:effectLst/>
                <a:sp3d/>
              </p:spPr>
              <p:style>
                <a:lnRef idx="0">
                  <a:scrgbClr r="0" g="0" b="0"/>
                </a:lnRef>
                <a:fillRef idx="0">
                  <a:scrgbClr r="0" g="0" b="0"/>
                </a:fillRef>
                <a:effectRef idx="0">
                  <a:scrgbClr r="0" g="0" b="0"/>
                </a:effectRef>
                <a:fontRef idx="none"/>
              </p:style>
            </p:cxnSp>
            <p:sp>
              <p:nvSpPr>
                <p:cNvPr id="22" name="TextBox 21">
                  <a:extLst>
                    <a:ext uri="{FF2B5EF4-FFF2-40B4-BE49-F238E27FC236}">
                      <a16:creationId xmlns:a16="http://schemas.microsoft.com/office/drawing/2014/main" id="{A88A4B8A-19C4-6D4A-A2AA-47028F22726A}"/>
                    </a:ext>
                  </a:extLst>
                </p:cNvPr>
                <p:cNvSpPr txBox="1"/>
                <p:nvPr/>
              </p:nvSpPr>
              <p:spPr>
                <a:xfrm>
                  <a:off x="3628215" y="1419317"/>
                  <a:ext cx="863600"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dirty="0">
                      <a:latin typeface="Times New Roman" panose="02020603050405020304" pitchFamily="18" charset="0"/>
                      <a:cs typeface="Times New Roman" panose="02020603050405020304" pitchFamily="18" charset="0"/>
                    </a:rPr>
                    <a:t>TR</a:t>
                  </a:r>
                  <a:r>
                    <a:rPr lang="en-US" baseline="-25000" dirty="0">
                      <a:latin typeface="Times New Roman" panose="02020603050405020304" pitchFamily="18" charset="0"/>
                      <a:cs typeface="Times New Roman" panose="02020603050405020304" pitchFamily="18" charset="0"/>
                    </a:rPr>
                    <a:t>C</a:t>
                  </a:r>
                  <a:endParaRPr kumimoji="0" lang="en-US" i="0" u="none" strike="noStrike" cap="none" spc="0" normalizeH="0" baseline="-25000" dirty="0">
                    <a:ln>
                      <a:noFill/>
                    </a:ln>
                    <a:solidFill>
                      <a:srgbClr val="000000"/>
                    </a:solidFill>
                    <a:effectLst/>
                    <a:uFillTx/>
                    <a:latin typeface="Times New Roman" panose="02020603050405020304" pitchFamily="18" charset="0"/>
                    <a:cs typeface="Times New Roman" panose="02020603050405020304" pitchFamily="18" charset="0"/>
                    <a:sym typeface="Helvetica Neue"/>
                  </a:endParaRPr>
                </a:p>
              </p:txBody>
            </p:sp>
          </p:grpSp>
        </p:grpSp>
      </p:grpSp>
      <p:sp>
        <p:nvSpPr>
          <p:cNvPr id="17" name="TextBox 16">
            <a:extLst>
              <a:ext uri="{FF2B5EF4-FFF2-40B4-BE49-F238E27FC236}">
                <a16:creationId xmlns:a16="http://schemas.microsoft.com/office/drawing/2014/main" id="{1B3909C1-3A45-8042-B3E8-8A40F3DB1FCD}"/>
              </a:ext>
            </a:extLst>
          </p:cNvPr>
          <p:cNvSpPr txBox="1"/>
          <p:nvPr/>
        </p:nvSpPr>
        <p:spPr>
          <a:xfrm>
            <a:off x="7278966" y="1673941"/>
            <a:ext cx="863600"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sz="1600" b="0">
                <a:latin typeface="Times New Roman" panose="02020603050405020304" pitchFamily="18" charset="0"/>
                <a:cs typeface="Times New Roman" panose="02020603050405020304" pitchFamily="18" charset="0"/>
              </a:rPr>
              <a:t>TR</a:t>
            </a:r>
            <a:endParaRPr kumimoji="0" lang="en-US" sz="1600" b="0" i="0" u="none" strike="noStrike" cap="none" spc="0" normalizeH="0" baseline="0">
              <a:ln>
                <a:noFill/>
              </a:ln>
              <a:solidFill>
                <a:srgbClr val="000000"/>
              </a:solidFill>
              <a:effectLst/>
              <a:uFillTx/>
              <a:latin typeface="Times New Roman" panose="02020603050405020304" pitchFamily="18" charset="0"/>
              <a:cs typeface="Times New Roman" panose="02020603050405020304" pitchFamily="18" charset="0"/>
              <a:sym typeface="Helvetica Neue"/>
            </a:endParaRPr>
          </a:p>
        </p:txBody>
      </p:sp>
      <p:sp>
        <p:nvSpPr>
          <p:cNvPr id="18" name="TextBox 17">
            <a:extLst>
              <a:ext uri="{FF2B5EF4-FFF2-40B4-BE49-F238E27FC236}">
                <a16:creationId xmlns:a16="http://schemas.microsoft.com/office/drawing/2014/main" id="{67DDA854-9955-A540-95D0-4A197406CEB9}"/>
              </a:ext>
            </a:extLst>
          </p:cNvPr>
          <p:cNvSpPr txBox="1"/>
          <p:nvPr/>
        </p:nvSpPr>
        <p:spPr>
          <a:xfrm>
            <a:off x="11345455" y="5883962"/>
            <a:ext cx="863600"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sz="1600" b="0">
                <a:latin typeface="Times New Roman" panose="02020603050405020304" pitchFamily="18" charset="0"/>
                <a:cs typeface="Times New Roman" panose="02020603050405020304" pitchFamily="18" charset="0"/>
              </a:rPr>
              <a:t>Qty</a:t>
            </a:r>
            <a:endParaRPr kumimoji="0" lang="en-US" sz="1600" b="0" i="0" u="none" strike="noStrike" cap="none" spc="0" normalizeH="0" baseline="0">
              <a:ln>
                <a:noFill/>
              </a:ln>
              <a:solidFill>
                <a:srgbClr val="000000"/>
              </a:solidFill>
              <a:effectLst/>
              <a:uFillTx/>
              <a:latin typeface="Times New Roman" panose="02020603050405020304" pitchFamily="18" charset="0"/>
              <a:cs typeface="Times New Roman" panose="02020603050405020304" pitchFamily="18" charset="0"/>
              <a:sym typeface="Helvetica Neue"/>
            </a:endParaRPr>
          </a:p>
        </p:txBody>
      </p:sp>
      <p:grpSp>
        <p:nvGrpSpPr>
          <p:cNvPr id="56" name="Group 55">
            <a:extLst>
              <a:ext uri="{FF2B5EF4-FFF2-40B4-BE49-F238E27FC236}">
                <a16:creationId xmlns:a16="http://schemas.microsoft.com/office/drawing/2014/main" id="{6441470B-2B4C-6944-B90C-7FC8175A75D3}"/>
              </a:ext>
            </a:extLst>
          </p:cNvPr>
          <p:cNvGrpSpPr/>
          <p:nvPr/>
        </p:nvGrpSpPr>
        <p:grpSpPr>
          <a:xfrm>
            <a:off x="7710766" y="1723932"/>
            <a:ext cx="4244290" cy="4572001"/>
            <a:chOff x="7727577" y="1518023"/>
            <a:chExt cx="4244290" cy="4572001"/>
          </a:xfrm>
        </p:grpSpPr>
        <p:grpSp>
          <p:nvGrpSpPr>
            <p:cNvPr id="10" name="Group 9">
              <a:extLst>
                <a:ext uri="{FF2B5EF4-FFF2-40B4-BE49-F238E27FC236}">
                  <a16:creationId xmlns:a16="http://schemas.microsoft.com/office/drawing/2014/main" id="{0C71AAA4-0BE5-ED4A-A06C-D7DFC98B129C}"/>
                </a:ext>
              </a:extLst>
            </p:cNvPr>
            <p:cNvGrpSpPr/>
            <p:nvPr/>
          </p:nvGrpSpPr>
          <p:grpSpPr>
            <a:xfrm>
              <a:off x="7727577" y="1518023"/>
              <a:ext cx="4244290" cy="4572001"/>
              <a:chOff x="1174377" y="1721223"/>
              <a:chExt cx="4244290" cy="4572001"/>
            </a:xfrm>
          </p:grpSpPr>
          <p:cxnSp>
            <p:nvCxnSpPr>
              <p:cNvPr id="11" name="Straight Connector 10">
                <a:extLst>
                  <a:ext uri="{FF2B5EF4-FFF2-40B4-BE49-F238E27FC236}">
                    <a16:creationId xmlns:a16="http://schemas.microsoft.com/office/drawing/2014/main" id="{4F4805E6-CFEA-B34F-820C-EDCCF80F4941}"/>
                  </a:ext>
                </a:extLst>
              </p:cNvPr>
              <p:cNvCxnSpPr>
                <a:cxnSpLocks/>
              </p:cNvCxnSpPr>
              <p:nvPr/>
            </p:nvCxnSpPr>
            <p:spPr>
              <a:xfrm>
                <a:off x="1434353" y="1721223"/>
                <a:ext cx="0" cy="4572001"/>
              </a:xfrm>
              <a:prstGeom prst="line">
                <a:avLst/>
              </a:prstGeom>
              <a:noFill/>
              <a:ln w="25400" cap="flat">
                <a:solidFill>
                  <a:srgbClr val="000000"/>
                </a:solidFill>
                <a:prstDash val="solid"/>
                <a:miter lim="400000"/>
                <a:headEnd type="triangle" w="med" len="med"/>
                <a:tailEnd type="triangle" w="med" len="med"/>
              </a:ln>
              <a:effectLst/>
              <a:sp3d/>
            </p:spPr>
            <p:style>
              <a:lnRef idx="0">
                <a:scrgbClr r="0" g="0" b="0"/>
              </a:lnRef>
              <a:fillRef idx="0">
                <a:scrgbClr r="0" g="0" b="0"/>
              </a:fillRef>
              <a:effectRef idx="0">
                <a:scrgbClr r="0" g="0" b="0"/>
              </a:effectRef>
              <a:fontRef idx="none"/>
            </p:style>
          </p:cxnSp>
          <p:cxnSp>
            <p:nvCxnSpPr>
              <p:cNvPr id="12" name="Straight Connector 11">
                <a:extLst>
                  <a:ext uri="{FF2B5EF4-FFF2-40B4-BE49-F238E27FC236}">
                    <a16:creationId xmlns:a16="http://schemas.microsoft.com/office/drawing/2014/main" id="{5D541346-1C7E-1140-85EF-AE67E731F52D}"/>
                  </a:ext>
                </a:extLst>
              </p:cNvPr>
              <p:cNvCxnSpPr>
                <a:cxnSpLocks/>
              </p:cNvCxnSpPr>
              <p:nvPr/>
            </p:nvCxnSpPr>
            <p:spPr>
              <a:xfrm flipH="1">
                <a:off x="1174377" y="5818095"/>
                <a:ext cx="4244290" cy="0"/>
              </a:xfrm>
              <a:prstGeom prst="line">
                <a:avLst/>
              </a:prstGeom>
              <a:noFill/>
              <a:ln w="25400" cap="flat">
                <a:solidFill>
                  <a:srgbClr val="000000"/>
                </a:solidFill>
                <a:prstDash val="solid"/>
                <a:miter lim="400000"/>
                <a:headEnd type="triangle" w="med" len="med"/>
                <a:tailEnd type="triangle" w="med" len="med"/>
              </a:ln>
              <a:effectLst/>
              <a:sp3d/>
            </p:spPr>
            <p:style>
              <a:lnRef idx="0">
                <a:scrgbClr r="0" g="0" b="0"/>
              </a:lnRef>
              <a:fillRef idx="0">
                <a:scrgbClr r="0" g="0" b="0"/>
              </a:fillRef>
              <a:effectRef idx="0">
                <a:scrgbClr r="0" g="0" b="0"/>
              </a:effectRef>
              <a:fontRef idx="none"/>
            </p:style>
          </p:cxnSp>
        </p:grpSp>
        <p:sp>
          <p:nvSpPr>
            <p:cNvPr id="28" name="TextBox 27">
              <a:extLst>
                <a:ext uri="{FF2B5EF4-FFF2-40B4-BE49-F238E27FC236}">
                  <a16:creationId xmlns:a16="http://schemas.microsoft.com/office/drawing/2014/main" id="{40362F60-4C3E-104B-AF8E-788656C0C9AA}"/>
                </a:ext>
              </a:extLst>
            </p:cNvPr>
            <p:cNvSpPr txBox="1"/>
            <p:nvPr/>
          </p:nvSpPr>
          <p:spPr>
            <a:xfrm>
              <a:off x="10265278" y="2626851"/>
              <a:ext cx="994399"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dirty="0">
                  <a:latin typeface="Times New Roman" panose="02020603050405020304" pitchFamily="18" charset="0"/>
                  <a:cs typeface="Times New Roman" panose="02020603050405020304" pitchFamily="18" charset="0"/>
                </a:rPr>
                <a:t>TR</a:t>
              </a:r>
              <a:r>
                <a:rPr lang="en-US" baseline="-25000" dirty="0">
                  <a:latin typeface="Times New Roman" panose="02020603050405020304" pitchFamily="18" charset="0"/>
                  <a:cs typeface="Times New Roman" panose="02020603050405020304" pitchFamily="18" charset="0"/>
                </a:rPr>
                <a:t>C</a:t>
              </a:r>
              <a:endParaRPr kumimoji="0" lang="en-US" i="0" u="none" strike="noStrike" cap="none" spc="0" normalizeH="0" baseline="-25000" dirty="0">
                <a:ln>
                  <a:noFill/>
                </a:ln>
                <a:solidFill>
                  <a:srgbClr val="000000"/>
                </a:solidFill>
                <a:effectLst/>
                <a:uFillTx/>
                <a:latin typeface="Times New Roman" panose="02020603050405020304" pitchFamily="18" charset="0"/>
                <a:cs typeface="Times New Roman" panose="02020603050405020304" pitchFamily="18" charset="0"/>
                <a:sym typeface="Helvetica Neue"/>
              </a:endParaRPr>
            </a:p>
          </p:txBody>
        </p:sp>
      </p:grpSp>
      <p:sp>
        <p:nvSpPr>
          <p:cNvPr id="27" name="TextBox 26">
            <a:extLst>
              <a:ext uri="{FF2B5EF4-FFF2-40B4-BE49-F238E27FC236}">
                <a16:creationId xmlns:a16="http://schemas.microsoft.com/office/drawing/2014/main" id="{CFB1BE93-25C7-3543-A37D-CD8E93E7B900}"/>
              </a:ext>
            </a:extLst>
          </p:cNvPr>
          <p:cNvSpPr txBox="1"/>
          <p:nvPr/>
        </p:nvSpPr>
        <p:spPr>
          <a:xfrm>
            <a:off x="2428035" y="1304676"/>
            <a:ext cx="3098800"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sz="2000" b="1" i="0" u="none" strike="noStrike" cap="none" spc="0" normalizeH="0" baseline="0">
                <a:ln>
                  <a:noFill/>
                </a:ln>
                <a:solidFill>
                  <a:srgbClr val="000000"/>
                </a:solidFill>
                <a:effectLst/>
                <a:uFillTx/>
                <a:latin typeface="Times New Roman" panose="02020603050405020304" pitchFamily="18" charset="0"/>
                <a:cs typeface="Times New Roman" panose="02020603050405020304" pitchFamily="18" charset="0"/>
                <a:sym typeface="Helvetica Neue"/>
              </a:rPr>
              <a:t>Perfect Competition</a:t>
            </a:r>
          </a:p>
        </p:txBody>
      </p:sp>
      <p:sp>
        <p:nvSpPr>
          <p:cNvPr id="30" name="TextBox 29">
            <a:extLst>
              <a:ext uri="{FF2B5EF4-FFF2-40B4-BE49-F238E27FC236}">
                <a16:creationId xmlns:a16="http://schemas.microsoft.com/office/drawing/2014/main" id="{EDEE243E-F65D-C143-8F33-9392B66E7567}"/>
              </a:ext>
            </a:extLst>
          </p:cNvPr>
          <p:cNvSpPr txBox="1"/>
          <p:nvPr/>
        </p:nvSpPr>
        <p:spPr>
          <a:xfrm>
            <a:off x="8625043" y="1306567"/>
            <a:ext cx="3098800"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sz="2000" b="1" i="0" u="none" strike="noStrike" cap="none" spc="0" normalizeH="0" baseline="0">
                <a:ln>
                  <a:noFill/>
                </a:ln>
                <a:solidFill>
                  <a:srgbClr val="000000"/>
                </a:solidFill>
                <a:effectLst/>
                <a:uFillTx/>
                <a:latin typeface="Times New Roman" panose="02020603050405020304" pitchFamily="18" charset="0"/>
                <a:cs typeface="Times New Roman" panose="02020603050405020304" pitchFamily="18" charset="0"/>
                <a:sym typeface="Helvetica Neue"/>
              </a:rPr>
              <a:t>Imperfect Competition</a:t>
            </a:r>
          </a:p>
        </p:txBody>
      </p:sp>
      <p:sp>
        <p:nvSpPr>
          <p:cNvPr id="33" name="TextBox 32">
            <a:extLst>
              <a:ext uri="{FF2B5EF4-FFF2-40B4-BE49-F238E27FC236}">
                <a16:creationId xmlns:a16="http://schemas.microsoft.com/office/drawing/2014/main" id="{2F281D1C-E5DB-D243-A9A4-3215C9066E32}"/>
              </a:ext>
            </a:extLst>
          </p:cNvPr>
          <p:cNvSpPr txBox="1"/>
          <p:nvPr/>
        </p:nvSpPr>
        <p:spPr>
          <a:xfrm>
            <a:off x="4949612" y="132191"/>
            <a:ext cx="394677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sz="28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Neue"/>
              </a:rPr>
              <a:t>TOTAL REVENUE</a:t>
            </a:r>
          </a:p>
        </p:txBody>
      </p:sp>
      <p:graphicFrame>
        <p:nvGraphicFramePr>
          <p:cNvPr id="21" name="Table 20">
            <a:extLst>
              <a:ext uri="{FF2B5EF4-FFF2-40B4-BE49-F238E27FC236}">
                <a16:creationId xmlns:a16="http://schemas.microsoft.com/office/drawing/2014/main" id="{8784819E-8021-0E41-BAE2-46C401E70B39}"/>
              </a:ext>
            </a:extLst>
          </p:cNvPr>
          <p:cNvGraphicFramePr>
            <a:graphicFrameLocks noGrp="1"/>
          </p:cNvGraphicFramePr>
          <p:nvPr>
            <p:extLst>
              <p:ext uri="{D42A27DB-BD31-4B8C-83A1-F6EECF244321}">
                <p14:modId xmlns:p14="http://schemas.microsoft.com/office/powerpoint/2010/main" val="2797192376"/>
              </p:ext>
            </p:extLst>
          </p:nvPr>
        </p:nvGraphicFramePr>
        <p:xfrm>
          <a:off x="1448229" y="6032646"/>
          <a:ext cx="1156335" cy="2961640"/>
        </p:xfrm>
        <a:graphic>
          <a:graphicData uri="http://schemas.openxmlformats.org/drawingml/2006/table">
            <a:tbl>
              <a:tblPr firstRow="1" bandRow="1">
                <a:tableStyleId>{5940675A-B579-460E-94D1-54222C63F5DA}</a:tableStyleId>
              </a:tblPr>
              <a:tblGrid>
                <a:gridCol w="614680">
                  <a:extLst>
                    <a:ext uri="{9D8B030D-6E8A-4147-A177-3AD203B41FA5}">
                      <a16:colId xmlns:a16="http://schemas.microsoft.com/office/drawing/2014/main" val="2035499795"/>
                    </a:ext>
                  </a:extLst>
                </a:gridCol>
                <a:gridCol w="541655">
                  <a:extLst>
                    <a:ext uri="{9D8B030D-6E8A-4147-A177-3AD203B41FA5}">
                      <a16:colId xmlns:a16="http://schemas.microsoft.com/office/drawing/2014/main" val="1824173937"/>
                    </a:ext>
                  </a:extLst>
                </a:gridCol>
              </a:tblGrid>
              <a:tr h="326615">
                <a:tc>
                  <a:txBody>
                    <a:bodyPr/>
                    <a:lstStyle/>
                    <a:p>
                      <a:r>
                        <a:rPr lang="en-US" sz="1800" b="1"/>
                        <a:t>Qty</a:t>
                      </a:r>
                    </a:p>
                  </a:txBody>
                  <a:tcPr/>
                </a:tc>
                <a:tc>
                  <a:txBody>
                    <a:bodyPr/>
                    <a:lstStyle/>
                    <a:p>
                      <a:r>
                        <a:rPr lang="en-US" sz="1800" b="1">
                          <a:solidFill>
                            <a:srgbClr val="C00000"/>
                          </a:solidFill>
                        </a:rPr>
                        <a:t>TR</a:t>
                      </a:r>
                    </a:p>
                  </a:txBody>
                  <a:tcPr/>
                </a:tc>
                <a:extLst>
                  <a:ext uri="{0D108BD9-81ED-4DB2-BD59-A6C34878D82A}">
                    <a16:rowId xmlns:a16="http://schemas.microsoft.com/office/drawing/2014/main" val="342519857"/>
                  </a:ext>
                </a:extLst>
              </a:tr>
              <a:tr h="370840">
                <a:tc>
                  <a:txBody>
                    <a:bodyPr/>
                    <a:lstStyle/>
                    <a:p>
                      <a:r>
                        <a:rPr lang="en-US" sz="1800" b="1"/>
                        <a:t>1</a:t>
                      </a:r>
                    </a:p>
                  </a:txBody>
                  <a:tcPr/>
                </a:tc>
                <a:tc>
                  <a:txBody>
                    <a:bodyPr/>
                    <a:lstStyle/>
                    <a:p>
                      <a:r>
                        <a:rPr lang="en-US" sz="1800" b="1">
                          <a:solidFill>
                            <a:srgbClr val="C00000"/>
                          </a:solidFill>
                        </a:rPr>
                        <a:t>2</a:t>
                      </a:r>
                    </a:p>
                  </a:txBody>
                  <a:tcPr/>
                </a:tc>
                <a:extLst>
                  <a:ext uri="{0D108BD9-81ED-4DB2-BD59-A6C34878D82A}">
                    <a16:rowId xmlns:a16="http://schemas.microsoft.com/office/drawing/2014/main" val="852247160"/>
                  </a:ext>
                </a:extLst>
              </a:tr>
              <a:tr h="370840">
                <a:tc>
                  <a:txBody>
                    <a:bodyPr/>
                    <a:lstStyle/>
                    <a:p>
                      <a:r>
                        <a:rPr lang="en-US" sz="1800" b="1"/>
                        <a:t>2</a:t>
                      </a:r>
                    </a:p>
                  </a:txBody>
                  <a:tcPr/>
                </a:tc>
                <a:tc>
                  <a:txBody>
                    <a:bodyPr/>
                    <a:lstStyle/>
                    <a:p>
                      <a:r>
                        <a:rPr lang="en-US" sz="1800" b="1">
                          <a:solidFill>
                            <a:srgbClr val="C00000"/>
                          </a:solidFill>
                        </a:rPr>
                        <a:t>4</a:t>
                      </a:r>
                    </a:p>
                  </a:txBody>
                  <a:tcPr/>
                </a:tc>
                <a:extLst>
                  <a:ext uri="{0D108BD9-81ED-4DB2-BD59-A6C34878D82A}">
                    <a16:rowId xmlns:a16="http://schemas.microsoft.com/office/drawing/2014/main" val="2485569994"/>
                  </a:ext>
                </a:extLst>
              </a:tr>
              <a:tr h="370840">
                <a:tc>
                  <a:txBody>
                    <a:bodyPr/>
                    <a:lstStyle/>
                    <a:p>
                      <a:r>
                        <a:rPr lang="en-US" sz="1800" b="1"/>
                        <a:t>3</a:t>
                      </a:r>
                    </a:p>
                  </a:txBody>
                  <a:tcPr/>
                </a:tc>
                <a:tc>
                  <a:txBody>
                    <a:bodyPr/>
                    <a:lstStyle/>
                    <a:p>
                      <a:r>
                        <a:rPr lang="en-US" sz="1800" b="1">
                          <a:solidFill>
                            <a:srgbClr val="C00000"/>
                          </a:solidFill>
                        </a:rPr>
                        <a:t>6</a:t>
                      </a:r>
                    </a:p>
                  </a:txBody>
                  <a:tcPr/>
                </a:tc>
                <a:extLst>
                  <a:ext uri="{0D108BD9-81ED-4DB2-BD59-A6C34878D82A}">
                    <a16:rowId xmlns:a16="http://schemas.microsoft.com/office/drawing/2014/main" val="1074780852"/>
                  </a:ext>
                </a:extLst>
              </a:tr>
              <a:tr h="370840">
                <a:tc>
                  <a:txBody>
                    <a:bodyPr/>
                    <a:lstStyle/>
                    <a:p>
                      <a:r>
                        <a:rPr lang="en-US" sz="1800" b="1"/>
                        <a:t>4</a:t>
                      </a:r>
                    </a:p>
                  </a:txBody>
                  <a:tcPr/>
                </a:tc>
                <a:tc>
                  <a:txBody>
                    <a:bodyPr/>
                    <a:lstStyle/>
                    <a:p>
                      <a:r>
                        <a:rPr lang="en-US" sz="1800" b="1">
                          <a:solidFill>
                            <a:srgbClr val="C00000"/>
                          </a:solidFill>
                        </a:rPr>
                        <a:t>8</a:t>
                      </a:r>
                    </a:p>
                  </a:txBody>
                  <a:tcPr/>
                </a:tc>
                <a:extLst>
                  <a:ext uri="{0D108BD9-81ED-4DB2-BD59-A6C34878D82A}">
                    <a16:rowId xmlns:a16="http://schemas.microsoft.com/office/drawing/2014/main" val="1982328108"/>
                  </a:ext>
                </a:extLst>
              </a:tr>
              <a:tr h="370840">
                <a:tc>
                  <a:txBody>
                    <a:bodyPr/>
                    <a:lstStyle/>
                    <a:p>
                      <a:r>
                        <a:rPr lang="en-US" sz="1800" b="1"/>
                        <a:t>5</a:t>
                      </a:r>
                    </a:p>
                  </a:txBody>
                  <a:tcPr/>
                </a:tc>
                <a:tc>
                  <a:txBody>
                    <a:bodyPr/>
                    <a:lstStyle/>
                    <a:p>
                      <a:r>
                        <a:rPr lang="en-US" sz="1800" b="1">
                          <a:solidFill>
                            <a:srgbClr val="C00000"/>
                          </a:solidFill>
                        </a:rPr>
                        <a:t>10</a:t>
                      </a:r>
                    </a:p>
                  </a:txBody>
                  <a:tcPr/>
                </a:tc>
                <a:extLst>
                  <a:ext uri="{0D108BD9-81ED-4DB2-BD59-A6C34878D82A}">
                    <a16:rowId xmlns:a16="http://schemas.microsoft.com/office/drawing/2014/main" val="2417078139"/>
                  </a:ext>
                </a:extLst>
              </a:tr>
              <a:tr h="370840">
                <a:tc>
                  <a:txBody>
                    <a:bodyPr/>
                    <a:lstStyle/>
                    <a:p>
                      <a:r>
                        <a:rPr lang="en-US" sz="1800" b="1"/>
                        <a:t>6</a:t>
                      </a:r>
                    </a:p>
                  </a:txBody>
                  <a:tcPr/>
                </a:tc>
                <a:tc>
                  <a:txBody>
                    <a:bodyPr/>
                    <a:lstStyle/>
                    <a:p>
                      <a:r>
                        <a:rPr lang="en-US" sz="1800" b="1">
                          <a:solidFill>
                            <a:srgbClr val="C00000"/>
                          </a:solidFill>
                        </a:rPr>
                        <a:t>12</a:t>
                      </a:r>
                    </a:p>
                  </a:txBody>
                  <a:tcPr/>
                </a:tc>
                <a:extLst>
                  <a:ext uri="{0D108BD9-81ED-4DB2-BD59-A6C34878D82A}">
                    <a16:rowId xmlns:a16="http://schemas.microsoft.com/office/drawing/2014/main" val="2144018759"/>
                  </a:ext>
                </a:extLst>
              </a:tr>
              <a:tr h="370840">
                <a:tc>
                  <a:txBody>
                    <a:bodyPr/>
                    <a:lstStyle/>
                    <a:p>
                      <a:r>
                        <a:rPr lang="en-US" sz="1800" b="1"/>
                        <a:t>7</a:t>
                      </a:r>
                    </a:p>
                  </a:txBody>
                  <a:tcPr/>
                </a:tc>
                <a:tc>
                  <a:txBody>
                    <a:bodyPr/>
                    <a:lstStyle/>
                    <a:p>
                      <a:r>
                        <a:rPr lang="en-US" sz="1800" b="1">
                          <a:solidFill>
                            <a:srgbClr val="C00000"/>
                          </a:solidFill>
                        </a:rPr>
                        <a:t>14</a:t>
                      </a:r>
                    </a:p>
                  </a:txBody>
                  <a:tcPr/>
                </a:tc>
                <a:extLst>
                  <a:ext uri="{0D108BD9-81ED-4DB2-BD59-A6C34878D82A}">
                    <a16:rowId xmlns:a16="http://schemas.microsoft.com/office/drawing/2014/main" val="1241363467"/>
                  </a:ext>
                </a:extLst>
              </a:tr>
            </a:tbl>
          </a:graphicData>
        </a:graphic>
      </p:graphicFrame>
      <p:graphicFrame>
        <p:nvGraphicFramePr>
          <p:cNvPr id="23" name="Table 22">
            <a:extLst>
              <a:ext uri="{FF2B5EF4-FFF2-40B4-BE49-F238E27FC236}">
                <a16:creationId xmlns:a16="http://schemas.microsoft.com/office/drawing/2014/main" id="{33DCBF10-80BE-1849-B46A-A2C6105DE14E}"/>
              </a:ext>
            </a:extLst>
          </p:cNvPr>
          <p:cNvGraphicFramePr>
            <a:graphicFrameLocks noGrp="1"/>
          </p:cNvGraphicFramePr>
          <p:nvPr>
            <p:extLst>
              <p:ext uri="{D42A27DB-BD31-4B8C-83A1-F6EECF244321}">
                <p14:modId xmlns:p14="http://schemas.microsoft.com/office/powerpoint/2010/main" val="1439884745"/>
              </p:ext>
            </p:extLst>
          </p:nvPr>
        </p:nvGraphicFramePr>
        <p:xfrm>
          <a:off x="7374908" y="6174356"/>
          <a:ext cx="1156335" cy="2966720"/>
        </p:xfrm>
        <a:graphic>
          <a:graphicData uri="http://schemas.openxmlformats.org/drawingml/2006/table">
            <a:tbl>
              <a:tblPr firstRow="1" bandRow="1">
                <a:tableStyleId>{5940675A-B579-460E-94D1-54222C63F5DA}</a:tableStyleId>
              </a:tblPr>
              <a:tblGrid>
                <a:gridCol w="614680">
                  <a:extLst>
                    <a:ext uri="{9D8B030D-6E8A-4147-A177-3AD203B41FA5}">
                      <a16:colId xmlns:a16="http://schemas.microsoft.com/office/drawing/2014/main" val="2035499795"/>
                    </a:ext>
                  </a:extLst>
                </a:gridCol>
                <a:gridCol w="541655">
                  <a:extLst>
                    <a:ext uri="{9D8B030D-6E8A-4147-A177-3AD203B41FA5}">
                      <a16:colId xmlns:a16="http://schemas.microsoft.com/office/drawing/2014/main" val="1824173937"/>
                    </a:ext>
                  </a:extLst>
                </a:gridCol>
              </a:tblGrid>
              <a:tr h="370840">
                <a:tc>
                  <a:txBody>
                    <a:bodyPr/>
                    <a:lstStyle/>
                    <a:p>
                      <a:r>
                        <a:rPr lang="en-US" sz="1800" b="1"/>
                        <a:t>Qty</a:t>
                      </a:r>
                    </a:p>
                  </a:txBody>
                  <a:tcPr/>
                </a:tc>
                <a:tc>
                  <a:txBody>
                    <a:bodyPr/>
                    <a:lstStyle/>
                    <a:p>
                      <a:r>
                        <a:rPr lang="en-US" sz="1800" b="1">
                          <a:solidFill>
                            <a:srgbClr val="C00000"/>
                          </a:solidFill>
                        </a:rPr>
                        <a:t>TR</a:t>
                      </a:r>
                    </a:p>
                  </a:txBody>
                  <a:tcPr/>
                </a:tc>
                <a:extLst>
                  <a:ext uri="{0D108BD9-81ED-4DB2-BD59-A6C34878D82A}">
                    <a16:rowId xmlns:a16="http://schemas.microsoft.com/office/drawing/2014/main" val="342519857"/>
                  </a:ext>
                </a:extLst>
              </a:tr>
              <a:tr h="370840">
                <a:tc>
                  <a:txBody>
                    <a:bodyPr/>
                    <a:lstStyle/>
                    <a:p>
                      <a:r>
                        <a:rPr lang="en-US" sz="1800" b="1"/>
                        <a:t>1</a:t>
                      </a:r>
                    </a:p>
                  </a:txBody>
                  <a:tcPr/>
                </a:tc>
                <a:tc>
                  <a:txBody>
                    <a:bodyPr/>
                    <a:lstStyle/>
                    <a:p>
                      <a:r>
                        <a:rPr lang="en-US" sz="1800" b="1">
                          <a:solidFill>
                            <a:srgbClr val="C00000"/>
                          </a:solidFill>
                        </a:rPr>
                        <a:t>30</a:t>
                      </a:r>
                    </a:p>
                  </a:txBody>
                  <a:tcPr/>
                </a:tc>
                <a:extLst>
                  <a:ext uri="{0D108BD9-81ED-4DB2-BD59-A6C34878D82A}">
                    <a16:rowId xmlns:a16="http://schemas.microsoft.com/office/drawing/2014/main" val="852247160"/>
                  </a:ext>
                </a:extLst>
              </a:tr>
              <a:tr h="370840">
                <a:tc>
                  <a:txBody>
                    <a:bodyPr/>
                    <a:lstStyle/>
                    <a:p>
                      <a:r>
                        <a:rPr lang="en-US" sz="1800" b="1"/>
                        <a:t>2</a:t>
                      </a:r>
                    </a:p>
                  </a:txBody>
                  <a:tcPr/>
                </a:tc>
                <a:tc>
                  <a:txBody>
                    <a:bodyPr/>
                    <a:lstStyle/>
                    <a:p>
                      <a:r>
                        <a:rPr lang="en-US" sz="1800" b="1">
                          <a:solidFill>
                            <a:srgbClr val="C00000"/>
                          </a:solidFill>
                        </a:rPr>
                        <a:t>54</a:t>
                      </a:r>
                    </a:p>
                  </a:txBody>
                  <a:tcPr/>
                </a:tc>
                <a:extLst>
                  <a:ext uri="{0D108BD9-81ED-4DB2-BD59-A6C34878D82A}">
                    <a16:rowId xmlns:a16="http://schemas.microsoft.com/office/drawing/2014/main" val="2485569994"/>
                  </a:ext>
                </a:extLst>
              </a:tr>
              <a:tr h="370840">
                <a:tc>
                  <a:txBody>
                    <a:bodyPr/>
                    <a:lstStyle/>
                    <a:p>
                      <a:r>
                        <a:rPr lang="en-US" sz="1800" b="1"/>
                        <a:t>3</a:t>
                      </a:r>
                    </a:p>
                  </a:txBody>
                  <a:tcPr/>
                </a:tc>
                <a:tc>
                  <a:txBody>
                    <a:bodyPr/>
                    <a:lstStyle/>
                    <a:p>
                      <a:r>
                        <a:rPr lang="en-US" sz="1800" b="1">
                          <a:solidFill>
                            <a:srgbClr val="C00000"/>
                          </a:solidFill>
                        </a:rPr>
                        <a:t>69</a:t>
                      </a:r>
                    </a:p>
                  </a:txBody>
                  <a:tcPr/>
                </a:tc>
                <a:extLst>
                  <a:ext uri="{0D108BD9-81ED-4DB2-BD59-A6C34878D82A}">
                    <a16:rowId xmlns:a16="http://schemas.microsoft.com/office/drawing/2014/main" val="1074780852"/>
                  </a:ext>
                </a:extLst>
              </a:tr>
              <a:tr h="370840">
                <a:tc>
                  <a:txBody>
                    <a:bodyPr/>
                    <a:lstStyle/>
                    <a:p>
                      <a:r>
                        <a:rPr lang="en-US" sz="1800" b="1"/>
                        <a:t>4</a:t>
                      </a:r>
                    </a:p>
                  </a:txBody>
                  <a:tcPr/>
                </a:tc>
                <a:tc>
                  <a:txBody>
                    <a:bodyPr/>
                    <a:lstStyle/>
                    <a:p>
                      <a:r>
                        <a:rPr lang="en-US" sz="1800" b="1">
                          <a:solidFill>
                            <a:srgbClr val="C00000"/>
                          </a:solidFill>
                        </a:rPr>
                        <a:t>80</a:t>
                      </a:r>
                    </a:p>
                  </a:txBody>
                  <a:tcPr/>
                </a:tc>
                <a:extLst>
                  <a:ext uri="{0D108BD9-81ED-4DB2-BD59-A6C34878D82A}">
                    <a16:rowId xmlns:a16="http://schemas.microsoft.com/office/drawing/2014/main" val="1982328108"/>
                  </a:ext>
                </a:extLst>
              </a:tr>
              <a:tr h="370840">
                <a:tc>
                  <a:txBody>
                    <a:bodyPr/>
                    <a:lstStyle/>
                    <a:p>
                      <a:r>
                        <a:rPr lang="en-US" sz="1800" b="1"/>
                        <a:t>5</a:t>
                      </a:r>
                    </a:p>
                  </a:txBody>
                  <a:tcPr/>
                </a:tc>
                <a:tc>
                  <a:txBody>
                    <a:bodyPr/>
                    <a:lstStyle/>
                    <a:p>
                      <a:r>
                        <a:rPr lang="en-US" sz="1800" b="1">
                          <a:solidFill>
                            <a:srgbClr val="C00000"/>
                          </a:solidFill>
                        </a:rPr>
                        <a:t>60</a:t>
                      </a:r>
                    </a:p>
                  </a:txBody>
                  <a:tcPr/>
                </a:tc>
                <a:extLst>
                  <a:ext uri="{0D108BD9-81ED-4DB2-BD59-A6C34878D82A}">
                    <a16:rowId xmlns:a16="http://schemas.microsoft.com/office/drawing/2014/main" val="2417078139"/>
                  </a:ext>
                </a:extLst>
              </a:tr>
              <a:tr h="370840">
                <a:tc>
                  <a:txBody>
                    <a:bodyPr/>
                    <a:lstStyle/>
                    <a:p>
                      <a:r>
                        <a:rPr lang="en-US" sz="1800" b="1"/>
                        <a:t>6</a:t>
                      </a:r>
                    </a:p>
                  </a:txBody>
                  <a:tcPr/>
                </a:tc>
                <a:tc>
                  <a:txBody>
                    <a:bodyPr/>
                    <a:lstStyle/>
                    <a:p>
                      <a:r>
                        <a:rPr lang="en-US" sz="1800" b="1">
                          <a:solidFill>
                            <a:srgbClr val="C00000"/>
                          </a:solidFill>
                        </a:rPr>
                        <a:t>36</a:t>
                      </a:r>
                    </a:p>
                  </a:txBody>
                  <a:tcPr/>
                </a:tc>
                <a:extLst>
                  <a:ext uri="{0D108BD9-81ED-4DB2-BD59-A6C34878D82A}">
                    <a16:rowId xmlns:a16="http://schemas.microsoft.com/office/drawing/2014/main" val="2144018759"/>
                  </a:ext>
                </a:extLst>
              </a:tr>
              <a:tr h="370840">
                <a:tc>
                  <a:txBody>
                    <a:bodyPr/>
                    <a:lstStyle/>
                    <a:p>
                      <a:r>
                        <a:rPr lang="en-US" sz="1800" b="1"/>
                        <a:t>7</a:t>
                      </a:r>
                    </a:p>
                  </a:txBody>
                  <a:tcPr/>
                </a:tc>
                <a:tc>
                  <a:txBody>
                    <a:bodyPr/>
                    <a:lstStyle/>
                    <a:p>
                      <a:r>
                        <a:rPr lang="en-US" sz="1800" b="1">
                          <a:solidFill>
                            <a:srgbClr val="C00000"/>
                          </a:solidFill>
                        </a:rPr>
                        <a:t>07</a:t>
                      </a:r>
                    </a:p>
                  </a:txBody>
                  <a:tcPr/>
                </a:tc>
                <a:extLst>
                  <a:ext uri="{0D108BD9-81ED-4DB2-BD59-A6C34878D82A}">
                    <a16:rowId xmlns:a16="http://schemas.microsoft.com/office/drawing/2014/main" val="1241363467"/>
                  </a:ext>
                </a:extLst>
              </a:tr>
            </a:tbl>
          </a:graphicData>
        </a:graphic>
      </p:graphicFrame>
      <p:sp>
        <p:nvSpPr>
          <p:cNvPr id="2" name="Slide Number Placeholder 1">
            <a:extLst>
              <a:ext uri="{FF2B5EF4-FFF2-40B4-BE49-F238E27FC236}">
                <a16:creationId xmlns:a16="http://schemas.microsoft.com/office/drawing/2014/main" id="{FD38E318-3365-2340-ABC6-F1B42B69B12A}"/>
              </a:ext>
            </a:extLst>
          </p:cNvPr>
          <p:cNvSpPr>
            <a:spLocks noGrp="1"/>
          </p:cNvSpPr>
          <p:nvPr>
            <p:ph type="sldNum" sz="quarter" idx="2"/>
          </p:nvPr>
        </p:nvSpPr>
        <p:spPr>
          <a:xfrm>
            <a:off x="6396421" y="9296400"/>
            <a:ext cx="205184" cy="348813"/>
          </a:xfrm>
        </p:spPr>
        <p:txBody>
          <a:bodyPr/>
          <a:lstStyle/>
          <a:p>
            <a:fld id="{86CB4B4D-7CA3-9044-876B-883B54F8677D}" type="slidenum">
              <a:rPr lang="en-IN" smtClean="0">
                <a:latin typeface="Times New Roman" panose="02020603050405020304" pitchFamily="18" charset="0"/>
                <a:cs typeface="Times New Roman" panose="02020603050405020304" pitchFamily="18" charset="0"/>
              </a:rPr>
              <a:t>5</a:t>
            </a:fld>
            <a:endParaRPr lang="en-IN">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7C7F213F-9216-F64C-9B8B-FB3F4D60C27C}"/>
                  </a:ext>
                </a:extLst>
              </p:cNvPr>
              <p:cNvSpPr txBox="1"/>
              <p:nvPr/>
            </p:nvSpPr>
            <p:spPr>
              <a:xfrm>
                <a:off x="2796201" y="6913325"/>
                <a:ext cx="3098800" cy="194925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just" defTabSz="584200" rtl="0" fontAlgn="auto" latinLnBrk="0" hangingPunct="0">
                  <a:lnSpc>
                    <a:spcPct val="150000"/>
                  </a:lnSpc>
                  <a:spcBef>
                    <a:spcPts val="0"/>
                  </a:spcBef>
                  <a:spcAft>
                    <a:spcPts val="0"/>
                  </a:spcAft>
                  <a:buClrTx/>
                  <a:buSzTx/>
                  <a:buFontTx/>
                  <a:buNone/>
                  <a:tabLst/>
                </a:pPr>
                <a:r>
                  <a:rPr kumimoji="0" lang="en-US" sz="200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Neue"/>
                  </a:rPr>
                  <a:t>The TR curve :</a:t>
                </a:r>
              </a:p>
              <a:p>
                <a:pPr marL="0" marR="0" indent="0" algn="just" defTabSz="584200" rtl="0" fontAlgn="auto" latinLnBrk="0" hangingPunct="0">
                  <a:lnSpc>
                    <a:spcPct val="150000"/>
                  </a:lnSpc>
                  <a:spcBef>
                    <a:spcPts val="0"/>
                  </a:spcBef>
                  <a:spcAft>
                    <a:spcPts val="0"/>
                  </a:spcAft>
                  <a:buClrTx/>
                  <a:buSzTx/>
                  <a:buFontTx/>
                  <a:buNone/>
                  <a:tabLst/>
                </a:pPr>
                <a:r>
                  <a:rPr kumimoji="0" lang="en-US" sz="200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Neue"/>
                  </a:rPr>
                  <a:t> 1.  Is Uni-sloped.</a:t>
                </a:r>
              </a:p>
              <a:p>
                <a:pPr marL="0" marR="0" indent="0" algn="just" defTabSz="584200" rtl="0" fontAlgn="auto" latinLnBrk="0" hangingPunct="0">
                  <a:lnSpc>
                    <a:spcPct val="150000"/>
                  </a:lnSpc>
                  <a:spcBef>
                    <a:spcPts val="0"/>
                  </a:spcBef>
                  <a:spcAft>
                    <a:spcPts val="0"/>
                  </a:spcAft>
                  <a:buClrTx/>
                  <a:buSzTx/>
                  <a:buFontTx/>
                  <a:buNone/>
                  <a:tabLst/>
                </a:pPr>
                <a:r>
                  <a:rPr lang="en-US" sz="2000" dirty="0">
                    <a:latin typeface="Times New Roman" panose="02020603050405020304" pitchFamily="18" charset="0"/>
                    <a:cs typeface="Times New Roman" panose="02020603050405020304" pitchFamily="18" charset="0"/>
                  </a:rPr>
                  <a:t> 2.  Rises continuously</a:t>
                </a:r>
              </a:p>
              <a:p>
                <a:pPr algn="just">
                  <a:lnSpc>
                    <a:spcPct val="150000"/>
                  </a:lnSpc>
                </a:pPr>
                <a:r>
                  <a:rPr kumimoji="0" lang="en-US" sz="200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Neue"/>
                  </a:rPr>
                  <a:t> 3. </a:t>
                </a:r>
                <a14:m>
                  <m:oMath xmlns:m="http://schemas.openxmlformats.org/officeDocument/2006/math">
                    <m:r>
                      <a:rPr lang="en-US" sz="2000" i="1" smtClean="0">
                        <a:solidFill>
                          <a:srgbClr val="FF0000"/>
                        </a:solidFill>
                        <a:latin typeface="Cambria Math" panose="02040503050406030204" pitchFamily="18" charset="0"/>
                      </a:rPr>
                      <m:t>𝑹</m:t>
                    </m:r>
                    <m:r>
                      <a:rPr lang="en-US" sz="2000" i="1" smtClean="0">
                        <a:solidFill>
                          <a:srgbClr val="FF0000"/>
                        </a:solidFill>
                        <a:latin typeface="Cambria Math" panose="02040503050406030204" pitchFamily="18" charset="0"/>
                      </a:rPr>
                      <m:t>=</m:t>
                    </m:r>
                    <m:r>
                      <a:rPr lang="en-US" sz="2000" b="1" i="1" smtClean="0">
                        <a:solidFill>
                          <a:srgbClr val="FF0000"/>
                        </a:solidFill>
                        <a:latin typeface="Cambria Math" panose="02040503050406030204" pitchFamily="18" charset="0"/>
                      </a:rPr>
                      <m:t>𝒑</m:t>
                    </m:r>
                    <m:r>
                      <a:rPr lang="en-US" sz="2000" i="1" smtClean="0">
                        <a:solidFill>
                          <a:srgbClr val="FF0000"/>
                        </a:solidFill>
                        <a:latin typeface="Cambria Math" panose="02040503050406030204" pitchFamily="18" charset="0"/>
                      </a:rPr>
                      <m:t>𝒒</m:t>
                    </m:r>
                  </m:oMath>
                </a14:m>
                <a:r>
                  <a:rPr kumimoji="0" lang="en-US" sz="2000" i="0" u="none" strike="noStrike" cap="none" spc="0" normalizeH="0" baseline="0" dirty="0">
                    <a:ln>
                      <a:noFill/>
                    </a:ln>
                    <a:solidFill>
                      <a:srgbClr val="FF0000"/>
                    </a:solidFill>
                    <a:effectLst/>
                    <a:uFillTx/>
                    <a:latin typeface="Times New Roman" panose="02020603050405020304" pitchFamily="18" charset="0"/>
                    <a:cs typeface="Times New Roman" panose="02020603050405020304" pitchFamily="18" charset="0"/>
                    <a:sym typeface="Helvetica Neue"/>
                  </a:rPr>
                  <a:t> </a:t>
                </a:r>
                <a:endParaRPr kumimoji="0" lang="en-US" sz="200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Neue"/>
                </a:endParaRPr>
              </a:p>
            </p:txBody>
          </p:sp>
        </mc:Choice>
        <mc:Fallback xmlns="">
          <p:sp>
            <p:nvSpPr>
              <p:cNvPr id="51" name="TextBox 50">
                <a:extLst>
                  <a:ext uri="{FF2B5EF4-FFF2-40B4-BE49-F238E27FC236}">
                    <a16:creationId xmlns:a16="http://schemas.microsoft.com/office/drawing/2014/main" id="{7C7F213F-9216-F64C-9B8B-FB3F4D60C27C}"/>
                  </a:ext>
                </a:extLst>
              </p:cNvPr>
              <p:cNvSpPr txBox="1">
                <a:spLocks noRot="1" noChangeAspect="1" noMove="1" noResize="1" noEditPoints="1" noAdjustHandles="1" noChangeArrowheads="1" noChangeShapeType="1" noTextEdit="1"/>
              </p:cNvSpPr>
              <p:nvPr/>
            </p:nvSpPr>
            <p:spPr>
              <a:xfrm>
                <a:off x="2796201" y="6913325"/>
                <a:ext cx="3098800" cy="1949252"/>
              </a:xfrm>
              <a:prstGeom prst="rect">
                <a:avLst/>
              </a:prstGeom>
              <a:blipFill>
                <a:blip r:embed="rId2"/>
                <a:stretch>
                  <a:fillRect l="-3265" b="-2597"/>
                </a:stretch>
              </a:blipFill>
              <a:ln w="12700" cap="flat">
                <a:noFill/>
                <a:miter lim="400000"/>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0F39DDCD-36C6-1947-BAD9-0FB70EB73DEE}"/>
                  </a:ext>
                </a:extLst>
              </p:cNvPr>
              <p:cNvSpPr txBox="1"/>
              <p:nvPr/>
            </p:nvSpPr>
            <p:spPr>
              <a:xfrm>
                <a:off x="8896390" y="6813522"/>
                <a:ext cx="3792138" cy="194925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just" defTabSz="584200" rtl="0" fontAlgn="auto" latinLnBrk="0" hangingPunct="0">
                  <a:lnSpc>
                    <a:spcPct val="150000"/>
                  </a:lnSpc>
                  <a:spcBef>
                    <a:spcPts val="0"/>
                  </a:spcBef>
                  <a:spcAft>
                    <a:spcPts val="0"/>
                  </a:spcAft>
                  <a:buClrTx/>
                  <a:buSzTx/>
                  <a:buFontTx/>
                  <a:buNone/>
                  <a:tabLst/>
                </a:pPr>
                <a:r>
                  <a:rPr kumimoji="0" lang="en-US" sz="200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Neue"/>
                  </a:rPr>
                  <a:t>The TR curve :</a:t>
                </a:r>
              </a:p>
              <a:p>
                <a:pPr marL="0" marR="0" indent="0" algn="just" defTabSz="584200" rtl="0" fontAlgn="auto" latinLnBrk="0" hangingPunct="0">
                  <a:lnSpc>
                    <a:spcPct val="150000"/>
                  </a:lnSpc>
                  <a:spcBef>
                    <a:spcPts val="0"/>
                  </a:spcBef>
                  <a:spcAft>
                    <a:spcPts val="0"/>
                  </a:spcAft>
                  <a:buClrTx/>
                  <a:buSzTx/>
                  <a:buFontTx/>
                  <a:buNone/>
                  <a:tabLst/>
                </a:pPr>
                <a:r>
                  <a:rPr kumimoji="0" lang="en-US" sz="200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Neue"/>
                  </a:rPr>
                  <a:t> 1.  Is Multi-sloped.</a:t>
                </a:r>
              </a:p>
              <a:p>
                <a:pPr marL="0" marR="0" indent="0" algn="just" defTabSz="584200" rtl="0" fontAlgn="auto" latinLnBrk="0" hangingPunct="0">
                  <a:lnSpc>
                    <a:spcPct val="150000"/>
                  </a:lnSpc>
                  <a:spcBef>
                    <a:spcPts val="0"/>
                  </a:spcBef>
                  <a:spcAft>
                    <a:spcPts val="0"/>
                  </a:spcAft>
                  <a:buClrTx/>
                  <a:buSzTx/>
                  <a:buFontTx/>
                  <a:buNone/>
                  <a:tabLst/>
                </a:pPr>
                <a:r>
                  <a:rPr lang="en-US" sz="2000" dirty="0">
                    <a:latin typeface="Times New Roman" panose="02020603050405020304" pitchFamily="18" charset="0"/>
                    <a:cs typeface="Times New Roman" panose="02020603050405020304" pitchFamily="18" charset="0"/>
                  </a:rPr>
                  <a:t> 2.  Rises, peaks &amp; declines</a:t>
                </a:r>
              </a:p>
              <a:p>
                <a:pPr algn="just">
                  <a:lnSpc>
                    <a:spcPct val="150000"/>
                  </a:lnSpc>
                </a:pPr>
                <a:r>
                  <a:rPr kumimoji="0" lang="en-US" sz="200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Neue"/>
                  </a:rPr>
                  <a:t> 3. </a:t>
                </a:r>
                <a:r>
                  <a:rPr kumimoji="0" lang="en-US" sz="2000" i="0" u="none" strike="noStrike" cap="none" spc="0" normalizeH="0" dirty="0">
                    <a:ln>
                      <a:noFill/>
                    </a:ln>
                    <a:solidFill>
                      <a:srgbClr val="000000"/>
                    </a:solidFill>
                    <a:effectLst/>
                    <a:uFillTx/>
                    <a:latin typeface="Times New Roman" panose="02020603050405020304" pitchFamily="18" charset="0"/>
                    <a:cs typeface="Times New Roman" panose="02020603050405020304" pitchFamily="18" charset="0"/>
                    <a:sym typeface="Helvetica Neue"/>
                  </a:rPr>
                  <a:t>  </a:t>
                </a:r>
                <a14:m>
                  <m:oMath xmlns:m="http://schemas.openxmlformats.org/officeDocument/2006/math">
                    <m:r>
                      <a:rPr lang="en-US" sz="2000" i="1" smtClean="0">
                        <a:solidFill>
                          <a:srgbClr val="FF0000"/>
                        </a:solidFill>
                        <a:latin typeface="Cambria Math" panose="02040503050406030204" pitchFamily="18" charset="0"/>
                      </a:rPr>
                      <m:t>𝑹</m:t>
                    </m:r>
                    <m:r>
                      <a:rPr lang="en-US" sz="2000" i="1" smtClean="0">
                        <a:solidFill>
                          <a:srgbClr val="FF0000"/>
                        </a:solidFill>
                        <a:latin typeface="Cambria Math" panose="02040503050406030204" pitchFamily="18" charset="0"/>
                      </a:rPr>
                      <m:t>=</m:t>
                    </m:r>
                    <m:r>
                      <a:rPr lang="en-US" sz="2000" b="1" i="1" smtClean="0">
                        <a:solidFill>
                          <a:srgbClr val="FF0000"/>
                        </a:solidFill>
                        <a:latin typeface="Cambria Math" panose="02040503050406030204" pitchFamily="18" charset="0"/>
                      </a:rPr>
                      <m:t>𝒂𝒒</m:t>
                    </m:r>
                    <m:r>
                      <a:rPr lang="en-US" sz="2000" b="1" i="1" smtClean="0">
                        <a:solidFill>
                          <a:srgbClr val="FF0000"/>
                        </a:solidFill>
                        <a:latin typeface="Cambria Math" panose="02040503050406030204" pitchFamily="18" charset="0"/>
                      </a:rPr>
                      <m:t> −</m:t>
                    </m:r>
                    <m:r>
                      <a:rPr lang="en-US" sz="2000" b="1" i="1" smtClean="0">
                        <a:solidFill>
                          <a:srgbClr val="FF0000"/>
                        </a:solidFill>
                        <a:latin typeface="Cambria Math" panose="02040503050406030204" pitchFamily="18" charset="0"/>
                      </a:rPr>
                      <m:t>𝒌</m:t>
                    </m:r>
                    <m:r>
                      <a:rPr lang="en-US" sz="2000" i="1">
                        <a:solidFill>
                          <a:srgbClr val="FF0000"/>
                        </a:solidFill>
                        <a:latin typeface="Cambria Math" panose="02040503050406030204" pitchFamily="18" charset="0"/>
                      </a:rPr>
                      <m:t>𝒒</m:t>
                    </m:r>
                    <m:r>
                      <a:rPr lang="en-US" sz="2000" b="1" i="1" baseline="30000" smtClean="0">
                        <a:solidFill>
                          <a:srgbClr val="FF0000"/>
                        </a:solidFill>
                        <a:latin typeface="Cambria Math" panose="02040503050406030204" pitchFamily="18" charset="0"/>
                      </a:rPr>
                      <m:t>𝟐</m:t>
                    </m:r>
                  </m:oMath>
                </a14:m>
                <a:endParaRPr lang="en-US" sz="2000" baseline="30000" dirty="0">
                  <a:latin typeface="Times New Roman" panose="02020603050405020304" pitchFamily="18" charset="0"/>
                  <a:cs typeface="Times New Roman" panose="02020603050405020304" pitchFamily="18" charset="0"/>
                </a:endParaRPr>
              </a:p>
            </p:txBody>
          </p:sp>
        </mc:Choice>
        <mc:Fallback xmlns="">
          <p:sp>
            <p:nvSpPr>
              <p:cNvPr id="52" name="TextBox 51">
                <a:extLst>
                  <a:ext uri="{FF2B5EF4-FFF2-40B4-BE49-F238E27FC236}">
                    <a16:creationId xmlns:a16="http://schemas.microsoft.com/office/drawing/2014/main" id="{0F39DDCD-36C6-1947-BAD9-0FB70EB73DEE}"/>
                  </a:ext>
                </a:extLst>
              </p:cNvPr>
              <p:cNvSpPr txBox="1">
                <a:spLocks noRot="1" noChangeAspect="1" noMove="1" noResize="1" noEditPoints="1" noAdjustHandles="1" noChangeArrowheads="1" noChangeShapeType="1" noTextEdit="1"/>
              </p:cNvSpPr>
              <p:nvPr/>
            </p:nvSpPr>
            <p:spPr>
              <a:xfrm>
                <a:off x="8896390" y="6813522"/>
                <a:ext cx="3792138" cy="1949252"/>
              </a:xfrm>
              <a:prstGeom prst="rect">
                <a:avLst/>
              </a:prstGeom>
              <a:blipFill>
                <a:blip r:embed="rId3"/>
                <a:stretch>
                  <a:fillRect l="-2676" b="-2597"/>
                </a:stretch>
              </a:blipFill>
              <a:ln w="12700" cap="flat">
                <a:noFill/>
                <a:miter lim="400000"/>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9A742371-0D8B-F040-A2E3-12ABAB05CA9B}"/>
                  </a:ext>
                </a:extLst>
              </p:cNvPr>
              <p:cNvSpPr txBox="1"/>
              <p:nvPr/>
            </p:nvSpPr>
            <p:spPr>
              <a:xfrm>
                <a:off x="4183576" y="2910098"/>
                <a:ext cx="3098800" cy="163070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nSpc>
                    <a:spcPct val="150000"/>
                  </a:lnSpc>
                </a:pPr>
                <a14:m>
                  <m:oMathPara xmlns:m="http://schemas.openxmlformats.org/officeDocument/2006/math">
                    <m:oMathParaPr>
                      <m:jc m:val="centerGroup"/>
                    </m:oMathParaPr>
                    <m:oMath xmlns:m="http://schemas.openxmlformats.org/officeDocument/2006/math">
                      <m:r>
                        <a:rPr lang="en-US" sz="2800" b="1" i="1" smtClean="0">
                          <a:solidFill>
                            <a:srgbClr val="FF0000"/>
                          </a:solidFill>
                          <a:latin typeface="Cambria Math" panose="02040503050406030204" pitchFamily="18" charset="0"/>
                        </a:rPr>
                        <m:t>𝑻𝑹</m:t>
                      </m:r>
                      <m:r>
                        <a:rPr lang="en-US" sz="2800" b="1" i="1" smtClean="0">
                          <a:solidFill>
                            <a:srgbClr val="FF0000"/>
                          </a:solidFill>
                          <a:latin typeface="Cambria Math" panose="02040503050406030204" pitchFamily="18" charset="0"/>
                        </a:rPr>
                        <m:t>=</m:t>
                      </m:r>
                      <m:r>
                        <a:rPr lang="en-US" sz="2800" b="1" i="1" smtClean="0">
                          <a:solidFill>
                            <a:srgbClr val="FF0000"/>
                          </a:solidFill>
                          <a:latin typeface="Cambria Math" panose="02040503050406030204" pitchFamily="18" charset="0"/>
                        </a:rPr>
                        <m:t>𝑨𝑹</m:t>
                      </m:r>
                      <m:r>
                        <a:rPr lang="en-US" sz="2800" b="1" i="1" smtClean="0">
                          <a:solidFill>
                            <a:srgbClr val="FF0000"/>
                          </a:solidFill>
                          <a:latin typeface="Cambria Math" panose="02040503050406030204" pitchFamily="18" charset="0"/>
                        </a:rPr>
                        <m:t> × </m:t>
                      </m:r>
                      <m:r>
                        <a:rPr lang="en-US" sz="2800" b="1" i="1" smtClean="0">
                          <a:solidFill>
                            <a:srgbClr val="FF0000"/>
                          </a:solidFill>
                          <a:latin typeface="Cambria Math" panose="02040503050406030204" pitchFamily="18" charset="0"/>
                          <a:ea typeface="Cambria Math" panose="02040503050406030204" pitchFamily="18" charset="0"/>
                        </a:rPr>
                        <m:t>𝑸</m:t>
                      </m:r>
                    </m:oMath>
                  </m:oMathPara>
                </a14:m>
                <a:endParaRPr kumimoji="0" lang="en-US" sz="2800" i="0" u="none" strike="noStrike" cap="none" spc="0" normalizeH="0" baseline="0" dirty="0">
                  <a:ln>
                    <a:noFill/>
                  </a:ln>
                  <a:solidFill>
                    <a:srgbClr val="FF0000"/>
                  </a:solidFill>
                  <a:effectLst/>
                  <a:uFillTx/>
                  <a:latin typeface="Times New Roman" panose="02020603050405020304" pitchFamily="18" charset="0"/>
                  <a:cs typeface="Times New Roman" panose="02020603050405020304" pitchFamily="18" charset="0"/>
                  <a:sym typeface="Helvetica Neue"/>
                </a:endParaRPr>
              </a:p>
              <a:p>
                <a:pPr>
                  <a:lnSpc>
                    <a:spcPct val="150000"/>
                  </a:lnSpc>
                </a:pPr>
                <a:r>
                  <a:rPr kumimoji="0" lang="en-US" sz="2800" i="0" u="none" strike="noStrike" cap="none" spc="0" normalizeH="0" baseline="0" dirty="0">
                    <a:ln>
                      <a:noFill/>
                    </a:ln>
                    <a:solidFill>
                      <a:srgbClr val="FF0000"/>
                    </a:solidFill>
                    <a:effectLst/>
                    <a:uFillTx/>
                    <a:latin typeface="Times New Roman" panose="02020603050405020304" pitchFamily="18" charset="0"/>
                    <a:cs typeface="Times New Roman" panose="02020603050405020304" pitchFamily="18" charset="0"/>
                    <a:sym typeface="Helvetica Neue"/>
                  </a:rPr>
                  <a:t> </a:t>
                </a:r>
                <a14:m>
                  <m:oMath xmlns:m="http://schemas.openxmlformats.org/officeDocument/2006/math">
                    <m:r>
                      <a:rPr kumimoji="0" lang="en-US" sz="2800" b="1" i="1" u="none" strike="noStrike" cap="none" spc="0" normalizeH="0" baseline="0" smtClean="0">
                        <a:ln>
                          <a:noFill/>
                        </a:ln>
                        <a:solidFill>
                          <a:srgbClr val="FF0000"/>
                        </a:solidFill>
                        <a:effectLst/>
                        <a:uFillTx/>
                        <a:latin typeface="Cambria Math" panose="02040503050406030204" pitchFamily="18" charset="0"/>
                        <a:sym typeface="Helvetica Neue"/>
                      </a:rPr>
                      <m:t>𝑻𝑹</m:t>
                    </m:r>
                    <m:r>
                      <a:rPr kumimoji="0" lang="en-US" sz="2800" b="1" i="1" u="none" strike="noStrike" cap="none" spc="0" normalizeH="0" baseline="0" smtClean="0">
                        <a:ln>
                          <a:noFill/>
                        </a:ln>
                        <a:solidFill>
                          <a:srgbClr val="FF0000"/>
                        </a:solidFill>
                        <a:effectLst/>
                        <a:uFillTx/>
                        <a:latin typeface="Cambria Math" panose="02040503050406030204" pitchFamily="18" charset="0"/>
                        <a:sym typeface="Helvetica Neue"/>
                      </a:rPr>
                      <m:t>= </m:t>
                    </m:r>
                    <m:nary>
                      <m:naryPr>
                        <m:ctrlPr>
                          <a:rPr kumimoji="0" lang="en-US" sz="2800" i="1" u="none" strike="noStrike" cap="none" spc="0" normalizeH="0" baseline="0" smtClean="0">
                            <a:ln>
                              <a:noFill/>
                            </a:ln>
                            <a:solidFill>
                              <a:srgbClr val="FF0000"/>
                            </a:solidFill>
                            <a:effectLst/>
                            <a:uFillTx/>
                            <a:latin typeface="Cambria Math" panose="02040503050406030204" pitchFamily="18" charset="0"/>
                            <a:sym typeface="Helvetica Neue"/>
                          </a:rPr>
                        </m:ctrlPr>
                      </m:naryPr>
                      <m:sub>
                        <m:r>
                          <m:rPr>
                            <m:brk m:alnAt="23"/>
                          </m:rPr>
                          <a:rPr kumimoji="0" lang="en-US" sz="2800" b="1" i="1" u="none" strike="noStrike" cap="none" spc="0" normalizeH="0" baseline="0" smtClean="0">
                            <a:ln>
                              <a:noFill/>
                            </a:ln>
                            <a:solidFill>
                              <a:srgbClr val="FF0000"/>
                            </a:solidFill>
                            <a:effectLst/>
                            <a:uFillTx/>
                            <a:latin typeface="Cambria Math" panose="02040503050406030204" pitchFamily="18" charset="0"/>
                            <a:sym typeface="Helvetica Neue"/>
                          </a:rPr>
                          <m:t>𝟎</m:t>
                        </m:r>
                      </m:sub>
                      <m:sup>
                        <m:r>
                          <a:rPr kumimoji="0" lang="en-US" sz="2800" b="1" i="1" u="none" strike="noStrike" cap="none" spc="0" normalizeH="0" baseline="0" smtClean="0">
                            <a:ln>
                              <a:noFill/>
                            </a:ln>
                            <a:solidFill>
                              <a:srgbClr val="FF0000"/>
                            </a:solidFill>
                            <a:effectLst/>
                            <a:uFillTx/>
                            <a:latin typeface="Cambria Math" panose="02040503050406030204" pitchFamily="18" charset="0"/>
                            <a:sym typeface="Helvetica Neue"/>
                          </a:rPr>
                          <m:t>𝑸</m:t>
                        </m:r>
                      </m:sup>
                      <m:e>
                        <m:r>
                          <a:rPr kumimoji="0" lang="en-US" sz="2800" b="1" i="1" u="none" strike="noStrike" cap="none" spc="0" normalizeH="0" baseline="0" smtClean="0">
                            <a:ln>
                              <a:noFill/>
                            </a:ln>
                            <a:solidFill>
                              <a:srgbClr val="FF0000"/>
                            </a:solidFill>
                            <a:effectLst/>
                            <a:uFillTx/>
                            <a:latin typeface="Cambria Math" panose="02040503050406030204" pitchFamily="18" charset="0"/>
                            <a:sym typeface="Helvetica Neue"/>
                          </a:rPr>
                          <m:t>𝑴𝑹</m:t>
                        </m:r>
                        <m:r>
                          <a:rPr kumimoji="0" lang="en-US" sz="2800" b="1" i="1" u="none" strike="noStrike" cap="none" spc="0" normalizeH="0" baseline="0" smtClean="0">
                            <a:ln>
                              <a:noFill/>
                            </a:ln>
                            <a:solidFill>
                              <a:srgbClr val="FF0000"/>
                            </a:solidFill>
                            <a:effectLst/>
                            <a:uFillTx/>
                            <a:latin typeface="Cambria Math" panose="02040503050406030204" pitchFamily="18" charset="0"/>
                            <a:sym typeface="Helvetica Neue"/>
                          </a:rPr>
                          <m:t> (</m:t>
                        </m:r>
                        <m:r>
                          <a:rPr kumimoji="0" lang="en-US" sz="2800" b="1" i="1" u="none" strike="noStrike" cap="none" spc="0" normalizeH="0" baseline="0" smtClean="0">
                            <a:ln>
                              <a:noFill/>
                            </a:ln>
                            <a:solidFill>
                              <a:srgbClr val="FF0000"/>
                            </a:solidFill>
                            <a:effectLst/>
                            <a:uFillTx/>
                            <a:latin typeface="Cambria Math" panose="02040503050406030204" pitchFamily="18" charset="0"/>
                            <a:sym typeface="Helvetica Neue"/>
                          </a:rPr>
                          <m:t>𝒅𝑸</m:t>
                        </m:r>
                        <m:r>
                          <a:rPr kumimoji="0" lang="en-US" sz="2800" b="1" i="1" u="none" strike="noStrike" cap="none" spc="0" normalizeH="0" baseline="0" smtClean="0">
                            <a:ln>
                              <a:noFill/>
                            </a:ln>
                            <a:solidFill>
                              <a:srgbClr val="FF0000"/>
                            </a:solidFill>
                            <a:effectLst/>
                            <a:uFillTx/>
                            <a:latin typeface="Cambria Math" panose="02040503050406030204" pitchFamily="18" charset="0"/>
                            <a:sym typeface="Helvetica Neue"/>
                          </a:rPr>
                          <m:t>)</m:t>
                        </m:r>
                      </m:e>
                    </m:nary>
                  </m:oMath>
                </a14:m>
                <a:endParaRPr kumimoji="0" lang="en-US" sz="2800" i="0" u="none" strike="noStrike" cap="none" spc="0" normalizeH="0" baseline="0" dirty="0">
                  <a:ln>
                    <a:noFill/>
                  </a:ln>
                  <a:solidFill>
                    <a:srgbClr val="FF0000"/>
                  </a:solidFill>
                  <a:effectLst/>
                  <a:uFillTx/>
                  <a:latin typeface="Times New Roman" panose="02020603050405020304" pitchFamily="18" charset="0"/>
                  <a:cs typeface="Times New Roman" panose="02020603050405020304" pitchFamily="18" charset="0"/>
                  <a:sym typeface="Helvetica Neue"/>
                </a:endParaRPr>
              </a:p>
            </p:txBody>
          </p:sp>
        </mc:Choice>
        <mc:Fallback xmlns="">
          <p:sp>
            <p:nvSpPr>
              <p:cNvPr id="53" name="TextBox 52">
                <a:extLst>
                  <a:ext uri="{FF2B5EF4-FFF2-40B4-BE49-F238E27FC236}">
                    <a16:creationId xmlns:a16="http://schemas.microsoft.com/office/drawing/2014/main" id="{9A742371-0D8B-F040-A2E3-12ABAB05CA9B}"/>
                  </a:ext>
                </a:extLst>
              </p:cNvPr>
              <p:cNvSpPr txBox="1">
                <a:spLocks noRot="1" noChangeAspect="1" noMove="1" noResize="1" noEditPoints="1" noAdjustHandles="1" noChangeArrowheads="1" noChangeShapeType="1" noTextEdit="1"/>
              </p:cNvSpPr>
              <p:nvPr/>
            </p:nvSpPr>
            <p:spPr>
              <a:xfrm>
                <a:off x="4183576" y="2910098"/>
                <a:ext cx="3098800" cy="1630703"/>
              </a:xfrm>
              <a:prstGeom prst="rect">
                <a:avLst/>
              </a:prstGeom>
              <a:blipFill>
                <a:blip r:embed="rId4"/>
                <a:stretch>
                  <a:fillRect r="-3673" b="-69231"/>
                </a:stretch>
              </a:blipFill>
              <a:ln w="12700" cap="flat">
                <a:noFill/>
                <a:miter lim="400000"/>
              </a:ln>
              <a:effectLst/>
            </p:spPr>
            <p:txBody>
              <a:bodyPr/>
              <a:lstStyle/>
              <a:p>
                <a:r>
                  <a:rPr lang="en-US">
                    <a:noFill/>
                  </a:rPr>
                  <a:t> </a:t>
                </a:r>
              </a:p>
            </p:txBody>
          </p:sp>
        </mc:Fallback>
      </mc:AlternateContent>
      <p:sp>
        <p:nvSpPr>
          <p:cNvPr id="54" name="TextBox 53">
            <a:extLst>
              <a:ext uri="{FF2B5EF4-FFF2-40B4-BE49-F238E27FC236}">
                <a16:creationId xmlns:a16="http://schemas.microsoft.com/office/drawing/2014/main" id="{FBB5D3D9-1203-8C4B-AE4A-8A9D10626A46}"/>
              </a:ext>
            </a:extLst>
          </p:cNvPr>
          <p:cNvSpPr txBox="1"/>
          <p:nvPr/>
        </p:nvSpPr>
        <p:spPr>
          <a:xfrm>
            <a:off x="1519471" y="701062"/>
            <a:ext cx="10689584"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just" defTabSz="584200" rtl="0" fontAlgn="auto" latinLnBrk="0" hangingPunct="0">
              <a:lnSpc>
                <a:spcPct val="100000"/>
              </a:lnSpc>
              <a:spcBef>
                <a:spcPts val="0"/>
              </a:spcBef>
              <a:spcAft>
                <a:spcPts val="0"/>
              </a:spcAft>
              <a:buClrTx/>
              <a:buSzTx/>
              <a:buFontTx/>
              <a:buNone/>
              <a:tabLst/>
            </a:pPr>
            <a:r>
              <a:rPr kumimoji="0" lang="en-US" sz="2800" i="0" u="none" strike="noStrike" cap="none" spc="0" normalizeH="0" baseline="0" dirty="0">
                <a:ln>
                  <a:noFill/>
                </a:ln>
                <a:solidFill>
                  <a:srgbClr val="C00000"/>
                </a:solidFill>
                <a:effectLst/>
                <a:uFillTx/>
                <a:latin typeface="Times New Roman" panose="02020603050405020304" pitchFamily="18" charset="0"/>
                <a:cs typeface="Times New Roman" panose="02020603050405020304" pitchFamily="18" charset="0"/>
                <a:sym typeface="Helvetica Neue"/>
              </a:rPr>
              <a:t>TR refers to the overall sales receipts received at a given level of sales </a:t>
            </a:r>
          </a:p>
        </p:txBody>
      </p:sp>
      <p:grpSp>
        <p:nvGrpSpPr>
          <p:cNvPr id="13" name="Group 12">
            <a:extLst>
              <a:ext uri="{FF2B5EF4-FFF2-40B4-BE49-F238E27FC236}">
                <a16:creationId xmlns:a16="http://schemas.microsoft.com/office/drawing/2014/main" id="{517ADDBE-9110-CB43-871F-3A42D2537D97}"/>
              </a:ext>
            </a:extLst>
          </p:cNvPr>
          <p:cNvGrpSpPr/>
          <p:nvPr/>
        </p:nvGrpSpPr>
        <p:grpSpPr>
          <a:xfrm>
            <a:off x="8005322" y="2300219"/>
            <a:ext cx="4024779" cy="7016875"/>
            <a:chOff x="8005322" y="2300219"/>
            <a:chExt cx="4024779" cy="7016875"/>
          </a:xfrm>
        </p:grpSpPr>
        <p:sp>
          <p:nvSpPr>
            <p:cNvPr id="35" name="Arc 34">
              <a:extLst>
                <a:ext uri="{FF2B5EF4-FFF2-40B4-BE49-F238E27FC236}">
                  <a16:creationId xmlns:a16="http://schemas.microsoft.com/office/drawing/2014/main" id="{1867EB6B-EBDD-BB48-B363-6EE2434843E4}"/>
                </a:ext>
              </a:extLst>
            </p:cNvPr>
            <p:cNvSpPr/>
            <p:nvPr/>
          </p:nvSpPr>
          <p:spPr>
            <a:xfrm flipH="1">
              <a:off x="8005322" y="2300219"/>
              <a:ext cx="4024779" cy="7016875"/>
            </a:xfrm>
            <a:prstGeom prst="arc">
              <a:avLst>
                <a:gd name="adj1" fmla="val 16614148"/>
                <a:gd name="adj2" fmla="val 0"/>
              </a:avLst>
            </a:prstGeom>
            <a:noFill/>
            <a:ln w="63500" cap="flat">
              <a:solidFill>
                <a:schemeClr val="accent1"/>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endParaRPr>
            </a:p>
          </p:txBody>
        </p:sp>
        <p:sp>
          <p:nvSpPr>
            <p:cNvPr id="7" name="Freeform 6">
              <a:extLst>
                <a:ext uri="{FF2B5EF4-FFF2-40B4-BE49-F238E27FC236}">
                  <a16:creationId xmlns:a16="http://schemas.microsoft.com/office/drawing/2014/main" id="{04DB5DA8-ACC2-C948-A444-F78B55C17843}"/>
                </a:ext>
              </a:extLst>
            </p:cNvPr>
            <p:cNvSpPr/>
            <p:nvPr/>
          </p:nvSpPr>
          <p:spPr>
            <a:xfrm>
              <a:off x="9586019" y="2376420"/>
              <a:ext cx="971550" cy="515526"/>
            </a:xfrm>
            <a:custGeom>
              <a:avLst/>
              <a:gdLst>
                <a:gd name="connsiteX0" fmla="*/ 0 w 971550"/>
                <a:gd name="connsiteY0" fmla="*/ 10800 h 525150"/>
                <a:gd name="connsiteX1" fmla="*/ 571500 w 971550"/>
                <a:gd name="connsiteY1" fmla="*/ 67950 h 525150"/>
                <a:gd name="connsiteX2" fmla="*/ 971550 w 971550"/>
                <a:gd name="connsiteY2" fmla="*/ 525150 h 525150"/>
                <a:gd name="connsiteX3" fmla="*/ 971550 w 971550"/>
                <a:gd name="connsiteY3" fmla="*/ 525150 h 525150"/>
                <a:gd name="connsiteX4" fmla="*/ 971550 w 971550"/>
                <a:gd name="connsiteY4" fmla="*/ 525150 h 525150"/>
                <a:gd name="connsiteX0" fmla="*/ 0 w 971550"/>
                <a:gd name="connsiteY0" fmla="*/ 1176 h 515526"/>
                <a:gd name="connsiteX1" fmla="*/ 609600 w 971550"/>
                <a:gd name="connsiteY1" fmla="*/ 191676 h 515526"/>
                <a:gd name="connsiteX2" fmla="*/ 971550 w 971550"/>
                <a:gd name="connsiteY2" fmla="*/ 515526 h 515526"/>
                <a:gd name="connsiteX3" fmla="*/ 971550 w 971550"/>
                <a:gd name="connsiteY3" fmla="*/ 515526 h 515526"/>
                <a:gd name="connsiteX4" fmla="*/ 971550 w 971550"/>
                <a:gd name="connsiteY4" fmla="*/ 515526 h 5155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1550" h="515526">
                  <a:moveTo>
                    <a:pt x="0" y="1176"/>
                  </a:moveTo>
                  <a:cubicBezTo>
                    <a:pt x="204787" y="-13112"/>
                    <a:pt x="447675" y="105951"/>
                    <a:pt x="609600" y="191676"/>
                  </a:cubicBezTo>
                  <a:cubicBezTo>
                    <a:pt x="771525" y="277401"/>
                    <a:pt x="971550" y="515526"/>
                    <a:pt x="971550" y="515526"/>
                  </a:cubicBezTo>
                  <a:lnTo>
                    <a:pt x="971550" y="515526"/>
                  </a:lnTo>
                  <a:lnTo>
                    <a:pt x="971550" y="515526"/>
                  </a:lnTo>
                </a:path>
              </a:pathLst>
            </a:custGeom>
            <a:noFill/>
            <a:ln w="57150" cap="flat">
              <a:solidFill>
                <a:schemeClr val="accent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1205249829"/>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p:bldP spid="52" grpId="0"/>
      <p:bldP spid="5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a:extLst>
              <a:ext uri="{FF2B5EF4-FFF2-40B4-BE49-F238E27FC236}">
                <a16:creationId xmlns:a16="http://schemas.microsoft.com/office/drawing/2014/main" id="{CFB1BE93-25C7-3543-A37D-CD8E93E7B900}"/>
              </a:ext>
            </a:extLst>
          </p:cNvPr>
          <p:cNvSpPr txBox="1"/>
          <p:nvPr/>
        </p:nvSpPr>
        <p:spPr>
          <a:xfrm>
            <a:off x="1104954" y="1307930"/>
            <a:ext cx="3098800"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sz="2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Neue"/>
              </a:rPr>
              <a:t>Perfect Competition</a:t>
            </a:r>
          </a:p>
        </p:txBody>
      </p:sp>
      <p:sp>
        <p:nvSpPr>
          <p:cNvPr id="30" name="TextBox 29">
            <a:extLst>
              <a:ext uri="{FF2B5EF4-FFF2-40B4-BE49-F238E27FC236}">
                <a16:creationId xmlns:a16="http://schemas.microsoft.com/office/drawing/2014/main" id="{EDEE243E-F65D-C143-8F33-9392B66E7567}"/>
              </a:ext>
            </a:extLst>
          </p:cNvPr>
          <p:cNvSpPr txBox="1"/>
          <p:nvPr/>
        </p:nvSpPr>
        <p:spPr>
          <a:xfrm>
            <a:off x="8997503" y="1366819"/>
            <a:ext cx="3098800"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sz="2000" b="1" i="0" u="none" strike="noStrike" cap="none" spc="0" normalizeH="0" baseline="0">
                <a:ln>
                  <a:noFill/>
                </a:ln>
                <a:solidFill>
                  <a:srgbClr val="000000"/>
                </a:solidFill>
                <a:effectLst/>
                <a:uFillTx/>
                <a:latin typeface="Times New Roman" panose="02020603050405020304" pitchFamily="18" charset="0"/>
                <a:cs typeface="Times New Roman" panose="02020603050405020304" pitchFamily="18" charset="0"/>
                <a:sym typeface="Helvetica Neue"/>
              </a:rPr>
              <a:t>Imperfect Competition</a:t>
            </a:r>
          </a:p>
        </p:txBody>
      </p:sp>
      <p:sp>
        <p:nvSpPr>
          <p:cNvPr id="23" name="TextBox 22">
            <a:extLst>
              <a:ext uri="{FF2B5EF4-FFF2-40B4-BE49-F238E27FC236}">
                <a16:creationId xmlns:a16="http://schemas.microsoft.com/office/drawing/2014/main" id="{F1072AA1-3673-544A-8BA7-0F294B39F295}"/>
              </a:ext>
            </a:extLst>
          </p:cNvPr>
          <p:cNvSpPr txBox="1"/>
          <p:nvPr/>
        </p:nvSpPr>
        <p:spPr>
          <a:xfrm>
            <a:off x="4882272" y="111575"/>
            <a:ext cx="4045008"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sz="2800" b="1" i="0" u="none" strike="noStrike" cap="none" spc="0" normalizeH="0" baseline="0">
                <a:ln>
                  <a:noFill/>
                </a:ln>
                <a:solidFill>
                  <a:srgbClr val="000000"/>
                </a:solidFill>
                <a:effectLst/>
                <a:uFillTx/>
                <a:latin typeface="Times New Roman" panose="02020603050405020304" pitchFamily="18" charset="0"/>
                <a:cs typeface="Times New Roman" panose="02020603050405020304" pitchFamily="18" charset="0"/>
                <a:sym typeface="Helvetica Neue"/>
              </a:rPr>
              <a:t>AVERAGE REVENUE</a:t>
            </a:r>
          </a:p>
        </p:txBody>
      </p:sp>
      <p:graphicFrame>
        <p:nvGraphicFramePr>
          <p:cNvPr id="24" name="Table 23">
            <a:extLst>
              <a:ext uri="{FF2B5EF4-FFF2-40B4-BE49-F238E27FC236}">
                <a16:creationId xmlns:a16="http://schemas.microsoft.com/office/drawing/2014/main" id="{6E7FB377-DC74-2B4A-90F2-13A9CFA003F1}"/>
              </a:ext>
            </a:extLst>
          </p:cNvPr>
          <p:cNvGraphicFramePr>
            <a:graphicFrameLocks noGrp="1"/>
          </p:cNvGraphicFramePr>
          <p:nvPr>
            <p:extLst>
              <p:ext uri="{D42A27DB-BD31-4B8C-83A1-F6EECF244321}">
                <p14:modId xmlns:p14="http://schemas.microsoft.com/office/powerpoint/2010/main" val="2626026616"/>
              </p:ext>
            </p:extLst>
          </p:nvPr>
        </p:nvGraphicFramePr>
        <p:xfrm>
          <a:off x="953949" y="6090024"/>
          <a:ext cx="1173797" cy="2966720"/>
        </p:xfrm>
        <a:graphic>
          <a:graphicData uri="http://schemas.openxmlformats.org/drawingml/2006/table">
            <a:tbl>
              <a:tblPr firstRow="1" bandRow="1">
                <a:tableStyleId>{5940675A-B579-460E-94D1-54222C63F5DA}</a:tableStyleId>
              </a:tblPr>
              <a:tblGrid>
                <a:gridCol w="614680">
                  <a:extLst>
                    <a:ext uri="{9D8B030D-6E8A-4147-A177-3AD203B41FA5}">
                      <a16:colId xmlns:a16="http://schemas.microsoft.com/office/drawing/2014/main" val="2035499795"/>
                    </a:ext>
                  </a:extLst>
                </a:gridCol>
                <a:gridCol w="559117">
                  <a:extLst>
                    <a:ext uri="{9D8B030D-6E8A-4147-A177-3AD203B41FA5}">
                      <a16:colId xmlns:a16="http://schemas.microsoft.com/office/drawing/2014/main" val="2417373282"/>
                    </a:ext>
                  </a:extLst>
                </a:gridCol>
              </a:tblGrid>
              <a:tr h="370840">
                <a:tc>
                  <a:txBody>
                    <a:bodyPr/>
                    <a:lstStyle/>
                    <a:p>
                      <a:r>
                        <a:rPr lang="en-US" sz="1800" b="1"/>
                        <a:t>Qty</a:t>
                      </a:r>
                    </a:p>
                  </a:txBody>
                  <a:tcPr/>
                </a:tc>
                <a:tc>
                  <a:txBody>
                    <a:bodyPr/>
                    <a:lstStyle/>
                    <a:p>
                      <a:r>
                        <a:rPr lang="en-US" sz="1800" b="1">
                          <a:solidFill>
                            <a:schemeClr val="accent1">
                              <a:lumMod val="50000"/>
                            </a:schemeClr>
                          </a:solidFill>
                        </a:rPr>
                        <a:t>AR</a:t>
                      </a:r>
                    </a:p>
                  </a:txBody>
                  <a:tcPr/>
                </a:tc>
                <a:extLst>
                  <a:ext uri="{0D108BD9-81ED-4DB2-BD59-A6C34878D82A}">
                    <a16:rowId xmlns:a16="http://schemas.microsoft.com/office/drawing/2014/main" val="342519857"/>
                  </a:ext>
                </a:extLst>
              </a:tr>
              <a:tr h="370840">
                <a:tc>
                  <a:txBody>
                    <a:bodyPr/>
                    <a:lstStyle/>
                    <a:p>
                      <a:r>
                        <a:rPr lang="en-US" sz="1800" b="1"/>
                        <a:t>1</a:t>
                      </a:r>
                    </a:p>
                  </a:txBody>
                  <a:tcPr/>
                </a:tc>
                <a:tc>
                  <a:txBody>
                    <a:bodyPr/>
                    <a:lstStyle/>
                    <a:p>
                      <a:r>
                        <a:rPr lang="en-US" sz="1800" b="1">
                          <a:solidFill>
                            <a:schemeClr val="accent1">
                              <a:lumMod val="50000"/>
                            </a:schemeClr>
                          </a:solidFill>
                        </a:rPr>
                        <a:t>2</a:t>
                      </a:r>
                    </a:p>
                  </a:txBody>
                  <a:tcPr/>
                </a:tc>
                <a:extLst>
                  <a:ext uri="{0D108BD9-81ED-4DB2-BD59-A6C34878D82A}">
                    <a16:rowId xmlns:a16="http://schemas.microsoft.com/office/drawing/2014/main" val="852247160"/>
                  </a:ext>
                </a:extLst>
              </a:tr>
              <a:tr h="370840">
                <a:tc>
                  <a:txBody>
                    <a:bodyPr/>
                    <a:lstStyle/>
                    <a:p>
                      <a:r>
                        <a:rPr lang="en-US" sz="1800" b="1"/>
                        <a:t>2</a:t>
                      </a:r>
                    </a:p>
                  </a:txBody>
                  <a:tcPr/>
                </a:tc>
                <a:tc>
                  <a:txBody>
                    <a:bodyPr/>
                    <a:lstStyle/>
                    <a:p>
                      <a:r>
                        <a:rPr lang="en-US" sz="1800" b="1">
                          <a:solidFill>
                            <a:schemeClr val="accent1">
                              <a:lumMod val="50000"/>
                            </a:schemeClr>
                          </a:solidFill>
                        </a:rPr>
                        <a:t>2</a:t>
                      </a:r>
                    </a:p>
                  </a:txBody>
                  <a:tcPr/>
                </a:tc>
                <a:extLst>
                  <a:ext uri="{0D108BD9-81ED-4DB2-BD59-A6C34878D82A}">
                    <a16:rowId xmlns:a16="http://schemas.microsoft.com/office/drawing/2014/main" val="2485569994"/>
                  </a:ext>
                </a:extLst>
              </a:tr>
              <a:tr h="370840">
                <a:tc>
                  <a:txBody>
                    <a:bodyPr/>
                    <a:lstStyle/>
                    <a:p>
                      <a:r>
                        <a:rPr lang="en-US" sz="1800" b="1"/>
                        <a:t>3</a:t>
                      </a:r>
                    </a:p>
                  </a:txBody>
                  <a:tcPr/>
                </a:tc>
                <a:tc>
                  <a:txBody>
                    <a:bodyPr/>
                    <a:lstStyle/>
                    <a:p>
                      <a:r>
                        <a:rPr lang="en-US" sz="1800" b="1">
                          <a:solidFill>
                            <a:schemeClr val="accent1">
                              <a:lumMod val="50000"/>
                            </a:schemeClr>
                          </a:solidFill>
                        </a:rPr>
                        <a:t>2</a:t>
                      </a:r>
                    </a:p>
                  </a:txBody>
                  <a:tcPr/>
                </a:tc>
                <a:extLst>
                  <a:ext uri="{0D108BD9-81ED-4DB2-BD59-A6C34878D82A}">
                    <a16:rowId xmlns:a16="http://schemas.microsoft.com/office/drawing/2014/main" val="1074780852"/>
                  </a:ext>
                </a:extLst>
              </a:tr>
              <a:tr h="370840">
                <a:tc>
                  <a:txBody>
                    <a:bodyPr/>
                    <a:lstStyle/>
                    <a:p>
                      <a:r>
                        <a:rPr lang="en-US" sz="1800" b="1"/>
                        <a:t>4</a:t>
                      </a:r>
                    </a:p>
                  </a:txBody>
                  <a:tcPr/>
                </a:tc>
                <a:tc>
                  <a:txBody>
                    <a:bodyPr/>
                    <a:lstStyle/>
                    <a:p>
                      <a:r>
                        <a:rPr lang="en-US" sz="1800" b="1">
                          <a:solidFill>
                            <a:schemeClr val="accent1">
                              <a:lumMod val="50000"/>
                            </a:schemeClr>
                          </a:solidFill>
                        </a:rPr>
                        <a:t>2</a:t>
                      </a:r>
                    </a:p>
                  </a:txBody>
                  <a:tcPr/>
                </a:tc>
                <a:extLst>
                  <a:ext uri="{0D108BD9-81ED-4DB2-BD59-A6C34878D82A}">
                    <a16:rowId xmlns:a16="http://schemas.microsoft.com/office/drawing/2014/main" val="1982328108"/>
                  </a:ext>
                </a:extLst>
              </a:tr>
              <a:tr h="370840">
                <a:tc>
                  <a:txBody>
                    <a:bodyPr/>
                    <a:lstStyle/>
                    <a:p>
                      <a:r>
                        <a:rPr lang="en-US" sz="1800" b="1"/>
                        <a:t>5</a:t>
                      </a:r>
                    </a:p>
                  </a:txBody>
                  <a:tcPr/>
                </a:tc>
                <a:tc>
                  <a:txBody>
                    <a:bodyPr/>
                    <a:lstStyle/>
                    <a:p>
                      <a:r>
                        <a:rPr lang="en-US" sz="1800" b="1">
                          <a:solidFill>
                            <a:schemeClr val="accent1">
                              <a:lumMod val="50000"/>
                            </a:schemeClr>
                          </a:solidFill>
                        </a:rPr>
                        <a:t>2</a:t>
                      </a:r>
                    </a:p>
                  </a:txBody>
                  <a:tcPr/>
                </a:tc>
                <a:extLst>
                  <a:ext uri="{0D108BD9-81ED-4DB2-BD59-A6C34878D82A}">
                    <a16:rowId xmlns:a16="http://schemas.microsoft.com/office/drawing/2014/main" val="2417078139"/>
                  </a:ext>
                </a:extLst>
              </a:tr>
              <a:tr h="370840">
                <a:tc>
                  <a:txBody>
                    <a:bodyPr/>
                    <a:lstStyle/>
                    <a:p>
                      <a:r>
                        <a:rPr lang="en-US" sz="1800" b="1"/>
                        <a:t>6</a:t>
                      </a:r>
                    </a:p>
                  </a:txBody>
                  <a:tcPr/>
                </a:tc>
                <a:tc>
                  <a:txBody>
                    <a:bodyPr/>
                    <a:lstStyle/>
                    <a:p>
                      <a:r>
                        <a:rPr lang="en-US" sz="1800" b="1">
                          <a:solidFill>
                            <a:schemeClr val="accent1">
                              <a:lumMod val="50000"/>
                            </a:schemeClr>
                          </a:solidFill>
                        </a:rPr>
                        <a:t>2</a:t>
                      </a:r>
                    </a:p>
                  </a:txBody>
                  <a:tcPr/>
                </a:tc>
                <a:extLst>
                  <a:ext uri="{0D108BD9-81ED-4DB2-BD59-A6C34878D82A}">
                    <a16:rowId xmlns:a16="http://schemas.microsoft.com/office/drawing/2014/main" val="2144018759"/>
                  </a:ext>
                </a:extLst>
              </a:tr>
              <a:tr h="370840">
                <a:tc>
                  <a:txBody>
                    <a:bodyPr/>
                    <a:lstStyle/>
                    <a:p>
                      <a:r>
                        <a:rPr lang="en-US" sz="1800" b="1"/>
                        <a:t>7</a:t>
                      </a:r>
                    </a:p>
                  </a:txBody>
                  <a:tcPr/>
                </a:tc>
                <a:tc>
                  <a:txBody>
                    <a:bodyPr/>
                    <a:lstStyle/>
                    <a:p>
                      <a:r>
                        <a:rPr lang="en-US" sz="1800" b="1">
                          <a:solidFill>
                            <a:schemeClr val="accent1">
                              <a:lumMod val="50000"/>
                            </a:schemeClr>
                          </a:solidFill>
                        </a:rPr>
                        <a:t>2</a:t>
                      </a:r>
                    </a:p>
                  </a:txBody>
                  <a:tcPr/>
                </a:tc>
                <a:extLst>
                  <a:ext uri="{0D108BD9-81ED-4DB2-BD59-A6C34878D82A}">
                    <a16:rowId xmlns:a16="http://schemas.microsoft.com/office/drawing/2014/main" val="1241363467"/>
                  </a:ext>
                </a:extLst>
              </a:tr>
            </a:tbl>
          </a:graphicData>
        </a:graphic>
      </p:graphicFrame>
      <p:graphicFrame>
        <p:nvGraphicFramePr>
          <p:cNvPr id="25" name="Table 24">
            <a:extLst>
              <a:ext uri="{FF2B5EF4-FFF2-40B4-BE49-F238E27FC236}">
                <a16:creationId xmlns:a16="http://schemas.microsoft.com/office/drawing/2014/main" id="{AFEDD431-60D0-DC46-B119-01AA147C4BBA}"/>
              </a:ext>
            </a:extLst>
          </p:cNvPr>
          <p:cNvGraphicFramePr>
            <a:graphicFrameLocks noGrp="1"/>
          </p:cNvGraphicFramePr>
          <p:nvPr>
            <p:extLst>
              <p:ext uri="{D42A27DB-BD31-4B8C-83A1-F6EECF244321}">
                <p14:modId xmlns:p14="http://schemas.microsoft.com/office/powerpoint/2010/main" val="4037648647"/>
              </p:ext>
            </p:extLst>
          </p:nvPr>
        </p:nvGraphicFramePr>
        <p:xfrm>
          <a:off x="7399860" y="6027970"/>
          <a:ext cx="1175385" cy="2966720"/>
        </p:xfrm>
        <a:graphic>
          <a:graphicData uri="http://schemas.openxmlformats.org/drawingml/2006/table">
            <a:tbl>
              <a:tblPr firstRow="1" bandRow="1">
                <a:tableStyleId>{5940675A-B579-460E-94D1-54222C63F5DA}</a:tableStyleId>
              </a:tblPr>
              <a:tblGrid>
                <a:gridCol w="614680">
                  <a:extLst>
                    <a:ext uri="{9D8B030D-6E8A-4147-A177-3AD203B41FA5}">
                      <a16:colId xmlns:a16="http://schemas.microsoft.com/office/drawing/2014/main" val="2035499795"/>
                    </a:ext>
                  </a:extLst>
                </a:gridCol>
                <a:gridCol w="560705">
                  <a:extLst>
                    <a:ext uri="{9D8B030D-6E8A-4147-A177-3AD203B41FA5}">
                      <a16:colId xmlns:a16="http://schemas.microsoft.com/office/drawing/2014/main" val="2417373282"/>
                    </a:ext>
                  </a:extLst>
                </a:gridCol>
              </a:tblGrid>
              <a:tr h="370840">
                <a:tc>
                  <a:txBody>
                    <a:bodyPr/>
                    <a:lstStyle/>
                    <a:p>
                      <a:r>
                        <a:rPr lang="en-US" sz="1800" b="1"/>
                        <a:t>Qty</a:t>
                      </a:r>
                    </a:p>
                  </a:txBody>
                  <a:tcPr/>
                </a:tc>
                <a:tc>
                  <a:txBody>
                    <a:bodyPr/>
                    <a:lstStyle/>
                    <a:p>
                      <a:r>
                        <a:rPr lang="en-US" sz="1800" b="1">
                          <a:solidFill>
                            <a:schemeClr val="accent1">
                              <a:lumMod val="50000"/>
                            </a:schemeClr>
                          </a:solidFill>
                        </a:rPr>
                        <a:t>AR</a:t>
                      </a:r>
                    </a:p>
                  </a:txBody>
                  <a:tcPr/>
                </a:tc>
                <a:extLst>
                  <a:ext uri="{0D108BD9-81ED-4DB2-BD59-A6C34878D82A}">
                    <a16:rowId xmlns:a16="http://schemas.microsoft.com/office/drawing/2014/main" val="342519857"/>
                  </a:ext>
                </a:extLst>
              </a:tr>
              <a:tr h="370840">
                <a:tc>
                  <a:txBody>
                    <a:bodyPr/>
                    <a:lstStyle/>
                    <a:p>
                      <a:r>
                        <a:rPr lang="en-US" sz="1800" b="1"/>
                        <a:t>1</a:t>
                      </a:r>
                    </a:p>
                  </a:txBody>
                  <a:tcPr/>
                </a:tc>
                <a:tc>
                  <a:txBody>
                    <a:bodyPr/>
                    <a:lstStyle/>
                    <a:p>
                      <a:r>
                        <a:rPr lang="en-US" sz="1800" b="1">
                          <a:solidFill>
                            <a:schemeClr val="accent1">
                              <a:lumMod val="50000"/>
                            </a:schemeClr>
                          </a:solidFill>
                        </a:rPr>
                        <a:t>30</a:t>
                      </a:r>
                    </a:p>
                  </a:txBody>
                  <a:tcPr/>
                </a:tc>
                <a:extLst>
                  <a:ext uri="{0D108BD9-81ED-4DB2-BD59-A6C34878D82A}">
                    <a16:rowId xmlns:a16="http://schemas.microsoft.com/office/drawing/2014/main" val="852247160"/>
                  </a:ext>
                </a:extLst>
              </a:tr>
              <a:tr h="370840">
                <a:tc>
                  <a:txBody>
                    <a:bodyPr/>
                    <a:lstStyle/>
                    <a:p>
                      <a:r>
                        <a:rPr lang="en-US" sz="1800" b="1"/>
                        <a:t>2</a:t>
                      </a:r>
                    </a:p>
                  </a:txBody>
                  <a:tcPr/>
                </a:tc>
                <a:tc>
                  <a:txBody>
                    <a:bodyPr/>
                    <a:lstStyle/>
                    <a:p>
                      <a:r>
                        <a:rPr lang="en-US" sz="1800" b="1">
                          <a:solidFill>
                            <a:schemeClr val="accent1">
                              <a:lumMod val="50000"/>
                            </a:schemeClr>
                          </a:solidFill>
                        </a:rPr>
                        <a:t>27</a:t>
                      </a:r>
                    </a:p>
                  </a:txBody>
                  <a:tcPr/>
                </a:tc>
                <a:extLst>
                  <a:ext uri="{0D108BD9-81ED-4DB2-BD59-A6C34878D82A}">
                    <a16:rowId xmlns:a16="http://schemas.microsoft.com/office/drawing/2014/main" val="2485569994"/>
                  </a:ext>
                </a:extLst>
              </a:tr>
              <a:tr h="370840">
                <a:tc>
                  <a:txBody>
                    <a:bodyPr/>
                    <a:lstStyle/>
                    <a:p>
                      <a:r>
                        <a:rPr lang="en-US" sz="1800" b="1"/>
                        <a:t>3</a:t>
                      </a:r>
                    </a:p>
                  </a:txBody>
                  <a:tcPr/>
                </a:tc>
                <a:tc>
                  <a:txBody>
                    <a:bodyPr/>
                    <a:lstStyle/>
                    <a:p>
                      <a:r>
                        <a:rPr lang="en-US" sz="1800" b="1">
                          <a:solidFill>
                            <a:schemeClr val="accent1">
                              <a:lumMod val="50000"/>
                            </a:schemeClr>
                          </a:solidFill>
                        </a:rPr>
                        <a:t>23</a:t>
                      </a:r>
                    </a:p>
                  </a:txBody>
                  <a:tcPr/>
                </a:tc>
                <a:extLst>
                  <a:ext uri="{0D108BD9-81ED-4DB2-BD59-A6C34878D82A}">
                    <a16:rowId xmlns:a16="http://schemas.microsoft.com/office/drawing/2014/main" val="1074780852"/>
                  </a:ext>
                </a:extLst>
              </a:tr>
              <a:tr h="370840">
                <a:tc>
                  <a:txBody>
                    <a:bodyPr/>
                    <a:lstStyle/>
                    <a:p>
                      <a:r>
                        <a:rPr lang="en-US" sz="1800" b="1"/>
                        <a:t>4</a:t>
                      </a:r>
                    </a:p>
                  </a:txBody>
                  <a:tcPr/>
                </a:tc>
                <a:tc>
                  <a:txBody>
                    <a:bodyPr/>
                    <a:lstStyle/>
                    <a:p>
                      <a:r>
                        <a:rPr lang="en-US" sz="1800" b="1">
                          <a:solidFill>
                            <a:schemeClr val="accent1">
                              <a:lumMod val="50000"/>
                            </a:schemeClr>
                          </a:solidFill>
                        </a:rPr>
                        <a:t>20</a:t>
                      </a:r>
                    </a:p>
                  </a:txBody>
                  <a:tcPr/>
                </a:tc>
                <a:extLst>
                  <a:ext uri="{0D108BD9-81ED-4DB2-BD59-A6C34878D82A}">
                    <a16:rowId xmlns:a16="http://schemas.microsoft.com/office/drawing/2014/main" val="1982328108"/>
                  </a:ext>
                </a:extLst>
              </a:tr>
              <a:tr h="370840">
                <a:tc>
                  <a:txBody>
                    <a:bodyPr/>
                    <a:lstStyle/>
                    <a:p>
                      <a:r>
                        <a:rPr lang="en-US" sz="1800" b="1"/>
                        <a:t>5</a:t>
                      </a:r>
                    </a:p>
                  </a:txBody>
                  <a:tcPr/>
                </a:tc>
                <a:tc>
                  <a:txBody>
                    <a:bodyPr/>
                    <a:lstStyle/>
                    <a:p>
                      <a:r>
                        <a:rPr lang="en-US" sz="1800" b="1">
                          <a:solidFill>
                            <a:schemeClr val="accent1">
                              <a:lumMod val="50000"/>
                            </a:schemeClr>
                          </a:solidFill>
                        </a:rPr>
                        <a:t>12</a:t>
                      </a:r>
                    </a:p>
                  </a:txBody>
                  <a:tcPr/>
                </a:tc>
                <a:extLst>
                  <a:ext uri="{0D108BD9-81ED-4DB2-BD59-A6C34878D82A}">
                    <a16:rowId xmlns:a16="http://schemas.microsoft.com/office/drawing/2014/main" val="2417078139"/>
                  </a:ext>
                </a:extLst>
              </a:tr>
              <a:tr h="370840">
                <a:tc>
                  <a:txBody>
                    <a:bodyPr/>
                    <a:lstStyle/>
                    <a:p>
                      <a:r>
                        <a:rPr lang="en-US" sz="1800" b="1"/>
                        <a:t>6</a:t>
                      </a:r>
                    </a:p>
                  </a:txBody>
                  <a:tcPr/>
                </a:tc>
                <a:tc>
                  <a:txBody>
                    <a:bodyPr/>
                    <a:lstStyle/>
                    <a:p>
                      <a:r>
                        <a:rPr lang="en-US" sz="1800" b="1">
                          <a:solidFill>
                            <a:schemeClr val="accent1">
                              <a:lumMod val="50000"/>
                            </a:schemeClr>
                          </a:solidFill>
                        </a:rPr>
                        <a:t>6</a:t>
                      </a:r>
                    </a:p>
                  </a:txBody>
                  <a:tcPr/>
                </a:tc>
                <a:extLst>
                  <a:ext uri="{0D108BD9-81ED-4DB2-BD59-A6C34878D82A}">
                    <a16:rowId xmlns:a16="http://schemas.microsoft.com/office/drawing/2014/main" val="2144018759"/>
                  </a:ext>
                </a:extLst>
              </a:tr>
              <a:tr h="370840">
                <a:tc>
                  <a:txBody>
                    <a:bodyPr/>
                    <a:lstStyle/>
                    <a:p>
                      <a:r>
                        <a:rPr lang="en-US" sz="1800" b="1"/>
                        <a:t>7</a:t>
                      </a:r>
                    </a:p>
                  </a:txBody>
                  <a:tcPr/>
                </a:tc>
                <a:tc>
                  <a:txBody>
                    <a:bodyPr/>
                    <a:lstStyle/>
                    <a:p>
                      <a:r>
                        <a:rPr lang="en-US" sz="1800" b="1">
                          <a:solidFill>
                            <a:schemeClr val="accent1">
                              <a:lumMod val="50000"/>
                            </a:schemeClr>
                          </a:solidFill>
                        </a:rPr>
                        <a:t>1</a:t>
                      </a:r>
                    </a:p>
                  </a:txBody>
                  <a:tcPr/>
                </a:tc>
                <a:extLst>
                  <a:ext uri="{0D108BD9-81ED-4DB2-BD59-A6C34878D82A}">
                    <a16:rowId xmlns:a16="http://schemas.microsoft.com/office/drawing/2014/main" val="1241363467"/>
                  </a:ext>
                </a:extLst>
              </a:tr>
            </a:tbl>
          </a:graphicData>
        </a:graphic>
      </p:graphicFrame>
      <p:grpSp>
        <p:nvGrpSpPr>
          <p:cNvPr id="44" name="Group 43">
            <a:extLst>
              <a:ext uri="{FF2B5EF4-FFF2-40B4-BE49-F238E27FC236}">
                <a16:creationId xmlns:a16="http://schemas.microsoft.com/office/drawing/2014/main" id="{306A1291-7CEA-DA40-8345-DE000394C51C}"/>
              </a:ext>
            </a:extLst>
          </p:cNvPr>
          <p:cNvGrpSpPr/>
          <p:nvPr/>
        </p:nvGrpSpPr>
        <p:grpSpPr>
          <a:xfrm>
            <a:off x="66838" y="1468032"/>
            <a:ext cx="12159028" cy="4825192"/>
            <a:chOff x="66838" y="1468032"/>
            <a:chExt cx="12159028" cy="4825192"/>
          </a:xfrm>
        </p:grpSpPr>
        <p:grpSp>
          <p:nvGrpSpPr>
            <p:cNvPr id="40" name="Group 39">
              <a:extLst>
                <a:ext uri="{FF2B5EF4-FFF2-40B4-BE49-F238E27FC236}">
                  <a16:creationId xmlns:a16="http://schemas.microsoft.com/office/drawing/2014/main" id="{A9826E1D-58DC-9440-AA70-3CD539AE6734}"/>
                </a:ext>
              </a:extLst>
            </p:cNvPr>
            <p:cNvGrpSpPr/>
            <p:nvPr/>
          </p:nvGrpSpPr>
          <p:grpSpPr>
            <a:xfrm>
              <a:off x="7295777" y="1468032"/>
              <a:ext cx="4930089" cy="4621992"/>
              <a:chOff x="7295777" y="1468032"/>
              <a:chExt cx="4930089" cy="4621992"/>
            </a:xfrm>
          </p:grpSpPr>
          <p:grpSp>
            <p:nvGrpSpPr>
              <p:cNvPr id="10" name="Group 9">
                <a:extLst>
                  <a:ext uri="{FF2B5EF4-FFF2-40B4-BE49-F238E27FC236}">
                    <a16:creationId xmlns:a16="http://schemas.microsoft.com/office/drawing/2014/main" id="{0C71AAA4-0BE5-ED4A-A06C-D7DFC98B129C}"/>
                  </a:ext>
                </a:extLst>
              </p:cNvPr>
              <p:cNvGrpSpPr/>
              <p:nvPr/>
            </p:nvGrpSpPr>
            <p:grpSpPr>
              <a:xfrm>
                <a:off x="7727577" y="1518023"/>
                <a:ext cx="4244290" cy="4572001"/>
                <a:chOff x="1174377" y="1721223"/>
                <a:chExt cx="4244290" cy="4572001"/>
              </a:xfrm>
            </p:grpSpPr>
            <p:cxnSp>
              <p:nvCxnSpPr>
                <p:cNvPr id="11" name="Straight Connector 10">
                  <a:extLst>
                    <a:ext uri="{FF2B5EF4-FFF2-40B4-BE49-F238E27FC236}">
                      <a16:creationId xmlns:a16="http://schemas.microsoft.com/office/drawing/2014/main" id="{4F4805E6-CFEA-B34F-820C-EDCCF80F4941}"/>
                    </a:ext>
                  </a:extLst>
                </p:cNvPr>
                <p:cNvCxnSpPr>
                  <a:cxnSpLocks/>
                </p:cNvCxnSpPr>
                <p:nvPr/>
              </p:nvCxnSpPr>
              <p:spPr>
                <a:xfrm>
                  <a:off x="1434353" y="1721223"/>
                  <a:ext cx="0" cy="4572001"/>
                </a:xfrm>
                <a:prstGeom prst="line">
                  <a:avLst/>
                </a:prstGeom>
                <a:noFill/>
                <a:ln w="25400" cap="flat">
                  <a:solidFill>
                    <a:srgbClr val="000000"/>
                  </a:solidFill>
                  <a:prstDash val="solid"/>
                  <a:miter lim="400000"/>
                  <a:headEnd type="triangle" w="med" len="med"/>
                  <a:tailEnd type="triangle" w="med" len="med"/>
                </a:ln>
                <a:effectLst/>
                <a:sp3d/>
              </p:spPr>
              <p:style>
                <a:lnRef idx="0">
                  <a:scrgbClr r="0" g="0" b="0"/>
                </a:lnRef>
                <a:fillRef idx="0">
                  <a:scrgbClr r="0" g="0" b="0"/>
                </a:fillRef>
                <a:effectRef idx="0">
                  <a:scrgbClr r="0" g="0" b="0"/>
                </a:effectRef>
                <a:fontRef idx="none"/>
              </p:style>
            </p:cxnSp>
            <p:cxnSp>
              <p:nvCxnSpPr>
                <p:cNvPr id="12" name="Straight Connector 11">
                  <a:extLst>
                    <a:ext uri="{FF2B5EF4-FFF2-40B4-BE49-F238E27FC236}">
                      <a16:creationId xmlns:a16="http://schemas.microsoft.com/office/drawing/2014/main" id="{5D541346-1C7E-1140-85EF-AE67E731F52D}"/>
                    </a:ext>
                  </a:extLst>
                </p:cNvPr>
                <p:cNvCxnSpPr>
                  <a:cxnSpLocks/>
                </p:cNvCxnSpPr>
                <p:nvPr/>
              </p:nvCxnSpPr>
              <p:spPr>
                <a:xfrm flipH="1">
                  <a:off x="1174377" y="5818095"/>
                  <a:ext cx="4244290" cy="0"/>
                </a:xfrm>
                <a:prstGeom prst="line">
                  <a:avLst/>
                </a:prstGeom>
                <a:noFill/>
                <a:ln w="25400" cap="flat">
                  <a:solidFill>
                    <a:srgbClr val="000000"/>
                  </a:solidFill>
                  <a:prstDash val="solid"/>
                  <a:miter lim="400000"/>
                  <a:headEnd type="triangle" w="med" len="med"/>
                  <a:tailEnd type="triangle" w="med" len="med"/>
                </a:ln>
                <a:effectLst/>
                <a:sp3d/>
              </p:spPr>
              <p:style>
                <a:lnRef idx="0">
                  <a:scrgbClr r="0" g="0" b="0"/>
                </a:lnRef>
                <a:fillRef idx="0">
                  <a:scrgbClr r="0" g="0" b="0"/>
                </a:fillRef>
                <a:effectRef idx="0">
                  <a:scrgbClr r="0" g="0" b="0"/>
                </a:effectRef>
                <a:fontRef idx="none"/>
              </p:style>
            </p:cxnSp>
          </p:grpSp>
          <p:sp>
            <p:nvSpPr>
              <p:cNvPr id="17" name="TextBox 16">
                <a:extLst>
                  <a:ext uri="{FF2B5EF4-FFF2-40B4-BE49-F238E27FC236}">
                    <a16:creationId xmlns:a16="http://schemas.microsoft.com/office/drawing/2014/main" id="{1B3909C1-3A45-8042-B3E8-8A40F3DB1FCD}"/>
                  </a:ext>
                </a:extLst>
              </p:cNvPr>
              <p:cNvSpPr txBox="1"/>
              <p:nvPr/>
            </p:nvSpPr>
            <p:spPr>
              <a:xfrm>
                <a:off x="7295777" y="1468032"/>
                <a:ext cx="863600"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sz="1600" b="0">
                    <a:latin typeface="Times New Roman" panose="02020603050405020304" pitchFamily="18" charset="0"/>
                    <a:cs typeface="Times New Roman" panose="02020603050405020304" pitchFamily="18" charset="0"/>
                  </a:rPr>
                  <a:t>AR</a:t>
                </a:r>
                <a:endParaRPr kumimoji="0" lang="en-US" sz="1600" b="0" i="0" u="none" strike="noStrike" cap="none" spc="0" normalizeH="0" baseline="0">
                  <a:ln>
                    <a:noFill/>
                  </a:ln>
                  <a:solidFill>
                    <a:srgbClr val="000000"/>
                  </a:solidFill>
                  <a:effectLst/>
                  <a:uFillTx/>
                  <a:latin typeface="Times New Roman" panose="02020603050405020304" pitchFamily="18" charset="0"/>
                  <a:cs typeface="Times New Roman" panose="02020603050405020304" pitchFamily="18" charset="0"/>
                  <a:sym typeface="Helvetica Neue"/>
                </a:endParaRPr>
              </a:p>
            </p:txBody>
          </p:sp>
          <p:sp>
            <p:nvSpPr>
              <p:cNvPr id="18" name="TextBox 17">
                <a:extLst>
                  <a:ext uri="{FF2B5EF4-FFF2-40B4-BE49-F238E27FC236}">
                    <a16:creationId xmlns:a16="http://schemas.microsoft.com/office/drawing/2014/main" id="{67DDA854-9955-A540-95D0-4A197406CEB9}"/>
                  </a:ext>
                </a:extLst>
              </p:cNvPr>
              <p:cNvSpPr txBox="1"/>
              <p:nvPr/>
            </p:nvSpPr>
            <p:spPr>
              <a:xfrm>
                <a:off x="11362266" y="5678053"/>
                <a:ext cx="863600"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sz="1600" b="0">
                    <a:latin typeface="Times New Roman" panose="02020603050405020304" pitchFamily="18" charset="0"/>
                    <a:cs typeface="Times New Roman" panose="02020603050405020304" pitchFamily="18" charset="0"/>
                  </a:rPr>
                  <a:t>Qty</a:t>
                </a:r>
                <a:endParaRPr kumimoji="0" lang="en-US" sz="1600" b="0" i="0" u="none" strike="noStrike" cap="none" spc="0" normalizeH="0" baseline="0">
                  <a:ln>
                    <a:noFill/>
                  </a:ln>
                  <a:solidFill>
                    <a:srgbClr val="000000"/>
                  </a:solidFill>
                  <a:effectLst/>
                  <a:uFillTx/>
                  <a:latin typeface="Times New Roman" panose="02020603050405020304" pitchFamily="18" charset="0"/>
                  <a:cs typeface="Times New Roman" panose="02020603050405020304" pitchFamily="18" charset="0"/>
                  <a:sym typeface="Helvetica Neue"/>
                </a:endParaRPr>
              </a:p>
            </p:txBody>
          </p:sp>
        </p:grpSp>
        <p:grpSp>
          <p:nvGrpSpPr>
            <p:cNvPr id="13" name="Group 12">
              <a:extLst>
                <a:ext uri="{FF2B5EF4-FFF2-40B4-BE49-F238E27FC236}">
                  <a16:creationId xmlns:a16="http://schemas.microsoft.com/office/drawing/2014/main" id="{4612EBD7-0B89-9B4D-9B1E-B7FBF1D2D692}"/>
                </a:ext>
              </a:extLst>
            </p:cNvPr>
            <p:cNvGrpSpPr/>
            <p:nvPr/>
          </p:nvGrpSpPr>
          <p:grpSpPr>
            <a:xfrm>
              <a:off x="8012455" y="2936693"/>
              <a:ext cx="4142941" cy="2125269"/>
              <a:chOff x="8012455" y="2936693"/>
              <a:chExt cx="4142941" cy="2125269"/>
            </a:xfrm>
          </p:grpSpPr>
          <p:sp>
            <p:nvSpPr>
              <p:cNvPr id="28" name="TextBox 27">
                <a:extLst>
                  <a:ext uri="{FF2B5EF4-FFF2-40B4-BE49-F238E27FC236}">
                    <a16:creationId xmlns:a16="http://schemas.microsoft.com/office/drawing/2014/main" id="{40362F60-4C3E-104B-AF8E-788656C0C9AA}"/>
                  </a:ext>
                </a:extLst>
              </p:cNvPr>
              <p:cNvSpPr txBox="1"/>
              <p:nvPr/>
            </p:nvSpPr>
            <p:spPr>
              <a:xfrm>
                <a:off x="11291796" y="4590038"/>
                <a:ext cx="863600"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b="0" dirty="0">
                    <a:latin typeface="Times New Roman" panose="02020603050405020304" pitchFamily="18" charset="0"/>
                    <a:cs typeface="Times New Roman" panose="02020603050405020304" pitchFamily="18" charset="0"/>
                  </a:rPr>
                  <a:t>AR</a:t>
                </a:r>
                <a:r>
                  <a:rPr lang="en-US" b="0" baseline="-25000" dirty="0">
                    <a:latin typeface="Times New Roman" panose="02020603050405020304" pitchFamily="18" charset="0"/>
                    <a:cs typeface="Times New Roman" panose="02020603050405020304" pitchFamily="18" charset="0"/>
                  </a:rPr>
                  <a:t>C</a:t>
                </a:r>
                <a:endParaRPr kumimoji="0" lang="en-US" b="0" i="0" u="none" strike="noStrike" cap="none" spc="0" normalizeH="0" baseline="-25000" dirty="0">
                  <a:ln>
                    <a:noFill/>
                  </a:ln>
                  <a:solidFill>
                    <a:srgbClr val="000000"/>
                  </a:solidFill>
                  <a:effectLst/>
                  <a:uFillTx/>
                  <a:latin typeface="Times New Roman" panose="02020603050405020304" pitchFamily="18" charset="0"/>
                  <a:cs typeface="Times New Roman" panose="02020603050405020304" pitchFamily="18" charset="0"/>
                  <a:sym typeface="Helvetica Neue"/>
                </a:endParaRPr>
              </a:p>
            </p:txBody>
          </p:sp>
          <p:cxnSp>
            <p:nvCxnSpPr>
              <p:cNvPr id="20" name="Straight Connector 19">
                <a:extLst>
                  <a:ext uri="{FF2B5EF4-FFF2-40B4-BE49-F238E27FC236}">
                    <a16:creationId xmlns:a16="http://schemas.microsoft.com/office/drawing/2014/main" id="{37ED5040-F1A8-9D49-ACF2-33294D930D95}"/>
                  </a:ext>
                </a:extLst>
              </p:cNvPr>
              <p:cNvCxnSpPr>
                <a:cxnSpLocks/>
              </p:cNvCxnSpPr>
              <p:nvPr/>
            </p:nvCxnSpPr>
            <p:spPr>
              <a:xfrm>
                <a:off x="8012455" y="2936693"/>
                <a:ext cx="3349811" cy="1889307"/>
              </a:xfrm>
              <a:prstGeom prst="line">
                <a:avLst/>
              </a:prstGeom>
              <a:noFill/>
              <a:ln w="63500" cap="flat">
                <a:solidFill>
                  <a:schemeClr val="accent1"/>
                </a:solidFill>
                <a:prstDash val="solid"/>
                <a:miter lim="400000"/>
              </a:ln>
              <a:effectLst/>
              <a:sp3d/>
            </p:spPr>
            <p:style>
              <a:lnRef idx="0">
                <a:scrgbClr r="0" g="0" b="0"/>
              </a:lnRef>
              <a:fillRef idx="0">
                <a:scrgbClr r="0" g="0" b="0"/>
              </a:fillRef>
              <a:effectRef idx="0">
                <a:scrgbClr r="0" g="0" b="0"/>
              </a:effectRef>
              <a:fontRef idx="none"/>
            </p:style>
          </p:cxnSp>
        </p:grpSp>
        <p:grpSp>
          <p:nvGrpSpPr>
            <p:cNvPr id="42" name="Group 41">
              <a:extLst>
                <a:ext uri="{FF2B5EF4-FFF2-40B4-BE49-F238E27FC236}">
                  <a16:creationId xmlns:a16="http://schemas.microsoft.com/office/drawing/2014/main" id="{AB771C62-C0AF-BD46-9496-9D46E0531DD4}"/>
                </a:ext>
              </a:extLst>
            </p:cNvPr>
            <p:cNvGrpSpPr/>
            <p:nvPr/>
          </p:nvGrpSpPr>
          <p:grpSpPr>
            <a:xfrm>
              <a:off x="66838" y="1546816"/>
              <a:ext cx="5229910" cy="4746408"/>
              <a:chOff x="742577" y="1546816"/>
              <a:chExt cx="5229910" cy="4746408"/>
            </a:xfrm>
          </p:grpSpPr>
          <p:grpSp>
            <p:nvGrpSpPr>
              <p:cNvPr id="37" name="Group 36">
                <a:extLst>
                  <a:ext uri="{FF2B5EF4-FFF2-40B4-BE49-F238E27FC236}">
                    <a16:creationId xmlns:a16="http://schemas.microsoft.com/office/drawing/2014/main" id="{4EA92600-4682-BD42-92F9-50702C1C473F}"/>
                  </a:ext>
                </a:extLst>
              </p:cNvPr>
              <p:cNvGrpSpPr/>
              <p:nvPr/>
            </p:nvGrpSpPr>
            <p:grpSpPr>
              <a:xfrm>
                <a:off x="742577" y="1546816"/>
                <a:ext cx="5229910" cy="4746408"/>
                <a:chOff x="742577" y="1546816"/>
                <a:chExt cx="5229910" cy="4746408"/>
              </a:xfrm>
            </p:grpSpPr>
            <p:grpSp>
              <p:nvGrpSpPr>
                <p:cNvPr id="8" name="Group 7">
                  <a:extLst>
                    <a:ext uri="{FF2B5EF4-FFF2-40B4-BE49-F238E27FC236}">
                      <a16:creationId xmlns:a16="http://schemas.microsoft.com/office/drawing/2014/main" id="{A85DC4AB-FE3D-2A45-827F-7038AE7CD910}"/>
                    </a:ext>
                  </a:extLst>
                </p:cNvPr>
                <p:cNvGrpSpPr/>
                <p:nvPr/>
              </p:nvGrpSpPr>
              <p:grpSpPr>
                <a:xfrm>
                  <a:off x="1174377" y="1721223"/>
                  <a:ext cx="4498290" cy="4572001"/>
                  <a:chOff x="1174377" y="1721223"/>
                  <a:chExt cx="4498290" cy="4572001"/>
                </a:xfrm>
              </p:grpSpPr>
              <p:cxnSp>
                <p:nvCxnSpPr>
                  <p:cNvPr id="3" name="Straight Connector 2">
                    <a:extLst>
                      <a:ext uri="{FF2B5EF4-FFF2-40B4-BE49-F238E27FC236}">
                        <a16:creationId xmlns:a16="http://schemas.microsoft.com/office/drawing/2014/main" id="{59E1DA47-3C95-004F-8ED9-CB4EA8FC0BA0}"/>
                      </a:ext>
                    </a:extLst>
                  </p:cNvPr>
                  <p:cNvCxnSpPr>
                    <a:cxnSpLocks/>
                  </p:cNvCxnSpPr>
                  <p:nvPr/>
                </p:nvCxnSpPr>
                <p:spPr>
                  <a:xfrm>
                    <a:off x="1434353" y="1721223"/>
                    <a:ext cx="0" cy="4572001"/>
                  </a:xfrm>
                  <a:prstGeom prst="line">
                    <a:avLst/>
                  </a:prstGeom>
                  <a:noFill/>
                  <a:ln w="25400" cap="flat">
                    <a:solidFill>
                      <a:srgbClr val="000000"/>
                    </a:solidFill>
                    <a:prstDash val="solid"/>
                    <a:miter lim="400000"/>
                    <a:headEnd type="triangle" w="med" len="med"/>
                    <a:tailEnd type="triangle" w="med" len="med"/>
                  </a:ln>
                  <a:effectLst/>
                  <a:sp3d/>
                </p:spPr>
                <p:style>
                  <a:lnRef idx="0">
                    <a:scrgbClr r="0" g="0" b="0"/>
                  </a:lnRef>
                  <a:fillRef idx="0">
                    <a:scrgbClr r="0" g="0" b="0"/>
                  </a:fillRef>
                  <a:effectRef idx="0">
                    <a:scrgbClr r="0" g="0" b="0"/>
                  </a:effectRef>
                  <a:fontRef idx="none"/>
                </p:style>
              </p:cxnSp>
              <p:cxnSp>
                <p:nvCxnSpPr>
                  <p:cNvPr id="6" name="Straight Connector 5">
                    <a:extLst>
                      <a:ext uri="{FF2B5EF4-FFF2-40B4-BE49-F238E27FC236}">
                        <a16:creationId xmlns:a16="http://schemas.microsoft.com/office/drawing/2014/main" id="{95DE8958-5076-4E45-B001-120F5DD620A7}"/>
                      </a:ext>
                    </a:extLst>
                  </p:cNvPr>
                  <p:cNvCxnSpPr>
                    <a:cxnSpLocks/>
                  </p:cNvCxnSpPr>
                  <p:nvPr/>
                </p:nvCxnSpPr>
                <p:spPr>
                  <a:xfrm flipH="1">
                    <a:off x="1174377" y="5818095"/>
                    <a:ext cx="4498290" cy="0"/>
                  </a:xfrm>
                  <a:prstGeom prst="line">
                    <a:avLst/>
                  </a:prstGeom>
                  <a:noFill/>
                  <a:ln w="25400" cap="flat">
                    <a:solidFill>
                      <a:srgbClr val="000000"/>
                    </a:solidFill>
                    <a:prstDash val="solid"/>
                    <a:miter lim="400000"/>
                    <a:headEnd type="triangle" w="med" len="med"/>
                    <a:tailEnd type="triangle" w="med" len="med"/>
                  </a:ln>
                  <a:effectLst/>
                  <a:sp3d/>
                </p:spPr>
                <p:style>
                  <a:lnRef idx="0">
                    <a:scrgbClr r="0" g="0" b="0"/>
                  </a:lnRef>
                  <a:fillRef idx="0">
                    <a:scrgbClr r="0" g="0" b="0"/>
                  </a:fillRef>
                  <a:effectRef idx="0">
                    <a:scrgbClr r="0" g="0" b="0"/>
                  </a:effectRef>
                  <a:fontRef idx="none"/>
                </p:style>
              </p:cxnSp>
            </p:grpSp>
            <p:sp>
              <p:nvSpPr>
                <p:cNvPr id="14" name="TextBox 13">
                  <a:extLst>
                    <a:ext uri="{FF2B5EF4-FFF2-40B4-BE49-F238E27FC236}">
                      <a16:creationId xmlns:a16="http://schemas.microsoft.com/office/drawing/2014/main" id="{C290B2F0-24F6-7946-9087-7CBDE5E6B359}"/>
                    </a:ext>
                  </a:extLst>
                </p:cNvPr>
                <p:cNvSpPr txBox="1"/>
                <p:nvPr/>
              </p:nvSpPr>
              <p:spPr>
                <a:xfrm>
                  <a:off x="742577" y="1546816"/>
                  <a:ext cx="863600"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sz="1600" b="0">
                      <a:latin typeface="Times New Roman" panose="02020603050405020304" pitchFamily="18" charset="0"/>
                      <a:cs typeface="Times New Roman" panose="02020603050405020304" pitchFamily="18" charset="0"/>
                    </a:rPr>
                    <a:t>AR</a:t>
                  </a:r>
                  <a:endParaRPr kumimoji="0" lang="en-US" sz="1600" b="0" i="0" u="none" strike="noStrike" cap="none" spc="0" normalizeH="0" baseline="0">
                    <a:ln>
                      <a:noFill/>
                    </a:ln>
                    <a:solidFill>
                      <a:srgbClr val="000000"/>
                    </a:solidFill>
                    <a:effectLst/>
                    <a:uFillTx/>
                    <a:latin typeface="Times New Roman" panose="02020603050405020304" pitchFamily="18" charset="0"/>
                    <a:cs typeface="Times New Roman" panose="02020603050405020304" pitchFamily="18" charset="0"/>
                    <a:sym typeface="Helvetica Neue"/>
                  </a:endParaRPr>
                </a:p>
              </p:txBody>
            </p:sp>
            <p:sp>
              <p:nvSpPr>
                <p:cNvPr id="16" name="TextBox 15">
                  <a:extLst>
                    <a:ext uri="{FF2B5EF4-FFF2-40B4-BE49-F238E27FC236}">
                      <a16:creationId xmlns:a16="http://schemas.microsoft.com/office/drawing/2014/main" id="{4478112D-65C3-5543-8BC2-702063D4B715}"/>
                    </a:ext>
                  </a:extLst>
                </p:cNvPr>
                <p:cNvSpPr txBox="1"/>
                <p:nvPr/>
              </p:nvSpPr>
              <p:spPr>
                <a:xfrm>
                  <a:off x="5108887" y="5881253"/>
                  <a:ext cx="863600"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sz="1600" b="0">
                      <a:latin typeface="Times New Roman" panose="02020603050405020304" pitchFamily="18" charset="0"/>
                      <a:cs typeface="Times New Roman" panose="02020603050405020304" pitchFamily="18" charset="0"/>
                    </a:rPr>
                    <a:t>Qty</a:t>
                  </a:r>
                  <a:endParaRPr kumimoji="0" lang="en-US" sz="1600" b="0" i="0" u="none" strike="noStrike" cap="none" spc="0" normalizeH="0" baseline="0">
                    <a:ln>
                      <a:noFill/>
                    </a:ln>
                    <a:solidFill>
                      <a:srgbClr val="000000"/>
                    </a:solidFill>
                    <a:effectLst/>
                    <a:uFillTx/>
                    <a:latin typeface="Times New Roman" panose="02020603050405020304" pitchFamily="18" charset="0"/>
                    <a:cs typeface="Times New Roman" panose="02020603050405020304" pitchFamily="18" charset="0"/>
                    <a:sym typeface="Helvetica Neue"/>
                  </a:endParaRPr>
                </a:p>
              </p:txBody>
            </p:sp>
          </p:grpSp>
          <p:grpSp>
            <p:nvGrpSpPr>
              <p:cNvPr id="9" name="Group 8">
                <a:extLst>
                  <a:ext uri="{FF2B5EF4-FFF2-40B4-BE49-F238E27FC236}">
                    <a16:creationId xmlns:a16="http://schemas.microsoft.com/office/drawing/2014/main" id="{40ACE3C7-314B-D241-BB1B-8A222BD7BB4F}"/>
                  </a:ext>
                </a:extLst>
              </p:cNvPr>
              <p:cNvGrpSpPr/>
              <p:nvPr/>
            </p:nvGrpSpPr>
            <p:grpSpPr>
              <a:xfrm>
                <a:off x="1434353" y="3341652"/>
                <a:ext cx="4159252" cy="471924"/>
                <a:chOff x="1434353" y="3341652"/>
                <a:chExt cx="4159252" cy="471924"/>
              </a:xfrm>
            </p:grpSpPr>
            <p:cxnSp>
              <p:nvCxnSpPr>
                <p:cNvPr id="19" name="Straight Connector 18">
                  <a:extLst>
                    <a:ext uri="{FF2B5EF4-FFF2-40B4-BE49-F238E27FC236}">
                      <a16:creationId xmlns:a16="http://schemas.microsoft.com/office/drawing/2014/main" id="{E8182E6A-64B9-A640-8D35-7DB71A95E786}"/>
                    </a:ext>
                  </a:extLst>
                </p:cNvPr>
                <p:cNvCxnSpPr>
                  <a:cxnSpLocks/>
                </p:cNvCxnSpPr>
                <p:nvPr/>
              </p:nvCxnSpPr>
              <p:spPr>
                <a:xfrm flipV="1">
                  <a:off x="1434353" y="3657601"/>
                  <a:ext cx="3330887" cy="1"/>
                </a:xfrm>
                <a:prstGeom prst="line">
                  <a:avLst/>
                </a:prstGeom>
                <a:noFill/>
                <a:ln w="63500" cap="flat">
                  <a:solidFill>
                    <a:schemeClr val="accent1">
                      <a:lumMod val="75000"/>
                    </a:schemeClr>
                  </a:solidFill>
                  <a:prstDash val="solid"/>
                  <a:miter lim="400000"/>
                </a:ln>
                <a:effectLst/>
                <a:sp3d/>
              </p:spPr>
              <p:style>
                <a:lnRef idx="0">
                  <a:scrgbClr r="0" g="0" b="0"/>
                </a:lnRef>
                <a:fillRef idx="0">
                  <a:scrgbClr r="0" g="0" b="0"/>
                </a:fillRef>
                <a:effectRef idx="0">
                  <a:scrgbClr r="0" g="0" b="0"/>
                </a:effectRef>
                <a:fontRef idx="none"/>
              </p:style>
            </p:cxnSp>
            <p:sp>
              <p:nvSpPr>
                <p:cNvPr id="22" name="TextBox 21">
                  <a:extLst>
                    <a:ext uri="{FF2B5EF4-FFF2-40B4-BE49-F238E27FC236}">
                      <a16:creationId xmlns:a16="http://schemas.microsoft.com/office/drawing/2014/main" id="{A88A4B8A-19C4-6D4A-A2AA-47028F22726A}"/>
                    </a:ext>
                  </a:extLst>
                </p:cNvPr>
                <p:cNvSpPr txBox="1"/>
                <p:nvPr/>
              </p:nvSpPr>
              <p:spPr>
                <a:xfrm>
                  <a:off x="4730005" y="3341652"/>
                  <a:ext cx="863600"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b="0">
                      <a:latin typeface="Times New Roman" panose="02020603050405020304" pitchFamily="18" charset="0"/>
                      <a:cs typeface="Times New Roman" panose="02020603050405020304" pitchFamily="18" charset="0"/>
                    </a:rPr>
                    <a:t>AR</a:t>
                  </a:r>
                  <a:r>
                    <a:rPr lang="en-US" b="0" baseline="-25000">
                      <a:latin typeface="Times New Roman" panose="02020603050405020304" pitchFamily="18" charset="0"/>
                      <a:cs typeface="Times New Roman" panose="02020603050405020304" pitchFamily="18" charset="0"/>
                    </a:rPr>
                    <a:t>C</a:t>
                  </a:r>
                  <a:endParaRPr kumimoji="0" lang="en-US" b="0" i="0" u="none" strike="noStrike" cap="none" spc="0" normalizeH="0" baseline="-25000">
                    <a:ln>
                      <a:noFill/>
                    </a:ln>
                    <a:solidFill>
                      <a:srgbClr val="000000"/>
                    </a:solidFill>
                    <a:effectLst/>
                    <a:uFillTx/>
                    <a:latin typeface="Times New Roman" panose="02020603050405020304" pitchFamily="18" charset="0"/>
                    <a:cs typeface="Times New Roman" panose="02020603050405020304" pitchFamily="18" charset="0"/>
                    <a:sym typeface="Helvetica Neue"/>
                  </a:endParaRPr>
                </a:p>
              </p:txBody>
            </p:sp>
          </p:grpSp>
          <p:sp>
            <p:nvSpPr>
              <p:cNvPr id="26" name="TextBox 25">
                <a:extLst>
                  <a:ext uri="{FF2B5EF4-FFF2-40B4-BE49-F238E27FC236}">
                    <a16:creationId xmlns:a16="http://schemas.microsoft.com/office/drawing/2014/main" id="{5A3C786E-4F36-4C4F-A54A-3F2A52E10E5B}"/>
                  </a:ext>
                </a:extLst>
              </p:cNvPr>
              <p:cNvSpPr txBox="1"/>
              <p:nvPr/>
            </p:nvSpPr>
            <p:spPr>
              <a:xfrm>
                <a:off x="796863" y="3507788"/>
                <a:ext cx="863600"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sz="1600" b="0">
                    <a:latin typeface="Times New Roman" panose="02020603050405020304" pitchFamily="18" charset="0"/>
                    <a:cs typeface="Times New Roman" panose="02020603050405020304" pitchFamily="18" charset="0"/>
                  </a:rPr>
                  <a:t>P</a:t>
                </a:r>
                <a:endParaRPr kumimoji="0" lang="en-US" sz="1600" b="0" i="0" u="none" strike="noStrike" cap="none" spc="0" normalizeH="0" baseline="0">
                  <a:ln>
                    <a:noFill/>
                  </a:ln>
                  <a:solidFill>
                    <a:srgbClr val="000000"/>
                  </a:solidFill>
                  <a:effectLst/>
                  <a:uFillTx/>
                  <a:latin typeface="Times New Roman" panose="02020603050405020304" pitchFamily="18" charset="0"/>
                  <a:cs typeface="Times New Roman" panose="02020603050405020304" pitchFamily="18" charset="0"/>
                  <a:sym typeface="Helvetica Neue"/>
                </a:endParaRPr>
              </a:p>
            </p:txBody>
          </p:sp>
        </p:grpSp>
      </p:grpSp>
      <p:sp>
        <p:nvSpPr>
          <p:cNvPr id="2" name="Slide Number Placeholder 1">
            <a:extLst>
              <a:ext uri="{FF2B5EF4-FFF2-40B4-BE49-F238E27FC236}">
                <a16:creationId xmlns:a16="http://schemas.microsoft.com/office/drawing/2014/main" id="{9832D527-4CA3-1640-9A5E-D66B2FAD4343}"/>
              </a:ext>
            </a:extLst>
          </p:cNvPr>
          <p:cNvSpPr>
            <a:spLocks noGrp="1"/>
          </p:cNvSpPr>
          <p:nvPr>
            <p:ph type="sldNum" sz="quarter" idx="2"/>
          </p:nvPr>
        </p:nvSpPr>
        <p:spPr>
          <a:xfrm>
            <a:off x="6396421" y="9296400"/>
            <a:ext cx="205184" cy="348813"/>
          </a:xfrm>
        </p:spPr>
        <p:txBody>
          <a:bodyPr/>
          <a:lstStyle/>
          <a:p>
            <a:fld id="{86CB4B4D-7CA3-9044-876B-883B54F8677D}" type="slidenum">
              <a:rPr lang="en-IN" smtClean="0">
                <a:latin typeface="Times New Roman" panose="02020603050405020304" pitchFamily="18" charset="0"/>
                <a:cs typeface="Times New Roman" panose="02020603050405020304" pitchFamily="18" charset="0"/>
              </a:rPr>
              <a:t>6</a:t>
            </a:fld>
            <a:endParaRPr lang="en-IN">
              <a:latin typeface="Times New Roman" panose="02020603050405020304" pitchFamily="18" charset="0"/>
              <a:cs typeface="Times New Roman" panose="02020603050405020304" pitchFamily="18" charset="0"/>
            </a:endParaRPr>
          </a:p>
        </p:txBody>
      </p:sp>
      <p:sp>
        <p:nvSpPr>
          <p:cNvPr id="120" name="TextBox 119">
            <a:extLst>
              <a:ext uri="{FF2B5EF4-FFF2-40B4-BE49-F238E27FC236}">
                <a16:creationId xmlns:a16="http://schemas.microsoft.com/office/drawing/2014/main" id="{5DE1BEAF-AF04-0E4D-A480-A085B0CD8228}"/>
              </a:ext>
            </a:extLst>
          </p:cNvPr>
          <p:cNvSpPr txBox="1"/>
          <p:nvPr/>
        </p:nvSpPr>
        <p:spPr>
          <a:xfrm>
            <a:off x="2747783" y="658086"/>
            <a:ext cx="8156358"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just" defTabSz="584200" rtl="0" fontAlgn="auto" latinLnBrk="0" hangingPunct="0">
              <a:lnSpc>
                <a:spcPct val="100000"/>
              </a:lnSpc>
              <a:spcBef>
                <a:spcPts val="0"/>
              </a:spcBef>
              <a:spcAft>
                <a:spcPts val="0"/>
              </a:spcAft>
              <a:buClrTx/>
              <a:buSzTx/>
              <a:buFontTx/>
              <a:buNone/>
              <a:tabLst/>
            </a:pPr>
            <a:r>
              <a:rPr kumimoji="0" lang="en-US" sz="2800" i="0" u="none" strike="noStrike" cap="none" spc="0" normalizeH="0" baseline="0" dirty="0">
                <a:ln>
                  <a:noFill/>
                </a:ln>
                <a:solidFill>
                  <a:srgbClr val="C00000"/>
                </a:solidFill>
                <a:effectLst/>
                <a:uFillTx/>
                <a:latin typeface="Times New Roman" panose="02020603050405020304" pitchFamily="18" charset="0"/>
                <a:cs typeface="Times New Roman" panose="02020603050405020304" pitchFamily="18" charset="0"/>
                <a:sym typeface="Helvetica Neue"/>
              </a:rPr>
              <a:t>AR refers to sales receipts received per unit of sales </a:t>
            </a:r>
          </a:p>
        </p:txBody>
      </p:sp>
      <mc:AlternateContent xmlns:mc="http://schemas.openxmlformats.org/markup-compatibility/2006" xmlns:a14="http://schemas.microsoft.com/office/drawing/2010/main">
        <mc:Choice Requires="a14">
          <p:sp>
            <p:nvSpPr>
              <p:cNvPr id="121" name="TextBox 120">
                <a:extLst>
                  <a:ext uri="{FF2B5EF4-FFF2-40B4-BE49-F238E27FC236}">
                    <a16:creationId xmlns:a16="http://schemas.microsoft.com/office/drawing/2014/main" id="{3FFF58F2-C0FB-1449-8356-673AFE6BA823}"/>
                  </a:ext>
                </a:extLst>
              </p:cNvPr>
              <p:cNvSpPr txBox="1"/>
              <p:nvPr/>
            </p:nvSpPr>
            <p:spPr>
              <a:xfrm>
                <a:off x="4103359" y="1163750"/>
                <a:ext cx="3098800" cy="14090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nSpc>
                    <a:spcPct val="150000"/>
                  </a:lnSpc>
                </a:pPr>
                <a14:m>
                  <m:oMathPara xmlns:m="http://schemas.openxmlformats.org/officeDocument/2006/math">
                    <m:oMathParaPr>
                      <m:jc m:val="centerGroup"/>
                    </m:oMathParaPr>
                    <m:oMath xmlns:m="http://schemas.openxmlformats.org/officeDocument/2006/math">
                      <m:r>
                        <a:rPr lang="en-US" sz="2800" b="1" i="1" smtClean="0">
                          <a:solidFill>
                            <a:srgbClr val="FF0000"/>
                          </a:solidFill>
                          <a:latin typeface="Cambria Math" panose="02040503050406030204" pitchFamily="18" charset="0"/>
                        </a:rPr>
                        <m:t>𝑨𝑹</m:t>
                      </m:r>
                      <m:r>
                        <a:rPr lang="en-US" sz="2800" b="1" i="1" smtClean="0">
                          <a:solidFill>
                            <a:srgbClr val="FF0000"/>
                          </a:solidFill>
                          <a:latin typeface="Cambria Math" panose="02040503050406030204" pitchFamily="18" charset="0"/>
                        </a:rPr>
                        <m:t>=</m:t>
                      </m:r>
                      <m:f>
                        <m:fPr>
                          <m:ctrlPr>
                            <a:rPr lang="en-US" sz="2800" b="1" i="1" smtClean="0">
                              <a:solidFill>
                                <a:srgbClr val="FF0000"/>
                              </a:solidFill>
                              <a:latin typeface="Cambria Math" panose="02040503050406030204" pitchFamily="18" charset="0"/>
                            </a:rPr>
                          </m:ctrlPr>
                        </m:fPr>
                        <m:num>
                          <m:r>
                            <a:rPr lang="en-US" sz="2800" b="1" i="1" smtClean="0">
                              <a:solidFill>
                                <a:srgbClr val="FF0000"/>
                              </a:solidFill>
                              <a:latin typeface="Cambria Math" panose="02040503050406030204" pitchFamily="18" charset="0"/>
                            </a:rPr>
                            <m:t>𝑻𝑹</m:t>
                          </m:r>
                        </m:num>
                        <m:den>
                          <m:r>
                            <a:rPr lang="en-US" sz="2800" b="1" i="1" smtClean="0">
                              <a:solidFill>
                                <a:srgbClr val="FF0000"/>
                              </a:solidFill>
                              <a:latin typeface="Cambria Math" panose="02040503050406030204" pitchFamily="18" charset="0"/>
                            </a:rPr>
                            <m:t>𝑸</m:t>
                          </m:r>
                        </m:den>
                      </m:f>
                    </m:oMath>
                  </m:oMathPara>
                </a14:m>
                <a:endParaRPr kumimoji="0" lang="en-US" sz="2800" i="0" u="none" strike="noStrike" cap="none" spc="0" normalizeH="0" baseline="0" dirty="0">
                  <a:ln>
                    <a:noFill/>
                  </a:ln>
                  <a:solidFill>
                    <a:srgbClr val="FF0000"/>
                  </a:solidFill>
                  <a:effectLst/>
                  <a:uFillTx/>
                  <a:latin typeface="Times New Roman" panose="02020603050405020304" pitchFamily="18" charset="0"/>
                  <a:cs typeface="Times New Roman" panose="02020603050405020304" pitchFamily="18" charset="0"/>
                  <a:sym typeface="Helvetica Neue"/>
                </a:endParaRPr>
              </a:p>
            </p:txBody>
          </p:sp>
        </mc:Choice>
        <mc:Fallback xmlns="">
          <p:sp>
            <p:nvSpPr>
              <p:cNvPr id="121" name="TextBox 120">
                <a:extLst>
                  <a:ext uri="{FF2B5EF4-FFF2-40B4-BE49-F238E27FC236}">
                    <a16:creationId xmlns:a16="http://schemas.microsoft.com/office/drawing/2014/main" id="{3FFF58F2-C0FB-1449-8356-673AFE6BA823}"/>
                  </a:ext>
                </a:extLst>
              </p:cNvPr>
              <p:cNvSpPr txBox="1">
                <a:spLocks noRot="1" noChangeAspect="1" noMove="1" noResize="1" noEditPoints="1" noAdjustHandles="1" noChangeArrowheads="1" noChangeShapeType="1" noTextEdit="1"/>
              </p:cNvSpPr>
              <p:nvPr/>
            </p:nvSpPr>
            <p:spPr>
              <a:xfrm>
                <a:off x="4103359" y="1163750"/>
                <a:ext cx="3098800" cy="1409040"/>
              </a:xfrm>
              <a:prstGeom prst="rect">
                <a:avLst/>
              </a:prstGeom>
              <a:blipFill>
                <a:blip r:embed="rId2"/>
                <a:stretch>
                  <a:fillRect/>
                </a:stretch>
              </a:blipFill>
              <a:ln w="12700" cap="flat">
                <a:noFill/>
                <a:miter lim="400000"/>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2" name="TextBox 121">
                <a:extLst>
                  <a:ext uri="{FF2B5EF4-FFF2-40B4-BE49-F238E27FC236}">
                    <a16:creationId xmlns:a16="http://schemas.microsoft.com/office/drawing/2014/main" id="{0E2C9F11-9336-8D47-8AAD-0854F45DF935}"/>
                  </a:ext>
                </a:extLst>
              </p:cNvPr>
              <p:cNvSpPr txBox="1"/>
              <p:nvPr/>
            </p:nvSpPr>
            <p:spPr>
              <a:xfrm>
                <a:off x="2299569" y="6545435"/>
                <a:ext cx="4498284" cy="194925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just" defTabSz="584200" rtl="0" fontAlgn="auto" latinLnBrk="0" hangingPunct="0">
                  <a:lnSpc>
                    <a:spcPct val="150000"/>
                  </a:lnSpc>
                  <a:spcBef>
                    <a:spcPts val="0"/>
                  </a:spcBef>
                  <a:spcAft>
                    <a:spcPts val="0"/>
                  </a:spcAft>
                  <a:buClrTx/>
                  <a:buSzTx/>
                  <a:buFontTx/>
                  <a:buNone/>
                  <a:tabLst/>
                </a:pPr>
                <a:r>
                  <a:rPr kumimoji="0" lang="en-US" sz="200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Neue"/>
                  </a:rPr>
                  <a:t>The AR curve :</a:t>
                </a:r>
              </a:p>
              <a:p>
                <a:pPr marL="0" marR="0" indent="0" algn="just" defTabSz="584200" rtl="0" fontAlgn="auto" latinLnBrk="0" hangingPunct="0">
                  <a:lnSpc>
                    <a:spcPct val="150000"/>
                  </a:lnSpc>
                  <a:spcBef>
                    <a:spcPts val="0"/>
                  </a:spcBef>
                  <a:spcAft>
                    <a:spcPts val="0"/>
                  </a:spcAft>
                  <a:buClrTx/>
                  <a:buSzTx/>
                  <a:buFontTx/>
                  <a:buNone/>
                  <a:tabLst/>
                </a:pPr>
                <a:r>
                  <a:rPr kumimoji="0" lang="en-US" sz="200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Neue"/>
                  </a:rPr>
                  <a:t> 1.  Is parallel to the Qty axis, at </a:t>
                </a:r>
              </a:p>
              <a:p>
                <a:pPr marL="0" marR="0" indent="0" algn="just" defTabSz="584200" rtl="0" fontAlgn="auto" latinLnBrk="0" hangingPunct="0">
                  <a:lnSpc>
                    <a:spcPct val="150000"/>
                  </a:lnSpc>
                  <a:spcBef>
                    <a:spcPts val="0"/>
                  </a:spcBef>
                  <a:spcAft>
                    <a:spcPts val="0"/>
                  </a:spcAft>
                  <a:buClrTx/>
                  <a:buSzTx/>
                  <a:buFontTx/>
                  <a:buNone/>
                  <a:tabLst/>
                </a:pPr>
                <a:r>
                  <a:rPr lang="en-US" sz="2000" dirty="0">
                    <a:latin typeface="Times New Roman" panose="02020603050405020304" pitchFamily="18" charset="0"/>
                    <a:cs typeface="Times New Roman" panose="02020603050405020304" pitchFamily="18" charset="0"/>
                  </a:rPr>
                  <a:t>       </a:t>
                </a:r>
                <a:r>
                  <a:rPr kumimoji="0" lang="en-US" sz="200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Neue"/>
                  </a:rPr>
                  <a:t>the market determined price</a:t>
                </a:r>
              </a:p>
              <a:p>
                <a:pPr marL="0" marR="0" indent="0" algn="just" defTabSz="584200" rtl="0" fontAlgn="auto" latinLnBrk="0" hangingPunct="0">
                  <a:lnSpc>
                    <a:spcPct val="150000"/>
                  </a:lnSpc>
                  <a:spcBef>
                    <a:spcPts val="0"/>
                  </a:spcBef>
                  <a:spcAft>
                    <a:spcPts val="0"/>
                  </a:spcAft>
                  <a:buClrTx/>
                  <a:buSzTx/>
                  <a:buFontTx/>
                  <a:buNone/>
                  <a:tabLst/>
                </a:pPr>
                <a:r>
                  <a:rPr lang="en-US" sz="2000" dirty="0">
                    <a:latin typeface="Times New Roman" panose="02020603050405020304" pitchFamily="18" charset="0"/>
                    <a:cs typeface="Times New Roman" panose="02020603050405020304" pitchFamily="18" charset="0"/>
                  </a:rPr>
                  <a:t> 2.    </a:t>
                </a:r>
                <a14:m>
                  <m:oMath xmlns:m="http://schemas.openxmlformats.org/officeDocument/2006/math">
                    <m:r>
                      <a:rPr lang="en-US" sz="2000" b="1" i="1" smtClean="0">
                        <a:solidFill>
                          <a:srgbClr val="FF0000"/>
                        </a:solidFill>
                        <a:latin typeface="Cambria Math" panose="02040503050406030204" pitchFamily="18" charset="0"/>
                      </a:rPr>
                      <m:t>𝒑</m:t>
                    </m:r>
                    <m:r>
                      <a:rPr lang="en-US" sz="2000" b="1" i="1" smtClean="0">
                        <a:solidFill>
                          <a:srgbClr val="FF0000"/>
                        </a:solidFill>
                        <a:latin typeface="Cambria Math" panose="02040503050406030204" pitchFamily="18" charset="0"/>
                      </a:rPr>
                      <m:t> </m:t>
                    </m:r>
                    <m:r>
                      <a:rPr lang="en-US" sz="2000" b="1" i="1" smtClean="0">
                        <a:solidFill>
                          <a:srgbClr val="FF0000"/>
                        </a:solidFill>
                        <a:latin typeface="Cambria Math" panose="02040503050406030204" pitchFamily="18" charset="0"/>
                      </a:rPr>
                      <m:t>𝒊𝒔</m:t>
                    </m:r>
                    <m:r>
                      <a:rPr lang="en-US" sz="2000" b="1" i="1" smtClean="0">
                        <a:solidFill>
                          <a:srgbClr val="FF0000"/>
                        </a:solidFill>
                        <a:latin typeface="Cambria Math" panose="02040503050406030204" pitchFamily="18" charset="0"/>
                      </a:rPr>
                      <m:t> </m:t>
                    </m:r>
                    <m:r>
                      <a:rPr lang="en-US" sz="2000" b="1" i="1" smtClean="0">
                        <a:solidFill>
                          <a:srgbClr val="FF0000"/>
                        </a:solidFill>
                        <a:latin typeface="Cambria Math" panose="02040503050406030204" pitchFamily="18" charset="0"/>
                      </a:rPr>
                      <m:t>𝒈𝒊𝒗𝒆𝒏</m:t>
                    </m:r>
                    <m:r>
                      <a:rPr lang="en-US" sz="2000" b="1" i="1" smtClean="0">
                        <a:solidFill>
                          <a:srgbClr val="FF0000"/>
                        </a:solidFill>
                        <a:latin typeface="Cambria Math" panose="02040503050406030204" pitchFamily="18" charset="0"/>
                      </a:rPr>
                      <m:t> </m:t>
                    </m:r>
                    <m:r>
                      <a:rPr lang="en-US" sz="2000" b="1" i="1" smtClean="0">
                        <a:solidFill>
                          <a:srgbClr val="FF0000"/>
                        </a:solidFill>
                        <a:latin typeface="Cambria Math" panose="02040503050406030204" pitchFamily="18" charset="0"/>
                      </a:rPr>
                      <m:t>𝒂𝒏𝒅</m:t>
                    </m:r>
                    <m:r>
                      <a:rPr lang="en-US" sz="2000" b="1" i="1" smtClean="0">
                        <a:solidFill>
                          <a:srgbClr val="FF0000"/>
                        </a:solidFill>
                        <a:latin typeface="Cambria Math" panose="02040503050406030204" pitchFamily="18" charset="0"/>
                      </a:rPr>
                      <m:t> </m:t>
                    </m:r>
                    <m:r>
                      <a:rPr lang="en-US" sz="2000" b="1" i="1" smtClean="0">
                        <a:solidFill>
                          <a:srgbClr val="FF0000"/>
                        </a:solidFill>
                        <a:latin typeface="Cambria Math" panose="02040503050406030204" pitchFamily="18" charset="0"/>
                      </a:rPr>
                      <m:t>𝒄𝒐𝒏𝒔𝒕𝒂𝒏𝒕</m:t>
                    </m:r>
                  </m:oMath>
                </a14:m>
                <a:endParaRPr kumimoji="0" lang="en-US" sz="200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Neue"/>
                </a:endParaRPr>
              </a:p>
            </p:txBody>
          </p:sp>
        </mc:Choice>
        <mc:Fallback xmlns="">
          <p:sp>
            <p:nvSpPr>
              <p:cNvPr id="122" name="TextBox 121">
                <a:extLst>
                  <a:ext uri="{FF2B5EF4-FFF2-40B4-BE49-F238E27FC236}">
                    <a16:creationId xmlns:a16="http://schemas.microsoft.com/office/drawing/2014/main" id="{0E2C9F11-9336-8D47-8AAD-0854F45DF935}"/>
                  </a:ext>
                </a:extLst>
              </p:cNvPr>
              <p:cNvSpPr txBox="1">
                <a:spLocks noRot="1" noChangeAspect="1" noMove="1" noResize="1" noEditPoints="1" noAdjustHandles="1" noChangeArrowheads="1" noChangeShapeType="1" noTextEdit="1"/>
              </p:cNvSpPr>
              <p:nvPr/>
            </p:nvSpPr>
            <p:spPr>
              <a:xfrm>
                <a:off x="2299569" y="6545435"/>
                <a:ext cx="4498284" cy="1949252"/>
              </a:xfrm>
              <a:prstGeom prst="rect">
                <a:avLst/>
              </a:prstGeom>
              <a:blipFill>
                <a:blip r:embed="rId3"/>
                <a:stretch>
                  <a:fillRect l="-2247" b="-2597"/>
                </a:stretch>
              </a:blipFill>
              <a:ln w="12700" cap="flat">
                <a:noFill/>
                <a:miter lim="400000"/>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3" name="TextBox 122">
                <a:extLst>
                  <a:ext uri="{FF2B5EF4-FFF2-40B4-BE49-F238E27FC236}">
                    <a16:creationId xmlns:a16="http://schemas.microsoft.com/office/drawing/2014/main" id="{C52CC8A2-63B3-ED4B-9B65-F2E4166C0D45}"/>
                  </a:ext>
                </a:extLst>
              </p:cNvPr>
              <p:cNvSpPr txBox="1"/>
              <p:nvPr/>
            </p:nvSpPr>
            <p:spPr>
              <a:xfrm>
                <a:off x="8680803" y="6652855"/>
                <a:ext cx="4244275" cy="148758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just" defTabSz="584200" rtl="0" fontAlgn="auto" latinLnBrk="0" hangingPunct="0">
                  <a:lnSpc>
                    <a:spcPct val="150000"/>
                  </a:lnSpc>
                  <a:spcBef>
                    <a:spcPts val="0"/>
                  </a:spcBef>
                  <a:spcAft>
                    <a:spcPts val="0"/>
                  </a:spcAft>
                  <a:buClrTx/>
                  <a:buSzTx/>
                  <a:buFontTx/>
                  <a:buNone/>
                  <a:tabLst/>
                </a:pPr>
                <a:r>
                  <a:rPr kumimoji="0" lang="en-US" sz="200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Neue"/>
                  </a:rPr>
                  <a:t>The AR curve :</a:t>
                </a:r>
              </a:p>
              <a:p>
                <a:pPr marL="0" marR="0" indent="0" algn="just" defTabSz="584200" rtl="0" fontAlgn="auto" latinLnBrk="0" hangingPunct="0">
                  <a:lnSpc>
                    <a:spcPct val="150000"/>
                  </a:lnSpc>
                  <a:spcBef>
                    <a:spcPts val="0"/>
                  </a:spcBef>
                  <a:spcAft>
                    <a:spcPts val="0"/>
                  </a:spcAft>
                  <a:buClrTx/>
                  <a:buSzTx/>
                  <a:buFontTx/>
                  <a:buNone/>
                  <a:tabLst/>
                </a:pPr>
                <a:r>
                  <a:rPr kumimoji="0" lang="en-US" sz="200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Neue"/>
                  </a:rPr>
                  <a:t> 1.</a:t>
                </a:r>
                <a:r>
                  <a:rPr kumimoji="0" lang="en-US" sz="2000" i="0" u="none" strike="noStrike" cap="none" spc="0" normalizeH="0" dirty="0">
                    <a:ln>
                      <a:noFill/>
                    </a:ln>
                    <a:solidFill>
                      <a:srgbClr val="000000"/>
                    </a:solidFill>
                    <a:effectLst/>
                    <a:uFillTx/>
                    <a:latin typeface="Times New Roman" panose="02020603050405020304" pitchFamily="18" charset="0"/>
                    <a:cs typeface="Times New Roman" panose="02020603050405020304" pitchFamily="18" charset="0"/>
                    <a:sym typeface="Helvetica Neue"/>
                  </a:rPr>
                  <a:t>  Downward sloping throughout</a:t>
                </a:r>
                <a:endParaRPr kumimoji="0" lang="en-US" sz="200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Neue"/>
                </a:endParaRPr>
              </a:p>
              <a:p>
                <a:pPr marL="0" marR="0" indent="0" algn="just" defTabSz="584200" rtl="0" fontAlgn="auto" latinLnBrk="0" hangingPunct="0">
                  <a:lnSpc>
                    <a:spcPct val="150000"/>
                  </a:lnSpc>
                  <a:spcBef>
                    <a:spcPts val="0"/>
                  </a:spcBef>
                  <a:spcAft>
                    <a:spcPts val="0"/>
                  </a:spcAft>
                  <a:buClrTx/>
                  <a:buSzTx/>
                  <a:buFontTx/>
                  <a:buNone/>
                  <a:tabLst/>
                </a:pPr>
                <a:r>
                  <a:rPr lang="en-US" sz="2000" dirty="0">
                    <a:latin typeface="Times New Roman" panose="02020603050405020304" pitchFamily="18" charset="0"/>
                    <a:cs typeface="Times New Roman" panose="02020603050405020304" pitchFamily="18" charset="0"/>
                  </a:rPr>
                  <a:t> 2.  </a:t>
                </a:r>
                <a:r>
                  <a:rPr kumimoji="0" lang="en-US" sz="200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Neue"/>
                  </a:rPr>
                  <a:t> </a:t>
                </a:r>
                <a14:m>
                  <m:oMath xmlns:m="http://schemas.openxmlformats.org/officeDocument/2006/math">
                    <m:r>
                      <a:rPr lang="en-US" sz="2000" b="1" i="1" smtClean="0">
                        <a:solidFill>
                          <a:srgbClr val="FF0000"/>
                        </a:solidFill>
                        <a:latin typeface="Cambria Math" panose="02040503050406030204" pitchFamily="18" charset="0"/>
                      </a:rPr>
                      <m:t>𝒑</m:t>
                    </m:r>
                    <m:r>
                      <a:rPr lang="en-US" sz="2000" i="1" smtClean="0">
                        <a:solidFill>
                          <a:srgbClr val="FF0000"/>
                        </a:solidFill>
                        <a:latin typeface="Cambria Math" panose="02040503050406030204" pitchFamily="18" charset="0"/>
                      </a:rPr>
                      <m:t>=</m:t>
                    </m:r>
                    <m:r>
                      <a:rPr lang="en-US" sz="2000" b="1" i="1" smtClean="0">
                        <a:solidFill>
                          <a:srgbClr val="FF0000"/>
                        </a:solidFill>
                        <a:latin typeface="Cambria Math" panose="02040503050406030204" pitchFamily="18" charset="0"/>
                      </a:rPr>
                      <m:t>𝒂</m:t>
                    </m:r>
                    <m:r>
                      <a:rPr lang="en-US" sz="2000" b="1" i="1" smtClean="0">
                        <a:solidFill>
                          <a:srgbClr val="FF0000"/>
                        </a:solidFill>
                        <a:latin typeface="Cambria Math" panose="02040503050406030204" pitchFamily="18" charset="0"/>
                      </a:rPr>
                      <m:t> −</m:t>
                    </m:r>
                    <m:r>
                      <a:rPr lang="en-US" sz="2000" b="1" i="1" smtClean="0">
                        <a:solidFill>
                          <a:srgbClr val="FF0000"/>
                        </a:solidFill>
                        <a:latin typeface="Cambria Math" panose="02040503050406030204" pitchFamily="18" charset="0"/>
                      </a:rPr>
                      <m:t>𝒌𝒒</m:t>
                    </m:r>
                  </m:oMath>
                </a14:m>
                <a:endParaRPr lang="en-US" sz="2000" baseline="30000" dirty="0">
                  <a:latin typeface="Times New Roman" panose="02020603050405020304" pitchFamily="18" charset="0"/>
                  <a:cs typeface="Times New Roman" panose="02020603050405020304" pitchFamily="18" charset="0"/>
                </a:endParaRPr>
              </a:p>
            </p:txBody>
          </p:sp>
        </mc:Choice>
        <mc:Fallback xmlns="">
          <p:sp>
            <p:nvSpPr>
              <p:cNvPr id="123" name="TextBox 122">
                <a:extLst>
                  <a:ext uri="{FF2B5EF4-FFF2-40B4-BE49-F238E27FC236}">
                    <a16:creationId xmlns:a16="http://schemas.microsoft.com/office/drawing/2014/main" id="{C52CC8A2-63B3-ED4B-9B65-F2E4166C0D45}"/>
                  </a:ext>
                </a:extLst>
              </p:cNvPr>
              <p:cNvSpPr txBox="1">
                <a:spLocks noRot="1" noChangeAspect="1" noMove="1" noResize="1" noEditPoints="1" noAdjustHandles="1" noChangeArrowheads="1" noChangeShapeType="1" noTextEdit="1"/>
              </p:cNvSpPr>
              <p:nvPr/>
            </p:nvSpPr>
            <p:spPr>
              <a:xfrm>
                <a:off x="8680803" y="6652855"/>
                <a:ext cx="4244275" cy="1487587"/>
              </a:xfrm>
              <a:prstGeom prst="rect">
                <a:avLst/>
              </a:prstGeom>
              <a:blipFill>
                <a:blip r:embed="rId4"/>
                <a:stretch>
                  <a:fillRect l="-2388" b="-3390"/>
                </a:stretch>
              </a:blipFill>
              <a:ln w="12700" cap="flat">
                <a:noFill/>
                <a:miter lim="400000"/>
              </a:ln>
              <a:effectLst/>
            </p:spPr>
            <p:txBody>
              <a:bodyPr/>
              <a:lstStyle/>
              <a:p>
                <a:r>
                  <a:rPr lang="en-US">
                    <a:noFill/>
                  </a:rPr>
                  <a:t> </a:t>
                </a:r>
              </a:p>
            </p:txBody>
          </p:sp>
        </mc:Fallback>
      </mc:AlternateContent>
      <p:sp>
        <p:nvSpPr>
          <p:cNvPr id="124" name="TextBox 123">
            <a:extLst>
              <a:ext uri="{FF2B5EF4-FFF2-40B4-BE49-F238E27FC236}">
                <a16:creationId xmlns:a16="http://schemas.microsoft.com/office/drawing/2014/main" id="{75A267C3-4180-A349-9C8D-4D0FE09D40F2}"/>
              </a:ext>
            </a:extLst>
          </p:cNvPr>
          <p:cNvSpPr txBox="1"/>
          <p:nvPr/>
        </p:nvSpPr>
        <p:spPr>
          <a:xfrm>
            <a:off x="3545636" y="3725630"/>
            <a:ext cx="4498284" cy="204158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just" defTabSz="584200" rtl="0" fontAlgn="auto" latinLnBrk="0" hangingPunct="0">
              <a:lnSpc>
                <a:spcPct val="150000"/>
              </a:lnSpc>
              <a:spcBef>
                <a:spcPts val="0"/>
              </a:spcBef>
              <a:spcAft>
                <a:spcPts val="0"/>
              </a:spcAft>
              <a:buClrTx/>
              <a:buSzTx/>
              <a:buFontTx/>
              <a:buNone/>
              <a:tabLst/>
            </a:pPr>
            <a:r>
              <a:rPr kumimoji="0" lang="en-US" sz="1800" i="0" u="none" strike="noStrike" cap="none" spc="0" normalizeH="0" baseline="0" dirty="0">
                <a:ln>
                  <a:noFill/>
                </a:ln>
                <a:solidFill>
                  <a:srgbClr val="7030A0"/>
                </a:solidFill>
                <a:effectLst/>
                <a:uFillTx/>
                <a:latin typeface="Times New Roman" panose="02020603050405020304" pitchFamily="18" charset="0"/>
                <a:cs typeface="Times New Roman" panose="02020603050405020304" pitchFamily="18" charset="0"/>
                <a:sym typeface="Helvetica Neue"/>
              </a:rPr>
              <a:t>AR is price</a:t>
            </a:r>
          </a:p>
          <a:p>
            <a:pPr marL="0" marR="0" indent="0" algn="just" defTabSz="584200" rtl="0" fontAlgn="auto" latinLnBrk="0" hangingPunct="0">
              <a:lnSpc>
                <a:spcPct val="150000"/>
              </a:lnSpc>
              <a:spcBef>
                <a:spcPts val="0"/>
              </a:spcBef>
              <a:spcAft>
                <a:spcPts val="0"/>
              </a:spcAft>
              <a:buClrTx/>
              <a:buSzTx/>
              <a:buFontTx/>
              <a:buNone/>
              <a:tabLst/>
            </a:pPr>
            <a:r>
              <a:rPr lang="en-US" sz="1800" dirty="0">
                <a:solidFill>
                  <a:srgbClr val="7030A0"/>
                </a:solidFill>
                <a:latin typeface="Times New Roman" panose="02020603050405020304" pitchFamily="18" charset="0"/>
                <a:cs typeface="Times New Roman" panose="02020603050405020304" pitchFamily="18" charset="0"/>
              </a:rPr>
              <a:t>      TR = (AR)(Q)  &amp;  T. Exp. = (P)(Q)</a:t>
            </a:r>
          </a:p>
          <a:p>
            <a:pPr marL="0" marR="0" indent="0" algn="just" defTabSz="584200" rtl="0" fontAlgn="auto" latinLnBrk="0" hangingPunct="0">
              <a:lnSpc>
                <a:spcPct val="150000"/>
              </a:lnSpc>
              <a:spcBef>
                <a:spcPts val="0"/>
              </a:spcBef>
              <a:spcAft>
                <a:spcPts val="0"/>
              </a:spcAft>
              <a:buClrTx/>
              <a:buSzTx/>
              <a:buFontTx/>
              <a:buNone/>
              <a:tabLst/>
            </a:pPr>
            <a:r>
              <a:rPr kumimoji="0" lang="en-US" sz="1800" i="0" u="none" strike="noStrike" cap="none" spc="0" normalizeH="0" dirty="0">
                <a:ln>
                  <a:noFill/>
                </a:ln>
                <a:solidFill>
                  <a:srgbClr val="7030A0"/>
                </a:solidFill>
                <a:effectLst/>
                <a:uFillTx/>
                <a:latin typeface="Times New Roman" panose="02020603050405020304" pitchFamily="18" charset="0"/>
                <a:cs typeface="Times New Roman" panose="02020603050405020304" pitchFamily="18" charset="0"/>
                <a:sym typeface="Helvetica Neue"/>
              </a:rPr>
              <a:t>      TR = TE</a:t>
            </a:r>
          </a:p>
          <a:p>
            <a:pPr marL="0" marR="0" indent="0" algn="just" defTabSz="584200" rtl="0" fontAlgn="auto" latinLnBrk="0" hangingPunct="0">
              <a:spcBef>
                <a:spcPts val="0"/>
              </a:spcBef>
              <a:spcAft>
                <a:spcPts val="0"/>
              </a:spcAft>
              <a:buClrTx/>
              <a:buSzTx/>
              <a:buFontTx/>
              <a:buNone/>
              <a:tabLst/>
            </a:pPr>
            <a:r>
              <a:rPr lang="en-US" sz="1800" dirty="0">
                <a:solidFill>
                  <a:srgbClr val="7030A0"/>
                </a:solidFill>
                <a:latin typeface="Times New Roman" panose="02020603050405020304" pitchFamily="18" charset="0"/>
                <a:cs typeface="Times New Roman" panose="02020603050405020304" pitchFamily="18" charset="0"/>
              </a:rPr>
              <a:t>       </a:t>
            </a:r>
            <a:r>
              <a:rPr kumimoji="0" lang="en-US" sz="1800" i="0" u="none" strike="noStrike" cap="none" spc="0" normalizeH="0" dirty="0">
                <a:ln>
                  <a:noFill/>
                </a:ln>
                <a:solidFill>
                  <a:srgbClr val="7030A0"/>
                </a:solidFill>
                <a:effectLst/>
                <a:uFillTx/>
                <a:latin typeface="Times New Roman" panose="02020603050405020304" pitchFamily="18" charset="0"/>
                <a:cs typeface="Times New Roman" panose="02020603050405020304" pitchFamily="18" charset="0"/>
                <a:sym typeface="Helvetica Neue"/>
              </a:rPr>
              <a:t>hence (AR)(Q) = (P)(Q)</a:t>
            </a:r>
          </a:p>
          <a:p>
            <a:pPr marL="0" marR="0" indent="0" algn="just" defTabSz="584200" rtl="0" fontAlgn="auto" latinLnBrk="0" hangingPunct="0">
              <a:lnSpc>
                <a:spcPct val="150000"/>
              </a:lnSpc>
              <a:spcBef>
                <a:spcPts val="0"/>
              </a:spcBef>
              <a:spcAft>
                <a:spcPts val="0"/>
              </a:spcAft>
              <a:buClrTx/>
              <a:buSzTx/>
              <a:buFontTx/>
              <a:buNone/>
              <a:tabLst/>
            </a:pPr>
            <a:r>
              <a:rPr lang="en-US" sz="1800" baseline="0" dirty="0">
                <a:solidFill>
                  <a:srgbClr val="7030A0"/>
                </a:solidFill>
                <a:latin typeface="Times New Roman" panose="02020603050405020304" pitchFamily="18" charset="0"/>
                <a:cs typeface="Times New Roman" panose="02020603050405020304" pitchFamily="18" charset="0"/>
              </a:rPr>
              <a:t>       Thus,</a:t>
            </a:r>
            <a:r>
              <a:rPr lang="en-US" sz="1800" dirty="0">
                <a:solidFill>
                  <a:srgbClr val="7030A0"/>
                </a:solidFill>
                <a:latin typeface="Times New Roman" panose="02020603050405020304" pitchFamily="18" charset="0"/>
                <a:cs typeface="Times New Roman" panose="02020603050405020304" pitchFamily="18" charset="0"/>
              </a:rPr>
              <a:t> AR = P</a:t>
            </a:r>
            <a:endParaRPr kumimoji="0" lang="en-US" sz="1800" i="0" u="none" strike="noStrike" cap="none" spc="0" normalizeH="0" baseline="0" dirty="0">
              <a:ln>
                <a:noFill/>
              </a:ln>
              <a:solidFill>
                <a:srgbClr val="7030A0"/>
              </a:solidFill>
              <a:effectLst/>
              <a:uFillTx/>
              <a:latin typeface="Times New Roman" panose="02020603050405020304" pitchFamily="18" charset="0"/>
              <a:cs typeface="Times New Roman" panose="02020603050405020304" pitchFamily="18" charset="0"/>
              <a:sym typeface="Helvetica Neue"/>
            </a:endParaRPr>
          </a:p>
        </p:txBody>
      </p:sp>
      <p:sp>
        <p:nvSpPr>
          <p:cNvPr id="125" name="TextBox 124">
            <a:extLst>
              <a:ext uri="{FF2B5EF4-FFF2-40B4-BE49-F238E27FC236}">
                <a16:creationId xmlns:a16="http://schemas.microsoft.com/office/drawing/2014/main" id="{506403D3-F820-6344-BBCC-3BD2CBB36EC0}"/>
              </a:ext>
            </a:extLst>
          </p:cNvPr>
          <p:cNvSpPr txBox="1"/>
          <p:nvPr/>
        </p:nvSpPr>
        <p:spPr>
          <a:xfrm>
            <a:off x="3403617" y="2493861"/>
            <a:ext cx="4498284" cy="5642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just" defTabSz="584200" rtl="0" fontAlgn="auto" latinLnBrk="0" hangingPunct="0">
              <a:lnSpc>
                <a:spcPct val="150000"/>
              </a:lnSpc>
              <a:spcBef>
                <a:spcPts val="0"/>
              </a:spcBef>
              <a:spcAft>
                <a:spcPts val="0"/>
              </a:spcAft>
              <a:buClrTx/>
              <a:buSzTx/>
              <a:buFontTx/>
              <a:buNone/>
              <a:tabLst/>
            </a:pPr>
            <a:r>
              <a:rPr lang="en-US" sz="2000" dirty="0">
                <a:solidFill>
                  <a:schemeClr val="accent3">
                    <a:lumMod val="50000"/>
                  </a:schemeClr>
                </a:solidFill>
                <a:latin typeface="Times New Roman" panose="02020603050405020304" pitchFamily="18" charset="0"/>
                <a:cs typeface="Times New Roman" panose="02020603050405020304" pitchFamily="18" charset="0"/>
              </a:rPr>
              <a:t>The AR curve is the demand curve</a:t>
            </a:r>
            <a:endParaRPr kumimoji="0" lang="en-US" sz="2000" i="0" u="none" strike="noStrike" cap="none" spc="0" normalizeH="0" baseline="0" dirty="0">
              <a:ln>
                <a:noFill/>
              </a:ln>
              <a:solidFill>
                <a:schemeClr val="accent3">
                  <a:lumMod val="50000"/>
                </a:schemeClr>
              </a:solidFill>
              <a:effectLst/>
              <a:uFillTx/>
              <a:latin typeface="Times New Roman" panose="02020603050405020304" pitchFamily="18" charset="0"/>
              <a:cs typeface="Times New Roman" panose="02020603050405020304" pitchFamily="18" charset="0"/>
              <a:sym typeface="Helvetica Neue"/>
            </a:endParaRPr>
          </a:p>
        </p:txBody>
      </p:sp>
    </p:spTree>
    <p:extLst>
      <p:ext uri="{BB962C8B-B14F-4D97-AF65-F5344CB8AC3E}">
        <p14:creationId xmlns:p14="http://schemas.microsoft.com/office/powerpoint/2010/main" val="541867139"/>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 grpId="0"/>
      <p:bldP spid="122" grpId="0"/>
      <p:bldP spid="123" grpId="0"/>
      <p:bldP spid="124" grpId="0"/>
      <p:bldP spid="12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a:extLst>
              <a:ext uri="{FF2B5EF4-FFF2-40B4-BE49-F238E27FC236}">
                <a16:creationId xmlns:a16="http://schemas.microsoft.com/office/drawing/2014/main" id="{CFB1BE93-25C7-3543-A37D-CD8E93E7B900}"/>
              </a:ext>
            </a:extLst>
          </p:cNvPr>
          <p:cNvSpPr txBox="1"/>
          <p:nvPr/>
        </p:nvSpPr>
        <p:spPr>
          <a:xfrm>
            <a:off x="1131796" y="1562745"/>
            <a:ext cx="3098800"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sz="2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Neue"/>
              </a:rPr>
              <a:t>Perfect Competition</a:t>
            </a:r>
          </a:p>
        </p:txBody>
      </p:sp>
      <p:sp>
        <p:nvSpPr>
          <p:cNvPr id="30" name="TextBox 29">
            <a:extLst>
              <a:ext uri="{FF2B5EF4-FFF2-40B4-BE49-F238E27FC236}">
                <a16:creationId xmlns:a16="http://schemas.microsoft.com/office/drawing/2014/main" id="{EDEE243E-F65D-C143-8F33-9392B66E7567}"/>
              </a:ext>
            </a:extLst>
          </p:cNvPr>
          <p:cNvSpPr txBox="1"/>
          <p:nvPr/>
        </p:nvSpPr>
        <p:spPr>
          <a:xfrm>
            <a:off x="8845634" y="1558901"/>
            <a:ext cx="3098800"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sz="2000" b="1" i="0" u="none" strike="noStrike" cap="none" spc="0" normalizeH="0" baseline="0">
                <a:ln>
                  <a:noFill/>
                </a:ln>
                <a:solidFill>
                  <a:srgbClr val="000000"/>
                </a:solidFill>
                <a:effectLst/>
                <a:uFillTx/>
                <a:latin typeface="Times New Roman" panose="02020603050405020304" pitchFamily="18" charset="0"/>
                <a:cs typeface="Times New Roman" panose="02020603050405020304" pitchFamily="18" charset="0"/>
                <a:sym typeface="Helvetica Neue"/>
              </a:rPr>
              <a:t>Imperfect Competition</a:t>
            </a:r>
          </a:p>
        </p:txBody>
      </p:sp>
      <p:grpSp>
        <p:nvGrpSpPr>
          <p:cNvPr id="34" name="Group 33">
            <a:extLst>
              <a:ext uri="{FF2B5EF4-FFF2-40B4-BE49-F238E27FC236}">
                <a16:creationId xmlns:a16="http://schemas.microsoft.com/office/drawing/2014/main" id="{FCF47636-5A57-6447-BC75-9C3E73623D9E}"/>
              </a:ext>
            </a:extLst>
          </p:cNvPr>
          <p:cNvGrpSpPr/>
          <p:nvPr/>
        </p:nvGrpSpPr>
        <p:grpSpPr>
          <a:xfrm>
            <a:off x="7598543" y="1518023"/>
            <a:ext cx="4930089" cy="5171721"/>
            <a:chOff x="7295777" y="1468032"/>
            <a:chExt cx="4930089" cy="5171721"/>
          </a:xfrm>
        </p:grpSpPr>
        <p:grpSp>
          <p:nvGrpSpPr>
            <p:cNvPr id="10" name="Group 9">
              <a:extLst>
                <a:ext uri="{FF2B5EF4-FFF2-40B4-BE49-F238E27FC236}">
                  <a16:creationId xmlns:a16="http://schemas.microsoft.com/office/drawing/2014/main" id="{0C71AAA4-0BE5-ED4A-A06C-D7DFC98B129C}"/>
                </a:ext>
              </a:extLst>
            </p:cNvPr>
            <p:cNvGrpSpPr/>
            <p:nvPr/>
          </p:nvGrpSpPr>
          <p:grpSpPr>
            <a:xfrm>
              <a:off x="7727577" y="1518023"/>
              <a:ext cx="4244290" cy="4572001"/>
              <a:chOff x="1174377" y="1721223"/>
              <a:chExt cx="4244290" cy="4572001"/>
            </a:xfrm>
          </p:grpSpPr>
          <p:cxnSp>
            <p:nvCxnSpPr>
              <p:cNvPr id="11" name="Straight Connector 10">
                <a:extLst>
                  <a:ext uri="{FF2B5EF4-FFF2-40B4-BE49-F238E27FC236}">
                    <a16:creationId xmlns:a16="http://schemas.microsoft.com/office/drawing/2014/main" id="{4F4805E6-CFEA-B34F-820C-EDCCF80F4941}"/>
                  </a:ext>
                </a:extLst>
              </p:cNvPr>
              <p:cNvCxnSpPr>
                <a:cxnSpLocks/>
              </p:cNvCxnSpPr>
              <p:nvPr/>
            </p:nvCxnSpPr>
            <p:spPr>
              <a:xfrm>
                <a:off x="1434353" y="1721223"/>
                <a:ext cx="0" cy="4572001"/>
              </a:xfrm>
              <a:prstGeom prst="line">
                <a:avLst/>
              </a:prstGeom>
              <a:noFill/>
              <a:ln w="25400" cap="flat">
                <a:solidFill>
                  <a:srgbClr val="000000"/>
                </a:solidFill>
                <a:prstDash val="solid"/>
                <a:miter lim="400000"/>
                <a:headEnd type="triangle" w="med" len="med"/>
                <a:tailEnd type="triangle" w="med" len="med"/>
              </a:ln>
              <a:effectLst/>
              <a:sp3d/>
            </p:spPr>
            <p:style>
              <a:lnRef idx="0">
                <a:scrgbClr r="0" g="0" b="0"/>
              </a:lnRef>
              <a:fillRef idx="0">
                <a:scrgbClr r="0" g="0" b="0"/>
              </a:fillRef>
              <a:effectRef idx="0">
                <a:scrgbClr r="0" g="0" b="0"/>
              </a:effectRef>
              <a:fontRef idx="none"/>
            </p:style>
          </p:cxnSp>
          <p:cxnSp>
            <p:nvCxnSpPr>
              <p:cNvPr id="12" name="Straight Connector 11">
                <a:extLst>
                  <a:ext uri="{FF2B5EF4-FFF2-40B4-BE49-F238E27FC236}">
                    <a16:creationId xmlns:a16="http://schemas.microsoft.com/office/drawing/2014/main" id="{5D541346-1C7E-1140-85EF-AE67E731F52D}"/>
                  </a:ext>
                </a:extLst>
              </p:cNvPr>
              <p:cNvCxnSpPr>
                <a:cxnSpLocks/>
              </p:cNvCxnSpPr>
              <p:nvPr/>
            </p:nvCxnSpPr>
            <p:spPr>
              <a:xfrm flipH="1">
                <a:off x="1174377" y="5818095"/>
                <a:ext cx="4244290" cy="0"/>
              </a:xfrm>
              <a:prstGeom prst="line">
                <a:avLst/>
              </a:prstGeom>
              <a:noFill/>
              <a:ln w="25400" cap="flat">
                <a:solidFill>
                  <a:srgbClr val="000000"/>
                </a:solidFill>
                <a:prstDash val="solid"/>
                <a:miter lim="400000"/>
                <a:headEnd type="triangle" w="med" len="med"/>
                <a:tailEnd type="triangle" w="med" len="med"/>
              </a:ln>
              <a:effectLst/>
              <a:sp3d/>
            </p:spPr>
            <p:style>
              <a:lnRef idx="0">
                <a:scrgbClr r="0" g="0" b="0"/>
              </a:lnRef>
              <a:fillRef idx="0">
                <a:scrgbClr r="0" g="0" b="0"/>
              </a:fillRef>
              <a:effectRef idx="0">
                <a:scrgbClr r="0" g="0" b="0"/>
              </a:effectRef>
              <a:fontRef idx="none"/>
            </p:style>
          </p:cxnSp>
        </p:grpSp>
        <p:sp>
          <p:nvSpPr>
            <p:cNvPr id="17" name="TextBox 16">
              <a:extLst>
                <a:ext uri="{FF2B5EF4-FFF2-40B4-BE49-F238E27FC236}">
                  <a16:creationId xmlns:a16="http://schemas.microsoft.com/office/drawing/2014/main" id="{1B3909C1-3A45-8042-B3E8-8A40F3DB1FCD}"/>
                </a:ext>
              </a:extLst>
            </p:cNvPr>
            <p:cNvSpPr txBox="1"/>
            <p:nvPr/>
          </p:nvSpPr>
          <p:spPr>
            <a:xfrm>
              <a:off x="7295777" y="1468032"/>
              <a:ext cx="863600"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sz="1600" b="0">
                  <a:latin typeface="Times New Roman" panose="02020603050405020304" pitchFamily="18" charset="0"/>
                  <a:cs typeface="Times New Roman" panose="02020603050405020304" pitchFamily="18" charset="0"/>
                </a:rPr>
                <a:t>MR</a:t>
              </a:r>
              <a:endParaRPr kumimoji="0" lang="en-US" sz="1600" b="0" i="0" u="none" strike="noStrike" cap="none" spc="0" normalizeH="0" baseline="0">
                <a:ln>
                  <a:noFill/>
                </a:ln>
                <a:solidFill>
                  <a:srgbClr val="000000"/>
                </a:solidFill>
                <a:effectLst/>
                <a:uFillTx/>
                <a:latin typeface="Times New Roman" panose="02020603050405020304" pitchFamily="18" charset="0"/>
                <a:cs typeface="Times New Roman" panose="02020603050405020304" pitchFamily="18" charset="0"/>
                <a:sym typeface="Helvetica Neue"/>
              </a:endParaRPr>
            </a:p>
          </p:txBody>
        </p:sp>
        <p:sp>
          <p:nvSpPr>
            <p:cNvPr id="18" name="TextBox 17">
              <a:extLst>
                <a:ext uri="{FF2B5EF4-FFF2-40B4-BE49-F238E27FC236}">
                  <a16:creationId xmlns:a16="http://schemas.microsoft.com/office/drawing/2014/main" id="{67DDA854-9955-A540-95D0-4A197406CEB9}"/>
                </a:ext>
              </a:extLst>
            </p:cNvPr>
            <p:cNvSpPr txBox="1"/>
            <p:nvPr/>
          </p:nvSpPr>
          <p:spPr>
            <a:xfrm>
              <a:off x="11362266" y="5678053"/>
              <a:ext cx="863600"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sz="1600" b="0">
                  <a:latin typeface="Times New Roman" panose="02020603050405020304" pitchFamily="18" charset="0"/>
                  <a:cs typeface="Times New Roman" panose="02020603050405020304" pitchFamily="18" charset="0"/>
                </a:rPr>
                <a:t>Qty</a:t>
              </a:r>
              <a:endParaRPr kumimoji="0" lang="en-US" sz="1600" b="0" i="0" u="none" strike="noStrike" cap="none" spc="0" normalizeH="0" baseline="0">
                <a:ln>
                  <a:noFill/>
                </a:ln>
                <a:solidFill>
                  <a:srgbClr val="000000"/>
                </a:solidFill>
                <a:effectLst/>
                <a:uFillTx/>
                <a:latin typeface="Times New Roman" panose="02020603050405020304" pitchFamily="18" charset="0"/>
                <a:cs typeface="Times New Roman" panose="02020603050405020304" pitchFamily="18" charset="0"/>
                <a:sym typeface="Helvetica Neue"/>
              </a:endParaRPr>
            </a:p>
          </p:txBody>
        </p:sp>
        <p:grpSp>
          <p:nvGrpSpPr>
            <p:cNvPr id="5" name="Group 4">
              <a:extLst>
                <a:ext uri="{FF2B5EF4-FFF2-40B4-BE49-F238E27FC236}">
                  <a16:creationId xmlns:a16="http://schemas.microsoft.com/office/drawing/2014/main" id="{C1364D4C-9800-2249-BF7B-483D42ACCF0B}"/>
                </a:ext>
              </a:extLst>
            </p:cNvPr>
            <p:cNvGrpSpPr/>
            <p:nvPr/>
          </p:nvGrpSpPr>
          <p:grpSpPr>
            <a:xfrm>
              <a:off x="8012455" y="2936693"/>
              <a:ext cx="3959412" cy="3703060"/>
              <a:chOff x="8012455" y="2936693"/>
              <a:chExt cx="3959412" cy="3703060"/>
            </a:xfrm>
          </p:grpSpPr>
          <p:sp>
            <p:nvSpPr>
              <p:cNvPr id="28" name="TextBox 27">
                <a:extLst>
                  <a:ext uri="{FF2B5EF4-FFF2-40B4-BE49-F238E27FC236}">
                    <a16:creationId xmlns:a16="http://schemas.microsoft.com/office/drawing/2014/main" id="{40362F60-4C3E-104B-AF8E-788656C0C9AA}"/>
                  </a:ext>
                </a:extLst>
              </p:cNvPr>
              <p:cNvSpPr txBox="1"/>
              <p:nvPr/>
            </p:nvSpPr>
            <p:spPr>
              <a:xfrm>
                <a:off x="11108267" y="4725491"/>
                <a:ext cx="863600" cy="2641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sz="1050" b="0">
                    <a:latin typeface="Times New Roman" panose="02020603050405020304" pitchFamily="18" charset="0"/>
                    <a:cs typeface="Times New Roman" panose="02020603050405020304" pitchFamily="18" charset="0"/>
                  </a:rPr>
                  <a:t>AR</a:t>
                </a:r>
                <a:r>
                  <a:rPr lang="en-US" sz="1050" b="0" baseline="-25000">
                    <a:latin typeface="Times New Roman" panose="02020603050405020304" pitchFamily="18" charset="0"/>
                    <a:cs typeface="Times New Roman" panose="02020603050405020304" pitchFamily="18" charset="0"/>
                  </a:rPr>
                  <a:t>C</a:t>
                </a:r>
                <a:endParaRPr kumimoji="0" lang="en-US" sz="1050" b="0" i="0" u="none" strike="noStrike" cap="none" spc="0" normalizeH="0" baseline="-25000">
                  <a:ln>
                    <a:noFill/>
                  </a:ln>
                  <a:solidFill>
                    <a:srgbClr val="000000"/>
                  </a:solidFill>
                  <a:effectLst/>
                  <a:uFillTx/>
                  <a:latin typeface="Times New Roman" panose="02020603050405020304" pitchFamily="18" charset="0"/>
                  <a:cs typeface="Times New Roman" panose="02020603050405020304" pitchFamily="18" charset="0"/>
                  <a:sym typeface="Helvetica Neue"/>
                </a:endParaRPr>
              </a:p>
            </p:txBody>
          </p:sp>
          <p:cxnSp>
            <p:nvCxnSpPr>
              <p:cNvPr id="20" name="Straight Connector 19">
                <a:extLst>
                  <a:ext uri="{FF2B5EF4-FFF2-40B4-BE49-F238E27FC236}">
                    <a16:creationId xmlns:a16="http://schemas.microsoft.com/office/drawing/2014/main" id="{37ED5040-F1A8-9D49-ACF2-33294D930D95}"/>
                  </a:ext>
                </a:extLst>
              </p:cNvPr>
              <p:cNvCxnSpPr>
                <a:cxnSpLocks/>
              </p:cNvCxnSpPr>
              <p:nvPr/>
            </p:nvCxnSpPr>
            <p:spPr>
              <a:xfrm>
                <a:off x="8012455" y="2936693"/>
                <a:ext cx="3349811" cy="1889307"/>
              </a:xfrm>
              <a:prstGeom prst="line">
                <a:avLst/>
              </a:prstGeom>
              <a:noFill/>
              <a:ln w="12700" cap="flat">
                <a:solidFill>
                  <a:schemeClr val="accent5">
                    <a:lumMod val="75000"/>
                  </a:schemeClr>
                </a:solidFill>
                <a:prstDash val="solid"/>
                <a:miter lim="400000"/>
              </a:ln>
              <a:effectLst/>
              <a:sp3d/>
            </p:spPr>
            <p:style>
              <a:lnRef idx="0">
                <a:scrgbClr r="0" g="0" b="0"/>
              </a:lnRef>
              <a:fillRef idx="0">
                <a:scrgbClr r="0" g="0" b="0"/>
              </a:fillRef>
              <a:effectRef idx="0">
                <a:scrgbClr r="0" g="0" b="0"/>
              </a:effectRef>
              <a:fontRef idx="none"/>
            </p:style>
          </p:cxnSp>
          <p:cxnSp>
            <p:nvCxnSpPr>
              <p:cNvPr id="21" name="Straight Connector 20">
                <a:extLst>
                  <a:ext uri="{FF2B5EF4-FFF2-40B4-BE49-F238E27FC236}">
                    <a16:creationId xmlns:a16="http://schemas.microsoft.com/office/drawing/2014/main" id="{6678E59D-0A58-2640-B8CE-A1D810E63E43}"/>
                  </a:ext>
                </a:extLst>
              </p:cNvPr>
              <p:cNvCxnSpPr>
                <a:cxnSpLocks/>
              </p:cNvCxnSpPr>
              <p:nvPr/>
            </p:nvCxnSpPr>
            <p:spPr>
              <a:xfrm>
                <a:off x="8012455" y="2936693"/>
                <a:ext cx="2161741" cy="3356531"/>
              </a:xfrm>
              <a:prstGeom prst="line">
                <a:avLst/>
              </a:prstGeom>
              <a:noFill/>
              <a:ln w="63500" cap="flat">
                <a:solidFill>
                  <a:schemeClr val="accent1"/>
                </a:solidFill>
                <a:prstDash val="solid"/>
                <a:miter lim="400000"/>
              </a:ln>
              <a:effectLst/>
              <a:sp3d/>
            </p:spPr>
            <p:style>
              <a:lnRef idx="0">
                <a:scrgbClr r="0" g="0" b="0"/>
              </a:lnRef>
              <a:fillRef idx="0">
                <a:scrgbClr r="0" g="0" b="0"/>
              </a:fillRef>
              <a:effectRef idx="0">
                <a:scrgbClr r="0" g="0" b="0"/>
              </a:effectRef>
              <a:fontRef idx="none"/>
            </p:style>
          </p:cxnSp>
          <p:sp>
            <p:nvSpPr>
              <p:cNvPr id="23" name="TextBox 22">
                <a:extLst>
                  <a:ext uri="{FF2B5EF4-FFF2-40B4-BE49-F238E27FC236}">
                    <a16:creationId xmlns:a16="http://schemas.microsoft.com/office/drawing/2014/main" id="{9B3A2829-A17A-6945-A971-8034AC2392B2}"/>
                  </a:ext>
                </a:extLst>
              </p:cNvPr>
              <p:cNvSpPr txBox="1"/>
              <p:nvPr/>
            </p:nvSpPr>
            <p:spPr>
              <a:xfrm>
                <a:off x="10140330" y="6167829"/>
                <a:ext cx="863600"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b="0">
                    <a:latin typeface="Times New Roman" panose="02020603050405020304" pitchFamily="18" charset="0"/>
                    <a:cs typeface="Times New Roman" panose="02020603050405020304" pitchFamily="18" charset="0"/>
                  </a:rPr>
                  <a:t>MR</a:t>
                </a:r>
                <a:r>
                  <a:rPr lang="en-US" b="0" baseline="-25000">
                    <a:latin typeface="Times New Roman" panose="02020603050405020304" pitchFamily="18" charset="0"/>
                    <a:cs typeface="Times New Roman" panose="02020603050405020304" pitchFamily="18" charset="0"/>
                  </a:rPr>
                  <a:t>C</a:t>
                </a:r>
                <a:endParaRPr kumimoji="0" lang="en-US" b="0" i="0" u="none" strike="noStrike" cap="none" spc="0" normalizeH="0" baseline="-25000">
                  <a:ln>
                    <a:noFill/>
                  </a:ln>
                  <a:solidFill>
                    <a:srgbClr val="000000"/>
                  </a:solidFill>
                  <a:effectLst/>
                  <a:uFillTx/>
                  <a:latin typeface="Times New Roman" panose="02020603050405020304" pitchFamily="18" charset="0"/>
                  <a:cs typeface="Times New Roman" panose="02020603050405020304" pitchFamily="18" charset="0"/>
                  <a:sym typeface="Helvetica Neue"/>
                </a:endParaRPr>
              </a:p>
            </p:txBody>
          </p:sp>
        </p:grpSp>
      </p:grpSp>
      <p:sp>
        <p:nvSpPr>
          <p:cNvPr id="24" name="TextBox 23">
            <a:extLst>
              <a:ext uri="{FF2B5EF4-FFF2-40B4-BE49-F238E27FC236}">
                <a16:creationId xmlns:a16="http://schemas.microsoft.com/office/drawing/2014/main" id="{E66AB7C6-8EEC-5A4F-B802-EB41859F0F1B}"/>
              </a:ext>
            </a:extLst>
          </p:cNvPr>
          <p:cNvSpPr txBox="1"/>
          <p:nvPr/>
        </p:nvSpPr>
        <p:spPr>
          <a:xfrm>
            <a:off x="4787591" y="214158"/>
            <a:ext cx="4211128"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sz="2800" b="1" i="0" u="none" strike="noStrike" cap="none" spc="0" normalizeH="0" baseline="0">
                <a:ln>
                  <a:noFill/>
                </a:ln>
                <a:solidFill>
                  <a:srgbClr val="000000"/>
                </a:solidFill>
                <a:effectLst/>
                <a:uFillTx/>
                <a:latin typeface="Times New Roman" panose="02020603050405020304" pitchFamily="18" charset="0"/>
                <a:cs typeface="Times New Roman" panose="02020603050405020304" pitchFamily="18" charset="0"/>
                <a:sym typeface="Helvetica Neue"/>
              </a:rPr>
              <a:t>MARGINAL REVENUE</a:t>
            </a:r>
          </a:p>
        </p:txBody>
      </p:sp>
      <p:graphicFrame>
        <p:nvGraphicFramePr>
          <p:cNvPr id="25" name="Table 24">
            <a:extLst>
              <a:ext uri="{FF2B5EF4-FFF2-40B4-BE49-F238E27FC236}">
                <a16:creationId xmlns:a16="http://schemas.microsoft.com/office/drawing/2014/main" id="{34E11256-51D8-B54E-BFFD-5CF490C880FC}"/>
              </a:ext>
            </a:extLst>
          </p:cNvPr>
          <p:cNvGraphicFramePr>
            <a:graphicFrameLocks noGrp="1"/>
          </p:cNvGraphicFramePr>
          <p:nvPr>
            <p:extLst>
              <p:ext uri="{D42A27DB-BD31-4B8C-83A1-F6EECF244321}">
                <p14:modId xmlns:p14="http://schemas.microsoft.com/office/powerpoint/2010/main" val="3022042422"/>
              </p:ext>
            </p:extLst>
          </p:nvPr>
        </p:nvGraphicFramePr>
        <p:xfrm>
          <a:off x="573783" y="6251614"/>
          <a:ext cx="1224597" cy="2966720"/>
        </p:xfrm>
        <a:graphic>
          <a:graphicData uri="http://schemas.openxmlformats.org/drawingml/2006/table">
            <a:tbl>
              <a:tblPr firstRow="1" bandRow="1">
                <a:tableStyleId>{5940675A-B579-460E-94D1-54222C63F5DA}</a:tableStyleId>
              </a:tblPr>
              <a:tblGrid>
                <a:gridCol w="614680">
                  <a:extLst>
                    <a:ext uri="{9D8B030D-6E8A-4147-A177-3AD203B41FA5}">
                      <a16:colId xmlns:a16="http://schemas.microsoft.com/office/drawing/2014/main" val="2035499795"/>
                    </a:ext>
                  </a:extLst>
                </a:gridCol>
                <a:gridCol w="609917">
                  <a:extLst>
                    <a:ext uri="{9D8B030D-6E8A-4147-A177-3AD203B41FA5}">
                      <a16:colId xmlns:a16="http://schemas.microsoft.com/office/drawing/2014/main" val="2417373282"/>
                    </a:ext>
                  </a:extLst>
                </a:gridCol>
              </a:tblGrid>
              <a:tr h="370840">
                <a:tc>
                  <a:txBody>
                    <a:bodyPr/>
                    <a:lstStyle/>
                    <a:p>
                      <a:r>
                        <a:rPr lang="en-US" sz="1800" b="1"/>
                        <a:t>Qty</a:t>
                      </a:r>
                    </a:p>
                  </a:txBody>
                  <a:tcPr/>
                </a:tc>
                <a:tc>
                  <a:txBody>
                    <a:bodyPr/>
                    <a:lstStyle/>
                    <a:p>
                      <a:r>
                        <a:rPr lang="en-US" sz="1800" b="1">
                          <a:solidFill>
                            <a:schemeClr val="accent5">
                              <a:lumMod val="75000"/>
                            </a:schemeClr>
                          </a:solidFill>
                        </a:rPr>
                        <a:t>MR</a:t>
                      </a:r>
                    </a:p>
                  </a:txBody>
                  <a:tcPr/>
                </a:tc>
                <a:extLst>
                  <a:ext uri="{0D108BD9-81ED-4DB2-BD59-A6C34878D82A}">
                    <a16:rowId xmlns:a16="http://schemas.microsoft.com/office/drawing/2014/main" val="342519857"/>
                  </a:ext>
                </a:extLst>
              </a:tr>
              <a:tr h="370840">
                <a:tc>
                  <a:txBody>
                    <a:bodyPr/>
                    <a:lstStyle/>
                    <a:p>
                      <a:r>
                        <a:rPr lang="en-US" sz="1800" b="1"/>
                        <a:t>1</a:t>
                      </a:r>
                    </a:p>
                  </a:txBody>
                  <a:tcPr/>
                </a:tc>
                <a:tc>
                  <a:txBody>
                    <a:bodyPr/>
                    <a:lstStyle/>
                    <a:p>
                      <a:r>
                        <a:rPr lang="en-US" sz="1800" b="1">
                          <a:solidFill>
                            <a:schemeClr val="accent5">
                              <a:lumMod val="75000"/>
                            </a:schemeClr>
                          </a:solidFill>
                        </a:rPr>
                        <a:t>2</a:t>
                      </a:r>
                    </a:p>
                  </a:txBody>
                  <a:tcPr/>
                </a:tc>
                <a:extLst>
                  <a:ext uri="{0D108BD9-81ED-4DB2-BD59-A6C34878D82A}">
                    <a16:rowId xmlns:a16="http://schemas.microsoft.com/office/drawing/2014/main" val="852247160"/>
                  </a:ext>
                </a:extLst>
              </a:tr>
              <a:tr h="370840">
                <a:tc>
                  <a:txBody>
                    <a:bodyPr/>
                    <a:lstStyle/>
                    <a:p>
                      <a:r>
                        <a:rPr lang="en-US" sz="1800" b="1"/>
                        <a:t>2</a:t>
                      </a:r>
                    </a:p>
                  </a:txBody>
                  <a:tcPr/>
                </a:tc>
                <a:tc>
                  <a:txBody>
                    <a:bodyPr/>
                    <a:lstStyle/>
                    <a:p>
                      <a:r>
                        <a:rPr lang="en-US" sz="1800" b="1">
                          <a:solidFill>
                            <a:schemeClr val="accent5">
                              <a:lumMod val="75000"/>
                            </a:schemeClr>
                          </a:solidFill>
                        </a:rPr>
                        <a:t>2</a:t>
                      </a:r>
                    </a:p>
                  </a:txBody>
                  <a:tcPr/>
                </a:tc>
                <a:extLst>
                  <a:ext uri="{0D108BD9-81ED-4DB2-BD59-A6C34878D82A}">
                    <a16:rowId xmlns:a16="http://schemas.microsoft.com/office/drawing/2014/main" val="2485569994"/>
                  </a:ext>
                </a:extLst>
              </a:tr>
              <a:tr h="370840">
                <a:tc>
                  <a:txBody>
                    <a:bodyPr/>
                    <a:lstStyle/>
                    <a:p>
                      <a:r>
                        <a:rPr lang="en-US" sz="1800" b="1"/>
                        <a:t>3</a:t>
                      </a:r>
                    </a:p>
                  </a:txBody>
                  <a:tcPr/>
                </a:tc>
                <a:tc>
                  <a:txBody>
                    <a:bodyPr/>
                    <a:lstStyle/>
                    <a:p>
                      <a:r>
                        <a:rPr lang="en-US" sz="1800" b="1">
                          <a:solidFill>
                            <a:schemeClr val="accent5">
                              <a:lumMod val="75000"/>
                            </a:schemeClr>
                          </a:solidFill>
                        </a:rPr>
                        <a:t>2</a:t>
                      </a:r>
                    </a:p>
                  </a:txBody>
                  <a:tcPr/>
                </a:tc>
                <a:extLst>
                  <a:ext uri="{0D108BD9-81ED-4DB2-BD59-A6C34878D82A}">
                    <a16:rowId xmlns:a16="http://schemas.microsoft.com/office/drawing/2014/main" val="1074780852"/>
                  </a:ext>
                </a:extLst>
              </a:tr>
              <a:tr h="370840">
                <a:tc>
                  <a:txBody>
                    <a:bodyPr/>
                    <a:lstStyle/>
                    <a:p>
                      <a:r>
                        <a:rPr lang="en-US" sz="1800" b="1"/>
                        <a:t>4</a:t>
                      </a:r>
                    </a:p>
                  </a:txBody>
                  <a:tcPr/>
                </a:tc>
                <a:tc>
                  <a:txBody>
                    <a:bodyPr/>
                    <a:lstStyle/>
                    <a:p>
                      <a:r>
                        <a:rPr lang="en-US" sz="1800" b="1">
                          <a:solidFill>
                            <a:schemeClr val="accent5">
                              <a:lumMod val="75000"/>
                            </a:schemeClr>
                          </a:solidFill>
                        </a:rPr>
                        <a:t>2</a:t>
                      </a:r>
                    </a:p>
                  </a:txBody>
                  <a:tcPr/>
                </a:tc>
                <a:extLst>
                  <a:ext uri="{0D108BD9-81ED-4DB2-BD59-A6C34878D82A}">
                    <a16:rowId xmlns:a16="http://schemas.microsoft.com/office/drawing/2014/main" val="1982328108"/>
                  </a:ext>
                </a:extLst>
              </a:tr>
              <a:tr h="370840">
                <a:tc>
                  <a:txBody>
                    <a:bodyPr/>
                    <a:lstStyle/>
                    <a:p>
                      <a:r>
                        <a:rPr lang="en-US" sz="1800" b="1"/>
                        <a:t>5</a:t>
                      </a:r>
                    </a:p>
                  </a:txBody>
                  <a:tcPr/>
                </a:tc>
                <a:tc>
                  <a:txBody>
                    <a:bodyPr/>
                    <a:lstStyle/>
                    <a:p>
                      <a:r>
                        <a:rPr lang="en-US" sz="1800" b="1">
                          <a:solidFill>
                            <a:schemeClr val="accent5">
                              <a:lumMod val="75000"/>
                            </a:schemeClr>
                          </a:solidFill>
                        </a:rPr>
                        <a:t>2</a:t>
                      </a:r>
                    </a:p>
                  </a:txBody>
                  <a:tcPr/>
                </a:tc>
                <a:extLst>
                  <a:ext uri="{0D108BD9-81ED-4DB2-BD59-A6C34878D82A}">
                    <a16:rowId xmlns:a16="http://schemas.microsoft.com/office/drawing/2014/main" val="2417078139"/>
                  </a:ext>
                </a:extLst>
              </a:tr>
              <a:tr h="370840">
                <a:tc>
                  <a:txBody>
                    <a:bodyPr/>
                    <a:lstStyle/>
                    <a:p>
                      <a:r>
                        <a:rPr lang="en-US" sz="1800" b="1"/>
                        <a:t>6</a:t>
                      </a:r>
                    </a:p>
                  </a:txBody>
                  <a:tcPr/>
                </a:tc>
                <a:tc>
                  <a:txBody>
                    <a:bodyPr/>
                    <a:lstStyle/>
                    <a:p>
                      <a:r>
                        <a:rPr lang="en-US" sz="1800" b="1">
                          <a:solidFill>
                            <a:schemeClr val="accent5">
                              <a:lumMod val="75000"/>
                            </a:schemeClr>
                          </a:solidFill>
                        </a:rPr>
                        <a:t>2</a:t>
                      </a:r>
                    </a:p>
                  </a:txBody>
                  <a:tcPr/>
                </a:tc>
                <a:extLst>
                  <a:ext uri="{0D108BD9-81ED-4DB2-BD59-A6C34878D82A}">
                    <a16:rowId xmlns:a16="http://schemas.microsoft.com/office/drawing/2014/main" val="2144018759"/>
                  </a:ext>
                </a:extLst>
              </a:tr>
              <a:tr h="370840">
                <a:tc>
                  <a:txBody>
                    <a:bodyPr/>
                    <a:lstStyle/>
                    <a:p>
                      <a:r>
                        <a:rPr lang="en-US" sz="1800" b="1"/>
                        <a:t>7</a:t>
                      </a:r>
                    </a:p>
                  </a:txBody>
                  <a:tcPr/>
                </a:tc>
                <a:tc>
                  <a:txBody>
                    <a:bodyPr/>
                    <a:lstStyle/>
                    <a:p>
                      <a:r>
                        <a:rPr lang="en-US" sz="1800" b="1">
                          <a:solidFill>
                            <a:schemeClr val="accent5">
                              <a:lumMod val="75000"/>
                            </a:schemeClr>
                          </a:solidFill>
                        </a:rPr>
                        <a:t>2</a:t>
                      </a:r>
                    </a:p>
                  </a:txBody>
                  <a:tcPr/>
                </a:tc>
                <a:extLst>
                  <a:ext uri="{0D108BD9-81ED-4DB2-BD59-A6C34878D82A}">
                    <a16:rowId xmlns:a16="http://schemas.microsoft.com/office/drawing/2014/main" val="1241363467"/>
                  </a:ext>
                </a:extLst>
              </a:tr>
            </a:tbl>
          </a:graphicData>
        </a:graphic>
      </p:graphicFrame>
      <p:graphicFrame>
        <p:nvGraphicFramePr>
          <p:cNvPr id="26" name="Table 25">
            <a:extLst>
              <a:ext uri="{FF2B5EF4-FFF2-40B4-BE49-F238E27FC236}">
                <a16:creationId xmlns:a16="http://schemas.microsoft.com/office/drawing/2014/main" id="{81588516-AA04-B74B-A746-17293CC480D8}"/>
              </a:ext>
            </a:extLst>
          </p:cNvPr>
          <p:cNvGraphicFramePr>
            <a:graphicFrameLocks noGrp="1"/>
          </p:cNvGraphicFramePr>
          <p:nvPr>
            <p:extLst>
              <p:ext uri="{D42A27DB-BD31-4B8C-83A1-F6EECF244321}">
                <p14:modId xmlns:p14="http://schemas.microsoft.com/office/powerpoint/2010/main" val="2047242632"/>
              </p:ext>
            </p:extLst>
          </p:nvPr>
        </p:nvGraphicFramePr>
        <p:xfrm>
          <a:off x="7681491" y="6089407"/>
          <a:ext cx="1267460" cy="2966720"/>
        </p:xfrm>
        <a:graphic>
          <a:graphicData uri="http://schemas.openxmlformats.org/drawingml/2006/table">
            <a:tbl>
              <a:tblPr firstRow="1" bandRow="1">
                <a:tableStyleId>{5940675A-B579-460E-94D1-54222C63F5DA}</a:tableStyleId>
              </a:tblPr>
              <a:tblGrid>
                <a:gridCol w="614680">
                  <a:extLst>
                    <a:ext uri="{9D8B030D-6E8A-4147-A177-3AD203B41FA5}">
                      <a16:colId xmlns:a16="http://schemas.microsoft.com/office/drawing/2014/main" val="2035499795"/>
                    </a:ext>
                  </a:extLst>
                </a:gridCol>
                <a:gridCol w="652780">
                  <a:extLst>
                    <a:ext uri="{9D8B030D-6E8A-4147-A177-3AD203B41FA5}">
                      <a16:colId xmlns:a16="http://schemas.microsoft.com/office/drawing/2014/main" val="2417373282"/>
                    </a:ext>
                  </a:extLst>
                </a:gridCol>
              </a:tblGrid>
              <a:tr h="370840">
                <a:tc>
                  <a:txBody>
                    <a:bodyPr/>
                    <a:lstStyle/>
                    <a:p>
                      <a:r>
                        <a:rPr lang="en-US" sz="1800" b="1"/>
                        <a:t>Qty</a:t>
                      </a:r>
                    </a:p>
                  </a:txBody>
                  <a:tcPr/>
                </a:tc>
                <a:tc>
                  <a:txBody>
                    <a:bodyPr/>
                    <a:lstStyle/>
                    <a:p>
                      <a:r>
                        <a:rPr lang="en-US" sz="1800" b="1">
                          <a:solidFill>
                            <a:schemeClr val="accent5">
                              <a:lumMod val="75000"/>
                            </a:schemeClr>
                          </a:solidFill>
                        </a:rPr>
                        <a:t>MR</a:t>
                      </a:r>
                    </a:p>
                  </a:txBody>
                  <a:tcPr/>
                </a:tc>
                <a:extLst>
                  <a:ext uri="{0D108BD9-81ED-4DB2-BD59-A6C34878D82A}">
                    <a16:rowId xmlns:a16="http://schemas.microsoft.com/office/drawing/2014/main" val="342519857"/>
                  </a:ext>
                </a:extLst>
              </a:tr>
              <a:tr h="370840">
                <a:tc>
                  <a:txBody>
                    <a:bodyPr/>
                    <a:lstStyle/>
                    <a:p>
                      <a:r>
                        <a:rPr lang="en-US" sz="1800" b="1"/>
                        <a:t>1</a:t>
                      </a:r>
                    </a:p>
                  </a:txBody>
                  <a:tcPr/>
                </a:tc>
                <a:tc>
                  <a:txBody>
                    <a:bodyPr/>
                    <a:lstStyle/>
                    <a:p>
                      <a:r>
                        <a:rPr lang="en-US" sz="1800" b="1">
                          <a:solidFill>
                            <a:schemeClr val="accent5">
                              <a:lumMod val="75000"/>
                            </a:schemeClr>
                          </a:solidFill>
                        </a:rPr>
                        <a:t>30</a:t>
                      </a:r>
                    </a:p>
                  </a:txBody>
                  <a:tcPr/>
                </a:tc>
                <a:extLst>
                  <a:ext uri="{0D108BD9-81ED-4DB2-BD59-A6C34878D82A}">
                    <a16:rowId xmlns:a16="http://schemas.microsoft.com/office/drawing/2014/main" val="852247160"/>
                  </a:ext>
                </a:extLst>
              </a:tr>
              <a:tr h="370840">
                <a:tc>
                  <a:txBody>
                    <a:bodyPr/>
                    <a:lstStyle/>
                    <a:p>
                      <a:r>
                        <a:rPr lang="en-US" sz="1800" b="1"/>
                        <a:t>2</a:t>
                      </a:r>
                    </a:p>
                  </a:txBody>
                  <a:tcPr/>
                </a:tc>
                <a:tc>
                  <a:txBody>
                    <a:bodyPr/>
                    <a:lstStyle/>
                    <a:p>
                      <a:r>
                        <a:rPr lang="en-US" sz="1800" b="1">
                          <a:solidFill>
                            <a:schemeClr val="accent5">
                              <a:lumMod val="75000"/>
                            </a:schemeClr>
                          </a:solidFill>
                        </a:rPr>
                        <a:t>24</a:t>
                      </a:r>
                    </a:p>
                  </a:txBody>
                  <a:tcPr/>
                </a:tc>
                <a:extLst>
                  <a:ext uri="{0D108BD9-81ED-4DB2-BD59-A6C34878D82A}">
                    <a16:rowId xmlns:a16="http://schemas.microsoft.com/office/drawing/2014/main" val="2485569994"/>
                  </a:ext>
                </a:extLst>
              </a:tr>
              <a:tr h="370840">
                <a:tc>
                  <a:txBody>
                    <a:bodyPr/>
                    <a:lstStyle/>
                    <a:p>
                      <a:r>
                        <a:rPr lang="en-US" sz="1800" b="1"/>
                        <a:t>3</a:t>
                      </a:r>
                    </a:p>
                  </a:txBody>
                  <a:tcPr/>
                </a:tc>
                <a:tc>
                  <a:txBody>
                    <a:bodyPr/>
                    <a:lstStyle/>
                    <a:p>
                      <a:r>
                        <a:rPr lang="en-US" sz="1800" b="1">
                          <a:solidFill>
                            <a:schemeClr val="accent5">
                              <a:lumMod val="75000"/>
                            </a:schemeClr>
                          </a:solidFill>
                        </a:rPr>
                        <a:t>15</a:t>
                      </a:r>
                    </a:p>
                  </a:txBody>
                  <a:tcPr/>
                </a:tc>
                <a:extLst>
                  <a:ext uri="{0D108BD9-81ED-4DB2-BD59-A6C34878D82A}">
                    <a16:rowId xmlns:a16="http://schemas.microsoft.com/office/drawing/2014/main" val="1074780852"/>
                  </a:ext>
                </a:extLst>
              </a:tr>
              <a:tr h="370840">
                <a:tc>
                  <a:txBody>
                    <a:bodyPr/>
                    <a:lstStyle/>
                    <a:p>
                      <a:r>
                        <a:rPr lang="en-US" sz="1800" b="1"/>
                        <a:t>4</a:t>
                      </a:r>
                    </a:p>
                  </a:txBody>
                  <a:tcPr/>
                </a:tc>
                <a:tc>
                  <a:txBody>
                    <a:bodyPr/>
                    <a:lstStyle/>
                    <a:p>
                      <a:r>
                        <a:rPr lang="en-US" sz="1800" b="1">
                          <a:solidFill>
                            <a:schemeClr val="accent5">
                              <a:lumMod val="75000"/>
                            </a:schemeClr>
                          </a:solidFill>
                        </a:rPr>
                        <a:t>11</a:t>
                      </a:r>
                    </a:p>
                  </a:txBody>
                  <a:tcPr/>
                </a:tc>
                <a:extLst>
                  <a:ext uri="{0D108BD9-81ED-4DB2-BD59-A6C34878D82A}">
                    <a16:rowId xmlns:a16="http://schemas.microsoft.com/office/drawing/2014/main" val="1982328108"/>
                  </a:ext>
                </a:extLst>
              </a:tr>
              <a:tr h="370840">
                <a:tc>
                  <a:txBody>
                    <a:bodyPr/>
                    <a:lstStyle/>
                    <a:p>
                      <a:r>
                        <a:rPr lang="en-US" sz="1800" b="1"/>
                        <a:t>5</a:t>
                      </a:r>
                    </a:p>
                  </a:txBody>
                  <a:tcPr/>
                </a:tc>
                <a:tc>
                  <a:txBody>
                    <a:bodyPr/>
                    <a:lstStyle/>
                    <a:p>
                      <a:r>
                        <a:rPr lang="en-US" sz="1800" b="1">
                          <a:solidFill>
                            <a:schemeClr val="accent5">
                              <a:lumMod val="75000"/>
                            </a:schemeClr>
                          </a:solidFill>
                        </a:rPr>
                        <a:t>- 20</a:t>
                      </a:r>
                    </a:p>
                  </a:txBody>
                  <a:tcPr/>
                </a:tc>
                <a:extLst>
                  <a:ext uri="{0D108BD9-81ED-4DB2-BD59-A6C34878D82A}">
                    <a16:rowId xmlns:a16="http://schemas.microsoft.com/office/drawing/2014/main" val="2417078139"/>
                  </a:ext>
                </a:extLst>
              </a:tr>
              <a:tr h="370840">
                <a:tc>
                  <a:txBody>
                    <a:bodyPr/>
                    <a:lstStyle/>
                    <a:p>
                      <a:r>
                        <a:rPr lang="en-US" sz="1800" b="1"/>
                        <a:t>6</a:t>
                      </a:r>
                    </a:p>
                  </a:txBody>
                  <a:tcPr/>
                </a:tc>
                <a:tc>
                  <a:txBody>
                    <a:bodyPr/>
                    <a:lstStyle/>
                    <a:p>
                      <a:r>
                        <a:rPr lang="en-US" sz="1800" b="1">
                          <a:solidFill>
                            <a:schemeClr val="accent5">
                              <a:lumMod val="75000"/>
                            </a:schemeClr>
                          </a:solidFill>
                        </a:rPr>
                        <a:t>- 24</a:t>
                      </a:r>
                    </a:p>
                  </a:txBody>
                  <a:tcPr/>
                </a:tc>
                <a:extLst>
                  <a:ext uri="{0D108BD9-81ED-4DB2-BD59-A6C34878D82A}">
                    <a16:rowId xmlns:a16="http://schemas.microsoft.com/office/drawing/2014/main" val="2144018759"/>
                  </a:ext>
                </a:extLst>
              </a:tr>
              <a:tr h="370840">
                <a:tc>
                  <a:txBody>
                    <a:bodyPr/>
                    <a:lstStyle/>
                    <a:p>
                      <a:r>
                        <a:rPr lang="en-US" sz="1800" b="1"/>
                        <a:t>7</a:t>
                      </a:r>
                    </a:p>
                  </a:txBody>
                  <a:tcPr/>
                </a:tc>
                <a:tc>
                  <a:txBody>
                    <a:bodyPr/>
                    <a:lstStyle/>
                    <a:p>
                      <a:r>
                        <a:rPr lang="en-US" sz="1800" b="1">
                          <a:solidFill>
                            <a:schemeClr val="accent5">
                              <a:lumMod val="75000"/>
                            </a:schemeClr>
                          </a:solidFill>
                        </a:rPr>
                        <a:t>- 29</a:t>
                      </a:r>
                    </a:p>
                  </a:txBody>
                  <a:tcPr/>
                </a:tc>
                <a:extLst>
                  <a:ext uri="{0D108BD9-81ED-4DB2-BD59-A6C34878D82A}">
                    <a16:rowId xmlns:a16="http://schemas.microsoft.com/office/drawing/2014/main" val="1241363467"/>
                  </a:ext>
                </a:extLst>
              </a:tr>
            </a:tbl>
          </a:graphicData>
        </a:graphic>
      </p:graphicFrame>
      <p:grpSp>
        <p:nvGrpSpPr>
          <p:cNvPr id="38" name="Group 37">
            <a:extLst>
              <a:ext uri="{FF2B5EF4-FFF2-40B4-BE49-F238E27FC236}">
                <a16:creationId xmlns:a16="http://schemas.microsoft.com/office/drawing/2014/main" id="{782DA9EB-36E6-8949-9D47-6A3D11CDA0CD}"/>
              </a:ext>
            </a:extLst>
          </p:cNvPr>
          <p:cNvGrpSpPr/>
          <p:nvPr/>
        </p:nvGrpSpPr>
        <p:grpSpPr>
          <a:xfrm>
            <a:off x="268196" y="1518023"/>
            <a:ext cx="5229910" cy="4746408"/>
            <a:chOff x="742577" y="1546816"/>
            <a:chExt cx="5229910" cy="4746408"/>
          </a:xfrm>
        </p:grpSpPr>
        <p:grpSp>
          <p:nvGrpSpPr>
            <p:cNvPr id="32" name="Group 31">
              <a:extLst>
                <a:ext uri="{FF2B5EF4-FFF2-40B4-BE49-F238E27FC236}">
                  <a16:creationId xmlns:a16="http://schemas.microsoft.com/office/drawing/2014/main" id="{24DE85A7-7BF0-3845-92B1-05773ED67FB3}"/>
                </a:ext>
              </a:extLst>
            </p:cNvPr>
            <p:cNvGrpSpPr/>
            <p:nvPr/>
          </p:nvGrpSpPr>
          <p:grpSpPr>
            <a:xfrm>
              <a:off x="742577" y="1546816"/>
              <a:ext cx="5229910" cy="4746408"/>
              <a:chOff x="742577" y="1546816"/>
              <a:chExt cx="5229910" cy="4746408"/>
            </a:xfrm>
          </p:grpSpPr>
          <p:grpSp>
            <p:nvGrpSpPr>
              <p:cNvPr id="8" name="Group 7">
                <a:extLst>
                  <a:ext uri="{FF2B5EF4-FFF2-40B4-BE49-F238E27FC236}">
                    <a16:creationId xmlns:a16="http://schemas.microsoft.com/office/drawing/2014/main" id="{A85DC4AB-FE3D-2A45-827F-7038AE7CD910}"/>
                  </a:ext>
                </a:extLst>
              </p:cNvPr>
              <p:cNvGrpSpPr/>
              <p:nvPr/>
            </p:nvGrpSpPr>
            <p:grpSpPr>
              <a:xfrm>
                <a:off x="1174377" y="1721223"/>
                <a:ext cx="4498290" cy="4572001"/>
                <a:chOff x="1174377" y="1721223"/>
                <a:chExt cx="4498290" cy="4572001"/>
              </a:xfrm>
            </p:grpSpPr>
            <p:cxnSp>
              <p:nvCxnSpPr>
                <p:cNvPr id="3" name="Straight Connector 2">
                  <a:extLst>
                    <a:ext uri="{FF2B5EF4-FFF2-40B4-BE49-F238E27FC236}">
                      <a16:creationId xmlns:a16="http://schemas.microsoft.com/office/drawing/2014/main" id="{59E1DA47-3C95-004F-8ED9-CB4EA8FC0BA0}"/>
                    </a:ext>
                  </a:extLst>
                </p:cNvPr>
                <p:cNvCxnSpPr>
                  <a:cxnSpLocks/>
                </p:cNvCxnSpPr>
                <p:nvPr/>
              </p:nvCxnSpPr>
              <p:spPr>
                <a:xfrm>
                  <a:off x="1434353" y="1721223"/>
                  <a:ext cx="0" cy="4572001"/>
                </a:xfrm>
                <a:prstGeom prst="line">
                  <a:avLst/>
                </a:prstGeom>
                <a:noFill/>
                <a:ln w="25400" cap="flat">
                  <a:solidFill>
                    <a:srgbClr val="000000"/>
                  </a:solidFill>
                  <a:prstDash val="solid"/>
                  <a:miter lim="400000"/>
                  <a:headEnd type="triangle" w="med" len="med"/>
                  <a:tailEnd type="triangle" w="med" len="med"/>
                </a:ln>
                <a:effectLst/>
                <a:sp3d/>
              </p:spPr>
              <p:style>
                <a:lnRef idx="0">
                  <a:scrgbClr r="0" g="0" b="0"/>
                </a:lnRef>
                <a:fillRef idx="0">
                  <a:scrgbClr r="0" g="0" b="0"/>
                </a:fillRef>
                <a:effectRef idx="0">
                  <a:scrgbClr r="0" g="0" b="0"/>
                </a:effectRef>
                <a:fontRef idx="none"/>
              </p:style>
            </p:cxnSp>
            <p:cxnSp>
              <p:nvCxnSpPr>
                <p:cNvPr id="6" name="Straight Connector 5">
                  <a:extLst>
                    <a:ext uri="{FF2B5EF4-FFF2-40B4-BE49-F238E27FC236}">
                      <a16:creationId xmlns:a16="http://schemas.microsoft.com/office/drawing/2014/main" id="{95DE8958-5076-4E45-B001-120F5DD620A7}"/>
                    </a:ext>
                  </a:extLst>
                </p:cNvPr>
                <p:cNvCxnSpPr>
                  <a:cxnSpLocks/>
                </p:cNvCxnSpPr>
                <p:nvPr/>
              </p:nvCxnSpPr>
              <p:spPr>
                <a:xfrm flipH="1">
                  <a:off x="1174377" y="5818095"/>
                  <a:ext cx="4498290" cy="0"/>
                </a:xfrm>
                <a:prstGeom prst="line">
                  <a:avLst/>
                </a:prstGeom>
                <a:noFill/>
                <a:ln w="25400" cap="flat">
                  <a:solidFill>
                    <a:srgbClr val="000000"/>
                  </a:solidFill>
                  <a:prstDash val="solid"/>
                  <a:miter lim="400000"/>
                  <a:headEnd type="triangle" w="med" len="med"/>
                  <a:tailEnd type="triangle" w="med" len="med"/>
                </a:ln>
                <a:effectLst/>
                <a:sp3d/>
              </p:spPr>
              <p:style>
                <a:lnRef idx="0">
                  <a:scrgbClr r="0" g="0" b="0"/>
                </a:lnRef>
                <a:fillRef idx="0">
                  <a:scrgbClr r="0" g="0" b="0"/>
                </a:fillRef>
                <a:effectRef idx="0">
                  <a:scrgbClr r="0" g="0" b="0"/>
                </a:effectRef>
                <a:fontRef idx="none"/>
              </p:style>
            </p:cxnSp>
          </p:grpSp>
          <p:sp>
            <p:nvSpPr>
              <p:cNvPr id="14" name="TextBox 13">
                <a:extLst>
                  <a:ext uri="{FF2B5EF4-FFF2-40B4-BE49-F238E27FC236}">
                    <a16:creationId xmlns:a16="http://schemas.microsoft.com/office/drawing/2014/main" id="{C290B2F0-24F6-7946-9087-7CBDE5E6B359}"/>
                  </a:ext>
                </a:extLst>
              </p:cNvPr>
              <p:cNvSpPr txBox="1"/>
              <p:nvPr/>
            </p:nvSpPr>
            <p:spPr>
              <a:xfrm>
                <a:off x="742577" y="1546816"/>
                <a:ext cx="863600"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sz="1600" b="0">
                    <a:latin typeface="Times New Roman" panose="02020603050405020304" pitchFamily="18" charset="0"/>
                    <a:cs typeface="Times New Roman" panose="02020603050405020304" pitchFamily="18" charset="0"/>
                  </a:rPr>
                  <a:t>MR</a:t>
                </a:r>
                <a:endParaRPr kumimoji="0" lang="en-US" sz="1600" b="0" i="0" u="none" strike="noStrike" cap="none" spc="0" normalizeH="0" baseline="0">
                  <a:ln>
                    <a:noFill/>
                  </a:ln>
                  <a:solidFill>
                    <a:srgbClr val="000000"/>
                  </a:solidFill>
                  <a:effectLst/>
                  <a:uFillTx/>
                  <a:latin typeface="Times New Roman" panose="02020603050405020304" pitchFamily="18" charset="0"/>
                  <a:cs typeface="Times New Roman" panose="02020603050405020304" pitchFamily="18" charset="0"/>
                  <a:sym typeface="Helvetica Neue"/>
                </a:endParaRPr>
              </a:p>
            </p:txBody>
          </p:sp>
          <p:sp>
            <p:nvSpPr>
              <p:cNvPr id="16" name="TextBox 15">
                <a:extLst>
                  <a:ext uri="{FF2B5EF4-FFF2-40B4-BE49-F238E27FC236}">
                    <a16:creationId xmlns:a16="http://schemas.microsoft.com/office/drawing/2014/main" id="{4478112D-65C3-5543-8BC2-702063D4B715}"/>
                  </a:ext>
                </a:extLst>
              </p:cNvPr>
              <p:cNvSpPr txBox="1"/>
              <p:nvPr/>
            </p:nvSpPr>
            <p:spPr>
              <a:xfrm>
                <a:off x="5108887" y="5881253"/>
                <a:ext cx="863600"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sz="1600" b="0">
                    <a:latin typeface="Times New Roman" panose="02020603050405020304" pitchFamily="18" charset="0"/>
                    <a:cs typeface="Times New Roman" panose="02020603050405020304" pitchFamily="18" charset="0"/>
                  </a:rPr>
                  <a:t>Qty</a:t>
                </a:r>
                <a:endParaRPr kumimoji="0" lang="en-US" sz="1600" b="0" i="0" u="none" strike="noStrike" cap="none" spc="0" normalizeH="0" baseline="0">
                  <a:ln>
                    <a:noFill/>
                  </a:ln>
                  <a:solidFill>
                    <a:srgbClr val="000000"/>
                  </a:solidFill>
                  <a:effectLst/>
                  <a:uFillTx/>
                  <a:latin typeface="Times New Roman" panose="02020603050405020304" pitchFamily="18" charset="0"/>
                  <a:cs typeface="Times New Roman" panose="02020603050405020304" pitchFamily="18" charset="0"/>
                  <a:sym typeface="Helvetica Neue"/>
                </a:endParaRPr>
              </a:p>
            </p:txBody>
          </p:sp>
          <p:grpSp>
            <p:nvGrpSpPr>
              <p:cNvPr id="9" name="Group 8">
                <a:extLst>
                  <a:ext uri="{FF2B5EF4-FFF2-40B4-BE49-F238E27FC236}">
                    <a16:creationId xmlns:a16="http://schemas.microsoft.com/office/drawing/2014/main" id="{B47C5AE9-D909-C847-9CDC-A238186CFC6A}"/>
                  </a:ext>
                </a:extLst>
              </p:cNvPr>
              <p:cNvGrpSpPr/>
              <p:nvPr/>
            </p:nvGrpSpPr>
            <p:grpSpPr>
              <a:xfrm>
                <a:off x="1434353" y="3332099"/>
                <a:ext cx="4069480" cy="471924"/>
                <a:chOff x="1434353" y="3332099"/>
                <a:chExt cx="4069480" cy="471924"/>
              </a:xfrm>
            </p:grpSpPr>
            <p:cxnSp>
              <p:nvCxnSpPr>
                <p:cNvPr id="19" name="Straight Connector 18">
                  <a:extLst>
                    <a:ext uri="{FF2B5EF4-FFF2-40B4-BE49-F238E27FC236}">
                      <a16:creationId xmlns:a16="http://schemas.microsoft.com/office/drawing/2014/main" id="{E8182E6A-64B9-A640-8D35-7DB71A95E786}"/>
                    </a:ext>
                  </a:extLst>
                </p:cNvPr>
                <p:cNvCxnSpPr>
                  <a:cxnSpLocks/>
                </p:cNvCxnSpPr>
                <p:nvPr/>
              </p:nvCxnSpPr>
              <p:spPr>
                <a:xfrm flipV="1">
                  <a:off x="1434353" y="3657601"/>
                  <a:ext cx="3239247" cy="1"/>
                </a:xfrm>
                <a:prstGeom prst="line">
                  <a:avLst/>
                </a:prstGeom>
                <a:noFill/>
                <a:ln w="63500" cap="flat">
                  <a:solidFill>
                    <a:schemeClr val="accent1">
                      <a:lumMod val="75000"/>
                    </a:schemeClr>
                  </a:solidFill>
                  <a:prstDash val="solid"/>
                  <a:miter lim="400000"/>
                </a:ln>
                <a:effectLst/>
                <a:sp3d/>
              </p:spPr>
              <p:style>
                <a:lnRef idx="0">
                  <a:scrgbClr r="0" g="0" b="0"/>
                </a:lnRef>
                <a:fillRef idx="0">
                  <a:scrgbClr r="0" g="0" b="0"/>
                </a:fillRef>
                <a:effectRef idx="0">
                  <a:scrgbClr r="0" g="0" b="0"/>
                </a:effectRef>
                <a:fontRef idx="none"/>
              </p:style>
            </p:cxnSp>
            <p:sp>
              <p:nvSpPr>
                <p:cNvPr id="22" name="TextBox 21">
                  <a:extLst>
                    <a:ext uri="{FF2B5EF4-FFF2-40B4-BE49-F238E27FC236}">
                      <a16:creationId xmlns:a16="http://schemas.microsoft.com/office/drawing/2014/main" id="{A88A4B8A-19C4-6D4A-A2AA-47028F22726A}"/>
                    </a:ext>
                  </a:extLst>
                </p:cNvPr>
                <p:cNvSpPr txBox="1"/>
                <p:nvPr/>
              </p:nvSpPr>
              <p:spPr>
                <a:xfrm>
                  <a:off x="4640233" y="3332099"/>
                  <a:ext cx="863600"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b="0">
                      <a:latin typeface="Times New Roman" panose="02020603050405020304" pitchFamily="18" charset="0"/>
                      <a:cs typeface="Times New Roman" panose="02020603050405020304" pitchFamily="18" charset="0"/>
                    </a:rPr>
                    <a:t>MR</a:t>
                  </a:r>
                  <a:r>
                    <a:rPr lang="en-US" b="0" baseline="-25000">
                      <a:latin typeface="Times New Roman" panose="02020603050405020304" pitchFamily="18" charset="0"/>
                      <a:cs typeface="Times New Roman" panose="02020603050405020304" pitchFamily="18" charset="0"/>
                    </a:rPr>
                    <a:t>C</a:t>
                  </a:r>
                  <a:endParaRPr kumimoji="0" lang="en-US" b="0" i="0" u="none" strike="noStrike" cap="none" spc="0" normalizeH="0" baseline="-25000">
                    <a:ln>
                      <a:noFill/>
                    </a:ln>
                    <a:solidFill>
                      <a:srgbClr val="000000"/>
                    </a:solidFill>
                    <a:effectLst/>
                    <a:uFillTx/>
                    <a:latin typeface="Times New Roman" panose="02020603050405020304" pitchFamily="18" charset="0"/>
                    <a:cs typeface="Times New Roman" panose="02020603050405020304" pitchFamily="18" charset="0"/>
                    <a:sym typeface="Helvetica Neue"/>
                  </a:endParaRPr>
                </a:p>
              </p:txBody>
            </p:sp>
          </p:grpSp>
        </p:grpSp>
        <p:sp>
          <p:nvSpPr>
            <p:cNvPr id="29" name="TextBox 28">
              <a:extLst>
                <a:ext uri="{FF2B5EF4-FFF2-40B4-BE49-F238E27FC236}">
                  <a16:creationId xmlns:a16="http://schemas.microsoft.com/office/drawing/2014/main" id="{F6E096B5-C6DD-364C-9A36-D7EA892DA417}"/>
                </a:ext>
              </a:extLst>
            </p:cNvPr>
            <p:cNvSpPr txBox="1"/>
            <p:nvPr/>
          </p:nvSpPr>
          <p:spPr>
            <a:xfrm>
              <a:off x="796863" y="3507788"/>
              <a:ext cx="863600"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sz="1600" b="0">
                  <a:latin typeface="Times New Roman" panose="02020603050405020304" pitchFamily="18" charset="0"/>
                  <a:cs typeface="Times New Roman" panose="02020603050405020304" pitchFamily="18" charset="0"/>
                </a:rPr>
                <a:t>P</a:t>
              </a:r>
              <a:endParaRPr kumimoji="0" lang="en-US" sz="1600" b="0" i="0" u="none" strike="noStrike" cap="none" spc="0" normalizeH="0" baseline="0">
                <a:ln>
                  <a:noFill/>
                </a:ln>
                <a:solidFill>
                  <a:srgbClr val="000000"/>
                </a:solidFill>
                <a:effectLst/>
                <a:uFillTx/>
                <a:latin typeface="Times New Roman" panose="02020603050405020304" pitchFamily="18" charset="0"/>
                <a:cs typeface="Times New Roman" panose="02020603050405020304" pitchFamily="18" charset="0"/>
                <a:sym typeface="Helvetica Neue"/>
              </a:endParaRPr>
            </a:p>
          </p:txBody>
        </p:sp>
      </p:grpSp>
      <p:sp>
        <p:nvSpPr>
          <p:cNvPr id="2" name="Slide Number Placeholder 1">
            <a:extLst>
              <a:ext uri="{FF2B5EF4-FFF2-40B4-BE49-F238E27FC236}">
                <a16:creationId xmlns:a16="http://schemas.microsoft.com/office/drawing/2014/main" id="{5B1FD940-D527-E744-A873-604846FCA03F}"/>
              </a:ext>
            </a:extLst>
          </p:cNvPr>
          <p:cNvSpPr>
            <a:spLocks noGrp="1"/>
          </p:cNvSpPr>
          <p:nvPr>
            <p:ph type="sldNum" sz="quarter" idx="2"/>
          </p:nvPr>
        </p:nvSpPr>
        <p:spPr>
          <a:xfrm>
            <a:off x="6396421" y="9296400"/>
            <a:ext cx="205184" cy="348813"/>
          </a:xfrm>
        </p:spPr>
        <p:txBody>
          <a:bodyPr/>
          <a:lstStyle/>
          <a:p>
            <a:fld id="{86CB4B4D-7CA3-9044-876B-883B54F8677D}" type="slidenum">
              <a:rPr lang="en-IN" smtClean="0">
                <a:latin typeface="Times New Roman" panose="02020603050405020304" pitchFamily="18" charset="0"/>
                <a:cs typeface="Times New Roman" panose="02020603050405020304" pitchFamily="18" charset="0"/>
              </a:rPr>
              <a:t>7</a:t>
            </a:fld>
            <a:endParaRPr lang="en-IN">
              <a:latin typeface="Times New Roman" panose="02020603050405020304" pitchFamily="18" charset="0"/>
              <a:cs typeface="Times New Roman" panose="02020603050405020304" pitchFamily="18" charset="0"/>
            </a:endParaRPr>
          </a:p>
        </p:txBody>
      </p:sp>
      <p:sp>
        <p:nvSpPr>
          <p:cNvPr id="72" name="TextBox 71">
            <a:extLst>
              <a:ext uri="{FF2B5EF4-FFF2-40B4-BE49-F238E27FC236}">
                <a16:creationId xmlns:a16="http://schemas.microsoft.com/office/drawing/2014/main" id="{CC4B7DA5-C0C7-4E48-BAB6-390791DF2FAD}"/>
              </a:ext>
            </a:extLst>
          </p:cNvPr>
          <p:cNvSpPr txBox="1"/>
          <p:nvPr/>
        </p:nvSpPr>
        <p:spPr>
          <a:xfrm>
            <a:off x="1131796" y="788449"/>
            <a:ext cx="111428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just" defTabSz="584200" rtl="0" fontAlgn="auto" latinLnBrk="0" hangingPunct="0">
              <a:lnSpc>
                <a:spcPct val="100000"/>
              </a:lnSpc>
              <a:spcBef>
                <a:spcPts val="0"/>
              </a:spcBef>
              <a:spcAft>
                <a:spcPts val="0"/>
              </a:spcAft>
              <a:buClrTx/>
              <a:buSzTx/>
              <a:buFontTx/>
              <a:buNone/>
              <a:tabLst/>
            </a:pPr>
            <a:r>
              <a:rPr lang="en-US" sz="2800" dirty="0">
                <a:solidFill>
                  <a:srgbClr val="C00000"/>
                </a:solidFill>
                <a:latin typeface="Times New Roman" panose="02020603050405020304" pitchFamily="18" charset="0"/>
                <a:cs typeface="Times New Roman" panose="02020603050405020304" pitchFamily="18" charset="0"/>
              </a:rPr>
              <a:t>M</a:t>
            </a:r>
            <a:r>
              <a:rPr kumimoji="0" lang="en-US" sz="2800" i="0" u="none" strike="noStrike" cap="none" spc="0" normalizeH="0" baseline="0" dirty="0">
                <a:ln>
                  <a:noFill/>
                </a:ln>
                <a:solidFill>
                  <a:srgbClr val="C00000"/>
                </a:solidFill>
                <a:effectLst/>
                <a:uFillTx/>
                <a:latin typeface="Times New Roman" panose="02020603050405020304" pitchFamily="18" charset="0"/>
                <a:cs typeface="Times New Roman" panose="02020603050405020304" pitchFamily="18" charset="0"/>
                <a:sym typeface="Helvetica Neue"/>
              </a:rPr>
              <a:t>R refers to additional sales receipts received by selling one more unit</a:t>
            </a:r>
          </a:p>
        </p:txBody>
      </p:sp>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CF3A319D-76EC-C141-A4D3-A818C5B25DD1}"/>
                  </a:ext>
                </a:extLst>
              </p:cNvPr>
              <p:cNvSpPr txBox="1"/>
              <p:nvPr/>
            </p:nvSpPr>
            <p:spPr>
              <a:xfrm>
                <a:off x="4034233" y="3742566"/>
                <a:ext cx="4126098" cy="184069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nSpc>
                    <a:spcPct val="150000"/>
                  </a:lnSpc>
                </a:pPr>
                <a14:m>
                  <m:oMathPara xmlns:m="http://schemas.openxmlformats.org/officeDocument/2006/math">
                    <m:oMathParaPr>
                      <m:jc m:val="centerGroup"/>
                    </m:oMathParaPr>
                    <m:oMath xmlns:m="http://schemas.openxmlformats.org/officeDocument/2006/math">
                      <m:sSub>
                        <m:sSubPr>
                          <m:ctrlPr>
                            <a:rPr lang="en-US" sz="2800" b="1" i="1" dirty="0" smtClean="0">
                              <a:solidFill>
                                <a:srgbClr val="FF0000"/>
                              </a:solidFill>
                              <a:latin typeface="Cambria Math" panose="02040503050406030204" pitchFamily="18" charset="0"/>
                            </a:rPr>
                          </m:ctrlPr>
                        </m:sSubPr>
                        <m:e>
                          <m:r>
                            <a:rPr lang="en-US" sz="2800" b="1" i="1" dirty="0" smtClean="0">
                              <a:solidFill>
                                <a:srgbClr val="FF0000"/>
                              </a:solidFill>
                              <a:latin typeface="Cambria Math" panose="02040503050406030204" pitchFamily="18" charset="0"/>
                            </a:rPr>
                            <m:t>𝑴𝑹</m:t>
                          </m:r>
                        </m:e>
                        <m:sub>
                          <m:r>
                            <a:rPr lang="en-US" sz="2800" b="1" i="1" dirty="0" smtClean="0">
                              <a:solidFill>
                                <a:srgbClr val="FF0000"/>
                              </a:solidFill>
                              <a:latin typeface="Cambria Math" panose="02040503050406030204" pitchFamily="18" charset="0"/>
                            </a:rPr>
                            <m:t>𝒏</m:t>
                          </m:r>
                        </m:sub>
                      </m:sSub>
                      <m:r>
                        <a:rPr lang="en-US" sz="2800" b="1" i="1" smtClean="0">
                          <a:solidFill>
                            <a:srgbClr val="FF0000"/>
                          </a:solidFill>
                          <a:latin typeface="Cambria Math" panose="02040503050406030204" pitchFamily="18" charset="0"/>
                        </a:rPr>
                        <m:t>=</m:t>
                      </m:r>
                      <m:sSub>
                        <m:sSubPr>
                          <m:ctrlPr>
                            <a:rPr lang="en-US" sz="2800" b="1" i="1" smtClean="0">
                              <a:solidFill>
                                <a:srgbClr val="FF0000"/>
                              </a:solidFill>
                              <a:latin typeface="Cambria Math" panose="02040503050406030204" pitchFamily="18" charset="0"/>
                            </a:rPr>
                          </m:ctrlPr>
                        </m:sSubPr>
                        <m:e>
                          <m:r>
                            <a:rPr lang="en-US" sz="2800" b="1" i="1" smtClean="0">
                              <a:solidFill>
                                <a:srgbClr val="FF0000"/>
                              </a:solidFill>
                              <a:latin typeface="Cambria Math" panose="02040503050406030204" pitchFamily="18" charset="0"/>
                            </a:rPr>
                            <m:t>𝑻𝑹</m:t>
                          </m:r>
                        </m:e>
                        <m:sub>
                          <m:r>
                            <a:rPr lang="en-US" sz="2800" b="1" i="1" smtClean="0">
                              <a:solidFill>
                                <a:srgbClr val="FF0000"/>
                              </a:solidFill>
                              <a:latin typeface="Cambria Math" panose="02040503050406030204" pitchFamily="18" charset="0"/>
                            </a:rPr>
                            <m:t>𝒏</m:t>
                          </m:r>
                        </m:sub>
                      </m:sSub>
                      <m:r>
                        <a:rPr lang="en-US" sz="2800" b="1" i="1" smtClean="0">
                          <a:solidFill>
                            <a:srgbClr val="FF0000"/>
                          </a:solidFill>
                          <a:latin typeface="Cambria Math" panose="02040503050406030204" pitchFamily="18" charset="0"/>
                        </a:rPr>
                        <m:t>−</m:t>
                      </m:r>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𝑻𝑹</m:t>
                          </m:r>
                        </m:e>
                        <m:sub>
                          <m:r>
                            <a:rPr lang="en-US" sz="2800" b="1" i="1" smtClean="0">
                              <a:solidFill>
                                <a:srgbClr val="FF0000"/>
                              </a:solidFill>
                              <a:latin typeface="Cambria Math" panose="02040503050406030204" pitchFamily="18" charset="0"/>
                            </a:rPr>
                            <m:t>(</m:t>
                          </m:r>
                          <m:r>
                            <a:rPr lang="en-US" sz="2800" b="1" i="1" smtClean="0">
                              <a:solidFill>
                                <a:srgbClr val="FF0000"/>
                              </a:solidFill>
                              <a:latin typeface="Cambria Math" panose="02040503050406030204" pitchFamily="18" charset="0"/>
                            </a:rPr>
                            <m:t>𝒏</m:t>
                          </m:r>
                          <m:r>
                            <a:rPr lang="en-US" sz="2800" b="1" i="1" smtClean="0">
                              <a:solidFill>
                                <a:srgbClr val="FF0000"/>
                              </a:solidFill>
                              <a:latin typeface="Cambria Math" panose="02040503050406030204" pitchFamily="18" charset="0"/>
                            </a:rPr>
                            <m:t>−</m:t>
                          </m:r>
                          <m:r>
                            <a:rPr lang="en-US" sz="2800" b="1" i="1" smtClean="0">
                              <a:solidFill>
                                <a:srgbClr val="FF0000"/>
                              </a:solidFill>
                              <a:latin typeface="Cambria Math" panose="02040503050406030204" pitchFamily="18" charset="0"/>
                            </a:rPr>
                            <m:t>𝟏</m:t>
                          </m:r>
                          <m:r>
                            <a:rPr lang="en-US" sz="2800" b="1" i="1" smtClean="0">
                              <a:solidFill>
                                <a:srgbClr val="FF0000"/>
                              </a:solidFill>
                              <a:latin typeface="Cambria Math" panose="02040503050406030204" pitchFamily="18" charset="0"/>
                            </a:rPr>
                            <m:t>)</m:t>
                          </m:r>
                        </m:sub>
                      </m:sSub>
                    </m:oMath>
                  </m:oMathPara>
                </a14:m>
                <a:endParaRPr kumimoji="0" lang="en-US" sz="2800" i="0" u="none" strike="noStrike" cap="none" spc="0" normalizeH="0" baseline="0" dirty="0">
                  <a:ln>
                    <a:noFill/>
                  </a:ln>
                  <a:solidFill>
                    <a:srgbClr val="FF0000"/>
                  </a:solidFill>
                  <a:effectLst/>
                  <a:uFillTx/>
                  <a:latin typeface="Times New Roman" panose="02020603050405020304" pitchFamily="18" charset="0"/>
                  <a:cs typeface="Times New Roman" panose="02020603050405020304" pitchFamily="18" charset="0"/>
                  <a:sym typeface="Helvetica Neue"/>
                </a:endParaRPr>
              </a:p>
              <a:p>
                <a:pPr>
                  <a:lnSpc>
                    <a:spcPct val="150000"/>
                  </a:lnSpc>
                </a:pPr>
                <a:r>
                  <a:rPr kumimoji="0" lang="en-US" sz="2800" i="0" u="none" strike="noStrike" cap="none" spc="0" normalizeH="0" baseline="0" dirty="0">
                    <a:ln>
                      <a:noFill/>
                    </a:ln>
                    <a:solidFill>
                      <a:srgbClr val="FF0000"/>
                    </a:solidFill>
                    <a:effectLst/>
                    <a:uFillTx/>
                    <a:latin typeface="Times New Roman" panose="02020603050405020304" pitchFamily="18" charset="0"/>
                    <a:cs typeface="Times New Roman" panose="02020603050405020304" pitchFamily="18" charset="0"/>
                    <a:sym typeface="Helvetica Neue"/>
                  </a:rPr>
                  <a:t> </a:t>
                </a:r>
                <a14:m>
                  <m:oMath xmlns:m="http://schemas.openxmlformats.org/officeDocument/2006/math">
                    <m:r>
                      <a:rPr kumimoji="0" lang="en-US" sz="2800" b="1" i="1" u="none" strike="noStrike" cap="none" spc="0" normalizeH="0" baseline="0" smtClean="0">
                        <a:ln>
                          <a:noFill/>
                        </a:ln>
                        <a:solidFill>
                          <a:srgbClr val="FF0000"/>
                        </a:solidFill>
                        <a:effectLst/>
                        <a:uFillTx/>
                        <a:latin typeface="Cambria Math" panose="02040503050406030204" pitchFamily="18" charset="0"/>
                        <a:sym typeface="Helvetica Neue"/>
                      </a:rPr>
                      <m:t>𝑴𝑹</m:t>
                    </m:r>
                    <m:r>
                      <a:rPr kumimoji="0" lang="en-US" sz="2800" b="1" i="1" u="none" strike="noStrike" cap="none" spc="0" normalizeH="0" baseline="0" smtClean="0">
                        <a:ln>
                          <a:noFill/>
                        </a:ln>
                        <a:solidFill>
                          <a:srgbClr val="FF0000"/>
                        </a:solidFill>
                        <a:effectLst/>
                        <a:uFillTx/>
                        <a:latin typeface="Cambria Math" panose="02040503050406030204" pitchFamily="18" charset="0"/>
                        <a:sym typeface="Helvetica Neue"/>
                      </a:rPr>
                      <m:t>=</m:t>
                    </m:r>
                    <m:f>
                      <m:fPr>
                        <m:ctrlPr>
                          <a:rPr kumimoji="0" lang="en-US" sz="2800" b="1" i="1" u="none" strike="noStrike" cap="none" spc="0" normalizeH="0" baseline="0" smtClean="0">
                            <a:ln>
                              <a:noFill/>
                            </a:ln>
                            <a:solidFill>
                              <a:srgbClr val="FF0000"/>
                            </a:solidFill>
                            <a:effectLst/>
                            <a:uFillTx/>
                            <a:latin typeface="Cambria Math" panose="02040503050406030204" pitchFamily="18" charset="0"/>
                            <a:sym typeface="Helvetica Neue"/>
                          </a:rPr>
                        </m:ctrlPr>
                      </m:fPr>
                      <m:num>
                        <m:r>
                          <a:rPr kumimoji="0" lang="en-US" sz="2800" b="1" i="1" u="none" strike="noStrike" cap="none" spc="0" normalizeH="0" baseline="0" smtClean="0">
                            <a:ln>
                              <a:noFill/>
                            </a:ln>
                            <a:solidFill>
                              <a:srgbClr val="FF0000"/>
                            </a:solidFill>
                            <a:effectLst/>
                            <a:uFillTx/>
                            <a:latin typeface="Cambria Math" panose="02040503050406030204" pitchFamily="18" charset="0"/>
                            <a:sym typeface="Helvetica Neue"/>
                          </a:rPr>
                          <m:t>𝒅</m:t>
                        </m:r>
                        <m:r>
                          <a:rPr kumimoji="0" lang="en-US" sz="2800" b="1" i="1" u="none" strike="noStrike" cap="none" spc="0" normalizeH="0" baseline="0" smtClean="0">
                            <a:ln>
                              <a:noFill/>
                            </a:ln>
                            <a:solidFill>
                              <a:srgbClr val="FF0000"/>
                            </a:solidFill>
                            <a:effectLst/>
                            <a:uFillTx/>
                            <a:latin typeface="Cambria Math" panose="02040503050406030204" pitchFamily="18" charset="0"/>
                            <a:sym typeface="Helvetica Neue"/>
                          </a:rPr>
                          <m:t>(</m:t>
                        </m:r>
                        <m:r>
                          <a:rPr kumimoji="0" lang="en-US" sz="2800" b="1" i="1" u="none" strike="noStrike" cap="none" spc="0" normalizeH="0" baseline="0" smtClean="0">
                            <a:ln>
                              <a:noFill/>
                            </a:ln>
                            <a:solidFill>
                              <a:srgbClr val="FF0000"/>
                            </a:solidFill>
                            <a:effectLst/>
                            <a:uFillTx/>
                            <a:latin typeface="Cambria Math" panose="02040503050406030204" pitchFamily="18" charset="0"/>
                            <a:sym typeface="Helvetica Neue"/>
                          </a:rPr>
                          <m:t>𝑻𝑹</m:t>
                        </m:r>
                        <m:r>
                          <a:rPr kumimoji="0" lang="en-US" sz="2800" b="1" i="1" u="none" strike="noStrike" cap="none" spc="0" normalizeH="0" baseline="0" smtClean="0">
                            <a:ln>
                              <a:noFill/>
                            </a:ln>
                            <a:solidFill>
                              <a:srgbClr val="FF0000"/>
                            </a:solidFill>
                            <a:effectLst/>
                            <a:uFillTx/>
                            <a:latin typeface="Cambria Math" panose="02040503050406030204" pitchFamily="18" charset="0"/>
                            <a:sym typeface="Helvetica Neue"/>
                          </a:rPr>
                          <m:t>)</m:t>
                        </m:r>
                      </m:num>
                      <m:den>
                        <m:r>
                          <a:rPr kumimoji="0" lang="en-US" sz="2800" b="1" i="1" u="none" strike="noStrike" cap="none" spc="0" normalizeH="0" baseline="0" smtClean="0">
                            <a:ln>
                              <a:noFill/>
                            </a:ln>
                            <a:solidFill>
                              <a:srgbClr val="FF0000"/>
                            </a:solidFill>
                            <a:effectLst/>
                            <a:uFillTx/>
                            <a:latin typeface="Cambria Math" panose="02040503050406030204" pitchFamily="18" charset="0"/>
                            <a:sym typeface="Helvetica Neue"/>
                          </a:rPr>
                          <m:t>𝒅</m:t>
                        </m:r>
                        <m:r>
                          <a:rPr kumimoji="0" lang="en-US" sz="2800" b="1" i="1" u="none" strike="noStrike" cap="none" spc="0" normalizeH="0" baseline="0" smtClean="0">
                            <a:ln>
                              <a:noFill/>
                            </a:ln>
                            <a:solidFill>
                              <a:srgbClr val="FF0000"/>
                            </a:solidFill>
                            <a:effectLst/>
                            <a:uFillTx/>
                            <a:latin typeface="Cambria Math" panose="02040503050406030204" pitchFamily="18" charset="0"/>
                            <a:sym typeface="Helvetica Neue"/>
                          </a:rPr>
                          <m:t>(</m:t>
                        </m:r>
                        <m:r>
                          <a:rPr kumimoji="0" lang="en-US" sz="2800" b="1" i="1" u="none" strike="noStrike" cap="none" spc="0" normalizeH="0" baseline="0" smtClean="0">
                            <a:ln>
                              <a:noFill/>
                            </a:ln>
                            <a:solidFill>
                              <a:srgbClr val="FF0000"/>
                            </a:solidFill>
                            <a:effectLst/>
                            <a:uFillTx/>
                            <a:latin typeface="Cambria Math" panose="02040503050406030204" pitchFamily="18" charset="0"/>
                            <a:sym typeface="Helvetica Neue"/>
                          </a:rPr>
                          <m:t>𝑸</m:t>
                        </m:r>
                        <m:r>
                          <a:rPr kumimoji="0" lang="en-US" sz="2800" b="1" i="1" u="none" strike="noStrike" cap="none" spc="0" normalizeH="0" baseline="0" smtClean="0">
                            <a:ln>
                              <a:noFill/>
                            </a:ln>
                            <a:solidFill>
                              <a:srgbClr val="FF0000"/>
                            </a:solidFill>
                            <a:effectLst/>
                            <a:uFillTx/>
                            <a:latin typeface="Cambria Math" panose="02040503050406030204" pitchFamily="18" charset="0"/>
                            <a:sym typeface="Helvetica Neue"/>
                          </a:rPr>
                          <m:t>)</m:t>
                        </m:r>
                      </m:den>
                    </m:f>
                    <m:r>
                      <a:rPr kumimoji="0" lang="en-US" sz="2800" b="1" i="1" u="none" strike="noStrike" cap="none" spc="0" normalizeH="0" baseline="0" smtClean="0">
                        <a:ln>
                          <a:noFill/>
                        </a:ln>
                        <a:solidFill>
                          <a:srgbClr val="FF0000"/>
                        </a:solidFill>
                        <a:effectLst/>
                        <a:uFillTx/>
                        <a:latin typeface="Cambria Math" panose="02040503050406030204" pitchFamily="18" charset="0"/>
                        <a:sym typeface="Helvetica Neue"/>
                      </a:rPr>
                      <m:t>=</m:t>
                    </m:r>
                    <m:sSup>
                      <m:sSupPr>
                        <m:ctrlPr>
                          <a:rPr kumimoji="0" lang="en-US" sz="2800" b="1" i="1" u="none" strike="noStrike" cap="none" spc="0" normalizeH="0" baseline="0" smtClean="0">
                            <a:ln>
                              <a:noFill/>
                            </a:ln>
                            <a:solidFill>
                              <a:srgbClr val="FF0000"/>
                            </a:solidFill>
                            <a:effectLst/>
                            <a:uFillTx/>
                            <a:latin typeface="Cambria Math" panose="02040503050406030204" pitchFamily="18" charset="0"/>
                            <a:sym typeface="Helvetica Neue"/>
                          </a:rPr>
                        </m:ctrlPr>
                      </m:sSupPr>
                      <m:e>
                        <m:r>
                          <a:rPr kumimoji="0" lang="en-US" sz="2800" b="1" i="1" u="none" strike="noStrike" cap="none" spc="0" normalizeH="0" baseline="0" smtClean="0">
                            <a:ln>
                              <a:noFill/>
                            </a:ln>
                            <a:solidFill>
                              <a:srgbClr val="FF0000"/>
                            </a:solidFill>
                            <a:effectLst/>
                            <a:uFillTx/>
                            <a:latin typeface="Cambria Math" panose="02040503050406030204" pitchFamily="18" charset="0"/>
                            <a:sym typeface="Helvetica Neue"/>
                          </a:rPr>
                          <m:t>𝑻𝑹</m:t>
                        </m:r>
                      </m:e>
                      <m:sup>
                        <m:r>
                          <a:rPr kumimoji="0" lang="en-US" sz="2800" b="1" i="1" u="none" strike="noStrike" cap="none" spc="0" normalizeH="0" baseline="0" smtClean="0">
                            <a:ln>
                              <a:noFill/>
                            </a:ln>
                            <a:solidFill>
                              <a:srgbClr val="FF0000"/>
                            </a:solidFill>
                            <a:effectLst/>
                            <a:uFillTx/>
                            <a:latin typeface="Cambria Math" panose="02040503050406030204" pitchFamily="18" charset="0"/>
                            <a:sym typeface="Helvetica Neue"/>
                          </a:rPr>
                          <m:t>′</m:t>
                        </m:r>
                      </m:sup>
                    </m:sSup>
                  </m:oMath>
                </a14:m>
                <a:endParaRPr kumimoji="0" lang="en-US" sz="2800" i="0" u="none" strike="noStrike" cap="none" spc="0" normalizeH="0" baseline="0" dirty="0">
                  <a:ln>
                    <a:noFill/>
                  </a:ln>
                  <a:solidFill>
                    <a:srgbClr val="FF0000"/>
                  </a:solidFill>
                  <a:effectLst/>
                  <a:uFillTx/>
                  <a:latin typeface="Times New Roman" panose="02020603050405020304" pitchFamily="18" charset="0"/>
                  <a:cs typeface="Times New Roman" panose="02020603050405020304" pitchFamily="18" charset="0"/>
                  <a:sym typeface="Helvetica Neue"/>
                </a:endParaRPr>
              </a:p>
            </p:txBody>
          </p:sp>
        </mc:Choice>
        <mc:Fallback xmlns="">
          <p:sp>
            <p:nvSpPr>
              <p:cNvPr id="73" name="TextBox 72">
                <a:extLst>
                  <a:ext uri="{FF2B5EF4-FFF2-40B4-BE49-F238E27FC236}">
                    <a16:creationId xmlns:a16="http://schemas.microsoft.com/office/drawing/2014/main" id="{CF3A319D-76EC-C141-A4D3-A818C5B25DD1}"/>
                  </a:ext>
                </a:extLst>
              </p:cNvPr>
              <p:cNvSpPr txBox="1">
                <a:spLocks noRot="1" noChangeAspect="1" noMove="1" noResize="1" noEditPoints="1" noAdjustHandles="1" noChangeArrowheads="1" noChangeShapeType="1" noTextEdit="1"/>
              </p:cNvSpPr>
              <p:nvPr/>
            </p:nvSpPr>
            <p:spPr>
              <a:xfrm>
                <a:off x="4034233" y="3742566"/>
                <a:ext cx="4126098" cy="1840697"/>
              </a:xfrm>
              <a:prstGeom prst="rect">
                <a:avLst/>
              </a:prstGeom>
              <a:blipFill>
                <a:blip r:embed="rId2"/>
                <a:stretch>
                  <a:fillRect/>
                </a:stretch>
              </a:blipFill>
              <a:ln w="12700" cap="flat">
                <a:noFill/>
                <a:miter lim="400000"/>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13307E9E-0636-B64A-A578-FFA588286B53}"/>
                  </a:ext>
                </a:extLst>
              </p:cNvPr>
              <p:cNvSpPr txBox="1"/>
              <p:nvPr/>
            </p:nvSpPr>
            <p:spPr>
              <a:xfrm>
                <a:off x="2399305" y="6453782"/>
                <a:ext cx="4727843" cy="194925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just" defTabSz="584200" rtl="0" fontAlgn="auto" latinLnBrk="0" hangingPunct="0">
                  <a:lnSpc>
                    <a:spcPct val="150000"/>
                  </a:lnSpc>
                  <a:spcBef>
                    <a:spcPts val="0"/>
                  </a:spcBef>
                  <a:spcAft>
                    <a:spcPts val="0"/>
                  </a:spcAft>
                  <a:buClrTx/>
                  <a:buSzTx/>
                  <a:buFontTx/>
                  <a:buNone/>
                  <a:tabLst/>
                </a:pPr>
                <a:r>
                  <a:rPr kumimoji="0" lang="en-US" sz="200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Neue"/>
                  </a:rPr>
                  <a:t>The MR curve :</a:t>
                </a:r>
              </a:p>
              <a:p>
                <a:pPr algn="just">
                  <a:lnSpc>
                    <a:spcPct val="150000"/>
                  </a:lnSpc>
                </a:pPr>
                <a:r>
                  <a:rPr kumimoji="0" lang="en-US" sz="200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Neue"/>
                  </a:rPr>
                  <a:t> 1</a:t>
                </a:r>
                <a:r>
                  <a:rPr lang="en-US" sz="2000" dirty="0">
                    <a:latin typeface="Times New Roman" panose="02020603050405020304" pitchFamily="18" charset="0"/>
                    <a:cs typeface="Times New Roman" panose="02020603050405020304" pitchFamily="18" charset="0"/>
                  </a:rPr>
                  <a:t>. Is parallel to the Qty axis, at </a:t>
                </a:r>
              </a:p>
              <a:p>
                <a:pPr algn="just">
                  <a:lnSpc>
                    <a:spcPct val="150000"/>
                  </a:lnSpc>
                </a:pPr>
                <a:r>
                  <a:rPr lang="en-US" sz="2000" dirty="0">
                    <a:latin typeface="Times New Roman" panose="02020603050405020304" pitchFamily="18" charset="0"/>
                    <a:cs typeface="Times New Roman" panose="02020603050405020304" pitchFamily="18" charset="0"/>
                  </a:rPr>
                  <a:t>       the market determined price</a:t>
                </a:r>
                <a:endParaRPr kumimoji="0" lang="en-US" sz="200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Neue"/>
                </a:endParaRPr>
              </a:p>
              <a:p>
                <a:pPr algn="just">
                  <a:lnSpc>
                    <a:spcPct val="150000"/>
                  </a:lnSpc>
                </a:pPr>
                <a:r>
                  <a:rPr lang="en-US" sz="2000" dirty="0">
                    <a:latin typeface="Times New Roman" panose="02020603050405020304" pitchFamily="18" charset="0"/>
                    <a:cs typeface="Times New Roman" panose="02020603050405020304" pitchFamily="18" charset="0"/>
                  </a:rPr>
                  <a:t> 2.    </a:t>
                </a:r>
                <a14:m>
                  <m:oMath xmlns:m="http://schemas.openxmlformats.org/officeDocument/2006/math">
                    <m:r>
                      <a:rPr lang="en-US" sz="2000" b="1" i="1" smtClean="0">
                        <a:solidFill>
                          <a:srgbClr val="FF0000"/>
                        </a:solidFill>
                        <a:latin typeface="Cambria Math" panose="02040503050406030204" pitchFamily="18" charset="0"/>
                      </a:rPr>
                      <m:t>𝑹</m:t>
                    </m:r>
                    <m:r>
                      <a:rPr lang="en-US" sz="2000" b="1" i="1" smtClean="0">
                        <a:solidFill>
                          <a:srgbClr val="FF0000"/>
                        </a:solidFill>
                        <a:latin typeface="Cambria Math" panose="02040503050406030204" pitchFamily="18" charset="0"/>
                      </a:rPr>
                      <m:t>′</m:t>
                    </m:r>
                    <m:r>
                      <a:rPr lang="en-US" sz="2000" i="1">
                        <a:solidFill>
                          <a:srgbClr val="FF0000"/>
                        </a:solidFill>
                        <a:latin typeface="Cambria Math" panose="02040503050406030204" pitchFamily="18" charset="0"/>
                      </a:rPr>
                      <m:t>=</m:t>
                    </m:r>
                    <m:r>
                      <a:rPr lang="en-US" sz="2000" b="1" i="1" smtClean="0">
                        <a:solidFill>
                          <a:srgbClr val="FF0000"/>
                        </a:solidFill>
                        <a:latin typeface="Cambria Math" panose="02040503050406030204" pitchFamily="18" charset="0"/>
                      </a:rPr>
                      <m:t>𝒑</m:t>
                    </m:r>
                    <m:r>
                      <a:rPr lang="en-US" sz="2000" i="1">
                        <a:solidFill>
                          <a:srgbClr val="FF0000"/>
                        </a:solidFill>
                        <a:latin typeface="Cambria Math" panose="02040503050406030204" pitchFamily="18" charset="0"/>
                      </a:rPr>
                      <m:t>  (</m:t>
                    </m:r>
                    <m:r>
                      <a:rPr lang="en-US" sz="2000" b="1" i="1" smtClean="0">
                        <a:solidFill>
                          <a:srgbClr val="FF0000"/>
                        </a:solidFill>
                        <a:latin typeface="Cambria Math" panose="02040503050406030204" pitchFamily="18" charset="0"/>
                      </a:rPr>
                      <m:t>𝒑</m:t>
                    </m:r>
                    <m:r>
                      <a:rPr lang="en-US" sz="2000" b="1" i="1" smtClean="0">
                        <a:solidFill>
                          <a:srgbClr val="FF0000"/>
                        </a:solidFill>
                        <a:latin typeface="Cambria Math" panose="02040503050406030204" pitchFamily="18" charset="0"/>
                      </a:rPr>
                      <m:t> </m:t>
                    </m:r>
                    <m:r>
                      <a:rPr lang="en-US" sz="2000" b="1" i="1" smtClean="0">
                        <a:solidFill>
                          <a:srgbClr val="FF0000"/>
                        </a:solidFill>
                        <a:latin typeface="Cambria Math" panose="02040503050406030204" pitchFamily="18" charset="0"/>
                      </a:rPr>
                      <m:t>𝒊𝒔</m:t>
                    </m:r>
                    <m:r>
                      <a:rPr lang="en-US" sz="2000" b="1" i="1" smtClean="0">
                        <a:solidFill>
                          <a:srgbClr val="FF0000"/>
                        </a:solidFill>
                        <a:latin typeface="Cambria Math" panose="02040503050406030204" pitchFamily="18" charset="0"/>
                      </a:rPr>
                      <m:t> </m:t>
                    </m:r>
                    <m:r>
                      <a:rPr lang="en-US" sz="2000" b="1" i="1" smtClean="0">
                        <a:solidFill>
                          <a:srgbClr val="FF0000"/>
                        </a:solidFill>
                        <a:latin typeface="Cambria Math" panose="02040503050406030204" pitchFamily="18" charset="0"/>
                      </a:rPr>
                      <m:t>𝒈𝒊𝒗𝒆𝒏</m:t>
                    </m:r>
                    <m:r>
                      <a:rPr lang="en-US" sz="2000" b="1" i="1" smtClean="0">
                        <a:solidFill>
                          <a:srgbClr val="FF0000"/>
                        </a:solidFill>
                        <a:latin typeface="Cambria Math" panose="02040503050406030204" pitchFamily="18" charset="0"/>
                      </a:rPr>
                      <m:t> </m:t>
                    </m:r>
                    <m:r>
                      <a:rPr lang="en-US" sz="2000" b="1" i="1" smtClean="0">
                        <a:solidFill>
                          <a:srgbClr val="FF0000"/>
                        </a:solidFill>
                        <a:latin typeface="Cambria Math" panose="02040503050406030204" pitchFamily="18" charset="0"/>
                      </a:rPr>
                      <m:t>𝒂𝒏𝒅</m:t>
                    </m:r>
                    <m:r>
                      <a:rPr lang="en-US" sz="2000" b="1" i="1" smtClean="0">
                        <a:solidFill>
                          <a:srgbClr val="FF0000"/>
                        </a:solidFill>
                        <a:latin typeface="Cambria Math" panose="02040503050406030204" pitchFamily="18" charset="0"/>
                      </a:rPr>
                      <m:t> </m:t>
                    </m:r>
                    <m:r>
                      <a:rPr lang="en-US" sz="2000" b="1" i="1" smtClean="0">
                        <a:solidFill>
                          <a:srgbClr val="FF0000"/>
                        </a:solidFill>
                        <a:latin typeface="Cambria Math" panose="02040503050406030204" pitchFamily="18" charset="0"/>
                      </a:rPr>
                      <m:t>𝒄𝒐𝒏𝒔𝒕𝒂𝒏𝒕</m:t>
                    </m:r>
                    <m:r>
                      <a:rPr lang="en-US" sz="2000" i="1">
                        <a:solidFill>
                          <a:srgbClr val="FF0000"/>
                        </a:solidFill>
                        <a:latin typeface="Cambria Math" panose="02040503050406030204" pitchFamily="18" charset="0"/>
                      </a:rPr>
                      <m:t>)</m:t>
                    </m:r>
                  </m:oMath>
                </a14:m>
                <a:r>
                  <a:rPr kumimoji="0" lang="en-US" sz="2000" i="0" u="none" strike="noStrike" cap="none" spc="0" normalizeH="0" baseline="0" dirty="0">
                    <a:ln>
                      <a:noFill/>
                    </a:ln>
                    <a:solidFill>
                      <a:srgbClr val="FF0000"/>
                    </a:solidFill>
                    <a:effectLst/>
                    <a:uFillTx/>
                    <a:latin typeface="Times New Roman" panose="02020603050405020304" pitchFamily="18" charset="0"/>
                    <a:cs typeface="Times New Roman" panose="02020603050405020304" pitchFamily="18" charset="0"/>
                    <a:sym typeface="Helvetica Neue"/>
                  </a:rPr>
                  <a:t> </a:t>
                </a:r>
                <a:endParaRPr kumimoji="0" lang="en-US" sz="200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Neue"/>
                </a:endParaRPr>
              </a:p>
            </p:txBody>
          </p:sp>
        </mc:Choice>
        <mc:Fallback xmlns="">
          <p:sp>
            <p:nvSpPr>
              <p:cNvPr id="74" name="TextBox 73">
                <a:extLst>
                  <a:ext uri="{FF2B5EF4-FFF2-40B4-BE49-F238E27FC236}">
                    <a16:creationId xmlns:a16="http://schemas.microsoft.com/office/drawing/2014/main" id="{13307E9E-0636-B64A-A578-FFA588286B53}"/>
                  </a:ext>
                </a:extLst>
              </p:cNvPr>
              <p:cNvSpPr txBox="1">
                <a:spLocks noRot="1" noChangeAspect="1" noMove="1" noResize="1" noEditPoints="1" noAdjustHandles="1" noChangeArrowheads="1" noChangeShapeType="1" noTextEdit="1"/>
              </p:cNvSpPr>
              <p:nvPr/>
            </p:nvSpPr>
            <p:spPr>
              <a:xfrm>
                <a:off x="2399305" y="6453782"/>
                <a:ext cx="4727843" cy="1949252"/>
              </a:xfrm>
              <a:prstGeom prst="rect">
                <a:avLst/>
              </a:prstGeom>
              <a:blipFill>
                <a:blip r:embed="rId3"/>
                <a:stretch>
                  <a:fillRect l="-2413" b="-2597"/>
                </a:stretch>
              </a:blipFill>
              <a:ln w="12700" cap="flat">
                <a:noFill/>
                <a:miter lim="400000"/>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5" name="TextBox 74">
                <a:extLst>
                  <a:ext uri="{FF2B5EF4-FFF2-40B4-BE49-F238E27FC236}">
                    <a16:creationId xmlns:a16="http://schemas.microsoft.com/office/drawing/2014/main" id="{E1D70B53-0AE6-8442-B413-30BBC4D19D35}"/>
                  </a:ext>
                </a:extLst>
              </p:cNvPr>
              <p:cNvSpPr txBox="1"/>
              <p:nvPr/>
            </p:nvSpPr>
            <p:spPr>
              <a:xfrm>
                <a:off x="8978827" y="6348735"/>
                <a:ext cx="3792138" cy="241091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just" defTabSz="584200" rtl="0" fontAlgn="auto" latinLnBrk="0" hangingPunct="0">
                  <a:lnSpc>
                    <a:spcPct val="150000"/>
                  </a:lnSpc>
                  <a:spcBef>
                    <a:spcPts val="0"/>
                  </a:spcBef>
                  <a:spcAft>
                    <a:spcPts val="0"/>
                  </a:spcAft>
                  <a:buClrTx/>
                  <a:buSzTx/>
                  <a:buFontTx/>
                  <a:buNone/>
                  <a:tabLst/>
                </a:pPr>
                <a:r>
                  <a:rPr kumimoji="0" lang="en-US" sz="200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Neue"/>
                  </a:rPr>
                  <a:t>The MR curve :</a:t>
                </a:r>
              </a:p>
              <a:p>
                <a:pPr marL="0" marR="0" indent="0" algn="just" defTabSz="584200" rtl="0" fontAlgn="auto" latinLnBrk="0" hangingPunct="0">
                  <a:lnSpc>
                    <a:spcPct val="150000"/>
                  </a:lnSpc>
                  <a:spcBef>
                    <a:spcPts val="0"/>
                  </a:spcBef>
                  <a:spcAft>
                    <a:spcPts val="0"/>
                  </a:spcAft>
                  <a:buClrTx/>
                  <a:buSzTx/>
                  <a:buFontTx/>
                  <a:buNone/>
                  <a:tabLst/>
                </a:pPr>
                <a:r>
                  <a:rPr kumimoji="0" lang="en-US" sz="200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Neue"/>
                  </a:rPr>
                  <a:t> 1.  Downward sloping</a:t>
                </a:r>
              </a:p>
              <a:p>
                <a:pPr marL="0" marR="0" indent="0" algn="just" defTabSz="584200" rtl="0" fontAlgn="auto" latinLnBrk="0" hangingPunct="0">
                  <a:lnSpc>
                    <a:spcPct val="150000"/>
                  </a:lnSpc>
                  <a:spcBef>
                    <a:spcPts val="0"/>
                  </a:spcBef>
                  <a:spcAft>
                    <a:spcPts val="0"/>
                  </a:spcAft>
                  <a:buClrTx/>
                  <a:buSzTx/>
                  <a:buFontTx/>
                  <a:buNone/>
                  <a:tabLst/>
                </a:pPr>
                <a:r>
                  <a:rPr lang="en-US" sz="2000" dirty="0">
                    <a:latin typeface="Times New Roman" panose="02020603050405020304" pitchFamily="18" charset="0"/>
                    <a:cs typeface="Times New Roman" panose="02020603050405020304" pitchFamily="18" charset="0"/>
                  </a:rPr>
                  <a:t> 2.  </a:t>
                </a:r>
                <a:r>
                  <a:rPr lang="en-US" sz="2000" dirty="0" err="1">
                    <a:latin typeface="Times New Roman" panose="02020603050405020304" pitchFamily="18" charset="0"/>
                    <a:cs typeface="Times New Roman" panose="02020603050405020304" pitchFamily="18" charset="0"/>
                  </a:rPr>
                  <a:t>MR</a:t>
                </a:r>
                <a:r>
                  <a:rPr lang="en-US" sz="2000" baseline="-25000" dirty="0" err="1">
                    <a:latin typeface="Times New Roman" panose="02020603050405020304" pitchFamily="18" charset="0"/>
                    <a:cs typeface="Times New Roman" panose="02020603050405020304" pitchFamily="18" charset="0"/>
                  </a:rPr>
                  <a:t>c</a:t>
                </a:r>
                <a:r>
                  <a:rPr lang="en-US" sz="2000" dirty="0">
                    <a:latin typeface="Times New Roman" panose="02020603050405020304" pitchFamily="18" charset="0"/>
                    <a:cs typeface="Times New Roman" panose="02020603050405020304" pitchFamily="18" charset="0"/>
                  </a:rPr>
                  <a:t> lies below </a:t>
                </a:r>
                <a:r>
                  <a:rPr lang="en-US" sz="2000" dirty="0" err="1">
                    <a:latin typeface="Times New Roman" panose="02020603050405020304" pitchFamily="18" charset="0"/>
                    <a:cs typeface="Times New Roman" panose="02020603050405020304" pitchFamily="18" charset="0"/>
                  </a:rPr>
                  <a:t>AR</a:t>
                </a:r>
                <a:r>
                  <a:rPr lang="en-US" sz="2000" baseline="-25000" dirty="0" err="1">
                    <a:latin typeface="Times New Roman" panose="02020603050405020304" pitchFamily="18" charset="0"/>
                    <a:cs typeface="Times New Roman" panose="02020603050405020304" pitchFamily="18" charset="0"/>
                  </a:rPr>
                  <a:t>c</a:t>
                </a:r>
                <a:endParaRPr kumimoji="0" lang="en-US" sz="2000" i="0" u="none" strike="noStrike" cap="none" spc="0" normalizeH="0" baseline="-25000" dirty="0">
                  <a:ln>
                    <a:noFill/>
                  </a:ln>
                  <a:solidFill>
                    <a:srgbClr val="000000"/>
                  </a:solidFill>
                  <a:effectLst/>
                  <a:uFillTx/>
                  <a:latin typeface="Times New Roman" panose="02020603050405020304" pitchFamily="18" charset="0"/>
                  <a:cs typeface="Times New Roman" panose="02020603050405020304" pitchFamily="18" charset="0"/>
                  <a:sym typeface="Helvetica Neue"/>
                </a:endParaRPr>
              </a:p>
              <a:p>
                <a:pPr marL="0" marR="0" indent="0" algn="just" defTabSz="584200" rtl="0" fontAlgn="auto" latinLnBrk="0" hangingPunct="0">
                  <a:lnSpc>
                    <a:spcPct val="150000"/>
                  </a:lnSpc>
                  <a:spcBef>
                    <a:spcPts val="0"/>
                  </a:spcBef>
                  <a:spcAft>
                    <a:spcPts val="0"/>
                  </a:spcAft>
                  <a:buClrTx/>
                  <a:buSzTx/>
                  <a:buFontTx/>
                  <a:buNone/>
                  <a:tabLst/>
                </a:pPr>
                <a:r>
                  <a:rPr lang="en-US" sz="2000" dirty="0">
                    <a:latin typeface="Times New Roman" panose="02020603050405020304" pitchFamily="18" charset="0"/>
                    <a:cs typeface="Times New Roman" panose="02020603050405020304" pitchFamily="18" charset="0"/>
                  </a:rPr>
                  <a:t> 3.  MR can be &gt; 0 , = 0 &amp; &lt; 0</a:t>
                </a:r>
              </a:p>
              <a:p>
                <a:pPr marL="0" marR="0" indent="0" algn="just" defTabSz="584200" rtl="0" fontAlgn="auto" latinLnBrk="0" hangingPunct="0">
                  <a:lnSpc>
                    <a:spcPct val="150000"/>
                  </a:lnSpc>
                  <a:spcBef>
                    <a:spcPts val="0"/>
                  </a:spcBef>
                  <a:spcAft>
                    <a:spcPts val="0"/>
                  </a:spcAft>
                  <a:buClrTx/>
                  <a:buSzTx/>
                  <a:buFontTx/>
                  <a:buNone/>
                  <a:tabLst/>
                </a:pPr>
                <a:r>
                  <a:rPr lang="en-US" sz="2000" dirty="0">
                    <a:latin typeface="Times New Roman" panose="02020603050405020304" pitchFamily="18" charset="0"/>
                    <a:cs typeface="Times New Roman" panose="02020603050405020304" pitchFamily="18" charset="0"/>
                  </a:rPr>
                  <a:t> 4.  </a:t>
                </a:r>
                <a14:m>
                  <m:oMath xmlns:m="http://schemas.openxmlformats.org/officeDocument/2006/math">
                    <m:r>
                      <a:rPr lang="en-US" sz="2000" b="1" i="1" smtClean="0">
                        <a:solidFill>
                          <a:srgbClr val="FF0000"/>
                        </a:solidFill>
                        <a:latin typeface="Cambria Math" panose="02040503050406030204" pitchFamily="18" charset="0"/>
                      </a:rPr>
                      <m:t>𝑹</m:t>
                    </m:r>
                    <m:r>
                      <a:rPr lang="en-US" sz="2000" b="1" i="1" smtClean="0">
                        <a:solidFill>
                          <a:srgbClr val="FF0000"/>
                        </a:solidFill>
                        <a:latin typeface="Cambria Math" panose="02040503050406030204" pitchFamily="18" charset="0"/>
                      </a:rPr>
                      <m:t>′</m:t>
                    </m:r>
                    <m:r>
                      <a:rPr lang="en-US" sz="2000" i="1" smtClean="0">
                        <a:solidFill>
                          <a:srgbClr val="FF0000"/>
                        </a:solidFill>
                        <a:latin typeface="Cambria Math" panose="02040503050406030204" pitchFamily="18" charset="0"/>
                      </a:rPr>
                      <m:t>=</m:t>
                    </m:r>
                    <m:r>
                      <a:rPr lang="en-US" sz="2000" b="1" i="1" smtClean="0">
                        <a:solidFill>
                          <a:srgbClr val="FF0000"/>
                        </a:solidFill>
                        <a:latin typeface="Cambria Math" panose="02040503050406030204" pitchFamily="18" charset="0"/>
                      </a:rPr>
                      <m:t>𝒂</m:t>
                    </m:r>
                    <m:r>
                      <a:rPr lang="en-US" sz="2000" b="1" i="1" smtClean="0">
                        <a:solidFill>
                          <a:srgbClr val="FF0000"/>
                        </a:solidFill>
                        <a:latin typeface="Cambria Math" panose="02040503050406030204" pitchFamily="18" charset="0"/>
                      </a:rPr>
                      <m:t> −</m:t>
                    </m:r>
                    <m:r>
                      <a:rPr lang="en-US" sz="2000" b="1" i="1" smtClean="0">
                        <a:solidFill>
                          <a:srgbClr val="FF0000"/>
                        </a:solidFill>
                        <a:latin typeface="Cambria Math" panose="02040503050406030204" pitchFamily="18" charset="0"/>
                      </a:rPr>
                      <m:t>𝟐</m:t>
                    </m:r>
                    <m:r>
                      <a:rPr lang="en-US" sz="2000" b="1" i="1" smtClean="0">
                        <a:solidFill>
                          <a:srgbClr val="FF0000"/>
                        </a:solidFill>
                        <a:latin typeface="Cambria Math" panose="02040503050406030204" pitchFamily="18" charset="0"/>
                      </a:rPr>
                      <m:t>𝒌𝒒</m:t>
                    </m:r>
                  </m:oMath>
                </a14:m>
                <a:endParaRPr lang="en-US" sz="2000" baseline="30000" dirty="0">
                  <a:latin typeface="Times New Roman" panose="02020603050405020304" pitchFamily="18" charset="0"/>
                  <a:cs typeface="Times New Roman" panose="02020603050405020304" pitchFamily="18" charset="0"/>
                </a:endParaRPr>
              </a:p>
            </p:txBody>
          </p:sp>
        </mc:Choice>
        <mc:Fallback xmlns="">
          <p:sp>
            <p:nvSpPr>
              <p:cNvPr id="75" name="TextBox 74">
                <a:extLst>
                  <a:ext uri="{FF2B5EF4-FFF2-40B4-BE49-F238E27FC236}">
                    <a16:creationId xmlns:a16="http://schemas.microsoft.com/office/drawing/2014/main" id="{E1D70B53-0AE6-8442-B413-30BBC4D19D35}"/>
                  </a:ext>
                </a:extLst>
              </p:cNvPr>
              <p:cNvSpPr txBox="1">
                <a:spLocks noRot="1" noChangeAspect="1" noMove="1" noResize="1" noEditPoints="1" noAdjustHandles="1" noChangeArrowheads="1" noChangeShapeType="1" noTextEdit="1"/>
              </p:cNvSpPr>
              <p:nvPr/>
            </p:nvSpPr>
            <p:spPr>
              <a:xfrm>
                <a:off x="8978827" y="6348735"/>
                <a:ext cx="3792138" cy="2410916"/>
              </a:xfrm>
              <a:prstGeom prst="rect">
                <a:avLst/>
              </a:prstGeom>
              <a:blipFill>
                <a:blip r:embed="rId4"/>
                <a:stretch>
                  <a:fillRect l="-3010" b="-2094"/>
                </a:stretch>
              </a:blipFill>
              <a:ln w="12700" cap="flat">
                <a:noFill/>
                <a:miter lim="400000"/>
              </a:ln>
              <a:effectLst/>
            </p:spPr>
            <p:txBody>
              <a:bodyPr/>
              <a:lstStyle/>
              <a:p>
                <a:r>
                  <a:rPr lang="en-US">
                    <a:noFill/>
                  </a:rPr>
                  <a:t> </a:t>
                </a:r>
              </a:p>
            </p:txBody>
          </p:sp>
        </mc:Fallback>
      </mc:AlternateContent>
    </p:spTree>
    <p:extLst>
      <p:ext uri="{BB962C8B-B14F-4D97-AF65-F5344CB8AC3E}">
        <p14:creationId xmlns:p14="http://schemas.microsoft.com/office/powerpoint/2010/main" val="33264414"/>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 grpId="0"/>
      <p:bldP spid="74" grpId="0"/>
      <p:bldP spid="7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a:extLst>
              <a:ext uri="{FF2B5EF4-FFF2-40B4-BE49-F238E27FC236}">
                <a16:creationId xmlns:a16="http://schemas.microsoft.com/office/drawing/2014/main" id="{CFB1BE93-25C7-3543-A37D-CD8E93E7B900}"/>
              </a:ext>
            </a:extLst>
          </p:cNvPr>
          <p:cNvSpPr txBox="1"/>
          <p:nvPr/>
        </p:nvSpPr>
        <p:spPr>
          <a:xfrm>
            <a:off x="2467541" y="1511139"/>
            <a:ext cx="3098800"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b="1" i="0" u="none" strike="noStrike" cap="none" spc="0" normalizeH="0" baseline="0">
                <a:ln>
                  <a:noFill/>
                </a:ln>
                <a:solidFill>
                  <a:srgbClr val="000000"/>
                </a:solidFill>
                <a:effectLst/>
                <a:uFillTx/>
                <a:latin typeface="Times New Roman" panose="02020603050405020304" pitchFamily="18" charset="0"/>
                <a:cs typeface="Times New Roman" panose="02020603050405020304" pitchFamily="18" charset="0"/>
                <a:sym typeface="Helvetica Neue"/>
              </a:rPr>
              <a:t>Perfect Competition</a:t>
            </a:r>
          </a:p>
        </p:txBody>
      </p:sp>
      <p:sp>
        <p:nvSpPr>
          <p:cNvPr id="30" name="TextBox 29">
            <a:extLst>
              <a:ext uri="{FF2B5EF4-FFF2-40B4-BE49-F238E27FC236}">
                <a16:creationId xmlns:a16="http://schemas.microsoft.com/office/drawing/2014/main" id="{EDEE243E-F65D-C143-8F33-9392B66E7567}"/>
              </a:ext>
            </a:extLst>
          </p:cNvPr>
          <p:cNvSpPr txBox="1"/>
          <p:nvPr/>
        </p:nvSpPr>
        <p:spPr>
          <a:xfrm>
            <a:off x="8518470" y="1511138"/>
            <a:ext cx="3098800"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i="0" u="none" strike="noStrike" cap="none" spc="0" normalizeH="0" baseline="0">
                <a:ln>
                  <a:noFill/>
                </a:ln>
                <a:solidFill>
                  <a:srgbClr val="000000"/>
                </a:solidFill>
                <a:effectLst/>
                <a:uFillTx/>
                <a:latin typeface="Times New Roman" panose="02020603050405020304" pitchFamily="18" charset="0"/>
                <a:cs typeface="Times New Roman" panose="02020603050405020304" pitchFamily="18" charset="0"/>
                <a:sym typeface="Helvetica Neue"/>
              </a:rPr>
              <a:t>Imperfect Competition</a:t>
            </a:r>
          </a:p>
        </p:txBody>
      </p:sp>
      <p:graphicFrame>
        <p:nvGraphicFramePr>
          <p:cNvPr id="32" name="Table 31">
            <a:extLst>
              <a:ext uri="{FF2B5EF4-FFF2-40B4-BE49-F238E27FC236}">
                <a16:creationId xmlns:a16="http://schemas.microsoft.com/office/drawing/2014/main" id="{733D36A2-3A91-6C4D-B5BC-A2CA19708E7C}"/>
              </a:ext>
            </a:extLst>
          </p:cNvPr>
          <p:cNvGraphicFramePr>
            <a:graphicFrameLocks noGrp="1"/>
          </p:cNvGraphicFramePr>
          <p:nvPr>
            <p:extLst>
              <p:ext uri="{D42A27DB-BD31-4B8C-83A1-F6EECF244321}">
                <p14:modId xmlns:p14="http://schemas.microsoft.com/office/powerpoint/2010/main" val="3864677182"/>
              </p:ext>
            </p:extLst>
          </p:nvPr>
        </p:nvGraphicFramePr>
        <p:xfrm>
          <a:off x="1854397" y="2560320"/>
          <a:ext cx="4104958" cy="4632960"/>
        </p:xfrm>
        <a:graphic>
          <a:graphicData uri="http://schemas.openxmlformats.org/drawingml/2006/table">
            <a:tbl>
              <a:tblPr firstRow="1" bandRow="1">
                <a:tableStyleId>{5940675A-B579-460E-94D1-54222C63F5DA}</a:tableStyleId>
              </a:tblPr>
              <a:tblGrid>
                <a:gridCol w="1225867">
                  <a:extLst>
                    <a:ext uri="{9D8B030D-6E8A-4147-A177-3AD203B41FA5}">
                      <a16:colId xmlns:a16="http://schemas.microsoft.com/office/drawing/2014/main" val="2035499795"/>
                    </a:ext>
                  </a:extLst>
                </a:gridCol>
                <a:gridCol w="936943">
                  <a:extLst>
                    <a:ext uri="{9D8B030D-6E8A-4147-A177-3AD203B41FA5}">
                      <a16:colId xmlns:a16="http://schemas.microsoft.com/office/drawing/2014/main" val="2417373282"/>
                    </a:ext>
                  </a:extLst>
                </a:gridCol>
                <a:gridCol w="903605">
                  <a:extLst>
                    <a:ext uri="{9D8B030D-6E8A-4147-A177-3AD203B41FA5}">
                      <a16:colId xmlns:a16="http://schemas.microsoft.com/office/drawing/2014/main" val="1824173937"/>
                    </a:ext>
                  </a:extLst>
                </a:gridCol>
                <a:gridCol w="1038543">
                  <a:extLst>
                    <a:ext uri="{9D8B030D-6E8A-4147-A177-3AD203B41FA5}">
                      <a16:colId xmlns:a16="http://schemas.microsoft.com/office/drawing/2014/main" val="2591690619"/>
                    </a:ext>
                  </a:extLst>
                </a:gridCol>
              </a:tblGrid>
              <a:tr h="370840">
                <a:tc>
                  <a:txBody>
                    <a:bodyPr/>
                    <a:lstStyle/>
                    <a:p>
                      <a:r>
                        <a:rPr lang="en-US" sz="3200" b="1">
                          <a:latin typeface="Times New Roman" panose="02020603050405020304" pitchFamily="18" charset="0"/>
                          <a:cs typeface="Times New Roman" panose="02020603050405020304" pitchFamily="18" charset="0"/>
                        </a:rPr>
                        <a:t>Qty</a:t>
                      </a:r>
                    </a:p>
                  </a:txBody>
                  <a:tcPr/>
                </a:tc>
                <a:tc>
                  <a:txBody>
                    <a:bodyPr/>
                    <a:lstStyle/>
                    <a:p>
                      <a:r>
                        <a:rPr lang="en-US" sz="3200" b="1">
                          <a:solidFill>
                            <a:schemeClr val="accent1">
                              <a:lumMod val="50000"/>
                            </a:schemeClr>
                          </a:solidFill>
                          <a:latin typeface="Times New Roman" panose="02020603050405020304" pitchFamily="18" charset="0"/>
                          <a:cs typeface="Times New Roman" panose="02020603050405020304" pitchFamily="18" charset="0"/>
                        </a:rPr>
                        <a:t>AR</a:t>
                      </a:r>
                    </a:p>
                  </a:txBody>
                  <a:tcPr/>
                </a:tc>
                <a:tc>
                  <a:txBody>
                    <a:bodyPr/>
                    <a:lstStyle/>
                    <a:p>
                      <a:r>
                        <a:rPr lang="en-US" sz="3200" b="1">
                          <a:solidFill>
                            <a:srgbClr val="C00000"/>
                          </a:solidFill>
                          <a:latin typeface="Times New Roman" panose="02020603050405020304" pitchFamily="18" charset="0"/>
                          <a:cs typeface="Times New Roman" panose="02020603050405020304" pitchFamily="18" charset="0"/>
                        </a:rPr>
                        <a:t>TR</a:t>
                      </a:r>
                    </a:p>
                  </a:txBody>
                  <a:tcPr/>
                </a:tc>
                <a:tc>
                  <a:txBody>
                    <a:bodyPr/>
                    <a:lstStyle/>
                    <a:p>
                      <a:r>
                        <a:rPr lang="en-US" sz="3200" b="1">
                          <a:solidFill>
                            <a:schemeClr val="accent5">
                              <a:lumMod val="75000"/>
                            </a:schemeClr>
                          </a:solidFill>
                          <a:latin typeface="Times New Roman" panose="02020603050405020304" pitchFamily="18" charset="0"/>
                          <a:cs typeface="Times New Roman" panose="02020603050405020304" pitchFamily="18" charset="0"/>
                        </a:rPr>
                        <a:t>MR</a:t>
                      </a:r>
                    </a:p>
                  </a:txBody>
                  <a:tcPr/>
                </a:tc>
                <a:extLst>
                  <a:ext uri="{0D108BD9-81ED-4DB2-BD59-A6C34878D82A}">
                    <a16:rowId xmlns:a16="http://schemas.microsoft.com/office/drawing/2014/main" val="342519857"/>
                  </a:ext>
                </a:extLst>
              </a:tr>
              <a:tr h="370840">
                <a:tc>
                  <a:txBody>
                    <a:bodyPr/>
                    <a:lstStyle/>
                    <a:p>
                      <a:r>
                        <a:rPr lang="en-US" sz="3200" b="1">
                          <a:latin typeface="Times New Roman" panose="02020603050405020304" pitchFamily="18" charset="0"/>
                          <a:cs typeface="Times New Roman" panose="02020603050405020304" pitchFamily="18" charset="0"/>
                        </a:rPr>
                        <a:t>1</a:t>
                      </a:r>
                    </a:p>
                  </a:txBody>
                  <a:tcPr/>
                </a:tc>
                <a:tc>
                  <a:txBody>
                    <a:bodyPr/>
                    <a:lstStyle/>
                    <a:p>
                      <a:r>
                        <a:rPr lang="en-US" sz="3200" b="1">
                          <a:solidFill>
                            <a:schemeClr val="accent1">
                              <a:lumMod val="50000"/>
                            </a:schemeClr>
                          </a:solidFill>
                          <a:latin typeface="Times New Roman" panose="02020603050405020304" pitchFamily="18" charset="0"/>
                          <a:cs typeface="Times New Roman" panose="02020603050405020304" pitchFamily="18" charset="0"/>
                        </a:rPr>
                        <a:t>2</a:t>
                      </a:r>
                    </a:p>
                  </a:txBody>
                  <a:tcPr/>
                </a:tc>
                <a:tc>
                  <a:txBody>
                    <a:bodyPr/>
                    <a:lstStyle/>
                    <a:p>
                      <a:r>
                        <a:rPr lang="en-US" sz="3200" b="1">
                          <a:solidFill>
                            <a:srgbClr val="C00000"/>
                          </a:solidFill>
                          <a:latin typeface="Times New Roman" panose="02020603050405020304" pitchFamily="18" charset="0"/>
                          <a:cs typeface="Times New Roman" panose="02020603050405020304" pitchFamily="18" charset="0"/>
                        </a:rPr>
                        <a:t>2</a:t>
                      </a:r>
                    </a:p>
                  </a:txBody>
                  <a:tcPr/>
                </a:tc>
                <a:tc>
                  <a:txBody>
                    <a:bodyPr/>
                    <a:lstStyle/>
                    <a:p>
                      <a:r>
                        <a:rPr lang="en-US" sz="3200" b="1" dirty="0">
                          <a:solidFill>
                            <a:schemeClr val="accent5">
                              <a:lumMod val="75000"/>
                            </a:schemeClr>
                          </a:solidFill>
                          <a:latin typeface="Times New Roman" panose="02020603050405020304" pitchFamily="18" charset="0"/>
                          <a:cs typeface="Times New Roman" panose="02020603050405020304" pitchFamily="18" charset="0"/>
                        </a:rPr>
                        <a:t>2</a:t>
                      </a:r>
                    </a:p>
                  </a:txBody>
                  <a:tcPr/>
                </a:tc>
                <a:extLst>
                  <a:ext uri="{0D108BD9-81ED-4DB2-BD59-A6C34878D82A}">
                    <a16:rowId xmlns:a16="http://schemas.microsoft.com/office/drawing/2014/main" val="852247160"/>
                  </a:ext>
                </a:extLst>
              </a:tr>
              <a:tr h="370840">
                <a:tc>
                  <a:txBody>
                    <a:bodyPr/>
                    <a:lstStyle/>
                    <a:p>
                      <a:r>
                        <a:rPr lang="en-US" sz="3200" b="1">
                          <a:latin typeface="Times New Roman" panose="02020603050405020304" pitchFamily="18" charset="0"/>
                          <a:cs typeface="Times New Roman" panose="02020603050405020304" pitchFamily="18" charset="0"/>
                        </a:rPr>
                        <a:t>2</a:t>
                      </a:r>
                    </a:p>
                  </a:txBody>
                  <a:tcPr/>
                </a:tc>
                <a:tc>
                  <a:txBody>
                    <a:bodyPr/>
                    <a:lstStyle/>
                    <a:p>
                      <a:r>
                        <a:rPr lang="en-US" sz="3200" b="1">
                          <a:solidFill>
                            <a:schemeClr val="accent1">
                              <a:lumMod val="50000"/>
                            </a:schemeClr>
                          </a:solidFill>
                          <a:latin typeface="Times New Roman" panose="02020603050405020304" pitchFamily="18" charset="0"/>
                          <a:cs typeface="Times New Roman" panose="02020603050405020304" pitchFamily="18" charset="0"/>
                        </a:rPr>
                        <a:t>2</a:t>
                      </a:r>
                    </a:p>
                  </a:txBody>
                  <a:tcPr/>
                </a:tc>
                <a:tc>
                  <a:txBody>
                    <a:bodyPr/>
                    <a:lstStyle/>
                    <a:p>
                      <a:r>
                        <a:rPr lang="en-US" sz="3200" b="1">
                          <a:solidFill>
                            <a:srgbClr val="C00000"/>
                          </a:solidFill>
                          <a:latin typeface="Times New Roman" panose="02020603050405020304" pitchFamily="18" charset="0"/>
                          <a:cs typeface="Times New Roman" panose="02020603050405020304" pitchFamily="18" charset="0"/>
                        </a:rPr>
                        <a:t>4</a:t>
                      </a:r>
                    </a:p>
                  </a:txBody>
                  <a:tcPr/>
                </a:tc>
                <a:tc>
                  <a:txBody>
                    <a:bodyPr/>
                    <a:lstStyle/>
                    <a:p>
                      <a:r>
                        <a:rPr lang="en-US" sz="3200" b="1">
                          <a:solidFill>
                            <a:schemeClr val="accent5">
                              <a:lumMod val="75000"/>
                            </a:schemeClr>
                          </a:solidFill>
                          <a:latin typeface="Times New Roman" panose="02020603050405020304" pitchFamily="18" charset="0"/>
                          <a:cs typeface="Times New Roman" panose="02020603050405020304" pitchFamily="18" charset="0"/>
                        </a:rPr>
                        <a:t>2</a:t>
                      </a:r>
                    </a:p>
                  </a:txBody>
                  <a:tcPr/>
                </a:tc>
                <a:extLst>
                  <a:ext uri="{0D108BD9-81ED-4DB2-BD59-A6C34878D82A}">
                    <a16:rowId xmlns:a16="http://schemas.microsoft.com/office/drawing/2014/main" val="2485569994"/>
                  </a:ext>
                </a:extLst>
              </a:tr>
              <a:tr h="370840">
                <a:tc>
                  <a:txBody>
                    <a:bodyPr/>
                    <a:lstStyle/>
                    <a:p>
                      <a:r>
                        <a:rPr lang="en-US" sz="3200" b="1">
                          <a:latin typeface="Times New Roman" panose="02020603050405020304" pitchFamily="18" charset="0"/>
                          <a:cs typeface="Times New Roman" panose="02020603050405020304" pitchFamily="18" charset="0"/>
                        </a:rPr>
                        <a:t>3</a:t>
                      </a:r>
                    </a:p>
                  </a:txBody>
                  <a:tcPr/>
                </a:tc>
                <a:tc>
                  <a:txBody>
                    <a:bodyPr/>
                    <a:lstStyle/>
                    <a:p>
                      <a:r>
                        <a:rPr lang="en-US" sz="3200" b="1">
                          <a:solidFill>
                            <a:schemeClr val="accent1">
                              <a:lumMod val="50000"/>
                            </a:schemeClr>
                          </a:solidFill>
                          <a:latin typeface="Times New Roman" panose="02020603050405020304" pitchFamily="18" charset="0"/>
                          <a:cs typeface="Times New Roman" panose="02020603050405020304" pitchFamily="18" charset="0"/>
                        </a:rPr>
                        <a:t>2</a:t>
                      </a:r>
                    </a:p>
                  </a:txBody>
                  <a:tcPr/>
                </a:tc>
                <a:tc>
                  <a:txBody>
                    <a:bodyPr/>
                    <a:lstStyle/>
                    <a:p>
                      <a:r>
                        <a:rPr lang="en-US" sz="3200" b="1">
                          <a:solidFill>
                            <a:srgbClr val="C00000"/>
                          </a:solidFill>
                          <a:latin typeface="Times New Roman" panose="02020603050405020304" pitchFamily="18" charset="0"/>
                          <a:cs typeface="Times New Roman" panose="02020603050405020304" pitchFamily="18" charset="0"/>
                        </a:rPr>
                        <a:t>6</a:t>
                      </a:r>
                    </a:p>
                  </a:txBody>
                  <a:tcPr/>
                </a:tc>
                <a:tc>
                  <a:txBody>
                    <a:bodyPr/>
                    <a:lstStyle/>
                    <a:p>
                      <a:r>
                        <a:rPr lang="en-US" sz="3200" b="1">
                          <a:solidFill>
                            <a:schemeClr val="accent5">
                              <a:lumMod val="75000"/>
                            </a:schemeClr>
                          </a:solidFill>
                          <a:latin typeface="Times New Roman" panose="02020603050405020304" pitchFamily="18" charset="0"/>
                          <a:cs typeface="Times New Roman" panose="02020603050405020304" pitchFamily="18" charset="0"/>
                        </a:rPr>
                        <a:t>2</a:t>
                      </a:r>
                    </a:p>
                  </a:txBody>
                  <a:tcPr/>
                </a:tc>
                <a:extLst>
                  <a:ext uri="{0D108BD9-81ED-4DB2-BD59-A6C34878D82A}">
                    <a16:rowId xmlns:a16="http://schemas.microsoft.com/office/drawing/2014/main" val="1074780852"/>
                  </a:ext>
                </a:extLst>
              </a:tr>
              <a:tr h="370840">
                <a:tc>
                  <a:txBody>
                    <a:bodyPr/>
                    <a:lstStyle/>
                    <a:p>
                      <a:r>
                        <a:rPr lang="en-US" sz="3200" b="1" dirty="0">
                          <a:latin typeface="Times New Roman" panose="02020603050405020304" pitchFamily="18" charset="0"/>
                          <a:cs typeface="Times New Roman" panose="02020603050405020304" pitchFamily="18" charset="0"/>
                        </a:rPr>
                        <a:t>4</a:t>
                      </a:r>
                    </a:p>
                  </a:txBody>
                  <a:tcPr/>
                </a:tc>
                <a:tc>
                  <a:txBody>
                    <a:bodyPr/>
                    <a:lstStyle/>
                    <a:p>
                      <a:r>
                        <a:rPr lang="en-US" sz="3200" b="1">
                          <a:solidFill>
                            <a:schemeClr val="accent1">
                              <a:lumMod val="50000"/>
                            </a:schemeClr>
                          </a:solidFill>
                          <a:latin typeface="Times New Roman" panose="02020603050405020304" pitchFamily="18" charset="0"/>
                          <a:cs typeface="Times New Roman" panose="02020603050405020304" pitchFamily="18" charset="0"/>
                        </a:rPr>
                        <a:t>2</a:t>
                      </a:r>
                    </a:p>
                  </a:txBody>
                  <a:tcPr/>
                </a:tc>
                <a:tc>
                  <a:txBody>
                    <a:bodyPr/>
                    <a:lstStyle/>
                    <a:p>
                      <a:r>
                        <a:rPr lang="en-US" sz="3200" b="1">
                          <a:solidFill>
                            <a:srgbClr val="C00000"/>
                          </a:solidFill>
                          <a:latin typeface="Times New Roman" panose="02020603050405020304" pitchFamily="18" charset="0"/>
                          <a:cs typeface="Times New Roman" panose="02020603050405020304" pitchFamily="18" charset="0"/>
                        </a:rPr>
                        <a:t>8</a:t>
                      </a:r>
                    </a:p>
                  </a:txBody>
                  <a:tcPr/>
                </a:tc>
                <a:tc>
                  <a:txBody>
                    <a:bodyPr/>
                    <a:lstStyle/>
                    <a:p>
                      <a:r>
                        <a:rPr lang="en-US" sz="3200" b="1">
                          <a:solidFill>
                            <a:schemeClr val="accent5">
                              <a:lumMod val="75000"/>
                            </a:schemeClr>
                          </a:solidFill>
                          <a:latin typeface="Times New Roman" panose="02020603050405020304" pitchFamily="18" charset="0"/>
                          <a:cs typeface="Times New Roman" panose="02020603050405020304" pitchFamily="18" charset="0"/>
                        </a:rPr>
                        <a:t>2</a:t>
                      </a:r>
                    </a:p>
                  </a:txBody>
                  <a:tcPr/>
                </a:tc>
                <a:extLst>
                  <a:ext uri="{0D108BD9-81ED-4DB2-BD59-A6C34878D82A}">
                    <a16:rowId xmlns:a16="http://schemas.microsoft.com/office/drawing/2014/main" val="1982328108"/>
                  </a:ext>
                </a:extLst>
              </a:tr>
              <a:tr h="370840">
                <a:tc>
                  <a:txBody>
                    <a:bodyPr/>
                    <a:lstStyle/>
                    <a:p>
                      <a:r>
                        <a:rPr lang="en-US" sz="3200" b="1">
                          <a:latin typeface="Times New Roman" panose="02020603050405020304" pitchFamily="18" charset="0"/>
                          <a:cs typeface="Times New Roman" panose="02020603050405020304" pitchFamily="18" charset="0"/>
                        </a:rPr>
                        <a:t>5</a:t>
                      </a:r>
                    </a:p>
                  </a:txBody>
                  <a:tcPr/>
                </a:tc>
                <a:tc>
                  <a:txBody>
                    <a:bodyPr/>
                    <a:lstStyle/>
                    <a:p>
                      <a:r>
                        <a:rPr lang="en-US" sz="3200" b="1">
                          <a:solidFill>
                            <a:schemeClr val="accent1">
                              <a:lumMod val="50000"/>
                            </a:schemeClr>
                          </a:solidFill>
                          <a:latin typeface="Times New Roman" panose="02020603050405020304" pitchFamily="18" charset="0"/>
                          <a:cs typeface="Times New Roman" panose="02020603050405020304" pitchFamily="18" charset="0"/>
                        </a:rPr>
                        <a:t>2</a:t>
                      </a:r>
                    </a:p>
                  </a:txBody>
                  <a:tcPr/>
                </a:tc>
                <a:tc>
                  <a:txBody>
                    <a:bodyPr/>
                    <a:lstStyle/>
                    <a:p>
                      <a:r>
                        <a:rPr lang="en-US" sz="3200" b="1">
                          <a:solidFill>
                            <a:srgbClr val="C00000"/>
                          </a:solidFill>
                          <a:latin typeface="Times New Roman" panose="02020603050405020304" pitchFamily="18" charset="0"/>
                          <a:cs typeface="Times New Roman" panose="02020603050405020304" pitchFamily="18" charset="0"/>
                        </a:rPr>
                        <a:t>10</a:t>
                      </a:r>
                    </a:p>
                  </a:txBody>
                  <a:tcPr/>
                </a:tc>
                <a:tc>
                  <a:txBody>
                    <a:bodyPr/>
                    <a:lstStyle/>
                    <a:p>
                      <a:r>
                        <a:rPr lang="en-US" sz="3200" b="1">
                          <a:solidFill>
                            <a:schemeClr val="accent5">
                              <a:lumMod val="75000"/>
                            </a:schemeClr>
                          </a:solidFill>
                          <a:latin typeface="Times New Roman" panose="02020603050405020304" pitchFamily="18" charset="0"/>
                          <a:cs typeface="Times New Roman" panose="02020603050405020304" pitchFamily="18" charset="0"/>
                        </a:rPr>
                        <a:t>2</a:t>
                      </a:r>
                    </a:p>
                  </a:txBody>
                  <a:tcPr/>
                </a:tc>
                <a:extLst>
                  <a:ext uri="{0D108BD9-81ED-4DB2-BD59-A6C34878D82A}">
                    <a16:rowId xmlns:a16="http://schemas.microsoft.com/office/drawing/2014/main" val="2417078139"/>
                  </a:ext>
                </a:extLst>
              </a:tr>
              <a:tr h="370840">
                <a:tc>
                  <a:txBody>
                    <a:bodyPr/>
                    <a:lstStyle/>
                    <a:p>
                      <a:r>
                        <a:rPr lang="en-US" sz="3200" b="1">
                          <a:latin typeface="Times New Roman" panose="02020603050405020304" pitchFamily="18" charset="0"/>
                          <a:cs typeface="Times New Roman" panose="02020603050405020304" pitchFamily="18" charset="0"/>
                        </a:rPr>
                        <a:t>6</a:t>
                      </a:r>
                    </a:p>
                  </a:txBody>
                  <a:tcPr/>
                </a:tc>
                <a:tc>
                  <a:txBody>
                    <a:bodyPr/>
                    <a:lstStyle/>
                    <a:p>
                      <a:r>
                        <a:rPr lang="en-US" sz="3200" b="1">
                          <a:solidFill>
                            <a:schemeClr val="accent1">
                              <a:lumMod val="50000"/>
                            </a:schemeClr>
                          </a:solidFill>
                          <a:latin typeface="Times New Roman" panose="02020603050405020304" pitchFamily="18" charset="0"/>
                          <a:cs typeface="Times New Roman" panose="02020603050405020304" pitchFamily="18" charset="0"/>
                        </a:rPr>
                        <a:t>2</a:t>
                      </a:r>
                    </a:p>
                  </a:txBody>
                  <a:tcPr/>
                </a:tc>
                <a:tc>
                  <a:txBody>
                    <a:bodyPr/>
                    <a:lstStyle/>
                    <a:p>
                      <a:r>
                        <a:rPr lang="en-US" sz="3200" b="1">
                          <a:solidFill>
                            <a:srgbClr val="C00000"/>
                          </a:solidFill>
                          <a:latin typeface="Times New Roman" panose="02020603050405020304" pitchFamily="18" charset="0"/>
                          <a:cs typeface="Times New Roman" panose="02020603050405020304" pitchFamily="18" charset="0"/>
                        </a:rPr>
                        <a:t>12</a:t>
                      </a:r>
                    </a:p>
                  </a:txBody>
                  <a:tcPr/>
                </a:tc>
                <a:tc>
                  <a:txBody>
                    <a:bodyPr/>
                    <a:lstStyle/>
                    <a:p>
                      <a:r>
                        <a:rPr lang="en-US" sz="3200" b="1">
                          <a:solidFill>
                            <a:schemeClr val="accent5">
                              <a:lumMod val="75000"/>
                            </a:schemeClr>
                          </a:solidFill>
                          <a:latin typeface="Times New Roman" panose="02020603050405020304" pitchFamily="18" charset="0"/>
                          <a:cs typeface="Times New Roman" panose="02020603050405020304" pitchFamily="18" charset="0"/>
                        </a:rPr>
                        <a:t>2</a:t>
                      </a:r>
                    </a:p>
                  </a:txBody>
                  <a:tcPr/>
                </a:tc>
                <a:extLst>
                  <a:ext uri="{0D108BD9-81ED-4DB2-BD59-A6C34878D82A}">
                    <a16:rowId xmlns:a16="http://schemas.microsoft.com/office/drawing/2014/main" val="2144018759"/>
                  </a:ext>
                </a:extLst>
              </a:tr>
              <a:tr h="370840">
                <a:tc>
                  <a:txBody>
                    <a:bodyPr/>
                    <a:lstStyle/>
                    <a:p>
                      <a:r>
                        <a:rPr lang="en-US" sz="3200" b="1">
                          <a:latin typeface="Times New Roman" panose="02020603050405020304" pitchFamily="18" charset="0"/>
                          <a:cs typeface="Times New Roman" panose="02020603050405020304" pitchFamily="18" charset="0"/>
                        </a:rPr>
                        <a:t>7</a:t>
                      </a:r>
                    </a:p>
                  </a:txBody>
                  <a:tcPr/>
                </a:tc>
                <a:tc>
                  <a:txBody>
                    <a:bodyPr/>
                    <a:lstStyle/>
                    <a:p>
                      <a:r>
                        <a:rPr lang="en-US" sz="3200" b="1">
                          <a:solidFill>
                            <a:schemeClr val="accent1">
                              <a:lumMod val="50000"/>
                            </a:schemeClr>
                          </a:solidFill>
                          <a:latin typeface="Times New Roman" panose="02020603050405020304" pitchFamily="18" charset="0"/>
                          <a:cs typeface="Times New Roman" panose="02020603050405020304" pitchFamily="18" charset="0"/>
                        </a:rPr>
                        <a:t>2</a:t>
                      </a:r>
                    </a:p>
                  </a:txBody>
                  <a:tcPr/>
                </a:tc>
                <a:tc>
                  <a:txBody>
                    <a:bodyPr/>
                    <a:lstStyle/>
                    <a:p>
                      <a:r>
                        <a:rPr lang="en-US" sz="3200" b="1">
                          <a:solidFill>
                            <a:srgbClr val="C00000"/>
                          </a:solidFill>
                          <a:latin typeface="Times New Roman" panose="02020603050405020304" pitchFamily="18" charset="0"/>
                          <a:cs typeface="Times New Roman" panose="02020603050405020304" pitchFamily="18" charset="0"/>
                        </a:rPr>
                        <a:t>14</a:t>
                      </a:r>
                    </a:p>
                  </a:txBody>
                  <a:tcPr/>
                </a:tc>
                <a:tc>
                  <a:txBody>
                    <a:bodyPr/>
                    <a:lstStyle/>
                    <a:p>
                      <a:r>
                        <a:rPr lang="en-US" sz="3200" b="1" dirty="0">
                          <a:solidFill>
                            <a:schemeClr val="accent5">
                              <a:lumMod val="75000"/>
                            </a:schemeClr>
                          </a:solidFill>
                          <a:latin typeface="Times New Roman" panose="02020603050405020304" pitchFamily="18" charset="0"/>
                          <a:cs typeface="Times New Roman" panose="02020603050405020304" pitchFamily="18" charset="0"/>
                        </a:rPr>
                        <a:t>2</a:t>
                      </a:r>
                    </a:p>
                  </a:txBody>
                  <a:tcPr/>
                </a:tc>
                <a:extLst>
                  <a:ext uri="{0D108BD9-81ED-4DB2-BD59-A6C34878D82A}">
                    <a16:rowId xmlns:a16="http://schemas.microsoft.com/office/drawing/2014/main" val="1241363467"/>
                  </a:ext>
                </a:extLst>
              </a:tr>
            </a:tbl>
          </a:graphicData>
        </a:graphic>
      </p:graphicFrame>
      <p:graphicFrame>
        <p:nvGraphicFramePr>
          <p:cNvPr id="35" name="Table 34">
            <a:extLst>
              <a:ext uri="{FF2B5EF4-FFF2-40B4-BE49-F238E27FC236}">
                <a16:creationId xmlns:a16="http://schemas.microsoft.com/office/drawing/2014/main" id="{7C24EDA7-64F2-E548-B073-B93D8B925B1E}"/>
              </a:ext>
            </a:extLst>
          </p:cNvPr>
          <p:cNvGraphicFramePr>
            <a:graphicFrameLocks noGrp="1"/>
          </p:cNvGraphicFramePr>
          <p:nvPr>
            <p:extLst>
              <p:ext uri="{D42A27DB-BD31-4B8C-83A1-F6EECF244321}">
                <p14:modId xmlns:p14="http://schemas.microsoft.com/office/powerpoint/2010/main" val="3953735885"/>
              </p:ext>
            </p:extLst>
          </p:nvPr>
        </p:nvGraphicFramePr>
        <p:xfrm>
          <a:off x="7933464" y="2560320"/>
          <a:ext cx="4104958" cy="4632960"/>
        </p:xfrm>
        <a:graphic>
          <a:graphicData uri="http://schemas.openxmlformats.org/drawingml/2006/table">
            <a:tbl>
              <a:tblPr firstRow="1" bandRow="1">
                <a:tableStyleId>{5940675A-B579-460E-94D1-54222C63F5DA}</a:tableStyleId>
              </a:tblPr>
              <a:tblGrid>
                <a:gridCol w="1225867">
                  <a:extLst>
                    <a:ext uri="{9D8B030D-6E8A-4147-A177-3AD203B41FA5}">
                      <a16:colId xmlns:a16="http://schemas.microsoft.com/office/drawing/2014/main" val="2035499795"/>
                    </a:ext>
                  </a:extLst>
                </a:gridCol>
                <a:gridCol w="936943">
                  <a:extLst>
                    <a:ext uri="{9D8B030D-6E8A-4147-A177-3AD203B41FA5}">
                      <a16:colId xmlns:a16="http://schemas.microsoft.com/office/drawing/2014/main" val="2417373282"/>
                    </a:ext>
                  </a:extLst>
                </a:gridCol>
                <a:gridCol w="903605">
                  <a:extLst>
                    <a:ext uri="{9D8B030D-6E8A-4147-A177-3AD203B41FA5}">
                      <a16:colId xmlns:a16="http://schemas.microsoft.com/office/drawing/2014/main" val="1824173937"/>
                    </a:ext>
                  </a:extLst>
                </a:gridCol>
                <a:gridCol w="1038543">
                  <a:extLst>
                    <a:ext uri="{9D8B030D-6E8A-4147-A177-3AD203B41FA5}">
                      <a16:colId xmlns:a16="http://schemas.microsoft.com/office/drawing/2014/main" val="2591690619"/>
                    </a:ext>
                  </a:extLst>
                </a:gridCol>
              </a:tblGrid>
              <a:tr h="370840">
                <a:tc>
                  <a:txBody>
                    <a:bodyPr/>
                    <a:lstStyle/>
                    <a:p>
                      <a:r>
                        <a:rPr lang="en-US" sz="3200" b="1" dirty="0">
                          <a:latin typeface="Times New Roman" panose="02020603050405020304" pitchFamily="18" charset="0"/>
                          <a:cs typeface="Times New Roman" panose="02020603050405020304" pitchFamily="18" charset="0"/>
                        </a:rPr>
                        <a:t>Qty</a:t>
                      </a:r>
                    </a:p>
                  </a:txBody>
                  <a:tcPr/>
                </a:tc>
                <a:tc>
                  <a:txBody>
                    <a:bodyPr/>
                    <a:lstStyle/>
                    <a:p>
                      <a:r>
                        <a:rPr lang="en-US" sz="3200" b="1" dirty="0">
                          <a:solidFill>
                            <a:schemeClr val="accent1">
                              <a:lumMod val="50000"/>
                            </a:schemeClr>
                          </a:solidFill>
                          <a:latin typeface="Times New Roman" panose="02020603050405020304" pitchFamily="18" charset="0"/>
                          <a:cs typeface="Times New Roman" panose="02020603050405020304" pitchFamily="18" charset="0"/>
                        </a:rPr>
                        <a:t>AR</a:t>
                      </a:r>
                    </a:p>
                  </a:txBody>
                  <a:tcPr/>
                </a:tc>
                <a:tc>
                  <a:txBody>
                    <a:bodyPr/>
                    <a:lstStyle/>
                    <a:p>
                      <a:r>
                        <a:rPr lang="en-US" sz="3200" b="1">
                          <a:solidFill>
                            <a:srgbClr val="C00000"/>
                          </a:solidFill>
                          <a:latin typeface="Times New Roman" panose="02020603050405020304" pitchFamily="18" charset="0"/>
                          <a:cs typeface="Times New Roman" panose="02020603050405020304" pitchFamily="18" charset="0"/>
                        </a:rPr>
                        <a:t>TR</a:t>
                      </a:r>
                    </a:p>
                  </a:txBody>
                  <a:tcPr/>
                </a:tc>
                <a:tc>
                  <a:txBody>
                    <a:bodyPr/>
                    <a:lstStyle/>
                    <a:p>
                      <a:r>
                        <a:rPr lang="en-US" sz="3200" b="1">
                          <a:solidFill>
                            <a:schemeClr val="accent5">
                              <a:lumMod val="75000"/>
                            </a:schemeClr>
                          </a:solidFill>
                          <a:latin typeface="Times New Roman" panose="02020603050405020304" pitchFamily="18" charset="0"/>
                          <a:cs typeface="Times New Roman" panose="02020603050405020304" pitchFamily="18" charset="0"/>
                        </a:rPr>
                        <a:t>MR</a:t>
                      </a:r>
                    </a:p>
                  </a:txBody>
                  <a:tcPr/>
                </a:tc>
                <a:extLst>
                  <a:ext uri="{0D108BD9-81ED-4DB2-BD59-A6C34878D82A}">
                    <a16:rowId xmlns:a16="http://schemas.microsoft.com/office/drawing/2014/main" val="342519857"/>
                  </a:ext>
                </a:extLst>
              </a:tr>
              <a:tr h="370840">
                <a:tc>
                  <a:txBody>
                    <a:bodyPr/>
                    <a:lstStyle/>
                    <a:p>
                      <a:r>
                        <a:rPr lang="en-US" sz="3200" b="1" dirty="0">
                          <a:latin typeface="Times New Roman" panose="02020603050405020304" pitchFamily="18" charset="0"/>
                          <a:cs typeface="Times New Roman" panose="02020603050405020304" pitchFamily="18" charset="0"/>
                        </a:rPr>
                        <a:t>1</a:t>
                      </a:r>
                    </a:p>
                  </a:txBody>
                  <a:tcPr/>
                </a:tc>
                <a:tc>
                  <a:txBody>
                    <a:bodyPr/>
                    <a:lstStyle/>
                    <a:p>
                      <a:r>
                        <a:rPr lang="en-US" sz="3200" b="1" dirty="0">
                          <a:solidFill>
                            <a:schemeClr val="accent1">
                              <a:lumMod val="50000"/>
                            </a:schemeClr>
                          </a:solidFill>
                          <a:latin typeface="Times New Roman" panose="02020603050405020304" pitchFamily="18" charset="0"/>
                          <a:cs typeface="Times New Roman" panose="02020603050405020304" pitchFamily="18" charset="0"/>
                        </a:rPr>
                        <a:t>30</a:t>
                      </a:r>
                    </a:p>
                  </a:txBody>
                  <a:tcPr/>
                </a:tc>
                <a:tc>
                  <a:txBody>
                    <a:bodyPr/>
                    <a:lstStyle/>
                    <a:p>
                      <a:r>
                        <a:rPr lang="en-US" sz="3200" b="1" dirty="0">
                          <a:solidFill>
                            <a:srgbClr val="C00000"/>
                          </a:solidFill>
                          <a:latin typeface="Times New Roman" panose="02020603050405020304" pitchFamily="18" charset="0"/>
                          <a:cs typeface="Times New Roman" panose="02020603050405020304" pitchFamily="18" charset="0"/>
                        </a:rPr>
                        <a:t>30</a:t>
                      </a:r>
                    </a:p>
                  </a:txBody>
                  <a:tcPr/>
                </a:tc>
                <a:tc>
                  <a:txBody>
                    <a:bodyPr/>
                    <a:lstStyle/>
                    <a:p>
                      <a:r>
                        <a:rPr lang="en-US" sz="3200" b="1">
                          <a:solidFill>
                            <a:schemeClr val="accent5">
                              <a:lumMod val="75000"/>
                            </a:schemeClr>
                          </a:solidFill>
                          <a:latin typeface="Times New Roman" panose="02020603050405020304" pitchFamily="18" charset="0"/>
                          <a:cs typeface="Times New Roman" panose="02020603050405020304" pitchFamily="18" charset="0"/>
                        </a:rPr>
                        <a:t>30</a:t>
                      </a:r>
                    </a:p>
                  </a:txBody>
                  <a:tcPr/>
                </a:tc>
                <a:extLst>
                  <a:ext uri="{0D108BD9-81ED-4DB2-BD59-A6C34878D82A}">
                    <a16:rowId xmlns:a16="http://schemas.microsoft.com/office/drawing/2014/main" val="852247160"/>
                  </a:ext>
                </a:extLst>
              </a:tr>
              <a:tr h="370840">
                <a:tc>
                  <a:txBody>
                    <a:bodyPr/>
                    <a:lstStyle/>
                    <a:p>
                      <a:r>
                        <a:rPr lang="en-US" sz="3200" b="1">
                          <a:latin typeface="Times New Roman" panose="02020603050405020304" pitchFamily="18" charset="0"/>
                          <a:cs typeface="Times New Roman" panose="02020603050405020304" pitchFamily="18" charset="0"/>
                        </a:rPr>
                        <a:t>2</a:t>
                      </a:r>
                    </a:p>
                  </a:txBody>
                  <a:tcPr/>
                </a:tc>
                <a:tc>
                  <a:txBody>
                    <a:bodyPr/>
                    <a:lstStyle/>
                    <a:p>
                      <a:r>
                        <a:rPr lang="en-US" sz="3200" b="1" dirty="0">
                          <a:solidFill>
                            <a:schemeClr val="accent1">
                              <a:lumMod val="50000"/>
                            </a:schemeClr>
                          </a:solidFill>
                          <a:latin typeface="Times New Roman" panose="02020603050405020304" pitchFamily="18" charset="0"/>
                          <a:cs typeface="Times New Roman" panose="02020603050405020304" pitchFamily="18" charset="0"/>
                        </a:rPr>
                        <a:t>27</a:t>
                      </a:r>
                    </a:p>
                  </a:txBody>
                  <a:tcPr/>
                </a:tc>
                <a:tc>
                  <a:txBody>
                    <a:bodyPr/>
                    <a:lstStyle/>
                    <a:p>
                      <a:r>
                        <a:rPr lang="en-US" sz="3200" b="1" dirty="0">
                          <a:solidFill>
                            <a:srgbClr val="C00000"/>
                          </a:solidFill>
                          <a:latin typeface="Times New Roman" panose="02020603050405020304" pitchFamily="18" charset="0"/>
                          <a:cs typeface="Times New Roman" panose="02020603050405020304" pitchFamily="18" charset="0"/>
                        </a:rPr>
                        <a:t>54</a:t>
                      </a:r>
                    </a:p>
                  </a:txBody>
                  <a:tcPr/>
                </a:tc>
                <a:tc>
                  <a:txBody>
                    <a:bodyPr/>
                    <a:lstStyle/>
                    <a:p>
                      <a:r>
                        <a:rPr lang="en-US" sz="3200" b="1">
                          <a:solidFill>
                            <a:schemeClr val="accent5">
                              <a:lumMod val="75000"/>
                            </a:schemeClr>
                          </a:solidFill>
                          <a:latin typeface="Times New Roman" panose="02020603050405020304" pitchFamily="18" charset="0"/>
                          <a:cs typeface="Times New Roman" panose="02020603050405020304" pitchFamily="18" charset="0"/>
                        </a:rPr>
                        <a:t>24</a:t>
                      </a:r>
                    </a:p>
                  </a:txBody>
                  <a:tcPr/>
                </a:tc>
                <a:extLst>
                  <a:ext uri="{0D108BD9-81ED-4DB2-BD59-A6C34878D82A}">
                    <a16:rowId xmlns:a16="http://schemas.microsoft.com/office/drawing/2014/main" val="2485569994"/>
                  </a:ext>
                </a:extLst>
              </a:tr>
              <a:tr h="370840">
                <a:tc>
                  <a:txBody>
                    <a:bodyPr/>
                    <a:lstStyle/>
                    <a:p>
                      <a:r>
                        <a:rPr lang="en-US" sz="3200" b="1">
                          <a:latin typeface="Times New Roman" panose="02020603050405020304" pitchFamily="18" charset="0"/>
                          <a:cs typeface="Times New Roman" panose="02020603050405020304" pitchFamily="18" charset="0"/>
                        </a:rPr>
                        <a:t>3</a:t>
                      </a:r>
                    </a:p>
                  </a:txBody>
                  <a:tcPr/>
                </a:tc>
                <a:tc>
                  <a:txBody>
                    <a:bodyPr/>
                    <a:lstStyle/>
                    <a:p>
                      <a:r>
                        <a:rPr lang="en-US" sz="3200" b="1">
                          <a:solidFill>
                            <a:schemeClr val="accent1">
                              <a:lumMod val="50000"/>
                            </a:schemeClr>
                          </a:solidFill>
                          <a:latin typeface="Times New Roman" panose="02020603050405020304" pitchFamily="18" charset="0"/>
                          <a:cs typeface="Times New Roman" panose="02020603050405020304" pitchFamily="18" charset="0"/>
                        </a:rPr>
                        <a:t>23</a:t>
                      </a:r>
                    </a:p>
                  </a:txBody>
                  <a:tcPr/>
                </a:tc>
                <a:tc>
                  <a:txBody>
                    <a:bodyPr/>
                    <a:lstStyle/>
                    <a:p>
                      <a:r>
                        <a:rPr lang="en-US" sz="3200" b="1">
                          <a:solidFill>
                            <a:srgbClr val="C00000"/>
                          </a:solidFill>
                          <a:latin typeface="Times New Roman" panose="02020603050405020304" pitchFamily="18" charset="0"/>
                          <a:cs typeface="Times New Roman" panose="02020603050405020304" pitchFamily="18" charset="0"/>
                        </a:rPr>
                        <a:t>69</a:t>
                      </a:r>
                    </a:p>
                  </a:txBody>
                  <a:tcPr/>
                </a:tc>
                <a:tc>
                  <a:txBody>
                    <a:bodyPr/>
                    <a:lstStyle/>
                    <a:p>
                      <a:r>
                        <a:rPr lang="en-US" sz="3200" b="1">
                          <a:solidFill>
                            <a:schemeClr val="accent5">
                              <a:lumMod val="75000"/>
                            </a:schemeClr>
                          </a:solidFill>
                          <a:latin typeface="Times New Roman" panose="02020603050405020304" pitchFamily="18" charset="0"/>
                          <a:cs typeface="Times New Roman" panose="02020603050405020304" pitchFamily="18" charset="0"/>
                        </a:rPr>
                        <a:t>15</a:t>
                      </a:r>
                    </a:p>
                  </a:txBody>
                  <a:tcPr/>
                </a:tc>
                <a:extLst>
                  <a:ext uri="{0D108BD9-81ED-4DB2-BD59-A6C34878D82A}">
                    <a16:rowId xmlns:a16="http://schemas.microsoft.com/office/drawing/2014/main" val="1074780852"/>
                  </a:ext>
                </a:extLst>
              </a:tr>
              <a:tr h="370840">
                <a:tc>
                  <a:txBody>
                    <a:bodyPr/>
                    <a:lstStyle/>
                    <a:p>
                      <a:r>
                        <a:rPr lang="en-US" sz="3200" b="1">
                          <a:latin typeface="Times New Roman" panose="02020603050405020304" pitchFamily="18" charset="0"/>
                          <a:cs typeface="Times New Roman" panose="02020603050405020304" pitchFamily="18" charset="0"/>
                        </a:rPr>
                        <a:t>4</a:t>
                      </a:r>
                    </a:p>
                  </a:txBody>
                  <a:tcPr/>
                </a:tc>
                <a:tc>
                  <a:txBody>
                    <a:bodyPr/>
                    <a:lstStyle/>
                    <a:p>
                      <a:r>
                        <a:rPr lang="en-US" sz="3200" b="1">
                          <a:solidFill>
                            <a:schemeClr val="accent1">
                              <a:lumMod val="50000"/>
                            </a:schemeClr>
                          </a:solidFill>
                          <a:latin typeface="Times New Roman" panose="02020603050405020304" pitchFamily="18" charset="0"/>
                          <a:cs typeface="Times New Roman" panose="02020603050405020304" pitchFamily="18" charset="0"/>
                        </a:rPr>
                        <a:t>20</a:t>
                      </a:r>
                    </a:p>
                  </a:txBody>
                  <a:tcPr/>
                </a:tc>
                <a:tc>
                  <a:txBody>
                    <a:bodyPr/>
                    <a:lstStyle/>
                    <a:p>
                      <a:r>
                        <a:rPr lang="en-US" sz="3200" b="1">
                          <a:solidFill>
                            <a:srgbClr val="C00000"/>
                          </a:solidFill>
                          <a:latin typeface="Times New Roman" panose="02020603050405020304" pitchFamily="18" charset="0"/>
                          <a:cs typeface="Times New Roman" panose="02020603050405020304" pitchFamily="18" charset="0"/>
                        </a:rPr>
                        <a:t>80</a:t>
                      </a:r>
                    </a:p>
                  </a:txBody>
                  <a:tcPr/>
                </a:tc>
                <a:tc>
                  <a:txBody>
                    <a:bodyPr/>
                    <a:lstStyle/>
                    <a:p>
                      <a:r>
                        <a:rPr lang="en-US" sz="3200" b="1">
                          <a:solidFill>
                            <a:schemeClr val="accent5">
                              <a:lumMod val="75000"/>
                            </a:schemeClr>
                          </a:solidFill>
                          <a:latin typeface="Times New Roman" panose="02020603050405020304" pitchFamily="18" charset="0"/>
                          <a:cs typeface="Times New Roman" panose="02020603050405020304" pitchFamily="18" charset="0"/>
                        </a:rPr>
                        <a:t>11</a:t>
                      </a:r>
                    </a:p>
                  </a:txBody>
                  <a:tcPr/>
                </a:tc>
                <a:extLst>
                  <a:ext uri="{0D108BD9-81ED-4DB2-BD59-A6C34878D82A}">
                    <a16:rowId xmlns:a16="http://schemas.microsoft.com/office/drawing/2014/main" val="1982328108"/>
                  </a:ext>
                </a:extLst>
              </a:tr>
              <a:tr h="370840">
                <a:tc>
                  <a:txBody>
                    <a:bodyPr/>
                    <a:lstStyle/>
                    <a:p>
                      <a:r>
                        <a:rPr lang="en-US" sz="3200" b="1" dirty="0">
                          <a:latin typeface="Times New Roman" panose="02020603050405020304" pitchFamily="18" charset="0"/>
                          <a:cs typeface="Times New Roman" panose="02020603050405020304" pitchFamily="18" charset="0"/>
                        </a:rPr>
                        <a:t>5</a:t>
                      </a:r>
                    </a:p>
                  </a:txBody>
                  <a:tcPr/>
                </a:tc>
                <a:tc>
                  <a:txBody>
                    <a:bodyPr/>
                    <a:lstStyle/>
                    <a:p>
                      <a:r>
                        <a:rPr lang="en-US" sz="3200" b="1" dirty="0">
                          <a:solidFill>
                            <a:schemeClr val="accent1">
                              <a:lumMod val="50000"/>
                            </a:schemeClr>
                          </a:solidFill>
                          <a:latin typeface="Times New Roman" panose="02020603050405020304" pitchFamily="18" charset="0"/>
                          <a:cs typeface="Times New Roman" panose="02020603050405020304" pitchFamily="18" charset="0"/>
                        </a:rPr>
                        <a:t>12</a:t>
                      </a:r>
                    </a:p>
                  </a:txBody>
                  <a:tcPr/>
                </a:tc>
                <a:tc>
                  <a:txBody>
                    <a:bodyPr/>
                    <a:lstStyle/>
                    <a:p>
                      <a:r>
                        <a:rPr lang="en-US" sz="3200" b="1">
                          <a:solidFill>
                            <a:srgbClr val="C00000"/>
                          </a:solidFill>
                          <a:latin typeface="Times New Roman" panose="02020603050405020304" pitchFamily="18" charset="0"/>
                          <a:cs typeface="Times New Roman" panose="02020603050405020304" pitchFamily="18" charset="0"/>
                        </a:rPr>
                        <a:t>60</a:t>
                      </a:r>
                    </a:p>
                  </a:txBody>
                  <a:tcPr/>
                </a:tc>
                <a:tc>
                  <a:txBody>
                    <a:bodyPr/>
                    <a:lstStyle/>
                    <a:p>
                      <a:r>
                        <a:rPr lang="en-US" sz="3200" b="1">
                          <a:solidFill>
                            <a:schemeClr val="accent5">
                              <a:lumMod val="75000"/>
                            </a:schemeClr>
                          </a:solidFill>
                          <a:latin typeface="Times New Roman" panose="02020603050405020304" pitchFamily="18" charset="0"/>
                          <a:cs typeface="Times New Roman" panose="02020603050405020304" pitchFamily="18" charset="0"/>
                        </a:rPr>
                        <a:t>- 20</a:t>
                      </a:r>
                    </a:p>
                  </a:txBody>
                  <a:tcPr/>
                </a:tc>
                <a:extLst>
                  <a:ext uri="{0D108BD9-81ED-4DB2-BD59-A6C34878D82A}">
                    <a16:rowId xmlns:a16="http://schemas.microsoft.com/office/drawing/2014/main" val="2417078139"/>
                  </a:ext>
                </a:extLst>
              </a:tr>
              <a:tr h="370840">
                <a:tc>
                  <a:txBody>
                    <a:bodyPr/>
                    <a:lstStyle/>
                    <a:p>
                      <a:r>
                        <a:rPr lang="en-US" sz="3200" b="1" dirty="0">
                          <a:latin typeface="Times New Roman" panose="02020603050405020304" pitchFamily="18" charset="0"/>
                          <a:cs typeface="Times New Roman" panose="02020603050405020304" pitchFamily="18" charset="0"/>
                        </a:rPr>
                        <a:t>6</a:t>
                      </a:r>
                    </a:p>
                  </a:txBody>
                  <a:tcPr/>
                </a:tc>
                <a:tc>
                  <a:txBody>
                    <a:bodyPr/>
                    <a:lstStyle/>
                    <a:p>
                      <a:r>
                        <a:rPr lang="en-US" sz="3200" b="1" dirty="0">
                          <a:solidFill>
                            <a:schemeClr val="accent1">
                              <a:lumMod val="50000"/>
                            </a:schemeClr>
                          </a:solidFill>
                          <a:latin typeface="Times New Roman" panose="02020603050405020304" pitchFamily="18" charset="0"/>
                          <a:cs typeface="Times New Roman" panose="02020603050405020304" pitchFamily="18" charset="0"/>
                        </a:rPr>
                        <a:t>6</a:t>
                      </a:r>
                    </a:p>
                  </a:txBody>
                  <a:tcPr/>
                </a:tc>
                <a:tc>
                  <a:txBody>
                    <a:bodyPr/>
                    <a:lstStyle/>
                    <a:p>
                      <a:r>
                        <a:rPr lang="en-US" sz="3200" b="1">
                          <a:solidFill>
                            <a:srgbClr val="C00000"/>
                          </a:solidFill>
                          <a:latin typeface="Times New Roman" panose="02020603050405020304" pitchFamily="18" charset="0"/>
                          <a:cs typeface="Times New Roman" panose="02020603050405020304" pitchFamily="18" charset="0"/>
                        </a:rPr>
                        <a:t>36</a:t>
                      </a:r>
                    </a:p>
                  </a:txBody>
                  <a:tcPr/>
                </a:tc>
                <a:tc>
                  <a:txBody>
                    <a:bodyPr/>
                    <a:lstStyle/>
                    <a:p>
                      <a:r>
                        <a:rPr lang="en-US" sz="3200" b="1">
                          <a:solidFill>
                            <a:schemeClr val="accent5">
                              <a:lumMod val="75000"/>
                            </a:schemeClr>
                          </a:solidFill>
                          <a:latin typeface="Times New Roman" panose="02020603050405020304" pitchFamily="18" charset="0"/>
                          <a:cs typeface="Times New Roman" panose="02020603050405020304" pitchFamily="18" charset="0"/>
                        </a:rPr>
                        <a:t>- 24</a:t>
                      </a:r>
                    </a:p>
                  </a:txBody>
                  <a:tcPr/>
                </a:tc>
                <a:extLst>
                  <a:ext uri="{0D108BD9-81ED-4DB2-BD59-A6C34878D82A}">
                    <a16:rowId xmlns:a16="http://schemas.microsoft.com/office/drawing/2014/main" val="2144018759"/>
                  </a:ext>
                </a:extLst>
              </a:tr>
              <a:tr h="370840">
                <a:tc>
                  <a:txBody>
                    <a:bodyPr/>
                    <a:lstStyle/>
                    <a:p>
                      <a:r>
                        <a:rPr lang="en-US" sz="3200" b="1" dirty="0">
                          <a:latin typeface="Times New Roman" panose="02020603050405020304" pitchFamily="18" charset="0"/>
                          <a:cs typeface="Times New Roman" panose="02020603050405020304" pitchFamily="18" charset="0"/>
                        </a:rPr>
                        <a:t>7</a:t>
                      </a:r>
                    </a:p>
                  </a:txBody>
                  <a:tcPr/>
                </a:tc>
                <a:tc>
                  <a:txBody>
                    <a:bodyPr/>
                    <a:lstStyle/>
                    <a:p>
                      <a:r>
                        <a:rPr lang="en-US" sz="3200" b="1" dirty="0">
                          <a:solidFill>
                            <a:schemeClr val="accent1">
                              <a:lumMod val="50000"/>
                            </a:schemeClr>
                          </a:solidFill>
                          <a:latin typeface="Times New Roman" panose="02020603050405020304" pitchFamily="18" charset="0"/>
                          <a:cs typeface="Times New Roman" panose="02020603050405020304" pitchFamily="18" charset="0"/>
                        </a:rPr>
                        <a:t>1</a:t>
                      </a:r>
                    </a:p>
                  </a:txBody>
                  <a:tcPr/>
                </a:tc>
                <a:tc>
                  <a:txBody>
                    <a:bodyPr/>
                    <a:lstStyle/>
                    <a:p>
                      <a:r>
                        <a:rPr lang="en-US" sz="3200" b="1">
                          <a:solidFill>
                            <a:srgbClr val="C00000"/>
                          </a:solidFill>
                          <a:latin typeface="Times New Roman" panose="02020603050405020304" pitchFamily="18" charset="0"/>
                          <a:cs typeface="Times New Roman" panose="02020603050405020304" pitchFamily="18" charset="0"/>
                        </a:rPr>
                        <a:t>7</a:t>
                      </a:r>
                    </a:p>
                  </a:txBody>
                  <a:tcPr/>
                </a:tc>
                <a:tc>
                  <a:txBody>
                    <a:bodyPr/>
                    <a:lstStyle/>
                    <a:p>
                      <a:r>
                        <a:rPr lang="en-US" sz="3200" b="1" dirty="0">
                          <a:solidFill>
                            <a:schemeClr val="accent5">
                              <a:lumMod val="75000"/>
                            </a:schemeClr>
                          </a:solidFill>
                          <a:latin typeface="Times New Roman" panose="02020603050405020304" pitchFamily="18" charset="0"/>
                          <a:cs typeface="Times New Roman" panose="02020603050405020304" pitchFamily="18" charset="0"/>
                        </a:rPr>
                        <a:t>- 29</a:t>
                      </a:r>
                    </a:p>
                  </a:txBody>
                  <a:tcPr/>
                </a:tc>
                <a:extLst>
                  <a:ext uri="{0D108BD9-81ED-4DB2-BD59-A6C34878D82A}">
                    <a16:rowId xmlns:a16="http://schemas.microsoft.com/office/drawing/2014/main" val="1241363467"/>
                  </a:ext>
                </a:extLst>
              </a:tr>
            </a:tbl>
          </a:graphicData>
        </a:graphic>
      </p:graphicFrame>
      <p:sp>
        <p:nvSpPr>
          <p:cNvPr id="2" name="Slide Number Placeholder 1">
            <a:extLst>
              <a:ext uri="{FF2B5EF4-FFF2-40B4-BE49-F238E27FC236}">
                <a16:creationId xmlns:a16="http://schemas.microsoft.com/office/drawing/2014/main" id="{3FFE48B7-F50E-C14E-B549-371BCCD43037}"/>
              </a:ext>
            </a:extLst>
          </p:cNvPr>
          <p:cNvSpPr>
            <a:spLocks noGrp="1"/>
          </p:cNvSpPr>
          <p:nvPr>
            <p:ph type="sldNum" sz="quarter" idx="2"/>
          </p:nvPr>
        </p:nvSpPr>
        <p:spPr/>
        <p:txBody>
          <a:bodyPr/>
          <a:lstStyle/>
          <a:p>
            <a:fld id="{86CB4B4D-7CA3-9044-876B-883B54F8677D}" type="slidenum">
              <a:rPr lang="en-IN" smtClean="0"/>
              <a:t>8</a:t>
            </a:fld>
            <a:endParaRPr lang="en-IN"/>
          </a:p>
        </p:txBody>
      </p:sp>
      <p:sp>
        <p:nvSpPr>
          <p:cNvPr id="9" name="TextBox 8">
            <a:extLst>
              <a:ext uri="{FF2B5EF4-FFF2-40B4-BE49-F238E27FC236}">
                <a16:creationId xmlns:a16="http://schemas.microsoft.com/office/drawing/2014/main" id="{403B180E-E392-3F4F-A81F-7F564D2EDF21}"/>
              </a:ext>
            </a:extLst>
          </p:cNvPr>
          <p:cNvSpPr txBox="1"/>
          <p:nvPr/>
        </p:nvSpPr>
        <p:spPr>
          <a:xfrm>
            <a:off x="765545" y="410660"/>
            <a:ext cx="12461357" cy="5232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r>
              <a:rPr lang="en-US" sz="2800" b="1" dirty="0">
                <a:latin typeface="Times New Roman" panose="02020603050405020304" pitchFamily="18" charset="0"/>
                <a:cs typeface="Times New Roman" panose="02020603050405020304" pitchFamily="18" charset="0"/>
              </a:rPr>
              <a:t>Revenue and only Revenue Reveals the </a:t>
            </a:r>
            <a:r>
              <a:rPr lang="en-US" sz="2800" b="1" dirty="0">
                <a:solidFill>
                  <a:srgbClr val="FF0000"/>
                </a:solidFill>
                <a:latin typeface="Times New Roman" panose="02020603050405020304" pitchFamily="18" charset="0"/>
                <a:cs typeface="Times New Roman" panose="02020603050405020304" pitchFamily="18" charset="0"/>
              </a:rPr>
              <a:t>Competitive</a:t>
            </a:r>
            <a:r>
              <a:rPr lang="en-US" sz="2800" b="1" dirty="0">
                <a:latin typeface="Times New Roman" panose="02020603050405020304" pitchFamily="18" charset="0"/>
                <a:cs typeface="Times New Roman" panose="02020603050405020304" pitchFamily="18" charset="0"/>
              </a:rPr>
              <a:t> nature of the </a:t>
            </a:r>
            <a:r>
              <a:rPr lang="en-US" sz="2800" b="1" dirty="0">
                <a:solidFill>
                  <a:srgbClr val="0070C0"/>
                </a:solidFill>
                <a:latin typeface="Times New Roman" panose="02020603050405020304" pitchFamily="18" charset="0"/>
                <a:cs typeface="Times New Roman" panose="02020603050405020304" pitchFamily="18" charset="0"/>
              </a:rPr>
              <a:t>Market</a:t>
            </a:r>
            <a:endParaRPr lang="en-US" sz="2800" dirty="0"/>
          </a:p>
        </p:txBody>
      </p:sp>
    </p:spTree>
    <p:extLst>
      <p:ext uri="{BB962C8B-B14F-4D97-AF65-F5344CB8AC3E}">
        <p14:creationId xmlns:p14="http://schemas.microsoft.com/office/powerpoint/2010/main" val="931691836"/>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a:extLst>
              <a:ext uri="{FF2B5EF4-FFF2-40B4-BE49-F238E27FC236}">
                <a16:creationId xmlns:a16="http://schemas.microsoft.com/office/drawing/2014/main" id="{CFB1BE93-25C7-3543-A37D-CD8E93E7B900}"/>
              </a:ext>
            </a:extLst>
          </p:cNvPr>
          <p:cNvSpPr txBox="1"/>
          <p:nvPr/>
        </p:nvSpPr>
        <p:spPr>
          <a:xfrm>
            <a:off x="2573867" y="1308031"/>
            <a:ext cx="3098800"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sz="2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Neue"/>
              </a:rPr>
              <a:t>Perfect Competition</a:t>
            </a:r>
          </a:p>
        </p:txBody>
      </p:sp>
      <p:sp>
        <p:nvSpPr>
          <p:cNvPr id="30" name="TextBox 29">
            <a:extLst>
              <a:ext uri="{FF2B5EF4-FFF2-40B4-BE49-F238E27FC236}">
                <a16:creationId xmlns:a16="http://schemas.microsoft.com/office/drawing/2014/main" id="{EDEE243E-F65D-C143-8F33-9392B66E7567}"/>
              </a:ext>
            </a:extLst>
          </p:cNvPr>
          <p:cNvSpPr txBox="1"/>
          <p:nvPr/>
        </p:nvSpPr>
        <p:spPr>
          <a:xfrm>
            <a:off x="8624796" y="1308030"/>
            <a:ext cx="3098800"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sz="2000" b="1" i="0" u="none" strike="noStrike" cap="none" spc="0" normalizeH="0" baseline="0">
                <a:ln>
                  <a:noFill/>
                </a:ln>
                <a:solidFill>
                  <a:srgbClr val="000000"/>
                </a:solidFill>
                <a:effectLst/>
                <a:uFillTx/>
                <a:latin typeface="Times New Roman" panose="02020603050405020304" pitchFamily="18" charset="0"/>
                <a:cs typeface="Times New Roman" panose="02020603050405020304" pitchFamily="18" charset="0"/>
                <a:sym typeface="Helvetica Neue"/>
              </a:rPr>
              <a:t>Imperfect Competition</a:t>
            </a:r>
          </a:p>
        </p:txBody>
      </p:sp>
      <p:sp>
        <p:nvSpPr>
          <p:cNvPr id="33" name="TextBox 32">
            <a:extLst>
              <a:ext uri="{FF2B5EF4-FFF2-40B4-BE49-F238E27FC236}">
                <a16:creationId xmlns:a16="http://schemas.microsoft.com/office/drawing/2014/main" id="{620963B0-158F-014C-B8DB-25B74E6E3EAB}"/>
              </a:ext>
            </a:extLst>
          </p:cNvPr>
          <p:cNvSpPr txBox="1"/>
          <p:nvPr/>
        </p:nvSpPr>
        <p:spPr>
          <a:xfrm>
            <a:off x="1016000" y="762051"/>
            <a:ext cx="10346265"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r>
              <a:rPr lang="en-US" sz="2000" dirty="0">
                <a:latin typeface="Times New Roman" panose="02020603050405020304" pitchFamily="18" charset="0"/>
                <a:cs typeface="Times New Roman" panose="02020603050405020304" pitchFamily="18" charset="0"/>
              </a:rPr>
              <a:t>TOTAL REVENUE, AVERAGE REVENUE </a:t>
            </a:r>
            <a:r>
              <a:rPr kumimoji="0" lang="en-US" sz="2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Neue"/>
              </a:rPr>
              <a:t>&amp; MARGINAL REVENUE (all together)</a:t>
            </a:r>
          </a:p>
        </p:txBody>
      </p:sp>
      <p:grpSp>
        <p:nvGrpSpPr>
          <p:cNvPr id="13" name="Group 12">
            <a:extLst>
              <a:ext uri="{FF2B5EF4-FFF2-40B4-BE49-F238E27FC236}">
                <a16:creationId xmlns:a16="http://schemas.microsoft.com/office/drawing/2014/main" id="{AAECDB53-BE4F-654D-99A9-38E8B8A8FA69}"/>
              </a:ext>
            </a:extLst>
          </p:cNvPr>
          <p:cNvGrpSpPr/>
          <p:nvPr/>
        </p:nvGrpSpPr>
        <p:grpSpPr>
          <a:xfrm>
            <a:off x="656665" y="1518022"/>
            <a:ext cx="6316887" cy="6824186"/>
            <a:chOff x="656666" y="1562582"/>
            <a:chExt cx="5643530" cy="4730642"/>
          </a:xfrm>
        </p:grpSpPr>
        <p:cxnSp>
          <p:nvCxnSpPr>
            <p:cNvPr id="19" name="Straight Connector 18">
              <a:extLst>
                <a:ext uri="{FF2B5EF4-FFF2-40B4-BE49-F238E27FC236}">
                  <a16:creationId xmlns:a16="http://schemas.microsoft.com/office/drawing/2014/main" id="{E8182E6A-64B9-A640-8D35-7DB71A95E786}"/>
                </a:ext>
              </a:extLst>
            </p:cNvPr>
            <p:cNvCxnSpPr>
              <a:cxnSpLocks/>
            </p:cNvCxnSpPr>
            <p:nvPr/>
          </p:nvCxnSpPr>
          <p:spPr>
            <a:xfrm flipV="1">
              <a:off x="1459442" y="2116667"/>
              <a:ext cx="3153400" cy="3750622"/>
            </a:xfrm>
            <a:prstGeom prst="line">
              <a:avLst/>
            </a:prstGeom>
            <a:noFill/>
            <a:ln w="63500" cap="flat">
              <a:solidFill>
                <a:schemeClr val="accent1">
                  <a:lumMod val="75000"/>
                </a:schemeClr>
              </a:solidFill>
              <a:prstDash val="solid"/>
              <a:miter lim="400000"/>
            </a:ln>
            <a:effectLst/>
            <a:sp3d/>
          </p:spPr>
          <p:style>
            <a:lnRef idx="0">
              <a:scrgbClr r="0" g="0" b="0"/>
            </a:lnRef>
            <a:fillRef idx="0">
              <a:scrgbClr r="0" g="0" b="0"/>
            </a:fillRef>
            <a:effectRef idx="0">
              <a:scrgbClr r="0" g="0" b="0"/>
            </a:effectRef>
            <a:fontRef idx="none"/>
          </p:style>
        </p:cxnSp>
        <p:sp>
          <p:nvSpPr>
            <p:cNvPr id="22" name="TextBox 21">
              <a:extLst>
                <a:ext uri="{FF2B5EF4-FFF2-40B4-BE49-F238E27FC236}">
                  <a16:creationId xmlns:a16="http://schemas.microsoft.com/office/drawing/2014/main" id="{A88A4B8A-19C4-6D4A-A2AA-47028F22726A}"/>
                </a:ext>
              </a:extLst>
            </p:cNvPr>
            <p:cNvSpPr txBox="1"/>
            <p:nvPr/>
          </p:nvSpPr>
          <p:spPr>
            <a:xfrm>
              <a:off x="4510679" y="1892289"/>
              <a:ext cx="863600" cy="32714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b="0">
                  <a:latin typeface="Times New Roman" panose="02020603050405020304" pitchFamily="18" charset="0"/>
                  <a:cs typeface="Times New Roman" panose="02020603050405020304" pitchFamily="18" charset="0"/>
                </a:rPr>
                <a:t>TR</a:t>
              </a:r>
              <a:r>
                <a:rPr lang="en-US" b="0" baseline="-25000">
                  <a:latin typeface="Times New Roman" panose="02020603050405020304" pitchFamily="18" charset="0"/>
                  <a:cs typeface="Times New Roman" panose="02020603050405020304" pitchFamily="18" charset="0"/>
                </a:rPr>
                <a:t>C</a:t>
              </a:r>
              <a:endParaRPr kumimoji="0" lang="en-US" b="0" i="0" u="none" strike="noStrike" cap="none" spc="0" normalizeH="0" baseline="-25000">
                <a:ln>
                  <a:noFill/>
                </a:ln>
                <a:solidFill>
                  <a:srgbClr val="000000"/>
                </a:solidFill>
                <a:effectLst/>
                <a:uFillTx/>
                <a:latin typeface="Times New Roman" panose="02020603050405020304" pitchFamily="18" charset="0"/>
                <a:cs typeface="Times New Roman" panose="02020603050405020304" pitchFamily="18" charset="0"/>
                <a:sym typeface="Helvetica Neue"/>
              </a:endParaRPr>
            </a:p>
          </p:txBody>
        </p:sp>
        <p:cxnSp>
          <p:nvCxnSpPr>
            <p:cNvPr id="20" name="Straight Connector 19">
              <a:extLst>
                <a:ext uri="{FF2B5EF4-FFF2-40B4-BE49-F238E27FC236}">
                  <a16:creationId xmlns:a16="http://schemas.microsoft.com/office/drawing/2014/main" id="{69911272-FE4A-A64C-9432-282F2CE72603}"/>
                </a:ext>
              </a:extLst>
            </p:cNvPr>
            <p:cNvCxnSpPr>
              <a:cxnSpLocks/>
            </p:cNvCxnSpPr>
            <p:nvPr/>
          </p:nvCxnSpPr>
          <p:spPr>
            <a:xfrm>
              <a:off x="1434353" y="3657602"/>
              <a:ext cx="3186757" cy="24592"/>
            </a:xfrm>
            <a:prstGeom prst="line">
              <a:avLst/>
            </a:prstGeom>
            <a:noFill/>
            <a:ln w="63500" cap="flat">
              <a:solidFill>
                <a:schemeClr val="accent3">
                  <a:lumMod val="50000"/>
                </a:schemeClr>
              </a:solidFill>
              <a:prstDash val="solid"/>
              <a:miter lim="400000"/>
            </a:ln>
            <a:effectLst/>
            <a:sp3d/>
          </p:spPr>
          <p:style>
            <a:lnRef idx="0">
              <a:scrgbClr r="0" g="0" b="0"/>
            </a:lnRef>
            <a:fillRef idx="0">
              <a:scrgbClr r="0" g="0" b="0"/>
            </a:fillRef>
            <a:effectRef idx="0">
              <a:scrgbClr r="0" g="0" b="0"/>
            </a:effectRef>
            <a:fontRef idx="none"/>
          </p:style>
        </p:cxnSp>
        <p:sp>
          <p:nvSpPr>
            <p:cNvPr id="21" name="TextBox 20">
              <a:extLst>
                <a:ext uri="{FF2B5EF4-FFF2-40B4-BE49-F238E27FC236}">
                  <a16:creationId xmlns:a16="http://schemas.microsoft.com/office/drawing/2014/main" id="{17704794-8E6F-D044-9A06-53A0FD088949}"/>
                </a:ext>
              </a:extLst>
            </p:cNvPr>
            <p:cNvSpPr txBox="1"/>
            <p:nvPr/>
          </p:nvSpPr>
          <p:spPr>
            <a:xfrm>
              <a:off x="4584449" y="3512437"/>
              <a:ext cx="1715747" cy="5831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r>
                <a:rPr lang="en-US" b="0" dirty="0">
                  <a:latin typeface="Times New Roman" panose="02020603050405020304" pitchFamily="18" charset="0"/>
                  <a:cs typeface="Times New Roman" panose="02020603050405020304" pitchFamily="18" charset="0"/>
                </a:rPr>
                <a:t>AR</a:t>
              </a:r>
              <a:r>
                <a:rPr lang="en-US" b="0" baseline="-25000" dirty="0">
                  <a:latin typeface="Times New Roman" panose="02020603050405020304" pitchFamily="18" charset="0"/>
                  <a:cs typeface="Times New Roman" panose="02020603050405020304" pitchFamily="18" charset="0"/>
                </a:rPr>
                <a:t>C </a:t>
              </a:r>
              <a:r>
                <a:rPr lang="en-US" b="0" dirty="0">
                  <a:latin typeface="Times New Roman" panose="02020603050405020304" pitchFamily="18" charset="0"/>
                  <a:cs typeface="Times New Roman" panose="02020603050405020304" pitchFamily="18" charset="0"/>
                </a:rPr>
                <a:t>/ MR</a:t>
              </a:r>
              <a:r>
                <a:rPr lang="en-US" b="0" baseline="-25000" dirty="0">
                  <a:latin typeface="Times New Roman" panose="02020603050405020304" pitchFamily="18" charset="0"/>
                  <a:cs typeface="Times New Roman" panose="02020603050405020304" pitchFamily="18" charset="0"/>
                </a:rPr>
                <a:t>C</a:t>
              </a:r>
            </a:p>
            <a:p>
              <a:pPr marL="0" marR="0" indent="0" algn="ctr" defTabSz="584200" rtl="0" fontAlgn="auto" latinLnBrk="0" hangingPunct="0">
                <a:lnSpc>
                  <a:spcPct val="100000"/>
                </a:lnSpc>
                <a:spcBef>
                  <a:spcPts val="0"/>
                </a:spcBef>
                <a:spcAft>
                  <a:spcPts val="0"/>
                </a:spcAft>
                <a:buClrTx/>
                <a:buSzTx/>
                <a:buFontTx/>
                <a:buNone/>
                <a:tabLst/>
              </a:pPr>
              <a:endParaRPr kumimoji="0" lang="en-US" b="0" i="0" u="none" strike="noStrike" cap="none" spc="0" normalizeH="0" dirty="0">
                <a:ln>
                  <a:noFill/>
                </a:ln>
                <a:solidFill>
                  <a:srgbClr val="000000"/>
                </a:solidFill>
                <a:effectLst/>
                <a:uFillTx/>
                <a:latin typeface="Times New Roman" panose="02020603050405020304" pitchFamily="18" charset="0"/>
                <a:cs typeface="Times New Roman" panose="02020603050405020304" pitchFamily="18" charset="0"/>
                <a:sym typeface="Helvetica Neue"/>
              </a:endParaRPr>
            </a:p>
          </p:txBody>
        </p:sp>
        <p:grpSp>
          <p:nvGrpSpPr>
            <p:cNvPr id="39" name="Group 38">
              <a:extLst>
                <a:ext uri="{FF2B5EF4-FFF2-40B4-BE49-F238E27FC236}">
                  <a16:creationId xmlns:a16="http://schemas.microsoft.com/office/drawing/2014/main" id="{DBB84D36-0B2F-FD43-82E6-C8A3472C4753}"/>
                </a:ext>
              </a:extLst>
            </p:cNvPr>
            <p:cNvGrpSpPr/>
            <p:nvPr/>
          </p:nvGrpSpPr>
          <p:grpSpPr>
            <a:xfrm>
              <a:off x="656666" y="1562582"/>
              <a:ext cx="5315821" cy="4730642"/>
              <a:chOff x="656666" y="1562582"/>
              <a:chExt cx="5315821" cy="4730642"/>
            </a:xfrm>
          </p:grpSpPr>
          <p:grpSp>
            <p:nvGrpSpPr>
              <p:cNvPr id="8" name="Group 7">
                <a:extLst>
                  <a:ext uri="{FF2B5EF4-FFF2-40B4-BE49-F238E27FC236}">
                    <a16:creationId xmlns:a16="http://schemas.microsoft.com/office/drawing/2014/main" id="{A85DC4AB-FE3D-2A45-827F-7038AE7CD910}"/>
                  </a:ext>
                </a:extLst>
              </p:cNvPr>
              <p:cNvGrpSpPr/>
              <p:nvPr/>
            </p:nvGrpSpPr>
            <p:grpSpPr>
              <a:xfrm>
                <a:off x="1174377" y="1562582"/>
                <a:ext cx="4498290" cy="4730642"/>
                <a:chOff x="1174377" y="1562582"/>
                <a:chExt cx="4498290" cy="4730642"/>
              </a:xfrm>
            </p:grpSpPr>
            <p:cxnSp>
              <p:nvCxnSpPr>
                <p:cNvPr id="3" name="Straight Connector 2">
                  <a:extLst>
                    <a:ext uri="{FF2B5EF4-FFF2-40B4-BE49-F238E27FC236}">
                      <a16:creationId xmlns:a16="http://schemas.microsoft.com/office/drawing/2014/main" id="{59E1DA47-3C95-004F-8ED9-CB4EA8FC0BA0}"/>
                    </a:ext>
                  </a:extLst>
                </p:cNvPr>
                <p:cNvCxnSpPr>
                  <a:cxnSpLocks/>
                </p:cNvCxnSpPr>
                <p:nvPr/>
              </p:nvCxnSpPr>
              <p:spPr>
                <a:xfrm>
                  <a:off x="1434353" y="1562582"/>
                  <a:ext cx="0" cy="4730642"/>
                </a:xfrm>
                <a:prstGeom prst="line">
                  <a:avLst/>
                </a:prstGeom>
                <a:noFill/>
                <a:ln w="38100" cap="flat">
                  <a:solidFill>
                    <a:srgbClr val="000000"/>
                  </a:solidFill>
                  <a:prstDash val="solid"/>
                  <a:miter lim="400000"/>
                  <a:headEnd type="triangle" w="med" len="med"/>
                  <a:tailEnd type="triangle" w="med" len="med"/>
                </a:ln>
                <a:effectLst/>
                <a:sp3d/>
              </p:spPr>
              <p:style>
                <a:lnRef idx="0">
                  <a:scrgbClr r="0" g="0" b="0"/>
                </a:lnRef>
                <a:fillRef idx="0">
                  <a:scrgbClr r="0" g="0" b="0"/>
                </a:fillRef>
                <a:effectRef idx="0">
                  <a:scrgbClr r="0" g="0" b="0"/>
                </a:effectRef>
                <a:fontRef idx="none"/>
              </p:style>
            </p:cxnSp>
            <p:cxnSp>
              <p:nvCxnSpPr>
                <p:cNvPr id="6" name="Straight Connector 5">
                  <a:extLst>
                    <a:ext uri="{FF2B5EF4-FFF2-40B4-BE49-F238E27FC236}">
                      <a16:creationId xmlns:a16="http://schemas.microsoft.com/office/drawing/2014/main" id="{95DE8958-5076-4E45-B001-120F5DD620A7}"/>
                    </a:ext>
                  </a:extLst>
                </p:cNvPr>
                <p:cNvCxnSpPr>
                  <a:cxnSpLocks/>
                </p:cNvCxnSpPr>
                <p:nvPr/>
              </p:nvCxnSpPr>
              <p:spPr>
                <a:xfrm flipH="1">
                  <a:off x="1174377" y="5877059"/>
                  <a:ext cx="4498290" cy="0"/>
                </a:xfrm>
                <a:prstGeom prst="line">
                  <a:avLst/>
                </a:prstGeom>
                <a:noFill/>
                <a:ln w="38100" cap="flat">
                  <a:solidFill>
                    <a:srgbClr val="000000"/>
                  </a:solidFill>
                  <a:prstDash val="solid"/>
                  <a:miter lim="400000"/>
                  <a:headEnd type="triangle" w="med" len="med"/>
                  <a:tailEnd type="triangle" w="med" len="med"/>
                </a:ln>
                <a:effectLst/>
                <a:sp3d/>
              </p:spPr>
              <p:style>
                <a:lnRef idx="0">
                  <a:scrgbClr r="0" g="0" b="0"/>
                </a:lnRef>
                <a:fillRef idx="0">
                  <a:scrgbClr r="0" g="0" b="0"/>
                </a:fillRef>
                <a:effectRef idx="0">
                  <a:scrgbClr r="0" g="0" b="0"/>
                </a:effectRef>
                <a:fontRef idx="none"/>
              </p:style>
            </p:cxnSp>
          </p:grpSp>
          <p:sp>
            <p:nvSpPr>
              <p:cNvPr id="14" name="TextBox 13">
                <a:extLst>
                  <a:ext uri="{FF2B5EF4-FFF2-40B4-BE49-F238E27FC236}">
                    <a16:creationId xmlns:a16="http://schemas.microsoft.com/office/drawing/2014/main" id="{C290B2F0-24F6-7946-9087-7CBDE5E6B359}"/>
                  </a:ext>
                </a:extLst>
              </p:cNvPr>
              <p:cNvSpPr txBox="1"/>
              <p:nvPr/>
            </p:nvSpPr>
            <p:spPr>
              <a:xfrm>
                <a:off x="656666" y="1792313"/>
                <a:ext cx="863600" cy="5831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sz="1600" b="0" dirty="0">
                    <a:latin typeface="Times New Roman" panose="02020603050405020304" pitchFamily="18" charset="0"/>
                    <a:cs typeface="Times New Roman" panose="02020603050405020304" pitchFamily="18" charset="0"/>
                  </a:rPr>
                  <a:t>TR, </a:t>
                </a:r>
              </a:p>
              <a:p>
                <a:pPr marL="0" marR="0" indent="0" algn="ctr" defTabSz="584200" rtl="0" fontAlgn="auto" latinLnBrk="0" hangingPunct="0">
                  <a:lnSpc>
                    <a:spcPct val="100000"/>
                  </a:lnSpc>
                  <a:spcBef>
                    <a:spcPts val="0"/>
                  </a:spcBef>
                  <a:spcAft>
                    <a:spcPts val="0"/>
                  </a:spcAft>
                  <a:buClrTx/>
                  <a:buSzTx/>
                  <a:buFontTx/>
                  <a:buNone/>
                  <a:tabLst/>
                </a:pPr>
                <a:r>
                  <a:rPr lang="en-US" sz="1600" b="0" dirty="0">
                    <a:latin typeface="Times New Roman" panose="02020603050405020304" pitchFamily="18" charset="0"/>
                    <a:cs typeface="Times New Roman" panose="02020603050405020304" pitchFamily="18" charset="0"/>
                  </a:rPr>
                  <a:t>AR, </a:t>
                </a:r>
              </a:p>
              <a:p>
                <a:pPr marL="0" marR="0" indent="0" algn="ctr" defTabSz="584200" rtl="0" fontAlgn="auto" latinLnBrk="0" hangingPunct="0">
                  <a:lnSpc>
                    <a:spcPct val="100000"/>
                  </a:lnSpc>
                  <a:spcBef>
                    <a:spcPts val="0"/>
                  </a:spcBef>
                  <a:spcAft>
                    <a:spcPts val="0"/>
                  </a:spcAft>
                  <a:buClrTx/>
                  <a:buSzTx/>
                  <a:buFontTx/>
                  <a:buNone/>
                  <a:tabLst/>
                </a:pPr>
                <a:r>
                  <a:rPr lang="en-US" sz="1600" b="0" dirty="0">
                    <a:latin typeface="Times New Roman" panose="02020603050405020304" pitchFamily="18" charset="0"/>
                    <a:cs typeface="Times New Roman" panose="02020603050405020304" pitchFamily="18" charset="0"/>
                  </a:rPr>
                  <a:t>MR</a:t>
                </a:r>
                <a:endParaRPr kumimoji="0" lang="en-US" sz="1600" b="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Neue"/>
                </a:endParaRPr>
              </a:p>
            </p:txBody>
          </p:sp>
          <p:sp>
            <p:nvSpPr>
              <p:cNvPr id="16" name="TextBox 15">
                <a:extLst>
                  <a:ext uri="{FF2B5EF4-FFF2-40B4-BE49-F238E27FC236}">
                    <a16:creationId xmlns:a16="http://schemas.microsoft.com/office/drawing/2014/main" id="{4478112D-65C3-5543-8BC2-702063D4B715}"/>
                  </a:ext>
                </a:extLst>
              </p:cNvPr>
              <p:cNvSpPr txBox="1"/>
              <p:nvPr/>
            </p:nvSpPr>
            <p:spPr>
              <a:xfrm>
                <a:off x="5108887" y="5934757"/>
                <a:ext cx="863600" cy="24180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sz="1600" b="0">
                    <a:latin typeface="Times New Roman" panose="02020603050405020304" pitchFamily="18" charset="0"/>
                    <a:cs typeface="Times New Roman" panose="02020603050405020304" pitchFamily="18" charset="0"/>
                  </a:rPr>
                  <a:t>Qty</a:t>
                </a:r>
                <a:endParaRPr kumimoji="0" lang="en-US" sz="1600" b="0" i="0" u="none" strike="noStrike" cap="none" spc="0" normalizeH="0" baseline="0">
                  <a:ln>
                    <a:noFill/>
                  </a:ln>
                  <a:solidFill>
                    <a:srgbClr val="000000"/>
                  </a:solidFill>
                  <a:effectLst/>
                  <a:uFillTx/>
                  <a:latin typeface="Times New Roman" panose="02020603050405020304" pitchFamily="18" charset="0"/>
                  <a:cs typeface="Times New Roman" panose="02020603050405020304" pitchFamily="18" charset="0"/>
                  <a:sym typeface="Helvetica Neue"/>
                </a:endParaRPr>
              </a:p>
            </p:txBody>
          </p:sp>
          <p:sp>
            <p:nvSpPr>
              <p:cNvPr id="36" name="TextBox 35">
                <a:extLst>
                  <a:ext uri="{FF2B5EF4-FFF2-40B4-BE49-F238E27FC236}">
                    <a16:creationId xmlns:a16="http://schemas.microsoft.com/office/drawing/2014/main" id="{B669FFA1-B075-7045-9439-A8065DDE174C}"/>
                  </a:ext>
                </a:extLst>
              </p:cNvPr>
              <p:cNvSpPr txBox="1"/>
              <p:nvPr/>
            </p:nvSpPr>
            <p:spPr>
              <a:xfrm>
                <a:off x="796863" y="3561292"/>
                <a:ext cx="863600" cy="24180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sz="1600" b="0">
                    <a:latin typeface="Times New Roman" panose="02020603050405020304" pitchFamily="18" charset="0"/>
                    <a:cs typeface="Times New Roman" panose="02020603050405020304" pitchFamily="18" charset="0"/>
                  </a:rPr>
                  <a:t>P</a:t>
                </a:r>
                <a:endParaRPr kumimoji="0" lang="en-US" sz="1600" b="0" i="0" u="none" strike="noStrike" cap="none" spc="0" normalizeH="0" baseline="0">
                  <a:ln>
                    <a:noFill/>
                  </a:ln>
                  <a:solidFill>
                    <a:srgbClr val="000000"/>
                  </a:solidFill>
                  <a:effectLst/>
                  <a:uFillTx/>
                  <a:latin typeface="Times New Roman" panose="02020603050405020304" pitchFamily="18" charset="0"/>
                  <a:cs typeface="Times New Roman" panose="02020603050405020304" pitchFamily="18" charset="0"/>
                  <a:sym typeface="Helvetica Neue"/>
                </a:endParaRPr>
              </a:p>
            </p:txBody>
          </p:sp>
        </p:grpSp>
      </p:grpSp>
      <p:sp>
        <p:nvSpPr>
          <p:cNvPr id="2" name="Slide Number Placeholder 1">
            <a:extLst>
              <a:ext uri="{FF2B5EF4-FFF2-40B4-BE49-F238E27FC236}">
                <a16:creationId xmlns:a16="http://schemas.microsoft.com/office/drawing/2014/main" id="{70478940-F8FA-354F-9D73-8EDB25FDC0D6}"/>
              </a:ext>
            </a:extLst>
          </p:cNvPr>
          <p:cNvSpPr>
            <a:spLocks noGrp="1"/>
          </p:cNvSpPr>
          <p:nvPr>
            <p:ph type="sldNum" sz="quarter" idx="2"/>
          </p:nvPr>
        </p:nvSpPr>
        <p:spPr>
          <a:xfrm>
            <a:off x="6396421" y="9296400"/>
            <a:ext cx="205184" cy="348813"/>
          </a:xfrm>
        </p:spPr>
        <p:txBody>
          <a:bodyPr/>
          <a:lstStyle/>
          <a:p>
            <a:fld id="{86CB4B4D-7CA3-9044-876B-883B54F8677D}" type="slidenum">
              <a:rPr lang="en-IN" smtClean="0">
                <a:latin typeface="Times New Roman" panose="02020603050405020304" pitchFamily="18" charset="0"/>
                <a:cs typeface="Times New Roman" panose="02020603050405020304" pitchFamily="18" charset="0"/>
              </a:rPr>
              <a:t>9</a:t>
            </a:fld>
            <a:endParaRPr lang="en-IN">
              <a:latin typeface="Times New Roman" panose="02020603050405020304" pitchFamily="18" charset="0"/>
              <a:cs typeface="Times New Roman" panose="02020603050405020304" pitchFamily="18" charset="0"/>
            </a:endParaRPr>
          </a:p>
        </p:txBody>
      </p:sp>
      <p:grpSp>
        <p:nvGrpSpPr>
          <p:cNvPr id="62" name="Group 61">
            <a:extLst>
              <a:ext uri="{FF2B5EF4-FFF2-40B4-BE49-F238E27FC236}">
                <a16:creationId xmlns:a16="http://schemas.microsoft.com/office/drawing/2014/main" id="{D18293F3-D558-4240-B8AE-3CD6881D86A5}"/>
              </a:ext>
            </a:extLst>
          </p:cNvPr>
          <p:cNvGrpSpPr/>
          <p:nvPr/>
        </p:nvGrpSpPr>
        <p:grpSpPr>
          <a:xfrm>
            <a:off x="7165799" y="1518023"/>
            <a:ext cx="5060066" cy="10978946"/>
            <a:chOff x="7165799" y="1518023"/>
            <a:chExt cx="5060066" cy="10978946"/>
          </a:xfrm>
        </p:grpSpPr>
        <p:grpSp>
          <p:nvGrpSpPr>
            <p:cNvPr id="37" name="Group 36">
              <a:extLst>
                <a:ext uri="{FF2B5EF4-FFF2-40B4-BE49-F238E27FC236}">
                  <a16:creationId xmlns:a16="http://schemas.microsoft.com/office/drawing/2014/main" id="{829CCE33-C587-6944-91A3-0918628BC23A}"/>
                </a:ext>
              </a:extLst>
            </p:cNvPr>
            <p:cNvGrpSpPr/>
            <p:nvPr/>
          </p:nvGrpSpPr>
          <p:grpSpPr>
            <a:xfrm>
              <a:off x="7165799" y="1518023"/>
              <a:ext cx="5060066" cy="7270455"/>
              <a:chOff x="7165799" y="1518023"/>
              <a:chExt cx="5060066" cy="7270455"/>
            </a:xfrm>
          </p:grpSpPr>
          <p:grpSp>
            <p:nvGrpSpPr>
              <p:cNvPr id="17" name="Group 16">
                <a:extLst>
                  <a:ext uri="{FF2B5EF4-FFF2-40B4-BE49-F238E27FC236}">
                    <a16:creationId xmlns:a16="http://schemas.microsoft.com/office/drawing/2014/main" id="{3C19A084-1A92-224D-B6D8-6EEC4603FC78}"/>
                  </a:ext>
                </a:extLst>
              </p:cNvPr>
              <p:cNvGrpSpPr/>
              <p:nvPr/>
            </p:nvGrpSpPr>
            <p:grpSpPr>
              <a:xfrm>
                <a:off x="7165799" y="1518023"/>
                <a:ext cx="5060066" cy="7270455"/>
                <a:chOff x="7165799" y="1518023"/>
                <a:chExt cx="5060066" cy="7270455"/>
              </a:xfrm>
            </p:grpSpPr>
            <p:grpSp>
              <p:nvGrpSpPr>
                <p:cNvPr id="23" name="Group 22">
                  <a:extLst>
                    <a:ext uri="{FF2B5EF4-FFF2-40B4-BE49-F238E27FC236}">
                      <a16:creationId xmlns:a16="http://schemas.microsoft.com/office/drawing/2014/main" id="{E7B8B278-7DC3-2B41-A768-080CD8F8A0F3}"/>
                    </a:ext>
                  </a:extLst>
                </p:cNvPr>
                <p:cNvGrpSpPr/>
                <p:nvPr/>
              </p:nvGrpSpPr>
              <p:grpSpPr>
                <a:xfrm>
                  <a:off x="7996810" y="4987064"/>
                  <a:ext cx="4143145" cy="3801414"/>
                  <a:chOff x="7993229" y="4987064"/>
                  <a:chExt cx="5090380" cy="3801414"/>
                </a:xfrm>
              </p:grpSpPr>
              <p:sp>
                <p:nvSpPr>
                  <p:cNvPr id="24" name="TextBox 23">
                    <a:extLst>
                      <a:ext uri="{FF2B5EF4-FFF2-40B4-BE49-F238E27FC236}">
                        <a16:creationId xmlns:a16="http://schemas.microsoft.com/office/drawing/2014/main" id="{1D34FE83-C919-A546-BE12-88B731344C2E}"/>
                      </a:ext>
                    </a:extLst>
                  </p:cNvPr>
                  <p:cNvSpPr txBox="1"/>
                  <p:nvPr/>
                </p:nvSpPr>
                <p:spPr>
                  <a:xfrm>
                    <a:off x="12220009" y="7065687"/>
                    <a:ext cx="863600"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b="0" dirty="0"/>
                      <a:t>AR</a:t>
                    </a:r>
                    <a:r>
                      <a:rPr lang="en-US" b="0" baseline="-25000" dirty="0"/>
                      <a:t>C</a:t>
                    </a:r>
                    <a:endParaRPr kumimoji="0" lang="en-US" b="0" i="0" u="none" strike="noStrike" cap="none" spc="0" normalizeH="0" baseline="-25000" dirty="0">
                      <a:ln>
                        <a:noFill/>
                      </a:ln>
                      <a:solidFill>
                        <a:srgbClr val="000000"/>
                      </a:solidFill>
                      <a:effectLst/>
                      <a:uFillTx/>
                      <a:latin typeface="Helvetica Neue"/>
                      <a:ea typeface="Helvetica Neue"/>
                      <a:cs typeface="Helvetica Neue"/>
                      <a:sym typeface="Helvetica Neue"/>
                    </a:endParaRPr>
                  </a:p>
                </p:txBody>
              </p:sp>
              <p:cxnSp>
                <p:nvCxnSpPr>
                  <p:cNvPr id="25" name="Straight Connector 24">
                    <a:extLst>
                      <a:ext uri="{FF2B5EF4-FFF2-40B4-BE49-F238E27FC236}">
                        <a16:creationId xmlns:a16="http://schemas.microsoft.com/office/drawing/2014/main" id="{44A6B907-18FB-A44A-9D5A-E05D4830B2E8}"/>
                      </a:ext>
                    </a:extLst>
                  </p:cNvPr>
                  <p:cNvCxnSpPr>
                    <a:cxnSpLocks/>
                  </p:cNvCxnSpPr>
                  <p:nvPr/>
                </p:nvCxnSpPr>
                <p:spPr>
                  <a:xfrm>
                    <a:off x="8033102" y="4987064"/>
                    <a:ext cx="4538958" cy="2055656"/>
                  </a:xfrm>
                  <a:prstGeom prst="line">
                    <a:avLst/>
                  </a:prstGeom>
                  <a:noFill/>
                  <a:ln w="63500" cap="flat">
                    <a:solidFill>
                      <a:schemeClr val="accent3">
                        <a:lumMod val="50000"/>
                      </a:schemeClr>
                    </a:solidFill>
                    <a:prstDash val="solid"/>
                    <a:miter lim="400000"/>
                  </a:ln>
                  <a:effectLst/>
                  <a:sp3d/>
                </p:spPr>
                <p:style>
                  <a:lnRef idx="0">
                    <a:scrgbClr r="0" g="0" b="0"/>
                  </a:lnRef>
                  <a:fillRef idx="0">
                    <a:scrgbClr r="0" g="0" b="0"/>
                  </a:fillRef>
                  <a:effectRef idx="0">
                    <a:scrgbClr r="0" g="0" b="0"/>
                  </a:effectRef>
                  <a:fontRef idx="none"/>
                </p:style>
              </p:cxnSp>
              <p:cxnSp>
                <p:nvCxnSpPr>
                  <p:cNvPr id="29" name="Straight Connector 28">
                    <a:extLst>
                      <a:ext uri="{FF2B5EF4-FFF2-40B4-BE49-F238E27FC236}">
                        <a16:creationId xmlns:a16="http://schemas.microsoft.com/office/drawing/2014/main" id="{D8520D50-E4F8-7948-95CD-3C277511D8DD}"/>
                      </a:ext>
                    </a:extLst>
                  </p:cNvPr>
                  <p:cNvCxnSpPr>
                    <a:cxnSpLocks/>
                  </p:cNvCxnSpPr>
                  <p:nvPr/>
                </p:nvCxnSpPr>
                <p:spPr>
                  <a:xfrm>
                    <a:off x="7993229" y="4987064"/>
                    <a:ext cx="3035915" cy="3355144"/>
                  </a:xfrm>
                  <a:prstGeom prst="line">
                    <a:avLst/>
                  </a:prstGeom>
                  <a:noFill/>
                  <a:ln w="63500" cap="flat">
                    <a:solidFill>
                      <a:srgbClr val="C00000"/>
                    </a:solidFill>
                    <a:prstDash val="solid"/>
                    <a:miter lim="400000"/>
                  </a:ln>
                  <a:effectLst/>
                  <a:sp3d/>
                </p:spPr>
                <p:style>
                  <a:lnRef idx="0">
                    <a:scrgbClr r="0" g="0" b="0"/>
                  </a:lnRef>
                  <a:fillRef idx="0">
                    <a:scrgbClr r="0" g="0" b="0"/>
                  </a:fillRef>
                  <a:effectRef idx="0">
                    <a:scrgbClr r="0" g="0" b="0"/>
                  </a:effectRef>
                  <a:fontRef idx="none"/>
                </p:style>
              </p:cxnSp>
              <p:sp>
                <p:nvSpPr>
                  <p:cNvPr id="31" name="TextBox 30">
                    <a:extLst>
                      <a:ext uri="{FF2B5EF4-FFF2-40B4-BE49-F238E27FC236}">
                        <a16:creationId xmlns:a16="http://schemas.microsoft.com/office/drawing/2014/main" id="{9FD832E5-2E5F-2241-A9F2-F00352A51F19}"/>
                      </a:ext>
                    </a:extLst>
                  </p:cNvPr>
                  <p:cNvSpPr txBox="1"/>
                  <p:nvPr/>
                </p:nvSpPr>
                <p:spPr>
                  <a:xfrm>
                    <a:off x="10213969" y="8316554"/>
                    <a:ext cx="1225766"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b="0" dirty="0"/>
                      <a:t>MR</a:t>
                    </a:r>
                    <a:r>
                      <a:rPr lang="en-US" b="0" baseline="-25000" dirty="0"/>
                      <a:t>C</a:t>
                    </a:r>
                    <a:endParaRPr kumimoji="0" lang="en-US" b="0" i="0" u="none" strike="noStrike" cap="none" spc="0" normalizeH="0" baseline="-25000" dirty="0">
                      <a:ln>
                        <a:noFill/>
                      </a:ln>
                      <a:solidFill>
                        <a:srgbClr val="000000"/>
                      </a:solidFill>
                      <a:effectLst/>
                      <a:uFillTx/>
                      <a:latin typeface="Helvetica Neue"/>
                      <a:ea typeface="Helvetica Neue"/>
                      <a:cs typeface="Helvetica Neue"/>
                      <a:sym typeface="Helvetica Neue"/>
                    </a:endParaRPr>
                  </a:p>
                </p:txBody>
              </p:sp>
            </p:grpSp>
            <p:grpSp>
              <p:nvGrpSpPr>
                <p:cNvPr id="40" name="Group 39">
                  <a:extLst>
                    <a:ext uri="{FF2B5EF4-FFF2-40B4-BE49-F238E27FC236}">
                      <a16:creationId xmlns:a16="http://schemas.microsoft.com/office/drawing/2014/main" id="{3E86F75B-02DD-1245-9109-D69E06F6CAEE}"/>
                    </a:ext>
                  </a:extLst>
                </p:cNvPr>
                <p:cNvGrpSpPr/>
                <p:nvPr/>
              </p:nvGrpSpPr>
              <p:grpSpPr>
                <a:xfrm>
                  <a:off x="7165799" y="1518023"/>
                  <a:ext cx="5060066" cy="6733076"/>
                  <a:chOff x="7165799" y="1518023"/>
                  <a:chExt cx="5060066" cy="6733076"/>
                </a:xfrm>
              </p:grpSpPr>
              <p:grpSp>
                <p:nvGrpSpPr>
                  <p:cNvPr id="10" name="Group 9">
                    <a:extLst>
                      <a:ext uri="{FF2B5EF4-FFF2-40B4-BE49-F238E27FC236}">
                        <a16:creationId xmlns:a16="http://schemas.microsoft.com/office/drawing/2014/main" id="{0C71AAA4-0BE5-ED4A-A06C-D7DFC98B129C}"/>
                      </a:ext>
                    </a:extLst>
                  </p:cNvPr>
                  <p:cNvGrpSpPr/>
                  <p:nvPr/>
                </p:nvGrpSpPr>
                <p:grpSpPr>
                  <a:xfrm>
                    <a:off x="7682162" y="1518023"/>
                    <a:ext cx="4244290" cy="6733076"/>
                    <a:chOff x="1128962" y="1721223"/>
                    <a:chExt cx="4244290" cy="6733076"/>
                  </a:xfrm>
                </p:grpSpPr>
                <p:cxnSp>
                  <p:nvCxnSpPr>
                    <p:cNvPr id="11" name="Straight Connector 10">
                      <a:extLst>
                        <a:ext uri="{FF2B5EF4-FFF2-40B4-BE49-F238E27FC236}">
                          <a16:creationId xmlns:a16="http://schemas.microsoft.com/office/drawing/2014/main" id="{4F4805E6-CFEA-B34F-820C-EDCCF80F4941}"/>
                        </a:ext>
                      </a:extLst>
                    </p:cNvPr>
                    <p:cNvCxnSpPr>
                      <a:cxnSpLocks/>
                    </p:cNvCxnSpPr>
                    <p:nvPr/>
                  </p:nvCxnSpPr>
                  <p:spPr>
                    <a:xfrm>
                      <a:off x="1434353" y="1721223"/>
                      <a:ext cx="0" cy="6733076"/>
                    </a:xfrm>
                    <a:prstGeom prst="line">
                      <a:avLst/>
                    </a:prstGeom>
                    <a:noFill/>
                    <a:ln w="38100" cap="flat">
                      <a:solidFill>
                        <a:srgbClr val="000000"/>
                      </a:solidFill>
                      <a:prstDash val="solid"/>
                      <a:miter lim="400000"/>
                      <a:headEnd type="triangle" w="med" len="med"/>
                      <a:tailEnd type="triangle" w="med" len="med"/>
                    </a:ln>
                    <a:effectLst/>
                    <a:sp3d/>
                  </p:spPr>
                  <p:style>
                    <a:lnRef idx="0">
                      <a:scrgbClr r="0" g="0" b="0"/>
                    </a:lnRef>
                    <a:fillRef idx="0">
                      <a:scrgbClr r="0" g="0" b="0"/>
                    </a:fillRef>
                    <a:effectRef idx="0">
                      <a:scrgbClr r="0" g="0" b="0"/>
                    </a:effectRef>
                    <a:fontRef idx="none"/>
                  </p:style>
                </p:cxnSp>
                <p:cxnSp>
                  <p:nvCxnSpPr>
                    <p:cNvPr id="12" name="Straight Connector 11">
                      <a:extLst>
                        <a:ext uri="{FF2B5EF4-FFF2-40B4-BE49-F238E27FC236}">
                          <a16:creationId xmlns:a16="http://schemas.microsoft.com/office/drawing/2014/main" id="{5D541346-1C7E-1140-85EF-AE67E731F52D}"/>
                        </a:ext>
                      </a:extLst>
                    </p:cNvPr>
                    <p:cNvCxnSpPr>
                      <a:cxnSpLocks/>
                    </p:cNvCxnSpPr>
                    <p:nvPr/>
                  </p:nvCxnSpPr>
                  <p:spPr>
                    <a:xfrm flipH="1">
                      <a:off x="1128962" y="7951119"/>
                      <a:ext cx="4244290" cy="0"/>
                    </a:xfrm>
                    <a:prstGeom prst="line">
                      <a:avLst/>
                    </a:prstGeom>
                    <a:noFill/>
                    <a:ln w="38100" cap="flat">
                      <a:solidFill>
                        <a:srgbClr val="000000"/>
                      </a:solidFill>
                      <a:prstDash val="solid"/>
                      <a:miter lim="400000"/>
                      <a:headEnd type="triangle" w="med" len="med"/>
                      <a:tailEnd type="triangle" w="med" len="med"/>
                    </a:ln>
                    <a:effectLst/>
                    <a:sp3d/>
                  </p:spPr>
                  <p:style>
                    <a:lnRef idx="0">
                      <a:scrgbClr r="0" g="0" b="0"/>
                    </a:lnRef>
                    <a:fillRef idx="0">
                      <a:scrgbClr r="0" g="0" b="0"/>
                    </a:fillRef>
                    <a:effectRef idx="0">
                      <a:scrgbClr r="0" g="0" b="0"/>
                    </a:effectRef>
                    <a:fontRef idx="none"/>
                  </p:style>
                </p:cxnSp>
              </p:grpSp>
              <p:sp>
                <p:nvSpPr>
                  <p:cNvPr id="18" name="TextBox 17">
                    <a:extLst>
                      <a:ext uri="{FF2B5EF4-FFF2-40B4-BE49-F238E27FC236}">
                        <a16:creationId xmlns:a16="http://schemas.microsoft.com/office/drawing/2014/main" id="{67DDA854-9955-A540-95D0-4A197406CEB9}"/>
                      </a:ext>
                    </a:extLst>
                  </p:cNvPr>
                  <p:cNvSpPr txBox="1"/>
                  <p:nvPr/>
                </p:nvSpPr>
                <p:spPr>
                  <a:xfrm>
                    <a:off x="11362265" y="7832542"/>
                    <a:ext cx="863600"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sz="1600" b="0"/>
                      <a:t>Qty</a:t>
                    </a:r>
                    <a:endParaRPr kumimoji="0" lang="en-US" sz="1600" b="0" i="0" u="none" strike="noStrike" cap="none" spc="0" normalizeH="0" baseline="0">
                      <a:ln>
                        <a:noFill/>
                      </a:ln>
                      <a:solidFill>
                        <a:srgbClr val="000000"/>
                      </a:solidFill>
                      <a:effectLst/>
                      <a:uFillTx/>
                      <a:latin typeface="Helvetica Neue"/>
                      <a:ea typeface="Helvetica Neue"/>
                      <a:cs typeface="Helvetica Neue"/>
                      <a:sym typeface="Helvetica Neue"/>
                    </a:endParaRPr>
                  </a:p>
                </p:txBody>
              </p:sp>
              <p:sp>
                <p:nvSpPr>
                  <p:cNvPr id="32" name="TextBox 31">
                    <a:extLst>
                      <a:ext uri="{FF2B5EF4-FFF2-40B4-BE49-F238E27FC236}">
                        <a16:creationId xmlns:a16="http://schemas.microsoft.com/office/drawing/2014/main" id="{9CD02FA9-0697-3046-A67E-09601D3C4013}"/>
                      </a:ext>
                    </a:extLst>
                  </p:cNvPr>
                  <p:cNvSpPr txBox="1"/>
                  <p:nvPr/>
                </p:nvSpPr>
                <p:spPr>
                  <a:xfrm>
                    <a:off x="7165799" y="1832104"/>
                    <a:ext cx="863600" cy="8412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sz="1600" b="0" dirty="0"/>
                      <a:t>TR, </a:t>
                    </a:r>
                  </a:p>
                  <a:p>
                    <a:pPr marL="0" marR="0" indent="0" algn="ctr" defTabSz="584200" rtl="0" fontAlgn="auto" latinLnBrk="0" hangingPunct="0">
                      <a:lnSpc>
                        <a:spcPct val="100000"/>
                      </a:lnSpc>
                      <a:spcBef>
                        <a:spcPts val="0"/>
                      </a:spcBef>
                      <a:spcAft>
                        <a:spcPts val="0"/>
                      </a:spcAft>
                      <a:buClrTx/>
                      <a:buSzTx/>
                      <a:buFontTx/>
                      <a:buNone/>
                      <a:tabLst/>
                    </a:pPr>
                    <a:r>
                      <a:rPr lang="en-US" sz="1600" b="0" dirty="0"/>
                      <a:t>AR, </a:t>
                    </a:r>
                  </a:p>
                  <a:p>
                    <a:pPr marL="0" marR="0" indent="0" algn="ctr" defTabSz="584200" rtl="0" fontAlgn="auto" latinLnBrk="0" hangingPunct="0">
                      <a:lnSpc>
                        <a:spcPct val="100000"/>
                      </a:lnSpc>
                      <a:spcBef>
                        <a:spcPts val="0"/>
                      </a:spcBef>
                      <a:spcAft>
                        <a:spcPts val="0"/>
                      </a:spcAft>
                      <a:buClrTx/>
                      <a:buSzTx/>
                      <a:buFontTx/>
                      <a:buNone/>
                      <a:tabLst/>
                    </a:pPr>
                    <a:r>
                      <a:rPr lang="en-US" sz="1600" b="0" dirty="0"/>
                      <a:t>MR</a:t>
                    </a:r>
                    <a:endParaRPr kumimoji="0" lang="en-US" sz="1600" b="0" i="0" u="none" strike="noStrike" cap="none" spc="0" normalizeH="0" baseline="0" dirty="0">
                      <a:ln>
                        <a:noFill/>
                      </a:ln>
                      <a:solidFill>
                        <a:srgbClr val="000000"/>
                      </a:solidFill>
                      <a:effectLst/>
                      <a:uFillTx/>
                      <a:latin typeface="Helvetica Neue"/>
                      <a:ea typeface="Helvetica Neue"/>
                      <a:cs typeface="Helvetica Neue"/>
                      <a:sym typeface="Helvetica Neue"/>
                    </a:endParaRPr>
                  </a:p>
                </p:txBody>
              </p:sp>
            </p:grpSp>
          </p:grpSp>
          <p:cxnSp>
            <p:nvCxnSpPr>
              <p:cNvPr id="5" name="Straight Connector 4">
                <a:extLst>
                  <a:ext uri="{FF2B5EF4-FFF2-40B4-BE49-F238E27FC236}">
                    <a16:creationId xmlns:a16="http://schemas.microsoft.com/office/drawing/2014/main" id="{C5DE9A70-6598-CF46-8B37-37F2A5A7891C}"/>
                  </a:ext>
                </a:extLst>
              </p:cNvPr>
              <p:cNvCxnSpPr>
                <a:cxnSpLocks/>
              </p:cNvCxnSpPr>
              <p:nvPr/>
            </p:nvCxnSpPr>
            <p:spPr>
              <a:xfrm flipV="1">
                <a:off x="10005399" y="2992233"/>
                <a:ext cx="574" cy="4755686"/>
              </a:xfrm>
              <a:prstGeom prst="line">
                <a:avLst/>
              </a:prstGeom>
              <a:noFill/>
              <a:ln w="57150" cap="flat">
                <a:solidFill>
                  <a:srgbClr val="000000"/>
                </a:solidFill>
                <a:prstDash val="sysDot"/>
                <a:miter lim="400000"/>
              </a:ln>
              <a:effectLst/>
              <a:sp3d/>
            </p:spPr>
            <p:style>
              <a:lnRef idx="0">
                <a:scrgbClr r="0" g="0" b="0"/>
              </a:lnRef>
              <a:fillRef idx="0">
                <a:scrgbClr r="0" g="0" b="0"/>
              </a:fillRef>
              <a:effectRef idx="0">
                <a:scrgbClr r="0" g="0" b="0"/>
              </a:effectRef>
              <a:fontRef idx="none"/>
            </p:style>
          </p:cxnSp>
        </p:grpSp>
        <p:grpSp>
          <p:nvGrpSpPr>
            <p:cNvPr id="61" name="Group 60">
              <a:extLst>
                <a:ext uri="{FF2B5EF4-FFF2-40B4-BE49-F238E27FC236}">
                  <a16:creationId xmlns:a16="http://schemas.microsoft.com/office/drawing/2014/main" id="{1475E483-AD57-BF4C-8BBE-07611627096D}"/>
                </a:ext>
              </a:extLst>
            </p:cNvPr>
            <p:cNvGrpSpPr/>
            <p:nvPr/>
          </p:nvGrpSpPr>
          <p:grpSpPr>
            <a:xfrm>
              <a:off x="8029263" y="3025959"/>
              <a:ext cx="4024779" cy="9471010"/>
              <a:chOff x="8029263" y="3025959"/>
              <a:chExt cx="4024779" cy="9471010"/>
            </a:xfrm>
          </p:grpSpPr>
          <p:sp>
            <p:nvSpPr>
              <p:cNvPr id="28" name="TextBox 27">
                <a:extLst>
                  <a:ext uri="{FF2B5EF4-FFF2-40B4-BE49-F238E27FC236}">
                    <a16:creationId xmlns:a16="http://schemas.microsoft.com/office/drawing/2014/main" id="{40362F60-4C3E-104B-AF8E-788656C0C9AA}"/>
                  </a:ext>
                </a:extLst>
              </p:cNvPr>
              <p:cNvSpPr txBox="1"/>
              <p:nvPr/>
            </p:nvSpPr>
            <p:spPr>
              <a:xfrm>
                <a:off x="10947710" y="3239732"/>
                <a:ext cx="863600"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b="0" dirty="0"/>
                  <a:t>TR</a:t>
                </a:r>
                <a:r>
                  <a:rPr lang="en-US" b="0" baseline="-25000" dirty="0"/>
                  <a:t>C</a:t>
                </a:r>
                <a:endParaRPr kumimoji="0" lang="en-US" b="0" i="0" u="none" strike="noStrike" cap="none" spc="0" normalizeH="0" baseline="-25000" dirty="0">
                  <a:ln>
                    <a:noFill/>
                  </a:ln>
                  <a:solidFill>
                    <a:srgbClr val="000000"/>
                  </a:solidFill>
                  <a:effectLst/>
                  <a:uFillTx/>
                  <a:latin typeface="Helvetica Neue"/>
                  <a:ea typeface="Helvetica Neue"/>
                  <a:cs typeface="Helvetica Neue"/>
                  <a:sym typeface="Helvetica Neue"/>
                </a:endParaRPr>
              </a:p>
            </p:txBody>
          </p:sp>
          <p:sp>
            <p:nvSpPr>
              <p:cNvPr id="26" name="Arc 25">
                <a:extLst>
                  <a:ext uri="{FF2B5EF4-FFF2-40B4-BE49-F238E27FC236}">
                    <a16:creationId xmlns:a16="http://schemas.microsoft.com/office/drawing/2014/main" id="{7C2FE509-758C-284F-8447-DF52BCD6B1BF}"/>
                  </a:ext>
                </a:extLst>
              </p:cNvPr>
              <p:cNvSpPr/>
              <p:nvPr/>
            </p:nvSpPr>
            <p:spPr>
              <a:xfrm flipH="1">
                <a:off x="8029263" y="3025959"/>
                <a:ext cx="4024779" cy="9471010"/>
              </a:xfrm>
              <a:prstGeom prst="arc">
                <a:avLst>
                  <a:gd name="adj1" fmla="val 15375685"/>
                  <a:gd name="adj2" fmla="val 0"/>
                </a:avLst>
              </a:prstGeom>
              <a:noFill/>
              <a:ln w="63500" cap="flat">
                <a:solidFill>
                  <a:srgbClr val="0070C0"/>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dirty="0">
                  <a:ln>
                    <a:noFill/>
                  </a:ln>
                  <a:solidFill>
                    <a:srgbClr val="000000"/>
                  </a:solidFill>
                  <a:effectLst/>
                  <a:uFillTx/>
                </a:endParaRPr>
              </a:p>
            </p:txBody>
          </p:sp>
        </p:grpSp>
      </p:grpSp>
      <p:sp>
        <p:nvSpPr>
          <p:cNvPr id="66" name="TextBox 65">
            <a:extLst>
              <a:ext uri="{FF2B5EF4-FFF2-40B4-BE49-F238E27FC236}">
                <a16:creationId xmlns:a16="http://schemas.microsoft.com/office/drawing/2014/main" id="{967FC331-F943-CA4E-A6CD-3C54826E1C9E}"/>
              </a:ext>
            </a:extLst>
          </p:cNvPr>
          <p:cNvSpPr txBox="1"/>
          <p:nvPr/>
        </p:nvSpPr>
        <p:spPr>
          <a:xfrm>
            <a:off x="2793680" y="93594"/>
            <a:ext cx="8359744" cy="4041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r>
              <a:rPr lang="en-US" sz="2000" b="1" dirty="0">
                <a:latin typeface="Times New Roman" panose="02020603050405020304" pitchFamily="18" charset="0"/>
                <a:cs typeface="Times New Roman" panose="02020603050405020304" pitchFamily="18" charset="0"/>
              </a:rPr>
              <a:t>Revenue and only Revenue Reveals the </a:t>
            </a:r>
            <a:r>
              <a:rPr lang="en-US" sz="2000" b="1" dirty="0">
                <a:solidFill>
                  <a:srgbClr val="FF0000"/>
                </a:solidFill>
                <a:latin typeface="Times New Roman" panose="02020603050405020304" pitchFamily="18" charset="0"/>
                <a:cs typeface="Times New Roman" panose="02020603050405020304" pitchFamily="18" charset="0"/>
              </a:rPr>
              <a:t>Competitive</a:t>
            </a:r>
            <a:r>
              <a:rPr lang="en-US" sz="2000" b="1" dirty="0">
                <a:latin typeface="Times New Roman" panose="02020603050405020304" pitchFamily="18" charset="0"/>
                <a:cs typeface="Times New Roman" panose="02020603050405020304" pitchFamily="18" charset="0"/>
              </a:rPr>
              <a:t> nature of the </a:t>
            </a:r>
            <a:r>
              <a:rPr lang="en-US" sz="2000" b="1" dirty="0">
                <a:solidFill>
                  <a:srgbClr val="0070C0"/>
                </a:solidFill>
                <a:latin typeface="Times New Roman" panose="02020603050405020304" pitchFamily="18" charset="0"/>
                <a:cs typeface="Times New Roman" panose="02020603050405020304" pitchFamily="18" charset="0"/>
              </a:rPr>
              <a:t>Market</a:t>
            </a:r>
            <a:endParaRPr lang="en-US" sz="2000" dirty="0"/>
          </a:p>
        </p:txBody>
      </p:sp>
    </p:spTree>
    <p:extLst>
      <p:ext uri="{BB962C8B-B14F-4D97-AF65-F5344CB8AC3E}">
        <p14:creationId xmlns:p14="http://schemas.microsoft.com/office/powerpoint/2010/main" val="3741693092"/>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Box 27">
            <a:extLst>
              <a:ext uri="{FF2B5EF4-FFF2-40B4-BE49-F238E27FC236}">
                <a16:creationId xmlns:a16="http://schemas.microsoft.com/office/drawing/2014/main" id="{40362F60-4C3E-104B-AF8E-788656C0C9AA}"/>
              </a:ext>
            </a:extLst>
          </p:cNvPr>
          <p:cNvSpPr txBox="1"/>
          <p:nvPr/>
        </p:nvSpPr>
        <p:spPr>
          <a:xfrm>
            <a:off x="10133560" y="1565809"/>
            <a:ext cx="863600"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sz="1600" b="0" dirty="0">
                <a:latin typeface="Times New Roman" panose="02020603050405020304" pitchFamily="18" charset="0"/>
                <a:cs typeface="Times New Roman" panose="02020603050405020304" pitchFamily="18" charset="0"/>
              </a:rPr>
              <a:t>TR</a:t>
            </a:r>
            <a:r>
              <a:rPr lang="en-US" sz="1600" b="0" baseline="-25000" dirty="0">
                <a:latin typeface="Times New Roman" panose="02020603050405020304" pitchFamily="18" charset="0"/>
                <a:cs typeface="Times New Roman" panose="02020603050405020304" pitchFamily="18" charset="0"/>
              </a:rPr>
              <a:t>C</a:t>
            </a:r>
            <a:endParaRPr kumimoji="0" lang="en-US" sz="1600" b="0" i="0" u="none" strike="noStrike" cap="none" spc="0" normalizeH="0" baseline="-25000" dirty="0">
              <a:ln>
                <a:noFill/>
              </a:ln>
              <a:solidFill>
                <a:srgbClr val="000000"/>
              </a:solidFill>
              <a:effectLst/>
              <a:uFillTx/>
              <a:latin typeface="Times New Roman" panose="02020603050405020304" pitchFamily="18" charset="0"/>
              <a:cs typeface="Times New Roman" panose="02020603050405020304" pitchFamily="18" charset="0"/>
              <a:sym typeface="Helvetica Neue"/>
            </a:endParaRPr>
          </a:p>
        </p:txBody>
      </p:sp>
      <p:sp>
        <p:nvSpPr>
          <p:cNvPr id="27" name="TextBox 26">
            <a:extLst>
              <a:ext uri="{FF2B5EF4-FFF2-40B4-BE49-F238E27FC236}">
                <a16:creationId xmlns:a16="http://schemas.microsoft.com/office/drawing/2014/main" id="{CFB1BE93-25C7-3543-A37D-CD8E93E7B900}"/>
              </a:ext>
            </a:extLst>
          </p:cNvPr>
          <p:cNvSpPr txBox="1"/>
          <p:nvPr/>
        </p:nvSpPr>
        <p:spPr>
          <a:xfrm>
            <a:off x="2379024" y="650727"/>
            <a:ext cx="3098800"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sz="2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Neue"/>
              </a:rPr>
              <a:t>Perfect Competition</a:t>
            </a:r>
          </a:p>
        </p:txBody>
      </p:sp>
      <p:sp>
        <p:nvSpPr>
          <p:cNvPr id="30" name="TextBox 29">
            <a:extLst>
              <a:ext uri="{FF2B5EF4-FFF2-40B4-BE49-F238E27FC236}">
                <a16:creationId xmlns:a16="http://schemas.microsoft.com/office/drawing/2014/main" id="{EDEE243E-F65D-C143-8F33-9392B66E7567}"/>
              </a:ext>
            </a:extLst>
          </p:cNvPr>
          <p:cNvSpPr txBox="1"/>
          <p:nvPr/>
        </p:nvSpPr>
        <p:spPr>
          <a:xfrm>
            <a:off x="8429953" y="650726"/>
            <a:ext cx="3098800"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sz="2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Neue"/>
              </a:rPr>
              <a:t>Imperfect Competition</a:t>
            </a:r>
          </a:p>
        </p:txBody>
      </p:sp>
      <p:sp>
        <p:nvSpPr>
          <p:cNvPr id="2" name="Slide Number Placeholder 1">
            <a:extLst>
              <a:ext uri="{FF2B5EF4-FFF2-40B4-BE49-F238E27FC236}">
                <a16:creationId xmlns:a16="http://schemas.microsoft.com/office/drawing/2014/main" id="{70478940-F8FA-354F-9D73-8EDB25FDC0D6}"/>
              </a:ext>
            </a:extLst>
          </p:cNvPr>
          <p:cNvSpPr>
            <a:spLocks noGrp="1"/>
          </p:cNvSpPr>
          <p:nvPr>
            <p:ph type="sldNum" sz="quarter" idx="2"/>
          </p:nvPr>
        </p:nvSpPr>
        <p:spPr/>
        <p:txBody>
          <a:bodyPr/>
          <a:lstStyle/>
          <a:p>
            <a:fld id="{86CB4B4D-7CA3-9044-876B-883B54F8677D}" type="slidenum">
              <a:rPr lang="en-IN" smtClean="0"/>
              <a:t>10</a:t>
            </a:fld>
            <a:endParaRPr lang="en-IN"/>
          </a:p>
        </p:txBody>
      </p:sp>
      <p:grpSp>
        <p:nvGrpSpPr>
          <p:cNvPr id="7" name="Group 6">
            <a:extLst>
              <a:ext uri="{FF2B5EF4-FFF2-40B4-BE49-F238E27FC236}">
                <a16:creationId xmlns:a16="http://schemas.microsoft.com/office/drawing/2014/main" id="{9447D410-149F-2944-812A-3290DCCC36AC}"/>
              </a:ext>
            </a:extLst>
          </p:cNvPr>
          <p:cNvGrpSpPr/>
          <p:nvPr/>
        </p:nvGrpSpPr>
        <p:grpSpPr>
          <a:xfrm>
            <a:off x="754241" y="853657"/>
            <a:ext cx="11149285" cy="4738546"/>
            <a:chOff x="656665" y="1254795"/>
            <a:chExt cx="11563641" cy="11242174"/>
          </a:xfrm>
        </p:grpSpPr>
        <p:grpSp>
          <p:nvGrpSpPr>
            <p:cNvPr id="4" name="Group 3">
              <a:extLst>
                <a:ext uri="{FF2B5EF4-FFF2-40B4-BE49-F238E27FC236}">
                  <a16:creationId xmlns:a16="http://schemas.microsoft.com/office/drawing/2014/main" id="{20C26A02-A773-3B45-8626-6801FD07E6E1}"/>
                </a:ext>
              </a:extLst>
            </p:cNvPr>
            <p:cNvGrpSpPr/>
            <p:nvPr/>
          </p:nvGrpSpPr>
          <p:grpSpPr>
            <a:xfrm>
              <a:off x="656665" y="1254795"/>
              <a:ext cx="11563641" cy="7711499"/>
              <a:chOff x="656665" y="1254795"/>
              <a:chExt cx="11563641" cy="7711499"/>
            </a:xfrm>
          </p:grpSpPr>
          <p:grpSp>
            <p:nvGrpSpPr>
              <p:cNvPr id="13" name="Group 12">
                <a:extLst>
                  <a:ext uri="{FF2B5EF4-FFF2-40B4-BE49-F238E27FC236}">
                    <a16:creationId xmlns:a16="http://schemas.microsoft.com/office/drawing/2014/main" id="{AAECDB53-BE4F-654D-99A9-38E8B8A8FA69}"/>
                  </a:ext>
                </a:extLst>
              </p:cNvPr>
              <p:cNvGrpSpPr/>
              <p:nvPr/>
            </p:nvGrpSpPr>
            <p:grpSpPr>
              <a:xfrm>
                <a:off x="656665" y="1272110"/>
                <a:ext cx="5958957" cy="7421359"/>
                <a:chOff x="656666" y="1392112"/>
                <a:chExt cx="5323754" cy="5144613"/>
              </a:xfrm>
            </p:grpSpPr>
            <p:cxnSp>
              <p:nvCxnSpPr>
                <p:cNvPr id="19" name="Straight Connector 18">
                  <a:extLst>
                    <a:ext uri="{FF2B5EF4-FFF2-40B4-BE49-F238E27FC236}">
                      <a16:creationId xmlns:a16="http://schemas.microsoft.com/office/drawing/2014/main" id="{E8182E6A-64B9-A640-8D35-7DB71A95E786}"/>
                    </a:ext>
                  </a:extLst>
                </p:cNvPr>
                <p:cNvCxnSpPr>
                  <a:cxnSpLocks/>
                </p:cNvCxnSpPr>
                <p:nvPr/>
              </p:nvCxnSpPr>
              <p:spPr>
                <a:xfrm flipV="1">
                  <a:off x="1459442" y="2116667"/>
                  <a:ext cx="3153400" cy="3750622"/>
                </a:xfrm>
                <a:prstGeom prst="line">
                  <a:avLst/>
                </a:prstGeom>
                <a:noFill/>
                <a:ln w="63500" cap="flat">
                  <a:solidFill>
                    <a:schemeClr val="accent1">
                      <a:lumMod val="75000"/>
                    </a:schemeClr>
                  </a:solidFill>
                  <a:prstDash val="solid"/>
                  <a:miter lim="400000"/>
                </a:ln>
                <a:effectLst/>
                <a:sp3d/>
              </p:spPr>
              <p:style>
                <a:lnRef idx="0">
                  <a:scrgbClr r="0" g="0" b="0"/>
                </a:lnRef>
                <a:fillRef idx="0">
                  <a:scrgbClr r="0" g="0" b="0"/>
                </a:fillRef>
                <a:effectRef idx="0">
                  <a:scrgbClr r="0" g="0" b="0"/>
                </a:effectRef>
                <a:fontRef idx="none"/>
              </p:style>
            </p:cxnSp>
            <p:sp>
              <p:nvSpPr>
                <p:cNvPr id="22" name="TextBox 21">
                  <a:extLst>
                    <a:ext uri="{FF2B5EF4-FFF2-40B4-BE49-F238E27FC236}">
                      <a16:creationId xmlns:a16="http://schemas.microsoft.com/office/drawing/2014/main" id="{A88A4B8A-19C4-6D4A-A2AA-47028F22726A}"/>
                    </a:ext>
                  </a:extLst>
                </p:cNvPr>
                <p:cNvSpPr txBox="1"/>
                <p:nvPr/>
              </p:nvSpPr>
              <p:spPr>
                <a:xfrm>
                  <a:off x="4355325" y="2048850"/>
                  <a:ext cx="863600" cy="57367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sz="1600" b="0">
                      <a:latin typeface="Times New Roman" panose="02020603050405020304" pitchFamily="18" charset="0"/>
                      <a:cs typeface="Times New Roman" panose="02020603050405020304" pitchFamily="18" charset="0"/>
                    </a:rPr>
                    <a:t>TR</a:t>
                  </a:r>
                  <a:r>
                    <a:rPr lang="en-US" sz="1600" b="0" baseline="-25000">
                      <a:latin typeface="Times New Roman" panose="02020603050405020304" pitchFamily="18" charset="0"/>
                      <a:cs typeface="Times New Roman" panose="02020603050405020304" pitchFamily="18" charset="0"/>
                    </a:rPr>
                    <a:t>C</a:t>
                  </a:r>
                  <a:endParaRPr kumimoji="0" lang="en-US" sz="1600" b="0" i="0" u="none" strike="noStrike" cap="none" spc="0" normalizeH="0" baseline="-25000">
                    <a:ln>
                      <a:noFill/>
                    </a:ln>
                    <a:solidFill>
                      <a:srgbClr val="000000"/>
                    </a:solidFill>
                    <a:effectLst/>
                    <a:uFillTx/>
                    <a:latin typeface="Times New Roman" panose="02020603050405020304" pitchFamily="18" charset="0"/>
                    <a:cs typeface="Times New Roman" panose="02020603050405020304" pitchFamily="18" charset="0"/>
                    <a:sym typeface="Helvetica Neue"/>
                  </a:endParaRPr>
                </a:p>
              </p:txBody>
            </p:sp>
            <p:cxnSp>
              <p:nvCxnSpPr>
                <p:cNvPr id="20" name="Straight Connector 19">
                  <a:extLst>
                    <a:ext uri="{FF2B5EF4-FFF2-40B4-BE49-F238E27FC236}">
                      <a16:creationId xmlns:a16="http://schemas.microsoft.com/office/drawing/2014/main" id="{69911272-FE4A-A64C-9432-282F2CE72603}"/>
                    </a:ext>
                  </a:extLst>
                </p:cNvPr>
                <p:cNvCxnSpPr>
                  <a:cxnSpLocks/>
                </p:cNvCxnSpPr>
                <p:nvPr/>
              </p:nvCxnSpPr>
              <p:spPr>
                <a:xfrm>
                  <a:off x="1434353" y="3657602"/>
                  <a:ext cx="3186757" cy="24592"/>
                </a:xfrm>
                <a:prstGeom prst="line">
                  <a:avLst/>
                </a:prstGeom>
                <a:noFill/>
                <a:ln w="63500" cap="flat">
                  <a:solidFill>
                    <a:schemeClr val="accent3">
                      <a:lumMod val="50000"/>
                    </a:schemeClr>
                  </a:solidFill>
                  <a:prstDash val="solid"/>
                  <a:miter lim="400000"/>
                </a:ln>
                <a:effectLst/>
                <a:sp3d/>
              </p:spPr>
              <p:style>
                <a:lnRef idx="0">
                  <a:scrgbClr r="0" g="0" b="0"/>
                </a:lnRef>
                <a:fillRef idx="0">
                  <a:scrgbClr r="0" g="0" b="0"/>
                </a:fillRef>
                <a:effectRef idx="0">
                  <a:scrgbClr r="0" g="0" b="0"/>
                </a:effectRef>
                <a:fontRef idx="none"/>
              </p:style>
            </p:cxnSp>
            <p:sp>
              <p:nvSpPr>
                <p:cNvPr id="21" name="TextBox 20">
                  <a:extLst>
                    <a:ext uri="{FF2B5EF4-FFF2-40B4-BE49-F238E27FC236}">
                      <a16:creationId xmlns:a16="http://schemas.microsoft.com/office/drawing/2014/main" id="{17704794-8E6F-D044-9A06-53A0FD088949}"/>
                    </a:ext>
                  </a:extLst>
                </p:cNvPr>
                <p:cNvSpPr txBox="1"/>
                <p:nvPr/>
              </p:nvSpPr>
              <p:spPr>
                <a:xfrm>
                  <a:off x="4251661" y="3419967"/>
                  <a:ext cx="1715747" cy="97862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r>
                    <a:rPr lang="en-US" sz="1600" b="0" dirty="0">
                      <a:latin typeface="Times New Roman" panose="02020603050405020304" pitchFamily="18" charset="0"/>
                      <a:cs typeface="Times New Roman" panose="02020603050405020304" pitchFamily="18" charset="0"/>
                    </a:rPr>
                    <a:t>AR</a:t>
                  </a:r>
                  <a:r>
                    <a:rPr lang="en-US" sz="1600" b="0" baseline="-25000" dirty="0">
                      <a:latin typeface="Times New Roman" panose="02020603050405020304" pitchFamily="18" charset="0"/>
                      <a:cs typeface="Times New Roman" panose="02020603050405020304" pitchFamily="18" charset="0"/>
                    </a:rPr>
                    <a:t>C </a:t>
                  </a:r>
                  <a:r>
                    <a:rPr lang="en-US" sz="1600" b="0" dirty="0">
                      <a:latin typeface="Times New Roman" panose="02020603050405020304" pitchFamily="18" charset="0"/>
                      <a:cs typeface="Times New Roman" panose="02020603050405020304" pitchFamily="18" charset="0"/>
                    </a:rPr>
                    <a:t>/ MR</a:t>
                  </a:r>
                  <a:r>
                    <a:rPr lang="en-US" sz="1600" b="0" baseline="-25000" dirty="0">
                      <a:latin typeface="Times New Roman" panose="02020603050405020304" pitchFamily="18" charset="0"/>
                      <a:cs typeface="Times New Roman" panose="02020603050405020304" pitchFamily="18" charset="0"/>
                    </a:rPr>
                    <a:t>C</a:t>
                  </a:r>
                </a:p>
                <a:p>
                  <a:pPr marL="0" marR="0" indent="0" algn="ctr" defTabSz="584200" rtl="0" fontAlgn="auto" latinLnBrk="0" hangingPunct="0">
                    <a:lnSpc>
                      <a:spcPct val="100000"/>
                    </a:lnSpc>
                    <a:spcBef>
                      <a:spcPts val="0"/>
                    </a:spcBef>
                    <a:spcAft>
                      <a:spcPts val="0"/>
                    </a:spcAft>
                    <a:buClrTx/>
                    <a:buSzTx/>
                    <a:buFontTx/>
                    <a:buNone/>
                    <a:tabLst/>
                  </a:pPr>
                  <a:endParaRPr kumimoji="0" lang="en-US" sz="1600" b="0" i="0" u="none" strike="noStrike" cap="none" spc="0" normalizeH="0" dirty="0">
                    <a:ln>
                      <a:noFill/>
                    </a:ln>
                    <a:solidFill>
                      <a:srgbClr val="000000"/>
                    </a:solidFill>
                    <a:effectLst/>
                    <a:uFillTx/>
                    <a:latin typeface="Times New Roman" panose="02020603050405020304" pitchFamily="18" charset="0"/>
                    <a:cs typeface="Times New Roman" panose="02020603050405020304" pitchFamily="18" charset="0"/>
                    <a:sym typeface="Helvetica Neue"/>
                  </a:endParaRPr>
                </a:p>
              </p:txBody>
            </p:sp>
            <p:grpSp>
              <p:nvGrpSpPr>
                <p:cNvPr id="39" name="Group 38">
                  <a:extLst>
                    <a:ext uri="{FF2B5EF4-FFF2-40B4-BE49-F238E27FC236}">
                      <a16:creationId xmlns:a16="http://schemas.microsoft.com/office/drawing/2014/main" id="{DBB84D36-0B2F-FD43-82E6-C8A3472C4753}"/>
                    </a:ext>
                  </a:extLst>
                </p:cNvPr>
                <p:cNvGrpSpPr/>
                <p:nvPr/>
              </p:nvGrpSpPr>
              <p:grpSpPr>
                <a:xfrm>
                  <a:off x="656666" y="1392112"/>
                  <a:ext cx="5323754" cy="5144613"/>
                  <a:chOff x="656666" y="1392112"/>
                  <a:chExt cx="5323754" cy="5144613"/>
                </a:xfrm>
              </p:grpSpPr>
              <p:grpSp>
                <p:nvGrpSpPr>
                  <p:cNvPr id="8" name="Group 7">
                    <a:extLst>
                      <a:ext uri="{FF2B5EF4-FFF2-40B4-BE49-F238E27FC236}">
                        <a16:creationId xmlns:a16="http://schemas.microsoft.com/office/drawing/2014/main" id="{A85DC4AB-FE3D-2A45-827F-7038AE7CD910}"/>
                      </a:ext>
                    </a:extLst>
                  </p:cNvPr>
                  <p:cNvGrpSpPr/>
                  <p:nvPr/>
                </p:nvGrpSpPr>
                <p:grpSpPr>
                  <a:xfrm>
                    <a:off x="1174377" y="1562582"/>
                    <a:ext cx="4498290" cy="4730642"/>
                    <a:chOff x="1174377" y="1562582"/>
                    <a:chExt cx="4498290" cy="4730642"/>
                  </a:xfrm>
                </p:grpSpPr>
                <p:cxnSp>
                  <p:nvCxnSpPr>
                    <p:cNvPr id="3" name="Straight Connector 2">
                      <a:extLst>
                        <a:ext uri="{FF2B5EF4-FFF2-40B4-BE49-F238E27FC236}">
                          <a16:creationId xmlns:a16="http://schemas.microsoft.com/office/drawing/2014/main" id="{59E1DA47-3C95-004F-8ED9-CB4EA8FC0BA0}"/>
                        </a:ext>
                      </a:extLst>
                    </p:cNvPr>
                    <p:cNvCxnSpPr>
                      <a:cxnSpLocks/>
                    </p:cNvCxnSpPr>
                    <p:nvPr/>
                  </p:nvCxnSpPr>
                  <p:spPr>
                    <a:xfrm>
                      <a:off x="1434353" y="1562582"/>
                      <a:ext cx="0" cy="4730642"/>
                    </a:xfrm>
                    <a:prstGeom prst="line">
                      <a:avLst/>
                    </a:prstGeom>
                    <a:noFill/>
                    <a:ln w="38100" cap="flat">
                      <a:solidFill>
                        <a:srgbClr val="000000"/>
                      </a:solidFill>
                      <a:prstDash val="solid"/>
                      <a:miter lim="400000"/>
                      <a:headEnd type="triangle" w="med" len="med"/>
                      <a:tailEnd type="triangle" w="med" len="med"/>
                    </a:ln>
                    <a:effectLst/>
                    <a:sp3d/>
                  </p:spPr>
                  <p:style>
                    <a:lnRef idx="0">
                      <a:scrgbClr r="0" g="0" b="0"/>
                    </a:lnRef>
                    <a:fillRef idx="0">
                      <a:scrgbClr r="0" g="0" b="0"/>
                    </a:fillRef>
                    <a:effectRef idx="0">
                      <a:scrgbClr r="0" g="0" b="0"/>
                    </a:effectRef>
                    <a:fontRef idx="none"/>
                  </p:style>
                </p:cxnSp>
                <p:cxnSp>
                  <p:nvCxnSpPr>
                    <p:cNvPr id="6" name="Straight Connector 5">
                      <a:extLst>
                        <a:ext uri="{FF2B5EF4-FFF2-40B4-BE49-F238E27FC236}">
                          <a16:creationId xmlns:a16="http://schemas.microsoft.com/office/drawing/2014/main" id="{95DE8958-5076-4E45-B001-120F5DD620A7}"/>
                        </a:ext>
                      </a:extLst>
                    </p:cNvPr>
                    <p:cNvCxnSpPr>
                      <a:cxnSpLocks/>
                    </p:cNvCxnSpPr>
                    <p:nvPr/>
                  </p:nvCxnSpPr>
                  <p:spPr>
                    <a:xfrm flipH="1">
                      <a:off x="1174377" y="5877059"/>
                      <a:ext cx="4498290" cy="0"/>
                    </a:xfrm>
                    <a:prstGeom prst="line">
                      <a:avLst/>
                    </a:prstGeom>
                    <a:noFill/>
                    <a:ln w="38100" cap="flat">
                      <a:solidFill>
                        <a:srgbClr val="000000"/>
                      </a:solidFill>
                      <a:prstDash val="solid"/>
                      <a:miter lim="400000"/>
                      <a:headEnd type="triangle" w="med" len="med"/>
                      <a:tailEnd type="triangle" w="med" len="med"/>
                    </a:ln>
                    <a:effectLst/>
                    <a:sp3d/>
                  </p:spPr>
                  <p:style>
                    <a:lnRef idx="0">
                      <a:scrgbClr r="0" g="0" b="0"/>
                    </a:lnRef>
                    <a:fillRef idx="0">
                      <a:scrgbClr r="0" g="0" b="0"/>
                    </a:fillRef>
                    <a:effectRef idx="0">
                      <a:scrgbClr r="0" g="0" b="0"/>
                    </a:effectRef>
                    <a:fontRef idx="none"/>
                  </p:style>
                </p:cxnSp>
              </p:grpSp>
              <p:sp>
                <p:nvSpPr>
                  <p:cNvPr id="14" name="TextBox 13">
                    <a:extLst>
                      <a:ext uri="{FF2B5EF4-FFF2-40B4-BE49-F238E27FC236}">
                        <a16:creationId xmlns:a16="http://schemas.microsoft.com/office/drawing/2014/main" id="{C290B2F0-24F6-7946-9087-7CBDE5E6B359}"/>
                      </a:ext>
                    </a:extLst>
                  </p:cNvPr>
                  <p:cNvSpPr txBox="1"/>
                  <p:nvPr/>
                </p:nvSpPr>
                <p:spPr>
                  <a:xfrm>
                    <a:off x="656666" y="1392112"/>
                    <a:ext cx="863600" cy="13835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sz="1600" b="0" dirty="0">
                        <a:latin typeface="Times New Roman" panose="02020603050405020304" pitchFamily="18" charset="0"/>
                        <a:cs typeface="Times New Roman" panose="02020603050405020304" pitchFamily="18" charset="0"/>
                      </a:rPr>
                      <a:t>TR, </a:t>
                    </a:r>
                  </a:p>
                  <a:p>
                    <a:pPr marL="0" marR="0" indent="0" algn="ctr" defTabSz="584200" rtl="0" fontAlgn="auto" latinLnBrk="0" hangingPunct="0">
                      <a:lnSpc>
                        <a:spcPct val="100000"/>
                      </a:lnSpc>
                      <a:spcBef>
                        <a:spcPts val="0"/>
                      </a:spcBef>
                      <a:spcAft>
                        <a:spcPts val="0"/>
                      </a:spcAft>
                      <a:buClrTx/>
                      <a:buSzTx/>
                      <a:buFontTx/>
                      <a:buNone/>
                      <a:tabLst/>
                    </a:pPr>
                    <a:r>
                      <a:rPr lang="en-US" sz="1600" b="0" dirty="0">
                        <a:latin typeface="Times New Roman" panose="02020603050405020304" pitchFamily="18" charset="0"/>
                        <a:cs typeface="Times New Roman" panose="02020603050405020304" pitchFamily="18" charset="0"/>
                      </a:rPr>
                      <a:t>AR, </a:t>
                    </a:r>
                  </a:p>
                  <a:p>
                    <a:pPr marL="0" marR="0" indent="0" algn="ctr" defTabSz="584200" rtl="0" fontAlgn="auto" latinLnBrk="0" hangingPunct="0">
                      <a:lnSpc>
                        <a:spcPct val="100000"/>
                      </a:lnSpc>
                      <a:spcBef>
                        <a:spcPts val="0"/>
                      </a:spcBef>
                      <a:spcAft>
                        <a:spcPts val="0"/>
                      </a:spcAft>
                      <a:buClrTx/>
                      <a:buSzTx/>
                      <a:buFontTx/>
                      <a:buNone/>
                      <a:tabLst/>
                    </a:pPr>
                    <a:r>
                      <a:rPr lang="en-US" sz="1600" b="0" dirty="0">
                        <a:latin typeface="Times New Roman" panose="02020603050405020304" pitchFamily="18" charset="0"/>
                        <a:cs typeface="Times New Roman" panose="02020603050405020304" pitchFamily="18" charset="0"/>
                      </a:rPr>
                      <a:t>MR</a:t>
                    </a:r>
                    <a:endParaRPr kumimoji="0" lang="en-US" sz="1600" b="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Neue"/>
                    </a:endParaRPr>
                  </a:p>
                </p:txBody>
              </p:sp>
              <p:sp>
                <p:nvSpPr>
                  <p:cNvPr id="16" name="TextBox 15">
                    <a:extLst>
                      <a:ext uri="{FF2B5EF4-FFF2-40B4-BE49-F238E27FC236}">
                        <a16:creationId xmlns:a16="http://schemas.microsoft.com/office/drawing/2014/main" id="{4478112D-65C3-5543-8BC2-702063D4B715}"/>
                      </a:ext>
                    </a:extLst>
                  </p:cNvPr>
                  <p:cNvSpPr txBox="1"/>
                  <p:nvPr/>
                </p:nvSpPr>
                <p:spPr>
                  <a:xfrm>
                    <a:off x="5116820" y="5963048"/>
                    <a:ext cx="863600" cy="57367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sz="1600" b="0" dirty="0">
                        <a:latin typeface="Times New Roman" panose="02020603050405020304" pitchFamily="18" charset="0"/>
                        <a:cs typeface="Times New Roman" panose="02020603050405020304" pitchFamily="18" charset="0"/>
                      </a:rPr>
                      <a:t>Qty</a:t>
                    </a:r>
                    <a:endParaRPr kumimoji="0" lang="en-US" sz="1600" b="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Neue"/>
                    </a:endParaRPr>
                  </a:p>
                </p:txBody>
              </p:sp>
              <p:sp>
                <p:nvSpPr>
                  <p:cNvPr id="36" name="TextBox 35">
                    <a:extLst>
                      <a:ext uri="{FF2B5EF4-FFF2-40B4-BE49-F238E27FC236}">
                        <a16:creationId xmlns:a16="http://schemas.microsoft.com/office/drawing/2014/main" id="{B669FFA1-B075-7045-9439-A8065DDE174C}"/>
                      </a:ext>
                    </a:extLst>
                  </p:cNvPr>
                  <p:cNvSpPr txBox="1"/>
                  <p:nvPr/>
                </p:nvSpPr>
                <p:spPr>
                  <a:xfrm>
                    <a:off x="796863" y="3395356"/>
                    <a:ext cx="863600" cy="57367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sz="1600" b="0">
                        <a:latin typeface="Times New Roman" panose="02020603050405020304" pitchFamily="18" charset="0"/>
                        <a:cs typeface="Times New Roman" panose="02020603050405020304" pitchFamily="18" charset="0"/>
                      </a:rPr>
                      <a:t>P</a:t>
                    </a:r>
                    <a:endParaRPr kumimoji="0" lang="en-US" sz="1600" b="0" i="0" u="none" strike="noStrike" cap="none" spc="0" normalizeH="0" baseline="0">
                      <a:ln>
                        <a:noFill/>
                      </a:ln>
                      <a:solidFill>
                        <a:srgbClr val="000000"/>
                      </a:solidFill>
                      <a:effectLst/>
                      <a:uFillTx/>
                      <a:latin typeface="Times New Roman" panose="02020603050405020304" pitchFamily="18" charset="0"/>
                      <a:cs typeface="Times New Roman" panose="02020603050405020304" pitchFamily="18" charset="0"/>
                      <a:sym typeface="Helvetica Neue"/>
                    </a:endParaRPr>
                  </a:p>
                </p:txBody>
              </p:sp>
            </p:grpSp>
          </p:grpSp>
          <p:grpSp>
            <p:nvGrpSpPr>
              <p:cNvPr id="37" name="Group 36">
                <a:extLst>
                  <a:ext uri="{FF2B5EF4-FFF2-40B4-BE49-F238E27FC236}">
                    <a16:creationId xmlns:a16="http://schemas.microsoft.com/office/drawing/2014/main" id="{829CCE33-C587-6944-91A3-0918628BC23A}"/>
                  </a:ext>
                </a:extLst>
              </p:cNvPr>
              <p:cNvGrpSpPr/>
              <p:nvPr/>
            </p:nvGrpSpPr>
            <p:grpSpPr>
              <a:xfrm>
                <a:off x="7165799" y="1254795"/>
                <a:ext cx="5054507" cy="7711499"/>
                <a:chOff x="7165799" y="1254795"/>
                <a:chExt cx="5054507" cy="7711499"/>
              </a:xfrm>
            </p:grpSpPr>
            <p:grpSp>
              <p:nvGrpSpPr>
                <p:cNvPr id="17" name="Group 16">
                  <a:extLst>
                    <a:ext uri="{FF2B5EF4-FFF2-40B4-BE49-F238E27FC236}">
                      <a16:creationId xmlns:a16="http://schemas.microsoft.com/office/drawing/2014/main" id="{3C19A084-1A92-224D-B6D8-6EEC4603FC78}"/>
                    </a:ext>
                  </a:extLst>
                </p:cNvPr>
                <p:cNvGrpSpPr/>
                <p:nvPr/>
              </p:nvGrpSpPr>
              <p:grpSpPr>
                <a:xfrm>
                  <a:off x="7165799" y="1254795"/>
                  <a:ext cx="5054507" cy="7711499"/>
                  <a:chOff x="7165799" y="1254795"/>
                  <a:chExt cx="5054507" cy="7711499"/>
                </a:xfrm>
              </p:grpSpPr>
              <p:grpSp>
                <p:nvGrpSpPr>
                  <p:cNvPr id="23" name="Group 22">
                    <a:extLst>
                      <a:ext uri="{FF2B5EF4-FFF2-40B4-BE49-F238E27FC236}">
                        <a16:creationId xmlns:a16="http://schemas.microsoft.com/office/drawing/2014/main" id="{E7B8B278-7DC3-2B41-A768-080CD8F8A0F3}"/>
                      </a:ext>
                    </a:extLst>
                  </p:cNvPr>
                  <p:cNvGrpSpPr/>
                  <p:nvPr/>
                </p:nvGrpSpPr>
                <p:grpSpPr>
                  <a:xfrm>
                    <a:off x="7996810" y="4987064"/>
                    <a:ext cx="4143145" cy="3979230"/>
                    <a:chOff x="7993229" y="4987064"/>
                    <a:chExt cx="5090380" cy="3979230"/>
                  </a:xfrm>
                </p:grpSpPr>
                <p:sp>
                  <p:nvSpPr>
                    <p:cNvPr id="24" name="TextBox 23">
                      <a:extLst>
                        <a:ext uri="{FF2B5EF4-FFF2-40B4-BE49-F238E27FC236}">
                          <a16:creationId xmlns:a16="http://schemas.microsoft.com/office/drawing/2014/main" id="{1D34FE83-C919-A546-BE12-88B731344C2E}"/>
                        </a:ext>
                      </a:extLst>
                    </p:cNvPr>
                    <p:cNvSpPr txBox="1"/>
                    <p:nvPr/>
                  </p:nvSpPr>
                  <p:spPr>
                    <a:xfrm>
                      <a:off x="12220009" y="6887871"/>
                      <a:ext cx="863600" cy="8275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sz="1600" b="0" dirty="0">
                          <a:latin typeface="Times New Roman" panose="02020603050405020304" pitchFamily="18" charset="0"/>
                          <a:cs typeface="Times New Roman" panose="02020603050405020304" pitchFamily="18" charset="0"/>
                        </a:rPr>
                        <a:t>AR</a:t>
                      </a:r>
                      <a:r>
                        <a:rPr lang="en-US" sz="1600" b="0" baseline="-25000" dirty="0">
                          <a:latin typeface="Times New Roman" panose="02020603050405020304" pitchFamily="18" charset="0"/>
                          <a:cs typeface="Times New Roman" panose="02020603050405020304" pitchFamily="18" charset="0"/>
                        </a:rPr>
                        <a:t>C</a:t>
                      </a:r>
                      <a:endParaRPr kumimoji="0" lang="en-US" sz="1600" b="0" i="0" u="none" strike="noStrike" cap="none" spc="0" normalizeH="0" baseline="-25000" dirty="0">
                        <a:ln>
                          <a:noFill/>
                        </a:ln>
                        <a:solidFill>
                          <a:srgbClr val="000000"/>
                        </a:solidFill>
                        <a:effectLst/>
                        <a:uFillTx/>
                        <a:latin typeface="Times New Roman" panose="02020603050405020304" pitchFamily="18" charset="0"/>
                        <a:cs typeface="Times New Roman" panose="02020603050405020304" pitchFamily="18" charset="0"/>
                        <a:sym typeface="Helvetica Neue"/>
                      </a:endParaRPr>
                    </a:p>
                  </p:txBody>
                </p:sp>
                <p:cxnSp>
                  <p:nvCxnSpPr>
                    <p:cNvPr id="25" name="Straight Connector 24">
                      <a:extLst>
                        <a:ext uri="{FF2B5EF4-FFF2-40B4-BE49-F238E27FC236}">
                          <a16:creationId xmlns:a16="http://schemas.microsoft.com/office/drawing/2014/main" id="{44A6B907-18FB-A44A-9D5A-E05D4830B2E8}"/>
                        </a:ext>
                      </a:extLst>
                    </p:cNvPr>
                    <p:cNvCxnSpPr>
                      <a:cxnSpLocks/>
                    </p:cNvCxnSpPr>
                    <p:nvPr/>
                  </p:nvCxnSpPr>
                  <p:spPr>
                    <a:xfrm>
                      <a:off x="8033102" y="4987064"/>
                      <a:ext cx="4538958" cy="2055656"/>
                    </a:xfrm>
                    <a:prstGeom prst="line">
                      <a:avLst/>
                    </a:prstGeom>
                    <a:noFill/>
                    <a:ln w="63500" cap="flat">
                      <a:solidFill>
                        <a:schemeClr val="accent3">
                          <a:lumMod val="50000"/>
                        </a:schemeClr>
                      </a:solidFill>
                      <a:prstDash val="solid"/>
                      <a:miter lim="400000"/>
                    </a:ln>
                    <a:effectLst/>
                    <a:sp3d/>
                  </p:spPr>
                  <p:style>
                    <a:lnRef idx="0">
                      <a:scrgbClr r="0" g="0" b="0"/>
                    </a:lnRef>
                    <a:fillRef idx="0">
                      <a:scrgbClr r="0" g="0" b="0"/>
                    </a:fillRef>
                    <a:effectRef idx="0">
                      <a:scrgbClr r="0" g="0" b="0"/>
                    </a:effectRef>
                    <a:fontRef idx="none"/>
                  </p:style>
                </p:cxnSp>
                <p:cxnSp>
                  <p:nvCxnSpPr>
                    <p:cNvPr id="29" name="Straight Connector 28">
                      <a:extLst>
                        <a:ext uri="{FF2B5EF4-FFF2-40B4-BE49-F238E27FC236}">
                          <a16:creationId xmlns:a16="http://schemas.microsoft.com/office/drawing/2014/main" id="{D8520D50-E4F8-7948-95CD-3C277511D8DD}"/>
                        </a:ext>
                      </a:extLst>
                    </p:cNvPr>
                    <p:cNvCxnSpPr>
                      <a:cxnSpLocks/>
                    </p:cNvCxnSpPr>
                    <p:nvPr/>
                  </p:nvCxnSpPr>
                  <p:spPr>
                    <a:xfrm>
                      <a:off x="7993229" y="4987064"/>
                      <a:ext cx="3035915" cy="3355144"/>
                    </a:xfrm>
                    <a:prstGeom prst="line">
                      <a:avLst/>
                    </a:prstGeom>
                    <a:noFill/>
                    <a:ln w="63500" cap="flat">
                      <a:solidFill>
                        <a:srgbClr val="C00000"/>
                      </a:solidFill>
                      <a:prstDash val="solid"/>
                      <a:miter lim="400000"/>
                    </a:ln>
                    <a:effectLst/>
                    <a:sp3d/>
                  </p:spPr>
                  <p:style>
                    <a:lnRef idx="0">
                      <a:scrgbClr r="0" g="0" b="0"/>
                    </a:lnRef>
                    <a:fillRef idx="0">
                      <a:scrgbClr r="0" g="0" b="0"/>
                    </a:fillRef>
                    <a:effectRef idx="0">
                      <a:scrgbClr r="0" g="0" b="0"/>
                    </a:effectRef>
                    <a:fontRef idx="none"/>
                  </p:style>
                </p:cxnSp>
                <p:sp>
                  <p:nvSpPr>
                    <p:cNvPr id="31" name="TextBox 30">
                      <a:extLst>
                        <a:ext uri="{FF2B5EF4-FFF2-40B4-BE49-F238E27FC236}">
                          <a16:creationId xmlns:a16="http://schemas.microsoft.com/office/drawing/2014/main" id="{9FD832E5-2E5F-2241-A9F2-F00352A51F19}"/>
                        </a:ext>
                      </a:extLst>
                    </p:cNvPr>
                    <p:cNvSpPr txBox="1"/>
                    <p:nvPr/>
                  </p:nvSpPr>
                  <p:spPr>
                    <a:xfrm>
                      <a:off x="10213969" y="8138737"/>
                      <a:ext cx="1225766" cy="8275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sz="1600" b="0" dirty="0">
                          <a:latin typeface="Times New Roman" panose="02020603050405020304" pitchFamily="18" charset="0"/>
                          <a:cs typeface="Times New Roman" panose="02020603050405020304" pitchFamily="18" charset="0"/>
                        </a:rPr>
                        <a:t>MR</a:t>
                      </a:r>
                      <a:r>
                        <a:rPr lang="en-US" sz="1600" b="0" baseline="-25000" dirty="0">
                          <a:latin typeface="Times New Roman" panose="02020603050405020304" pitchFamily="18" charset="0"/>
                          <a:cs typeface="Times New Roman" panose="02020603050405020304" pitchFamily="18" charset="0"/>
                        </a:rPr>
                        <a:t>C</a:t>
                      </a:r>
                      <a:endParaRPr kumimoji="0" lang="en-US" sz="1600" b="0" i="0" u="none" strike="noStrike" cap="none" spc="0" normalizeH="0" baseline="-25000" dirty="0">
                        <a:ln>
                          <a:noFill/>
                        </a:ln>
                        <a:solidFill>
                          <a:srgbClr val="000000"/>
                        </a:solidFill>
                        <a:effectLst/>
                        <a:uFillTx/>
                        <a:latin typeface="Times New Roman" panose="02020603050405020304" pitchFamily="18" charset="0"/>
                        <a:cs typeface="Times New Roman" panose="02020603050405020304" pitchFamily="18" charset="0"/>
                        <a:sym typeface="Helvetica Neue"/>
                      </a:endParaRPr>
                    </a:p>
                  </p:txBody>
                </p:sp>
              </p:grpSp>
              <p:grpSp>
                <p:nvGrpSpPr>
                  <p:cNvPr id="40" name="Group 39">
                    <a:extLst>
                      <a:ext uri="{FF2B5EF4-FFF2-40B4-BE49-F238E27FC236}">
                        <a16:creationId xmlns:a16="http://schemas.microsoft.com/office/drawing/2014/main" id="{3E86F75B-02DD-1245-9109-D69E06F6CAEE}"/>
                      </a:ext>
                    </a:extLst>
                  </p:cNvPr>
                  <p:cNvGrpSpPr/>
                  <p:nvPr/>
                </p:nvGrpSpPr>
                <p:grpSpPr>
                  <a:xfrm>
                    <a:off x="7165799" y="1254795"/>
                    <a:ext cx="5054507" cy="7438675"/>
                    <a:chOff x="7165799" y="1254795"/>
                    <a:chExt cx="5054507" cy="7438675"/>
                  </a:xfrm>
                </p:grpSpPr>
                <p:grpSp>
                  <p:nvGrpSpPr>
                    <p:cNvPr id="10" name="Group 9">
                      <a:extLst>
                        <a:ext uri="{FF2B5EF4-FFF2-40B4-BE49-F238E27FC236}">
                          <a16:creationId xmlns:a16="http://schemas.microsoft.com/office/drawing/2014/main" id="{0C71AAA4-0BE5-ED4A-A06C-D7DFC98B129C}"/>
                        </a:ext>
                      </a:extLst>
                    </p:cNvPr>
                    <p:cNvGrpSpPr/>
                    <p:nvPr/>
                  </p:nvGrpSpPr>
                  <p:grpSpPr>
                    <a:xfrm>
                      <a:off x="7682162" y="1518023"/>
                      <a:ext cx="4244290" cy="6733076"/>
                      <a:chOff x="1128962" y="1721223"/>
                      <a:chExt cx="4244290" cy="6733076"/>
                    </a:xfrm>
                  </p:grpSpPr>
                  <p:cxnSp>
                    <p:nvCxnSpPr>
                      <p:cNvPr id="11" name="Straight Connector 10">
                        <a:extLst>
                          <a:ext uri="{FF2B5EF4-FFF2-40B4-BE49-F238E27FC236}">
                            <a16:creationId xmlns:a16="http://schemas.microsoft.com/office/drawing/2014/main" id="{4F4805E6-CFEA-B34F-820C-EDCCF80F4941}"/>
                          </a:ext>
                        </a:extLst>
                      </p:cNvPr>
                      <p:cNvCxnSpPr>
                        <a:cxnSpLocks/>
                      </p:cNvCxnSpPr>
                      <p:nvPr/>
                    </p:nvCxnSpPr>
                    <p:spPr>
                      <a:xfrm>
                        <a:off x="1434353" y="1721223"/>
                        <a:ext cx="0" cy="6733076"/>
                      </a:xfrm>
                      <a:prstGeom prst="line">
                        <a:avLst/>
                      </a:prstGeom>
                      <a:noFill/>
                      <a:ln w="38100" cap="flat">
                        <a:solidFill>
                          <a:srgbClr val="000000"/>
                        </a:solidFill>
                        <a:prstDash val="solid"/>
                        <a:miter lim="400000"/>
                        <a:headEnd type="triangle" w="med" len="med"/>
                        <a:tailEnd type="triangle" w="med" len="med"/>
                      </a:ln>
                      <a:effectLst/>
                      <a:sp3d/>
                    </p:spPr>
                    <p:style>
                      <a:lnRef idx="0">
                        <a:scrgbClr r="0" g="0" b="0"/>
                      </a:lnRef>
                      <a:fillRef idx="0">
                        <a:scrgbClr r="0" g="0" b="0"/>
                      </a:fillRef>
                      <a:effectRef idx="0">
                        <a:scrgbClr r="0" g="0" b="0"/>
                      </a:effectRef>
                      <a:fontRef idx="none"/>
                    </p:style>
                  </p:cxnSp>
                  <p:cxnSp>
                    <p:nvCxnSpPr>
                      <p:cNvPr id="12" name="Straight Connector 11">
                        <a:extLst>
                          <a:ext uri="{FF2B5EF4-FFF2-40B4-BE49-F238E27FC236}">
                            <a16:creationId xmlns:a16="http://schemas.microsoft.com/office/drawing/2014/main" id="{5D541346-1C7E-1140-85EF-AE67E731F52D}"/>
                          </a:ext>
                        </a:extLst>
                      </p:cNvPr>
                      <p:cNvCxnSpPr>
                        <a:cxnSpLocks/>
                      </p:cNvCxnSpPr>
                      <p:nvPr/>
                    </p:nvCxnSpPr>
                    <p:spPr>
                      <a:xfrm flipH="1">
                        <a:off x="1128962" y="7951119"/>
                        <a:ext cx="4244290" cy="0"/>
                      </a:xfrm>
                      <a:prstGeom prst="line">
                        <a:avLst/>
                      </a:prstGeom>
                      <a:noFill/>
                      <a:ln w="38100" cap="flat">
                        <a:solidFill>
                          <a:srgbClr val="000000"/>
                        </a:solidFill>
                        <a:prstDash val="solid"/>
                        <a:miter lim="400000"/>
                        <a:headEnd type="triangle" w="med" len="med"/>
                        <a:tailEnd type="triangle" w="med" len="med"/>
                      </a:ln>
                      <a:effectLst/>
                      <a:sp3d/>
                    </p:spPr>
                    <p:style>
                      <a:lnRef idx="0">
                        <a:scrgbClr r="0" g="0" b="0"/>
                      </a:lnRef>
                      <a:fillRef idx="0">
                        <a:scrgbClr r="0" g="0" b="0"/>
                      </a:fillRef>
                      <a:effectRef idx="0">
                        <a:scrgbClr r="0" g="0" b="0"/>
                      </a:effectRef>
                      <a:fontRef idx="none"/>
                    </p:style>
                  </p:cxnSp>
                </p:grpSp>
                <p:sp>
                  <p:nvSpPr>
                    <p:cNvPr id="18" name="TextBox 17">
                      <a:extLst>
                        <a:ext uri="{FF2B5EF4-FFF2-40B4-BE49-F238E27FC236}">
                          <a16:creationId xmlns:a16="http://schemas.microsoft.com/office/drawing/2014/main" id="{67DDA854-9955-A540-95D0-4A197406CEB9}"/>
                        </a:ext>
                      </a:extLst>
                    </p:cNvPr>
                    <p:cNvSpPr txBox="1"/>
                    <p:nvPr/>
                  </p:nvSpPr>
                  <p:spPr>
                    <a:xfrm>
                      <a:off x="11356706" y="7865913"/>
                      <a:ext cx="863600" cy="8275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sz="1600" b="0">
                          <a:latin typeface="Times New Roman" panose="02020603050405020304" pitchFamily="18" charset="0"/>
                          <a:cs typeface="Times New Roman" panose="02020603050405020304" pitchFamily="18" charset="0"/>
                        </a:rPr>
                        <a:t>Qty</a:t>
                      </a:r>
                      <a:endParaRPr kumimoji="0" lang="en-US" sz="1600" b="0" i="0" u="none" strike="noStrike" cap="none" spc="0" normalizeH="0" baseline="0">
                        <a:ln>
                          <a:noFill/>
                        </a:ln>
                        <a:solidFill>
                          <a:srgbClr val="000000"/>
                        </a:solidFill>
                        <a:effectLst/>
                        <a:uFillTx/>
                        <a:latin typeface="Times New Roman" panose="02020603050405020304" pitchFamily="18" charset="0"/>
                        <a:cs typeface="Times New Roman" panose="02020603050405020304" pitchFamily="18" charset="0"/>
                        <a:sym typeface="Helvetica Neue"/>
                      </a:endParaRPr>
                    </a:p>
                  </p:txBody>
                </p:sp>
                <p:sp>
                  <p:nvSpPr>
                    <p:cNvPr id="32" name="TextBox 31">
                      <a:extLst>
                        <a:ext uri="{FF2B5EF4-FFF2-40B4-BE49-F238E27FC236}">
                          <a16:creationId xmlns:a16="http://schemas.microsoft.com/office/drawing/2014/main" id="{9CD02FA9-0697-3046-A67E-09601D3C4013}"/>
                        </a:ext>
                      </a:extLst>
                    </p:cNvPr>
                    <p:cNvSpPr txBox="1"/>
                    <p:nvPr/>
                  </p:nvSpPr>
                  <p:spPr>
                    <a:xfrm>
                      <a:off x="7165799" y="1254795"/>
                      <a:ext cx="863600" cy="19958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sz="1600" b="0" dirty="0">
                          <a:latin typeface="Times New Roman" panose="02020603050405020304" pitchFamily="18" charset="0"/>
                          <a:cs typeface="Times New Roman" panose="02020603050405020304" pitchFamily="18" charset="0"/>
                        </a:rPr>
                        <a:t>TR, </a:t>
                      </a:r>
                    </a:p>
                    <a:p>
                      <a:pPr marL="0" marR="0" indent="0" algn="ctr" defTabSz="584200" rtl="0" fontAlgn="auto" latinLnBrk="0" hangingPunct="0">
                        <a:lnSpc>
                          <a:spcPct val="100000"/>
                        </a:lnSpc>
                        <a:spcBef>
                          <a:spcPts val="0"/>
                        </a:spcBef>
                        <a:spcAft>
                          <a:spcPts val="0"/>
                        </a:spcAft>
                        <a:buClrTx/>
                        <a:buSzTx/>
                        <a:buFontTx/>
                        <a:buNone/>
                        <a:tabLst/>
                      </a:pPr>
                      <a:r>
                        <a:rPr lang="en-US" sz="1600" b="0" dirty="0">
                          <a:latin typeface="Times New Roman" panose="02020603050405020304" pitchFamily="18" charset="0"/>
                          <a:cs typeface="Times New Roman" panose="02020603050405020304" pitchFamily="18" charset="0"/>
                        </a:rPr>
                        <a:t>AR, </a:t>
                      </a:r>
                    </a:p>
                    <a:p>
                      <a:pPr marL="0" marR="0" indent="0" algn="ctr" defTabSz="584200" rtl="0" fontAlgn="auto" latinLnBrk="0" hangingPunct="0">
                        <a:lnSpc>
                          <a:spcPct val="100000"/>
                        </a:lnSpc>
                        <a:spcBef>
                          <a:spcPts val="0"/>
                        </a:spcBef>
                        <a:spcAft>
                          <a:spcPts val="0"/>
                        </a:spcAft>
                        <a:buClrTx/>
                        <a:buSzTx/>
                        <a:buFontTx/>
                        <a:buNone/>
                        <a:tabLst/>
                      </a:pPr>
                      <a:r>
                        <a:rPr lang="en-US" sz="1600" b="0" dirty="0">
                          <a:latin typeface="Times New Roman" panose="02020603050405020304" pitchFamily="18" charset="0"/>
                          <a:cs typeface="Times New Roman" panose="02020603050405020304" pitchFamily="18" charset="0"/>
                        </a:rPr>
                        <a:t>MR</a:t>
                      </a:r>
                      <a:endParaRPr kumimoji="0" lang="en-US" sz="1600" b="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Neue"/>
                      </a:endParaRPr>
                    </a:p>
                  </p:txBody>
                </p:sp>
              </p:grpSp>
            </p:grpSp>
            <p:cxnSp>
              <p:nvCxnSpPr>
                <p:cNvPr id="5" name="Straight Connector 4">
                  <a:extLst>
                    <a:ext uri="{FF2B5EF4-FFF2-40B4-BE49-F238E27FC236}">
                      <a16:creationId xmlns:a16="http://schemas.microsoft.com/office/drawing/2014/main" id="{C5DE9A70-6598-CF46-8B37-37F2A5A7891C}"/>
                    </a:ext>
                  </a:extLst>
                </p:cNvPr>
                <p:cNvCxnSpPr>
                  <a:cxnSpLocks/>
                </p:cNvCxnSpPr>
                <p:nvPr/>
              </p:nvCxnSpPr>
              <p:spPr>
                <a:xfrm flipV="1">
                  <a:off x="10005399" y="2992233"/>
                  <a:ext cx="574" cy="4755686"/>
                </a:xfrm>
                <a:prstGeom prst="line">
                  <a:avLst/>
                </a:prstGeom>
                <a:noFill/>
                <a:ln w="57150" cap="flat">
                  <a:solidFill>
                    <a:srgbClr val="000000"/>
                  </a:solidFill>
                  <a:prstDash val="sysDot"/>
                  <a:miter lim="400000"/>
                </a:ln>
                <a:effectLst/>
                <a:sp3d/>
              </p:spPr>
              <p:style>
                <a:lnRef idx="0">
                  <a:scrgbClr r="0" g="0" b="0"/>
                </a:lnRef>
                <a:fillRef idx="0">
                  <a:scrgbClr r="0" g="0" b="0"/>
                </a:fillRef>
                <a:effectRef idx="0">
                  <a:scrgbClr r="0" g="0" b="0"/>
                </a:effectRef>
                <a:fontRef idx="none"/>
              </p:style>
            </p:cxnSp>
          </p:grpSp>
        </p:grpSp>
        <p:sp>
          <p:nvSpPr>
            <p:cNvPr id="26" name="Arc 25">
              <a:extLst>
                <a:ext uri="{FF2B5EF4-FFF2-40B4-BE49-F238E27FC236}">
                  <a16:creationId xmlns:a16="http://schemas.microsoft.com/office/drawing/2014/main" id="{7C2FE509-758C-284F-8447-DF52BCD6B1BF}"/>
                </a:ext>
              </a:extLst>
            </p:cNvPr>
            <p:cNvSpPr/>
            <p:nvPr/>
          </p:nvSpPr>
          <p:spPr>
            <a:xfrm flipH="1">
              <a:off x="8029263" y="3025959"/>
              <a:ext cx="4024779" cy="9471010"/>
            </a:xfrm>
            <a:prstGeom prst="arc">
              <a:avLst>
                <a:gd name="adj1" fmla="val 15375685"/>
                <a:gd name="adj2" fmla="val 0"/>
              </a:avLst>
            </a:prstGeom>
            <a:noFill/>
            <a:ln w="63500" cap="flat">
              <a:solidFill>
                <a:srgbClr val="0070C0"/>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600" b="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endParaRPr>
            </a:p>
          </p:txBody>
        </p:sp>
      </p:grpSp>
      <p:sp>
        <p:nvSpPr>
          <p:cNvPr id="38" name="TextBox 37">
            <a:extLst>
              <a:ext uri="{FF2B5EF4-FFF2-40B4-BE49-F238E27FC236}">
                <a16:creationId xmlns:a16="http://schemas.microsoft.com/office/drawing/2014/main" id="{A7C1193F-39E2-0649-8BB2-B8FAD0E9B876}"/>
              </a:ext>
            </a:extLst>
          </p:cNvPr>
          <p:cNvSpPr txBox="1"/>
          <p:nvPr/>
        </p:nvSpPr>
        <p:spPr>
          <a:xfrm>
            <a:off x="4614533" y="4152801"/>
            <a:ext cx="3397785"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sz="2800" b="1" i="0" u="none" strike="noStrike" cap="none" spc="0" normalizeH="0" baseline="0" dirty="0">
                <a:ln>
                  <a:noFill/>
                </a:ln>
                <a:solidFill>
                  <a:srgbClr val="FF0000"/>
                </a:solidFill>
                <a:effectLst/>
                <a:uFillTx/>
                <a:latin typeface="Times New Roman" panose="02020603050405020304" pitchFamily="18" charset="0"/>
                <a:cs typeface="Times New Roman" panose="02020603050405020304" pitchFamily="18" charset="0"/>
                <a:sym typeface="Helvetica Neue"/>
              </a:rPr>
              <a:t>TOTAL REVENUE</a:t>
            </a:r>
          </a:p>
        </p:txBody>
      </p:sp>
      <p:sp>
        <p:nvSpPr>
          <p:cNvPr id="41" name="TextBox 40">
            <a:extLst>
              <a:ext uri="{FF2B5EF4-FFF2-40B4-BE49-F238E27FC236}">
                <a16:creationId xmlns:a16="http://schemas.microsoft.com/office/drawing/2014/main" id="{50BEB018-8798-B542-AE16-F8D86D733294}"/>
              </a:ext>
            </a:extLst>
          </p:cNvPr>
          <p:cNvSpPr txBox="1"/>
          <p:nvPr/>
        </p:nvSpPr>
        <p:spPr>
          <a:xfrm>
            <a:off x="1315550" y="4700496"/>
            <a:ext cx="11555944"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just" defTabSz="584200" rtl="0" fontAlgn="auto" latinLnBrk="0" hangingPunct="0">
              <a:lnSpc>
                <a:spcPct val="100000"/>
              </a:lnSpc>
              <a:spcBef>
                <a:spcPts val="0"/>
              </a:spcBef>
              <a:spcAft>
                <a:spcPts val="0"/>
              </a:spcAft>
              <a:buClrTx/>
              <a:buSzTx/>
              <a:buFontTx/>
              <a:buNone/>
              <a:tabLst/>
            </a:pPr>
            <a:r>
              <a:rPr kumimoji="0" lang="en-US" sz="2800" i="0" u="none" strike="noStrike" cap="none" spc="0" normalizeH="0" baseline="0" dirty="0">
                <a:ln>
                  <a:noFill/>
                </a:ln>
                <a:solidFill>
                  <a:schemeClr val="tx1"/>
                </a:solidFill>
                <a:effectLst/>
                <a:uFillTx/>
                <a:latin typeface="Times New Roman" panose="02020603050405020304" pitchFamily="18" charset="0"/>
                <a:cs typeface="Times New Roman" panose="02020603050405020304" pitchFamily="18" charset="0"/>
                <a:sym typeface="Helvetica Neue"/>
              </a:rPr>
              <a:t>TR refers to the overall sales receipts received at a given level of sales </a:t>
            </a: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E224A3D7-1D5D-3E4C-88CA-9397E13240F4}"/>
                  </a:ext>
                </a:extLst>
              </p:cNvPr>
              <p:cNvSpPr txBox="1"/>
              <p:nvPr/>
            </p:nvSpPr>
            <p:spPr>
              <a:xfrm>
                <a:off x="5119743" y="5283521"/>
                <a:ext cx="3098800" cy="112902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14:m>
                  <m:oMathPara xmlns:m="http://schemas.openxmlformats.org/officeDocument/2006/math">
                    <m:oMathParaPr>
                      <m:jc m:val="centerGroup"/>
                    </m:oMathParaPr>
                    <m:oMath xmlns:m="http://schemas.openxmlformats.org/officeDocument/2006/math">
                      <m:r>
                        <a:rPr lang="en-US" sz="2800" b="1" i="1" smtClean="0">
                          <a:solidFill>
                            <a:srgbClr val="FF0000"/>
                          </a:solidFill>
                          <a:latin typeface="Cambria Math" panose="02040503050406030204" pitchFamily="18" charset="0"/>
                        </a:rPr>
                        <m:t>𝑻𝑹</m:t>
                      </m:r>
                      <m:r>
                        <a:rPr lang="en-US" sz="2800" b="1" i="1" smtClean="0">
                          <a:solidFill>
                            <a:srgbClr val="FF0000"/>
                          </a:solidFill>
                          <a:latin typeface="Cambria Math" panose="02040503050406030204" pitchFamily="18" charset="0"/>
                        </a:rPr>
                        <m:t>=</m:t>
                      </m:r>
                      <m:r>
                        <a:rPr lang="en-US" sz="2800" b="1" i="1" smtClean="0">
                          <a:solidFill>
                            <a:srgbClr val="FF0000"/>
                          </a:solidFill>
                          <a:latin typeface="Cambria Math" panose="02040503050406030204" pitchFamily="18" charset="0"/>
                        </a:rPr>
                        <m:t>𝑨𝑹</m:t>
                      </m:r>
                      <m:r>
                        <a:rPr lang="en-US" sz="2800" b="1" i="1" smtClean="0">
                          <a:solidFill>
                            <a:srgbClr val="FF0000"/>
                          </a:solidFill>
                          <a:latin typeface="Cambria Math" panose="02040503050406030204" pitchFamily="18" charset="0"/>
                        </a:rPr>
                        <m:t> × </m:t>
                      </m:r>
                      <m:r>
                        <a:rPr lang="en-US" sz="2800" b="1" i="1" smtClean="0">
                          <a:solidFill>
                            <a:srgbClr val="FF0000"/>
                          </a:solidFill>
                          <a:latin typeface="Cambria Math" panose="02040503050406030204" pitchFamily="18" charset="0"/>
                          <a:ea typeface="Cambria Math" panose="02040503050406030204" pitchFamily="18" charset="0"/>
                        </a:rPr>
                        <m:t>𝑸</m:t>
                      </m:r>
                    </m:oMath>
                  </m:oMathPara>
                </a14:m>
                <a:endParaRPr kumimoji="0" lang="en-US" sz="2800" i="0" u="none" strike="noStrike" cap="none" spc="0" normalizeH="0" baseline="0" dirty="0">
                  <a:ln>
                    <a:noFill/>
                  </a:ln>
                  <a:solidFill>
                    <a:srgbClr val="FF0000"/>
                  </a:solidFill>
                  <a:effectLst/>
                  <a:uFillTx/>
                  <a:latin typeface="Times New Roman" panose="02020603050405020304" pitchFamily="18" charset="0"/>
                  <a:cs typeface="Times New Roman" panose="02020603050405020304" pitchFamily="18" charset="0"/>
                  <a:sym typeface="Helvetica Neue"/>
                </a:endParaRPr>
              </a:p>
              <a:p>
                <a:r>
                  <a:rPr kumimoji="0" lang="en-US" sz="2800" i="0" u="none" strike="noStrike" cap="none" spc="0" normalizeH="0" baseline="0" dirty="0">
                    <a:ln>
                      <a:noFill/>
                    </a:ln>
                    <a:solidFill>
                      <a:srgbClr val="FF0000"/>
                    </a:solidFill>
                    <a:effectLst/>
                    <a:uFillTx/>
                    <a:latin typeface="Times New Roman" panose="02020603050405020304" pitchFamily="18" charset="0"/>
                    <a:cs typeface="Times New Roman" panose="02020603050405020304" pitchFamily="18" charset="0"/>
                    <a:sym typeface="Helvetica Neue"/>
                  </a:rPr>
                  <a:t> </a:t>
                </a:r>
                <a14:m>
                  <m:oMath xmlns:m="http://schemas.openxmlformats.org/officeDocument/2006/math">
                    <m:r>
                      <a:rPr kumimoji="0" lang="en-US" sz="2800" b="1" i="1" u="none" strike="noStrike" cap="none" spc="0" normalizeH="0" baseline="0" smtClean="0">
                        <a:ln>
                          <a:noFill/>
                        </a:ln>
                        <a:solidFill>
                          <a:srgbClr val="FF0000"/>
                        </a:solidFill>
                        <a:effectLst/>
                        <a:uFillTx/>
                        <a:latin typeface="Cambria Math" panose="02040503050406030204" pitchFamily="18" charset="0"/>
                        <a:sym typeface="Helvetica Neue"/>
                      </a:rPr>
                      <m:t>𝑻𝑹</m:t>
                    </m:r>
                    <m:r>
                      <a:rPr kumimoji="0" lang="en-US" sz="2800" b="1" i="1" u="none" strike="noStrike" cap="none" spc="0" normalizeH="0" baseline="0" smtClean="0">
                        <a:ln>
                          <a:noFill/>
                        </a:ln>
                        <a:solidFill>
                          <a:srgbClr val="FF0000"/>
                        </a:solidFill>
                        <a:effectLst/>
                        <a:uFillTx/>
                        <a:latin typeface="Cambria Math" panose="02040503050406030204" pitchFamily="18" charset="0"/>
                        <a:sym typeface="Helvetica Neue"/>
                      </a:rPr>
                      <m:t>= </m:t>
                    </m:r>
                    <m:nary>
                      <m:naryPr>
                        <m:ctrlPr>
                          <a:rPr kumimoji="0" lang="en-US" sz="2800" i="1" u="none" strike="noStrike" cap="none" spc="0" normalizeH="0" baseline="0" smtClean="0">
                            <a:ln>
                              <a:noFill/>
                            </a:ln>
                            <a:solidFill>
                              <a:srgbClr val="FF0000"/>
                            </a:solidFill>
                            <a:effectLst/>
                            <a:uFillTx/>
                            <a:latin typeface="Cambria Math" panose="02040503050406030204" pitchFamily="18" charset="0"/>
                            <a:sym typeface="Helvetica Neue"/>
                          </a:rPr>
                        </m:ctrlPr>
                      </m:naryPr>
                      <m:sub>
                        <m:r>
                          <m:rPr>
                            <m:brk m:alnAt="23"/>
                          </m:rPr>
                          <a:rPr kumimoji="0" lang="en-US" sz="2800" b="1" i="1" u="none" strike="noStrike" cap="none" spc="0" normalizeH="0" baseline="0" smtClean="0">
                            <a:ln>
                              <a:noFill/>
                            </a:ln>
                            <a:solidFill>
                              <a:srgbClr val="FF0000"/>
                            </a:solidFill>
                            <a:effectLst/>
                            <a:uFillTx/>
                            <a:latin typeface="Cambria Math" panose="02040503050406030204" pitchFamily="18" charset="0"/>
                            <a:sym typeface="Helvetica Neue"/>
                          </a:rPr>
                          <m:t>𝟎</m:t>
                        </m:r>
                      </m:sub>
                      <m:sup>
                        <m:r>
                          <a:rPr kumimoji="0" lang="en-US" sz="2800" b="1" i="1" u="none" strike="noStrike" cap="none" spc="0" normalizeH="0" baseline="0" smtClean="0">
                            <a:ln>
                              <a:noFill/>
                            </a:ln>
                            <a:solidFill>
                              <a:srgbClr val="FF0000"/>
                            </a:solidFill>
                            <a:effectLst/>
                            <a:uFillTx/>
                            <a:latin typeface="Cambria Math" panose="02040503050406030204" pitchFamily="18" charset="0"/>
                            <a:sym typeface="Helvetica Neue"/>
                          </a:rPr>
                          <m:t>𝑸</m:t>
                        </m:r>
                      </m:sup>
                      <m:e>
                        <m:r>
                          <a:rPr kumimoji="0" lang="en-US" sz="2800" b="1" i="1" u="none" strike="noStrike" cap="none" spc="0" normalizeH="0" baseline="0" smtClean="0">
                            <a:ln>
                              <a:noFill/>
                            </a:ln>
                            <a:solidFill>
                              <a:srgbClr val="FF0000"/>
                            </a:solidFill>
                            <a:effectLst/>
                            <a:uFillTx/>
                            <a:latin typeface="Cambria Math" panose="02040503050406030204" pitchFamily="18" charset="0"/>
                            <a:sym typeface="Helvetica Neue"/>
                          </a:rPr>
                          <m:t>𝑴𝑹</m:t>
                        </m:r>
                        <m:r>
                          <a:rPr kumimoji="0" lang="en-US" sz="2800" b="1" i="1" u="none" strike="noStrike" cap="none" spc="0" normalizeH="0" baseline="0" smtClean="0">
                            <a:ln>
                              <a:noFill/>
                            </a:ln>
                            <a:solidFill>
                              <a:srgbClr val="FF0000"/>
                            </a:solidFill>
                            <a:effectLst/>
                            <a:uFillTx/>
                            <a:latin typeface="Cambria Math" panose="02040503050406030204" pitchFamily="18" charset="0"/>
                            <a:sym typeface="Helvetica Neue"/>
                          </a:rPr>
                          <m:t> (</m:t>
                        </m:r>
                        <m:r>
                          <a:rPr kumimoji="0" lang="en-US" sz="2800" b="1" i="1" u="none" strike="noStrike" cap="none" spc="0" normalizeH="0" baseline="0" smtClean="0">
                            <a:ln>
                              <a:noFill/>
                            </a:ln>
                            <a:solidFill>
                              <a:srgbClr val="FF0000"/>
                            </a:solidFill>
                            <a:effectLst/>
                            <a:uFillTx/>
                            <a:latin typeface="Cambria Math" panose="02040503050406030204" pitchFamily="18" charset="0"/>
                            <a:sym typeface="Helvetica Neue"/>
                          </a:rPr>
                          <m:t>𝒅𝑸</m:t>
                        </m:r>
                        <m:r>
                          <a:rPr kumimoji="0" lang="en-US" sz="2800" b="1" i="1" u="none" strike="noStrike" cap="none" spc="0" normalizeH="0" baseline="0" smtClean="0">
                            <a:ln>
                              <a:noFill/>
                            </a:ln>
                            <a:solidFill>
                              <a:srgbClr val="FF0000"/>
                            </a:solidFill>
                            <a:effectLst/>
                            <a:uFillTx/>
                            <a:latin typeface="Cambria Math" panose="02040503050406030204" pitchFamily="18" charset="0"/>
                            <a:sym typeface="Helvetica Neue"/>
                          </a:rPr>
                          <m:t>)</m:t>
                        </m:r>
                      </m:e>
                    </m:nary>
                  </m:oMath>
                </a14:m>
                <a:endParaRPr kumimoji="0" lang="en-US" sz="2800" i="0" u="none" strike="noStrike" cap="none" spc="0" normalizeH="0" baseline="0" dirty="0">
                  <a:ln>
                    <a:noFill/>
                  </a:ln>
                  <a:solidFill>
                    <a:srgbClr val="FF0000"/>
                  </a:solidFill>
                  <a:effectLst/>
                  <a:uFillTx/>
                  <a:latin typeface="Times New Roman" panose="02020603050405020304" pitchFamily="18" charset="0"/>
                  <a:cs typeface="Times New Roman" panose="02020603050405020304" pitchFamily="18" charset="0"/>
                  <a:sym typeface="Helvetica Neue"/>
                </a:endParaRPr>
              </a:p>
            </p:txBody>
          </p:sp>
        </mc:Choice>
        <mc:Fallback xmlns="">
          <p:sp>
            <p:nvSpPr>
              <p:cNvPr id="42" name="TextBox 41">
                <a:extLst>
                  <a:ext uri="{FF2B5EF4-FFF2-40B4-BE49-F238E27FC236}">
                    <a16:creationId xmlns:a16="http://schemas.microsoft.com/office/drawing/2014/main" id="{E224A3D7-1D5D-3E4C-88CA-9397E13240F4}"/>
                  </a:ext>
                </a:extLst>
              </p:cNvPr>
              <p:cNvSpPr txBox="1">
                <a:spLocks noRot="1" noChangeAspect="1" noMove="1" noResize="1" noEditPoints="1" noAdjustHandles="1" noChangeArrowheads="1" noChangeShapeType="1" noTextEdit="1"/>
              </p:cNvSpPr>
              <p:nvPr/>
            </p:nvSpPr>
            <p:spPr>
              <a:xfrm>
                <a:off x="5119743" y="5283521"/>
                <a:ext cx="3098800" cy="1129027"/>
              </a:xfrm>
              <a:prstGeom prst="rect">
                <a:avLst/>
              </a:prstGeom>
              <a:blipFill>
                <a:blip r:embed="rId2"/>
                <a:stretch>
                  <a:fillRect t="-30337" r="-3673" b="-106742"/>
                </a:stretch>
              </a:blipFill>
              <a:ln w="12700" cap="flat">
                <a:noFill/>
                <a:miter lim="400000"/>
              </a:ln>
              <a:effectLst/>
            </p:spPr>
            <p:txBody>
              <a:bodyPr/>
              <a:lstStyle/>
              <a:p>
                <a:r>
                  <a:rPr lang="en-US">
                    <a:noFill/>
                  </a:rPr>
                  <a:t> </a:t>
                </a:r>
              </a:p>
            </p:txBody>
          </p:sp>
        </mc:Fallback>
      </mc:AlternateContent>
      <p:grpSp>
        <p:nvGrpSpPr>
          <p:cNvPr id="9" name="Group 8">
            <a:extLst>
              <a:ext uri="{FF2B5EF4-FFF2-40B4-BE49-F238E27FC236}">
                <a16:creationId xmlns:a16="http://schemas.microsoft.com/office/drawing/2014/main" id="{67A56541-6478-A444-AD4E-E8719A8213C7}"/>
              </a:ext>
            </a:extLst>
          </p:cNvPr>
          <p:cNvGrpSpPr/>
          <p:nvPr/>
        </p:nvGrpSpPr>
        <p:grpSpPr>
          <a:xfrm>
            <a:off x="1328225" y="6338744"/>
            <a:ext cx="11324820" cy="2859687"/>
            <a:chOff x="1619133" y="6340702"/>
            <a:chExt cx="11324820" cy="2859687"/>
          </a:xfrm>
        </p:grpSpPr>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3B0DA833-C403-8C44-B4D4-D77825E005A3}"/>
                    </a:ext>
                  </a:extLst>
                </p:cNvPr>
                <p:cNvSpPr txBox="1"/>
                <p:nvPr/>
              </p:nvSpPr>
              <p:spPr>
                <a:xfrm>
                  <a:off x="1619133" y="6512474"/>
                  <a:ext cx="4158738" cy="268791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just" defTabSz="584200" rtl="0" fontAlgn="auto" latinLnBrk="0" hangingPunct="0">
                    <a:lnSpc>
                      <a:spcPct val="150000"/>
                    </a:lnSpc>
                    <a:spcBef>
                      <a:spcPts val="0"/>
                    </a:spcBef>
                    <a:spcAft>
                      <a:spcPts val="0"/>
                    </a:spcAft>
                    <a:buClrTx/>
                    <a:buSzTx/>
                    <a:buFontTx/>
                    <a:buNone/>
                    <a:tabLst/>
                  </a:pPr>
                  <a:r>
                    <a:rPr kumimoji="0" lang="en-US" sz="280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Neue"/>
                    </a:rPr>
                    <a:t>The TR curve :</a:t>
                  </a:r>
                </a:p>
                <a:p>
                  <a:pPr marL="0" marR="0" indent="0" algn="just" defTabSz="584200" rtl="0" fontAlgn="auto" latinLnBrk="0" hangingPunct="0">
                    <a:lnSpc>
                      <a:spcPct val="150000"/>
                    </a:lnSpc>
                    <a:spcBef>
                      <a:spcPts val="0"/>
                    </a:spcBef>
                    <a:spcAft>
                      <a:spcPts val="0"/>
                    </a:spcAft>
                    <a:buClrTx/>
                    <a:buSzTx/>
                    <a:buFontTx/>
                    <a:buNone/>
                    <a:tabLst/>
                  </a:pPr>
                  <a:r>
                    <a:rPr kumimoji="0" lang="en-US" sz="280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Neue"/>
                    </a:rPr>
                    <a:t> 1.  Is Uni-sloped.</a:t>
                  </a:r>
                </a:p>
                <a:p>
                  <a:pPr marL="0" marR="0" indent="0" algn="just" defTabSz="584200" rtl="0" fontAlgn="auto" latinLnBrk="0" hangingPunct="0">
                    <a:lnSpc>
                      <a:spcPct val="150000"/>
                    </a:lnSpc>
                    <a:spcBef>
                      <a:spcPts val="0"/>
                    </a:spcBef>
                    <a:spcAft>
                      <a:spcPts val="0"/>
                    </a:spcAft>
                    <a:buClrTx/>
                    <a:buSzTx/>
                    <a:buFontTx/>
                    <a:buNone/>
                    <a:tabLst/>
                  </a:pPr>
                  <a:r>
                    <a:rPr lang="en-US" sz="2800" dirty="0">
                      <a:latin typeface="Times New Roman" panose="02020603050405020304" pitchFamily="18" charset="0"/>
                      <a:cs typeface="Times New Roman" panose="02020603050405020304" pitchFamily="18" charset="0"/>
                    </a:rPr>
                    <a:t> 2.  Raises continuously</a:t>
                  </a:r>
                </a:p>
                <a:p>
                  <a:pPr algn="just">
                    <a:lnSpc>
                      <a:spcPct val="150000"/>
                    </a:lnSpc>
                  </a:pPr>
                  <a:r>
                    <a:rPr kumimoji="0" lang="en-US" sz="280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Neue"/>
                    </a:rPr>
                    <a:t> 3. </a:t>
                  </a:r>
                  <a14:m>
                    <m:oMath xmlns:m="http://schemas.openxmlformats.org/officeDocument/2006/math">
                      <m:r>
                        <a:rPr lang="en-US" sz="2800" i="1" smtClean="0">
                          <a:solidFill>
                            <a:srgbClr val="FF0000"/>
                          </a:solidFill>
                          <a:latin typeface="Cambria Math" panose="02040503050406030204" pitchFamily="18" charset="0"/>
                        </a:rPr>
                        <m:t>𝑹</m:t>
                      </m:r>
                      <m:r>
                        <a:rPr lang="en-US" sz="2800" i="1" smtClean="0">
                          <a:solidFill>
                            <a:srgbClr val="FF0000"/>
                          </a:solidFill>
                          <a:latin typeface="Cambria Math" panose="02040503050406030204" pitchFamily="18" charset="0"/>
                        </a:rPr>
                        <m:t>=</m:t>
                      </m:r>
                      <m:r>
                        <a:rPr lang="en-US" sz="2800" b="1" i="1" smtClean="0">
                          <a:solidFill>
                            <a:srgbClr val="FF0000"/>
                          </a:solidFill>
                          <a:latin typeface="Cambria Math" panose="02040503050406030204" pitchFamily="18" charset="0"/>
                        </a:rPr>
                        <m:t>𝒑</m:t>
                      </m:r>
                      <m:r>
                        <a:rPr lang="en-US" sz="2800" i="1" smtClean="0">
                          <a:solidFill>
                            <a:srgbClr val="FF0000"/>
                          </a:solidFill>
                          <a:latin typeface="Cambria Math" panose="02040503050406030204" pitchFamily="18" charset="0"/>
                        </a:rPr>
                        <m:t>𝒒</m:t>
                      </m:r>
                    </m:oMath>
                  </a14:m>
                  <a:r>
                    <a:rPr kumimoji="0" lang="en-US" sz="2800" i="0" u="none" strike="noStrike" cap="none" spc="0" normalizeH="0" baseline="0" dirty="0">
                      <a:ln>
                        <a:noFill/>
                      </a:ln>
                      <a:solidFill>
                        <a:srgbClr val="FF0000"/>
                      </a:solidFill>
                      <a:effectLst/>
                      <a:uFillTx/>
                      <a:latin typeface="Times New Roman" panose="02020603050405020304" pitchFamily="18" charset="0"/>
                      <a:cs typeface="Times New Roman" panose="02020603050405020304" pitchFamily="18" charset="0"/>
                      <a:sym typeface="Helvetica Neue"/>
                    </a:rPr>
                    <a:t> </a:t>
                  </a:r>
                  <a:endParaRPr kumimoji="0" lang="en-US" sz="280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Neue"/>
                  </a:endParaRPr>
                </a:p>
              </p:txBody>
            </p:sp>
          </mc:Choice>
          <mc:Fallback xmlns="">
            <p:sp>
              <p:nvSpPr>
                <p:cNvPr id="43" name="TextBox 42">
                  <a:extLst>
                    <a:ext uri="{FF2B5EF4-FFF2-40B4-BE49-F238E27FC236}">
                      <a16:creationId xmlns:a16="http://schemas.microsoft.com/office/drawing/2014/main" id="{3B0DA833-C403-8C44-B4D4-D77825E005A3}"/>
                    </a:ext>
                  </a:extLst>
                </p:cNvPr>
                <p:cNvSpPr txBox="1">
                  <a:spLocks noRot="1" noChangeAspect="1" noMove="1" noResize="1" noEditPoints="1" noAdjustHandles="1" noChangeArrowheads="1" noChangeShapeType="1" noTextEdit="1"/>
                </p:cNvSpPr>
                <p:nvPr/>
              </p:nvSpPr>
              <p:spPr>
                <a:xfrm>
                  <a:off x="1619133" y="6512474"/>
                  <a:ext cx="4158738" cy="2687915"/>
                </a:xfrm>
                <a:prstGeom prst="rect">
                  <a:avLst/>
                </a:prstGeom>
                <a:blipFill>
                  <a:blip r:embed="rId3"/>
                  <a:stretch>
                    <a:fillRect l="-3951" b="-3286"/>
                  </a:stretch>
                </a:blipFill>
                <a:ln w="12700" cap="flat">
                  <a:noFill/>
                  <a:miter lim="400000"/>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8E6D5244-A763-E84F-8D65-D80E9690146B}"/>
                    </a:ext>
                  </a:extLst>
                </p:cNvPr>
                <p:cNvSpPr txBox="1"/>
                <p:nvPr/>
              </p:nvSpPr>
              <p:spPr>
                <a:xfrm>
                  <a:off x="8206725" y="6340702"/>
                  <a:ext cx="4737228" cy="268791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just" defTabSz="584200" rtl="0" fontAlgn="auto" latinLnBrk="0" hangingPunct="0">
                    <a:lnSpc>
                      <a:spcPct val="150000"/>
                    </a:lnSpc>
                    <a:spcBef>
                      <a:spcPts val="0"/>
                    </a:spcBef>
                    <a:spcAft>
                      <a:spcPts val="0"/>
                    </a:spcAft>
                    <a:buClrTx/>
                    <a:buSzTx/>
                    <a:buFontTx/>
                    <a:buNone/>
                    <a:tabLst/>
                  </a:pPr>
                  <a:r>
                    <a:rPr kumimoji="0" lang="en-US" sz="280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Neue"/>
                    </a:rPr>
                    <a:t>The TR curve :</a:t>
                  </a:r>
                </a:p>
                <a:p>
                  <a:pPr marL="0" marR="0" indent="0" algn="just" defTabSz="584200" rtl="0" fontAlgn="auto" latinLnBrk="0" hangingPunct="0">
                    <a:lnSpc>
                      <a:spcPct val="150000"/>
                    </a:lnSpc>
                    <a:spcBef>
                      <a:spcPts val="0"/>
                    </a:spcBef>
                    <a:spcAft>
                      <a:spcPts val="0"/>
                    </a:spcAft>
                    <a:buClrTx/>
                    <a:buSzTx/>
                    <a:buFontTx/>
                    <a:buNone/>
                    <a:tabLst/>
                  </a:pPr>
                  <a:r>
                    <a:rPr kumimoji="0" lang="en-US" sz="280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Neue"/>
                    </a:rPr>
                    <a:t> 1.  Is Multi-sloped.</a:t>
                  </a:r>
                </a:p>
                <a:p>
                  <a:pPr marL="0" marR="0" indent="0" algn="just" defTabSz="584200" rtl="0" fontAlgn="auto" latinLnBrk="0" hangingPunct="0">
                    <a:lnSpc>
                      <a:spcPct val="150000"/>
                    </a:lnSpc>
                    <a:spcBef>
                      <a:spcPts val="0"/>
                    </a:spcBef>
                    <a:spcAft>
                      <a:spcPts val="0"/>
                    </a:spcAft>
                    <a:buClrTx/>
                    <a:buSzTx/>
                    <a:buFontTx/>
                    <a:buNone/>
                    <a:tabLst/>
                  </a:pPr>
                  <a:r>
                    <a:rPr lang="en-US" sz="2800" dirty="0">
                      <a:latin typeface="Times New Roman" panose="02020603050405020304" pitchFamily="18" charset="0"/>
                      <a:cs typeface="Times New Roman" panose="02020603050405020304" pitchFamily="18" charset="0"/>
                    </a:rPr>
                    <a:t> 2.  Raises, peaks &amp; declines</a:t>
                  </a:r>
                </a:p>
                <a:p>
                  <a:pPr algn="just">
                    <a:lnSpc>
                      <a:spcPct val="150000"/>
                    </a:lnSpc>
                  </a:pPr>
                  <a:r>
                    <a:rPr kumimoji="0" lang="en-US" sz="280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Neue"/>
                    </a:rPr>
                    <a:t> 3. </a:t>
                  </a:r>
                  <a:r>
                    <a:rPr kumimoji="0" lang="en-US" sz="2800" i="0" u="none" strike="noStrike" cap="none" spc="0" normalizeH="0" dirty="0">
                      <a:ln>
                        <a:noFill/>
                      </a:ln>
                      <a:solidFill>
                        <a:srgbClr val="000000"/>
                      </a:solidFill>
                      <a:effectLst/>
                      <a:uFillTx/>
                      <a:latin typeface="Times New Roman" panose="02020603050405020304" pitchFamily="18" charset="0"/>
                      <a:cs typeface="Times New Roman" panose="02020603050405020304" pitchFamily="18" charset="0"/>
                      <a:sym typeface="Helvetica Neue"/>
                    </a:rPr>
                    <a:t>  </a:t>
                  </a:r>
                  <a14:m>
                    <m:oMath xmlns:m="http://schemas.openxmlformats.org/officeDocument/2006/math">
                      <m:r>
                        <a:rPr lang="en-US" sz="2800" i="1" smtClean="0">
                          <a:solidFill>
                            <a:srgbClr val="FF0000"/>
                          </a:solidFill>
                          <a:latin typeface="Cambria Math" panose="02040503050406030204" pitchFamily="18" charset="0"/>
                        </a:rPr>
                        <m:t>𝑹</m:t>
                      </m:r>
                      <m:r>
                        <a:rPr lang="en-US" sz="2800" i="1" smtClean="0">
                          <a:solidFill>
                            <a:srgbClr val="FF0000"/>
                          </a:solidFill>
                          <a:latin typeface="Cambria Math" panose="02040503050406030204" pitchFamily="18" charset="0"/>
                        </a:rPr>
                        <m:t>=</m:t>
                      </m:r>
                      <m:r>
                        <a:rPr lang="en-US" sz="2800" b="1" i="1" smtClean="0">
                          <a:solidFill>
                            <a:srgbClr val="FF0000"/>
                          </a:solidFill>
                          <a:latin typeface="Cambria Math" panose="02040503050406030204" pitchFamily="18" charset="0"/>
                        </a:rPr>
                        <m:t>𝒂𝒒</m:t>
                      </m:r>
                      <m:r>
                        <a:rPr lang="en-US" sz="2800" b="1" i="1" smtClean="0">
                          <a:solidFill>
                            <a:srgbClr val="FF0000"/>
                          </a:solidFill>
                          <a:latin typeface="Cambria Math" panose="02040503050406030204" pitchFamily="18" charset="0"/>
                        </a:rPr>
                        <m:t> −</m:t>
                      </m:r>
                      <m:r>
                        <a:rPr lang="en-US" sz="2800" b="1" i="1" smtClean="0">
                          <a:solidFill>
                            <a:srgbClr val="FF0000"/>
                          </a:solidFill>
                          <a:latin typeface="Cambria Math" panose="02040503050406030204" pitchFamily="18" charset="0"/>
                        </a:rPr>
                        <m:t>𝒌</m:t>
                      </m:r>
                      <m:r>
                        <a:rPr lang="en-US" sz="2800" i="1">
                          <a:solidFill>
                            <a:srgbClr val="FF0000"/>
                          </a:solidFill>
                          <a:latin typeface="Cambria Math" panose="02040503050406030204" pitchFamily="18" charset="0"/>
                        </a:rPr>
                        <m:t>𝒒</m:t>
                      </m:r>
                      <m:r>
                        <a:rPr lang="en-US" sz="2800" b="1" i="1" baseline="30000" smtClean="0">
                          <a:solidFill>
                            <a:srgbClr val="FF0000"/>
                          </a:solidFill>
                          <a:latin typeface="Cambria Math" panose="02040503050406030204" pitchFamily="18" charset="0"/>
                        </a:rPr>
                        <m:t>𝟐</m:t>
                      </m:r>
                    </m:oMath>
                  </a14:m>
                  <a:endParaRPr lang="en-US" sz="2800" baseline="30000" dirty="0">
                    <a:latin typeface="Times New Roman" panose="02020603050405020304" pitchFamily="18" charset="0"/>
                    <a:cs typeface="Times New Roman" panose="02020603050405020304" pitchFamily="18" charset="0"/>
                  </a:endParaRPr>
                </a:p>
              </p:txBody>
            </p:sp>
          </mc:Choice>
          <mc:Fallback xmlns="">
            <p:sp>
              <p:nvSpPr>
                <p:cNvPr id="44" name="TextBox 43">
                  <a:extLst>
                    <a:ext uri="{FF2B5EF4-FFF2-40B4-BE49-F238E27FC236}">
                      <a16:creationId xmlns:a16="http://schemas.microsoft.com/office/drawing/2014/main" id="{8E6D5244-A763-E84F-8D65-D80E9690146B}"/>
                    </a:ext>
                  </a:extLst>
                </p:cNvPr>
                <p:cNvSpPr txBox="1">
                  <a:spLocks noRot="1" noChangeAspect="1" noMove="1" noResize="1" noEditPoints="1" noAdjustHandles="1" noChangeArrowheads="1" noChangeShapeType="1" noTextEdit="1"/>
                </p:cNvSpPr>
                <p:nvPr/>
              </p:nvSpPr>
              <p:spPr>
                <a:xfrm>
                  <a:off x="8206725" y="6340702"/>
                  <a:ext cx="4737228" cy="2687915"/>
                </a:xfrm>
                <a:prstGeom prst="rect">
                  <a:avLst/>
                </a:prstGeom>
                <a:blipFill>
                  <a:blip r:embed="rId4"/>
                  <a:stretch>
                    <a:fillRect l="-3476" b="-3302"/>
                  </a:stretch>
                </a:blipFill>
                <a:ln w="12700" cap="flat">
                  <a:noFill/>
                  <a:miter lim="400000"/>
                </a:ln>
                <a:effectLst/>
              </p:spPr>
              <p:txBody>
                <a:bodyPr/>
                <a:lstStyle/>
                <a:p>
                  <a:r>
                    <a:rPr lang="en-US">
                      <a:noFill/>
                    </a:rPr>
                    <a:t> </a:t>
                  </a:r>
                </a:p>
              </p:txBody>
            </p:sp>
          </mc:Fallback>
        </mc:AlternateContent>
      </p:grpSp>
      <p:sp>
        <p:nvSpPr>
          <p:cNvPr id="45" name="TextBox 44">
            <a:extLst>
              <a:ext uri="{FF2B5EF4-FFF2-40B4-BE49-F238E27FC236}">
                <a16:creationId xmlns:a16="http://schemas.microsoft.com/office/drawing/2014/main" id="{A473870A-7AAC-EE43-9F74-3DA90A6CB7DC}"/>
              </a:ext>
            </a:extLst>
          </p:cNvPr>
          <p:cNvSpPr txBox="1"/>
          <p:nvPr/>
        </p:nvSpPr>
        <p:spPr>
          <a:xfrm>
            <a:off x="2793680" y="93594"/>
            <a:ext cx="8359744" cy="4041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r>
              <a:rPr lang="en-US" sz="2000" b="1" dirty="0">
                <a:latin typeface="Times New Roman" panose="02020603050405020304" pitchFamily="18" charset="0"/>
                <a:cs typeface="Times New Roman" panose="02020603050405020304" pitchFamily="18" charset="0"/>
              </a:rPr>
              <a:t>Revenue and only Revenue Reveals the </a:t>
            </a:r>
            <a:r>
              <a:rPr lang="en-US" sz="2000" b="1" dirty="0">
                <a:solidFill>
                  <a:srgbClr val="FF0000"/>
                </a:solidFill>
                <a:latin typeface="Times New Roman" panose="02020603050405020304" pitchFamily="18" charset="0"/>
                <a:cs typeface="Times New Roman" panose="02020603050405020304" pitchFamily="18" charset="0"/>
              </a:rPr>
              <a:t>Competitive</a:t>
            </a:r>
            <a:r>
              <a:rPr lang="en-US" sz="2000" b="1" dirty="0">
                <a:latin typeface="Times New Roman" panose="02020603050405020304" pitchFamily="18" charset="0"/>
                <a:cs typeface="Times New Roman" panose="02020603050405020304" pitchFamily="18" charset="0"/>
              </a:rPr>
              <a:t> nature of the </a:t>
            </a:r>
            <a:r>
              <a:rPr lang="en-US" sz="2000" b="1" dirty="0">
                <a:solidFill>
                  <a:srgbClr val="0070C0"/>
                </a:solidFill>
                <a:latin typeface="Times New Roman" panose="02020603050405020304" pitchFamily="18" charset="0"/>
                <a:cs typeface="Times New Roman" panose="02020603050405020304" pitchFamily="18" charset="0"/>
              </a:rPr>
              <a:t>Market</a:t>
            </a:r>
            <a:endParaRPr lang="en-US" sz="2000" dirty="0"/>
          </a:p>
        </p:txBody>
      </p:sp>
    </p:spTree>
    <p:extLst>
      <p:ext uri="{BB962C8B-B14F-4D97-AF65-F5344CB8AC3E}">
        <p14:creationId xmlns:p14="http://schemas.microsoft.com/office/powerpoint/2010/main" val="248331229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4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Box 27">
            <a:extLst>
              <a:ext uri="{FF2B5EF4-FFF2-40B4-BE49-F238E27FC236}">
                <a16:creationId xmlns:a16="http://schemas.microsoft.com/office/drawing/2014/main" id="{40362F60-4C3E-104B-AF8E-788656C0C9AA}"/>
              </a:ext>
            </a:extLst>
          </p:cNvPr>
          <p:cNvSpPr txBox="1"/>
          <p:nvPr/>
        </p:nvSpPr>
        <p:spPr>
          <a:xfrm>
            <a:off x="10089537" y="1540403"/>
            <a:ext cx="863600"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sz="1600" b="0" dirty="0"/>
              <a:t>TR</a:t>
            </a:r>
            <a:r>
              <a:rPr lang="en-US" sz="1600" b="0" baseline="-25000" dirty="0"/>
              <a:t>C</a:t>
            </a:r>
            <a:endParaRPr kumimoji="0" lang="en-US" sz="1600" b="0" i="0" u="none" strike="noStrike" cap="none" spc="0" normalizeH="0" baseline="-25000" dirty="0">
              <a:ln>
                <a:noFill/>
              </a:ln>
              <a:solidFill>
                <a:srgbClr val="000000"/>
              </a:solidFill>
              <a:effectLst/>
              <a:uFillTx/>
              <a:latin typeface="Helvetica Neue"/>
              <a:ea typeface="Helvetica Neue"/>
              <a:cs typeface="Helvetica Neue"/>
              <a:sym typeface="Helvetica Neue"/>
            </a:endParaRPr>
          </a:p>
        </p:txBody>
      </p:sp>
      <p:sp>
        <p:nvSpPr>
          <p:cNvPr id="2" name="Slide Number Placeholder 1">
            <a:extLst>
              <a:ext uri="{FF2B5EF4-FFF2-40B4-BE49-F238E27FC236}">
                <a16:creationId xmlns:a16="http://schemas.microsoft.com/office/drawing/2014/main" id="{70478940-F8FA-354F-9D73-8EDB25FDC0D6}"/>
              </a:ext>
            </a:extLst>
          </p:cNvPr>
          <p:cNvSpPr>
            <a:spLocks noGrp="1"/>
          </p:cNvSpPr>
          <p:nvPr>
            <p:ph type="sldNum" sz="quarter" idx="2"/>
          </p:nvPr>
        </p:nvSpPr>
        <p:spPr>
          <a:xfrm>
            <a:off x="12572028" y="9253869"/>
            <a:ext cx="340259" cy="324306"/>
          </a:xfrm>
        </p:spPr>
        <p:txBody>
          <a:bodyPr/>
          <a:lstStyle/>
          <a:p>
            <a:fld id="{86CB4B4D-7CA3-9044-876B-883B54F8677D}" type="slidenum">
              <a:rPr lang="en-IN" smtClean="0"/>
              <a:t>11</a:t>
            </a:fld>
            <a:endParaRPr lang="en-IN"/>
          </a:p>
        </p:txBody>
      </p:sp>
      <p:grpSp>
        <p:nvGrpSpPr>
          <p:cNvPr id="7" name="Group 6">
            <a:extLst>
              <a:ext uri="{FF2B5EF4-FFF2-40B4-BE49-F238E27FC236}">
                <a16:creationId xmlns:a16="http://schemas.microsoft.com/office/drawing/2014/main" id="{9447D410-149F-2944-812A-3290DCCC36AC}"/>
              </a:ext>
            </a:extLst>
          </p:cNvPr>
          <p:cNvGrpSpPr/>
          <p:nvPr/>
        </p:nvGrpSpPr>
        <p:grpSpPr>
          <a:xfrm>
            <a:off x="754241" y="853657"/>
            <a:ext cx="11149285" cy="4738546"/>
            <a:chOff x="656665" y="1254795"/>
            <a:chExt cx="11563641" cy="11242174"/>
          </a:xfrm>
        </p:grpSpPr>
        <p:grpSp>
          <p:nvGrpSpPr>
            <p:cNvPr id="4" name="Group 3">
              <a:extLst>
                <a:ext uri="{FF2B5EF4-FFF2-40B4-BE49-F238E27FC236}">
                  <a16:creationId xmlns:a16="http://schemas.microsoft.com/office/drawing/2014/main" id="{20C26A02-A773-3B45-8626-6801FD07E6E1}"/>
                </a:ext>
              </a:extLst>
            </p:cNvPr>
            <p:cNvGrpSpPr/>
            <p:nvPr/>
          </p:nvGrpSpPr>
          <p:grpSpPr>
            <a:xfrm>
              <a:off x="656665" y="1254795"/>
              <a:ext cx="11563641" cy="7711499"/>
              <a:chOff x="656665" y="1254795"/>
              <a:chExt cx="11563641" cy="7711499"/>
            </a:xfrm>
          </p:grpSpPr>
          <p:grpSp>
            <p:nvGrpSpPr>
              <p:cNvPr id="13" name="Group 12">
                <a:extLst>
                  <a:ext uri="{FF2B5EF4-FFF2-40B4-BE49-F238E27FC236}">
                    <a16:creationId xmlns:a16="http://schemas.microsoft.com/office/drawing/2014/main" id="{AAECDB53-BE4F-654D-99A9-38E8B8A8FA69}"/>
                  </a:ext>
                </a:extLst>
              </p:cNvPr>
              <p:cNvGrpSpPr/>
              <p:nvPr/>
            </p:nvGrpSpPr>
            <p:grpSpPr>
              <a:xfrm>
                <a:off x="656665" y="1272110"/>
                <a:ext cx="5958957" cy="7421359"/>
                <a:chOff x="656666" y="1392112"/>
                <a:chExt cx="5323754" cy="5144613"/>
              </a:xfrm>
            </p:grpSpPr>
            <p:cxnSp>
              <p:nvCxnSpPr>
                <p:cNvPr id="19" name="Straight Connector 18">
                  <a:extLst>
                    <a:ext uri="{FF2B5EF4-FFF2-40B4-BE49-F238E27FC236}">
                      <a16:creationId xmlns:a16="http://schemas.microsoft.com/office/drawing/2014/main" id="{E8182E6A-64B9-A640-8D35-7DB71A95E786}"/>
                    </a:ext>
                  </a:extLst>
                </p:cNvPr>
                <p:cNvCxnSpPr>
                  <a:cxnSpLocks/>
                </p:cNvCxnSpPr>
                <p:nvPr/>
              </p:nvCxnSpPr>
              <p:spPr>
                <a:xfrm flipV="1">
                  <a:off x="1459442" y="2116667"/>
                  <a:ext cx="3153400" cy="3750622"/>
                </a:xfrm>
                <a:prstGeom prst="line">
                  <a:avLst/>
                </a:prstGeom>
                <a:noFill/>
                <a:ln w="63500" cap="flat">
                  <a:solidFill>
                    <a:schemeClr val="accent1">
                      <a:lumMod val="75000"/>
                    </a:schemeClr>
                  </a:solidFill>
                  <a:prstDash val="solid"/>
                  <a:miter lim="400000"/>
                </a:ln>
                <a:effectLst/>
                <a:sp3d/>
              </p:spPr>
              <p:style>
                <a:lnRef idx="0">
                  <a:scrgbClr r="0" g="0" b="0"/>
                </a:lnRef>
                <a:fillRef idx="0">
                  <a:scrgbClr r="0" g="0" b="0"/>
                </a:fillRef>
                <a:effectRef idx="0">
                  <a:scrgbClr r="0" g="0" b="0"/>
                </a:effectRef>
                <a:fontRef idx="none"/>
              </p:style>
            </p:cxnSp>
            <p:sp>
              <p:nvSpPr>
                <p:cNvPr id="22" name="TextBox 21">
                  <a:extLst>
                    <a:ext uri="{FF2B5EF4-FFF2-40B4-BE49-F238E27FC236}">
                      <a16:creationId xmlns:a16="http://schemas.microsoft.com/office/drawing/2014/main" id="{A88A4B8A-19C4-6D4A-A2AA-47028F22726A}"/>
                    </a:ext>
                  </a:extLst>
                </p:cNvPr>
                <p:cNvSpPr txBox="1"/>
                <p:nvPr/>
              </p:nvSpPr>
              <p:spPr>
                <a:xfrm>
                  <a:off x="4355917" y="1978362"/>
                  <a:ext cx="863600" cy="57367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sz="1600" b="0" dirty="0">
                      <a:latin typeface="Times New Roman" panose="02020603050405020304" pitchFamily="18" charset="0"/>
                      <a:cs typeface="Times New Roman" panose="02020603050405020304" pitchFamily="18" charset="0"/>
                    </a:rPr>
                    <a:t>TR</a:t>
                  </a:r>
                  <a:r>
                    <a:rPr lang="en-US" sz="1600" b="0" baseline="-25000" dirty="0">
                      <a:latin typeface="Times New Roman" panose="02020603050405020304" pitchFamily="18" charset="0"/>
                      <a:cs typeface="Times New Roman" panose="02020603050405020304" pitchFamily="18" charset="0"/>
                    </a:rPr>
                    <a:t>C</a:t>
                  </a:r>
                  <a:endParaRPr kumimoji="0" lang="en-US" sz="1600" b="0" i="0" u="none" strike="noStrike" cap="none" spc="0" normalizeH="0" baseline="-25000" dirty="0">
                    <a:ln>
                      <a:noFill/>
                    </a:ln>
                    <a:solidFill>
                      <a:srgbClr val="000000"/>
                    </a:solidFill>
                    <a:effectLst/>
                    <a:uFillTx/>
                    <a:latin typeface="Times New Roman" panose="02020603050405020304" pitchFamily="18" charset="0"/>
                    <a:cs typeface="Times New Roman" panose="02020603050405020304" pitchFamily="18" charset="0"/>
                    <a:sym typeface="Helvetica Neue"/>
                  </a:endParaRPr>
                </a:p>
              </p:txBody>
            </p:sp>
            <p:cxnSp>
              <p:nvCxnSpPr>
                <p:cNvPr id="20" name="Straight Connector 19">
                  <a:extLst>
                    <a:ext uri="{FF2B5EF4-FFF2-40B4-BE49-F238E27FC236}">
                      <a16:creationId xmlns:a16="http://schemas.microsoft.com/office/drawing/2014/main" id="{69911272-FE4A-A64C-9432-282F2CE72603}"/>
                    </a:ext>
                  </a:extLst>
                </p:cNvPr>
                <p:cNvCxnSpPr>
                  <a:cxnSpLocks/>
                </p:cNvCxnSpPr>
                <p:nvPr/>
              </p:nvCxnSpPr>
              <p:spPr>
                <a:xfrm>
                  <a:off x="1434353" y="3657602"/>
                  <a:ext cx="3186757" cy="24592"/>
                </a:xfrm>
                <a:prstGeom prst="line">
                  <a:avLst/>
                </a:prstGeom>
                <a:noFill/>
                <a:ln w="63500" cap="flat">
                  <a:solidFill>
                    <a:schemeClr val="accent3">
                      <a:lumMod val="50000"/>
                    </a:schemeClr>
                  </a:solidFill>
                  <a:prstDash val="solid"/>
                  <a:miter lim="400000"/>
                </a:ln>
                <a:effectLst/>
                <a:sp3d/>
              </p:spPr>
              <p:style>
                <a:lnRef idx="0">
                  <a:scrgbClr r="0" g="0" b="0"/>
                </a:lnRef>
                <a:fillRef idx="0">
                  <a:scrgbClr r="0" g="0" b="0"/>
                </a:fillRef>
                <a:effectRef idx="0">
                  <a:scrgbClr r="0" g="0" b="0"/>
                </a:effectRef>
                <a:fontRef idx="none"/>
              </p:style>
            </p:cxnSp>
            <p:sp>
              <p:nvSpPr>
                <p:cNvPr id="21" name="TextBox 20">
                  <a:extLst>
                    <a:ext uri="{FF2B5EF4-FFF2-40B4-BE49-F238E27FC236}">
                      <a16:creationId xmlns:a16="http://schemas.microsoft.com/office/drawing/2014/main" id="{17704794-8E6F-D044-9A06-53A0FD088949}"/>
                    </a:ext>
                  </a:extLst>
                </p:cNvPr>
                <p:cNvSpPr txBox="1"/>
                <p:nvPr/>
              </p:nvSpPr>
              <p:spPr>
                <a:xfrm>
                  <a:off x="4230156" y="3555249"/>
                  <a:ext cx="1715747" cy="97862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r>
                    <a:rPr lang="en-US" sz="1600" b="0" dirty="0">
                      <a:latin typeface="Times New Roman" panose="02020603050405020304" pitchFamily="18" charset="0"/>
                      <a:cs typeface="Times New Roman" panose="02020603050405020304" pitchFamily="18" charset="0"/>
                    </a:rPr>
                    <a:t>AR</a:t>
                  </a:r>
                  <a:r>
                    <a:rPr lang="en-US" sz="1600" b="0" baseline="-25000" dirty="0">
                      <a:latin typeface="Times New Roman" panose="02020603050405020304" pitchFamily="18" charset="0"/>
                      <a:cs typeface="Times New Roman" panose="02020603050405020304" pitchFamily="18" charset="0"/>
                    </a:rPr>
                    <a:t>C </a:t>
                  </a:r>
                  <a:r>
                    <a:rPr lang="en-US" sz="1600" b="0" dirty="0">
                      <a:latin typeface="Times New Roman" panose="02020603050405020304" pitchFamily="18" charset="0"/>
                      <a:cs typeface="Times New Roman" panose="02020603050405020304" pitchFamily="18" charset="0"/>
                    </a:rPr>
                    <a:t>/ MR</a:t>
                  </a:r>
                  <a:r>
                    <a:rPr lang="en-US" sz="1600" b="0" baseline="-25000" dirty="0">
                      <a:latin typeface="Times New Roman" panose="02020603050405020304" pitchFamily="18" charset="0"/>
                      <a:cs typeface="Times New Roman" panose="02020603050405020304" pitchFamily="18" charset="0"/>
                    </a:rPr>
                    <a:t>C</a:t>
                  </a:r>
                </a:p>
                <a:p>
                  <a:pPr marL="0" marR="0" indent="0" algn="ctr" defTabSz="584200" rtl="0" fontAlgn="auto" latinLnBrk="0" hangingPunct="0">
                    <a:lnSpc>
                      <a:spcPct val="100000"/>
                    </a:lnSpc>
                    <a:spcBef>
                      <a:spcPts val="0"/>
                    </a:spcBef>
                    <a:spcAft>
                      <a:spcPts val="0"/>
                    </a:spcAft>
                    <a:buClrTx/>
                    <a:buSzTx/>
                    <a:buFontTx/>
                    <a:buNone/>
                    <a:tabLst/>
                  </a:pPr>
                  <a:endParaRPr kumimoji="0" lang="en-US" sz="1600" b="0" i="0" u="none" strike="noStrike" cap="none" spc="0" normalizeH="0" dirty="0">
                    <a:ln>
                      <a:noFill/>
                    </a:ln>
                    <a:solidFill>
                      <a:srgbClr val="000000"/>
                    </a:solidFill>
                    <a:effectLst/>
                    <a:uFillTx/>
                    <a:latin typeface="Times New Roman" panose="02020603050405020304" pitchFamily="18" charset="0"/>
                    <a:cs typeface="Times New Roman" panose="02020603050405020304" pitchFamily="18" charset="0"/>
                    <a:sym typeface="Helvetica Neue"/>
                  </a:endParaRPr>
                </a:p>
              </p:txBody>
            </p:sp>
            <p:grpSp>
              <p:nvGrpSpPr>
                <p:cNvPr id="39" name="Group 38">
                  <a:extLst>
                    <a:ext uri="{FF2B5EF4-FFF2-40B4-BE49-F238E27FC236}">
                      <a16:creationId xmlns:a16="http://schemas.microsoft.com/office/drawing/2014/main" id="{DBB84D36-0B2F-FD43-82E6-C8A3472C4753}"/>
                    </a:ext>
                  </a:extLst>
                </p:cNvPr>
                <p:cNvGrpSpPr/>
                <p:nvPr/>
              </p:nvGrpSpPr>
              <p:grpSpPr>
                <a:xfrm>
                  <a:off x="656666" y="1392112"/>
                  <a:ext cx="5323754" cy="5144613"/>
                  <a:chOff x="656666" y="1392112"/>
                  <a:chExt cx="5323754" cy="5144613"/>
                </a:xfrm>
              </p:grpSpPr>
              <p:grpSp>
                <p:nvGrpSpPr>
                  <p:cNvPr id="8" name="Group 7">
                    <a:extLst>
                      <a:ext uri="{FF2B5EF4-FFF2-40B4-BE49-F238E27FC236}">
                        <a16:creationId xmlns:a16="http://schemas.microsoft.com/office/drawing/2014/main" id="{A85DC4AB-FE3D-2A45-827F-7038AE7CD910}"/>
                      </a:ext>
                    </a:extLst>
                  </p:cNvPr>
                  <p:cNvGrpSpPr/>
                  <p:nvPr/>
                </p:nvGrpSpPr>
                <p:grpSpPr>
                  <a:xfrm>
                    <a:off x="1174377" y="1562582"/>
                    <a:ext cx="4498290" cy="4730642"/>
                    <a:chOff x="1174377" y="1562582"/>
                    <a:chExt cx="4498290" cy="4730642"/>
                  </a:xfrm>
                </p:grpSpPr>
                <p:cxnSp>
                  <p:nvCxnSpPr>
                    <p:cNvPr id="3" name="Straight Connector 2">
                      <a:extLst>
                        <a:ext uri="{FF2B5EF4-FFF2-40B4-BE49-F238E27FC236}">
                          <a16:creationId xmlns:a16="http://schemas.microsoft.com/office/drawing/2014/main" id="{59E1DA47-3C95-004F-8ED9-CB4EA8FC0BA0}"/>
                        </a:ext>
                      </a:extLst>
                    </p:cNvPr>
                    <p:cNvCxnSpPr>
                      <a:cxnSpLocks/>
                    </p:cNvCxnSpPr>
                    <p:nvPr/>
                  </p:nvCxnSpPr>
                  <p:spPr>
                    <a:xfrm>
                      <a:off x="1434353" y="1562582"/>
                      <a:ext cx="0" cy="4730642"/>
                    </a:xfrm>
                    <a:prstGeom prst="line">
                      <a:avLst/>
                    </a:prstGeom>
                    <a:noFill/>
                    <a:ln w="38100" cap="flat">
                      <a:solidFill>
                        <a:srgbClr val="000000"/>
                      </a:solidFill>
                      <a:prstDash val="solid"/>
                      <a:miter lim="400000"/>
                      <a:headEnd type="triangle" w="med" len="med"/>
                      <a:tailEnd type="triangle" w="med" len="med"/>
                    </a:ln>
                    <a:effectLst/>
                    <a:sp3d/>
                  </p:spPr>
                  <p:style>
                    <a:lnRef idx="0">
                      <a:scrgbClr r="0" g="0" b="0"/>
                    </a:lnRef>
                    <a:fillRef idx="0">
                      <a:scrgbClr r="0" g="0" b="0"/>
                    </a:fillRef>
                    <a:effectRef idx="0">
                      <a:scrgbClr r="0" g="0" b="0"/>
                    </a:effectRef>
                    <a:fontRef idx="none"/>
                  </p:style>
                </p:cxnSp>
                <p:cxnSp>
                  <p:nvCxnSpPr>
                    <p:cNvPr id="6" name="Straight Connector 5">
                      <a:extLst>
                        <a:ext uri="{FF2B5EF4-FFF2-40B4-BE49-F238E27FC236}">
                          <a16:creationId xmlns:a16="http://schemas.microsoft.com/office/drawing/2014/main" id="{95DE8958-5076-4E45-B001-120F5DD620A7}"/>
                        </a:ext>
                      </a:extLst>
                    </p:cNvPr>
                    <p:cNvCxnSpPr>
                      <a:cxnSpLocks/>
                    </p:cNvCxnSpPr>
                    <p:nvPr/>
                  </p:nvCxnSpPr>
                  <p:spPr>
                    <a:xfrm flipH="1">
                      <a:off x="1174377" y="5877059"/>
                      <a:ext cx="4498290" cy="0"/>
                    </a:xfrm>
                    <a:prstGeom prst="line">
                      <a:avLst/>
                    </a:prstGeom>
                    <a:noFill/>
                    <a:ln w="38100" cap="flat">
                      <a:solidFill>
                        <a:srgbClr val="000000"/>
                      </a:solidFill>
                      <a:prstDash val="solid"/>
                      <a:miter lim="400000"/>
                      <a:headEnd type="triangle" w="med" len="med"/>
                      <a:tailEnd type="triangle" w="med" len="med"/>
                    </a:ln>
                    <a:effectLst/>
                    <a:sp3d/>
                  </p:spPr>
                  <p:style>
                    <a:lnRef idx="0">
                      <a:scrgbClr r="0" g="0" b="0"/>
                    </a:lnRef>
                    <a:fillRef idx="0">
                      <a:scrgbClr r="0" g="0" b="0"/>
                    </a:fillRef>
                    <a:effectRef idx="0">
                      <a:scrgbClr r="0" g="0" b="0"/>
                    </a:effectRef>
                    <a:fontRef idx="none"/>
                  </p:style>
                </p:cxnSp>
              </p:grpSp>
              <p:sp>
                <p:nvSpPr>
                  <p:cNvPr id="14" name="TextBox 13">
                    <a:extLst>
                      <a:ext uri="{FF2B5EF4-FFF2-40B4-BE49-F238E27FC236}">
                        <a16:creationId xmlns:a16="http://schemas.microsoft.com/office/drawing/2014/main" id="{C290B2F0-24F6-7946-9087-7CBDE5E6B359}"/>
                      </a:ext>
                    </a:extLst>
                  </p:cNvPr>
                  <p:cNvSpPr txBox="1"/>
                  <p:nvPr/>
                </p:nvSpPr>
                <p:spPr>
                  <a:xfrm>
                    <a:off x="656666" y="1392112"/>
                    <a:ext cx="863600" cy="13835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sz="1600" b="0" dirty="0">
                        <a:latin typeface="Times New Roman" panose="02020603050405020304" pitchFamily="18" charset="0"/>
                        <a:cs typeface="Times New Roman" panose="02020603050405020304" pitchFamily="18" charset="0"/>
                      </a:rPr>
                      <a:t>TR, </a:t>
                    </a:r>
                  </a:p>
                  <a:p>
                    <a:pPr marL="0" marR="0" indent="0" algn="ctr" defTabSz="584200" rtl="0" fontAlgn="auto" latinLnBrk="0" hangingPunct="0">
                      <a:lnSpc>
                        <a:spcPct val="100000"/>
                      </a:lnSpc>
                      <a:spcBef>
                        <a:spcPts val="0"/>
                      </a:spcBef>
                      <a:spcAft>
                        <a:spcPts val="0"/>
                      </a:spcAft>
                      <a:buClrTx/>
                      <a:buSzTx/>
                      <a:buFontTx/>
                      <a:buNone/>
                      <a:tabLst/>
                    </a:pPr>
                    <a:r>
                      <a:rPr lang="en-US" sz="1600" b="0" dirty="0">
                        <a:latin typeface="Times New Roman" panose="02020603050405020304" pitchFamily="18" charset="0"/>
                        <a:cs typeface="Times New Roman" panose="02020603050405020304" pitchFamily="18" charset="0"/>
                      </a:rPr>
                      <a:t>AR, </a:t>
                    </a:r>
                  </a:p>
                  <a:p>
                    <a:pPr marL="0" marR="0" indent="0" algn="ctr" defTabSz="584200" rtl="0" fontAlgn="auto" latinLnBrk="0" hangingPunct="0">
                      <a:lnSpc>
                        <a:spcPct val="100000"/>
                      </a:lnSpc>
                      <a:spcBef>
                        <a:spcPts val="0"/>
                      </a:spcBef>
                      <a:spcAft>
                        <a:spcPts val="0"/>
                      </a:spcAft>
                      <a:buClrTx/>
                      <a:buSzTx/>
                      <a:buFontTx/>
                      <a:buNone/>
                      <a:tabLst/>
                    </a:pPr>
                    <a:r>
                      <a:rPr lang="en-US" sz="1600" b="0" dirty="0">
                        <a:latin typeface="Times New Roman" panose="02020603050405020304" pitchFamily="18" charset="0"/>
                        <a:cs typeface="Times New Roman" panose="02020603050405020304" pitchFamily="18" charset="0"/>
                      </a:rPr>
                      <a:t>MR</a:t>
                    </a:r>
                    <a:endParaRPr kumimoji="0" lang="en-US" sz="1600" b="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Neue"/>
                    </a:endParaRPr>
                  </a:p>
                </p:txBody>
              </p:sp>
              <p:sp>
                <p:nvSpPr>
                  <p:cNvPr id="16" name="TextBox 15">
                    <a:extLst>
                      <a:ext uri="{FF2B5EF4-FFF2-40B4-BE49-F238E27FC236}">
                        <a16:creationId xmlns:a16="http://schemas.microsoft.com/office/drawing/2014/main" id="{4478112D-65C3-5543-8BC2-702063D4B715}"/>
                      </a:ext>
                    </a:extLst>
                  </p:cNvPr>
                  <p:cNvSpPr txBox="1"/>
                  <p:nvPr/>
                </p:nvSpPr>
                <p:spPr>
                  <a:xfrm>
                    <a:off x="5116820" y="5963048"/>
                    <a:ext cx="863600" cy="57367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sz="1600" b="0" dirty="0">
                        <a:latin typeface="Times New Roman" panose="02020603050405020304" pitchFamily="18" charset="0"/>
                        <a:cs typeface="Times New Roman" panose="02020603050405020304" pitchFamily="18" charset="0"/>
                      </a:rPr>
                      <a:t>Qty</a:t>
                    </a:r>
                    <a:endParaRPr kumimoji="0" lang="en-US" sz="1600" b="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Neue"/>
                    </a:endParaRPr>
                  </a:p>
                </p:txBody>
              </p:sp>
              <p:sp>
                <p:nvSpPr>
                  <p:cNvPr id="36" name="TextBox 35">
                    <a:extLst>
                      <a:ext uri="{FF2B5EF4-FFF2-40B4-BE49-F238E27FC236}">
                        <a16:creationId xmlns:a16="http://schemas.microsoft.com/office/drawing/2014/main" id="{B669FFA1-B075-7045-9439-A8065DDE174C}"/>
                      </a:ext>
                    </a:extLst>
                  </p:cNvPr>
                  <p:cNvSpPr txBox="1"/>
                  <p:nvPr/>
                </p:nvSpPr>
                <p:spPr>
                  <a:xfrm>
                    <a:off x="796863" y="3395356"/>
                    <a:ext cx="863600" cy="57367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sz="1600" b="0">
                        <a:latin typeface="Times New Roman" panose="02020603050405020304" pitchFamily="18" charset="0"/>
                        <a:cs typeface="Times New Roman" panose="02020603050405020304" pitchFamily="18" charset="0"/>
                      </a:rPr>
                      <a:t>P</a:t>
                    </a:r>
                    <a:endParaRPr kumimoji="0" lang="en-US" sz="1600" b="0" i="0" u="none" strike="noStrike" cap="none" spc="0" normalizeH="0" baseline="0">
                      <a:ln>
                        <a:noFill/>
                      </a:ln>
                      <a:solidFill>
                        <a:srgbClr val="000000"/>
                      </a:solidFill>
                      <a:effectLst/>
                      <a:uFillTx/>
                      <a:latin typeface="Times New Roman" panose="02020603050405020304" pitchFamily="18" charset="0"/>
                      <a:cs typeface="Times New Roman" panose="02020603050405020304" pitchFamily="18" charset="0"/>
                      <a:sym typeface="Helvetica Neue"/>
                    </a:endParaRPr>
                  </a:p>
                </p:txBody>
              </p:sp>
            </p:grpSp>
          </p:grpSp>
          <p:grpSp>
            <p:nvGrpSpPr>
              <p:cNvPr id="37" name="Group 36">
                <a:extLst>
                  <a:ext uri="{FF2B5EF4-FFF2-40B4-BE49-F238E27FC236}">
                    <a16:creationId xmlns:a16="http://schemas.microsoft.com/office/drawing/2014/main" id="{829CCE33-C587-6944-91A3-0918628BC23A}"/>
                  </a:ext>
                </a:extLst>
              </p:cNvPr>
              <p:cNvGrpSpPr/>
              <p:nvPr/>
            </p:nvGrpSpPr>
            <p:grpSpPr>
              <a:xfrm>
                <a:off x="7165799" y="1254795"/>
                <a:ext cx="5054507" cy="7711499"/>
                <a:chOff x="7165799" y="1254795"/>
                <a:chExt cx="5054507" cy="7711499"/>
              </a:xfrm>
            </p:grpSpPr>
            <p:grpSp>
              <p:nvGrpSpPr>
                <p:cNvPr id="17" name="Group 16">
                  <a:extLst>
                    <a:ext uri="{FF2B5EF4-FFF2-40B4-BE49-F238E27FC236}">
                      <a16:creationId xmlns:a16="http://schemas.microsoft.com/office/drawing/2014/main" id="{3C19A084-1A92-224D-B6D8-6EEC4603FC78}"/>
                    </a:ext>
                  </a:extLst>
                </p:cNvPr>
                <p:cNvGrpSpPr/>
                <p:nvPr/>
              </p:nvGrpSpPr>
              <p:grpSpPr>
                <a:xfrm>
                  <a:off x="7165799" y="1254795"/>
                  <a:ext cx="5054507" cy="7711499"/>
                  <a:chOff x="7165799" y="1254795"/>
                  <a:chExt cx="5054507" cy="7711499"/>
                </a:xfrm>
              </p:grpSpPr>
              <p:grpSp>
                <p:nvGrpSpPr>
                  <p:cNvPr id="23" name="Group 22">
                    <a:extLst>
                      <a:ext uri="{FF2B5EF4-FFF2-40B4-BE49-F238E27FC236}">
                        <a16:creationId xmlns:a16="http://schemas.microsoft.com/office/drawing/2014/main" id="{E7B8B278-7DC3-2B41-A768-080CD8F8A0F3}"/>
                      </a:ext>
                    </a:extLst>
                  </p:cNvPr>
                  <p:cNvGrpSpPr/>
                  <p:nvPr/>
                </p:nvGrpSpPr>
                <p:grpSpPr>
                  <a:xfrm>
                    <a:off x="7996810" y="4987064"/>
                    <a:ext cx="4143145" cy="3979230"/>
                    <a:chOff x="7993229" y="4987064"/>
                    <a:chExt cx="5090380" cy="3979230"/>
                  </a:xfrm>
                </p:grpSpPr>
                <p:sp>
                  <p:nvSpPr>
                    <p:cNvPr id="24" name="TextBox 23">
                      <a:extLst>
                        <a:ext uri="{FF2B5EF4-FFF2-40B4-BE49-F238E27FC236}">
                          <a16:creationId xmlns:a16="http://schemas.microsoft.com/office/drawing/2014/main" id="{1D34FE83-C919-A546-BE12-88B731344C2E}"/>
                        </a:ext>
                      </a:extLst>
                    </p:cNvPr>
                    <p:cNvSpPr txBox="1"/>
                    <p:nvPr/>
                  </p:nvSpPr>
                  <p:spPr>
                    <a:xfrm>
                      <a:off x="12220009" y="6887871"/>
                      <a:ext cx="863600" cy="8275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sz="1600" b="0" dirty="0">
                          <a:latin typeface="Times New Roman" panose="02020603050405020304" pitchFamily="18" charset="0"/>
                          <a:cs typeface="Times New Roman" panose="02020603050405020304" pitchFamily="18" charset="0"/>
                        </a:rPr>
                        <a:t>AR</a:t>
                      </a:r>
                      <a:r>
                        <a:rPr lang="en-US" sz="1600" b="0" baseline="-25000" dirty="0">
                          <a:latin typeface="Times New Roman" panose="02020603050405020304" pitchFamily="18" charset="0"/>
                          <a:cs typeface="Times New Roman" panose="02020603050405020304" pitchFamily="18" charset="0"/>
                        </a:rPr>
                        <a:t>C</a:t>
                      </a:r>
                      <a:endParaRPr kumimoji="0" lang="en-US" sz="1600" b="0" i="0" u="none" strike="noStrike" cap="none" spc="0" normalizeH="0" baseline="-25000" dirty="0">
                        <a:ln>
                          <a:noFill/>
                        </a:ln>
                        <a:solidFill>
                          <a:srgbClr val="000000"/>
                        </a:solidFill>
                        <a:effectLst/>
                        <a:uFillTx/>
                        <a:latin typeface="Times New Roman" panose="02020603050405020304" pitchFamily="18" charset="0"/>
                        <a:cs typeface="Times New Roman" panose="02020603050405020304" pitchFamily="18" charset="0"/>
                        <a:sym typeface="Helvetica Neue"/>
                      </a:endParaRPr>
                    </a:p>
                  </p:txBody>
                </p:sp>
                <p:cxnSp>
                  <p:nvCxnSpPr>
                    <p:cNvPr id="25" name="Straight Connector 24">
                      <a:extLst>
                        <a:ext uri="{FF2B5EF4-FFF2-40B4-BE49-F238E27FC236}">
                          <a16:creationId xmlns:a16="http://schemas.microsoft.com/office/drawing/2014/main" id="{44A6B907-18FB-A44A-9D5A-E05D4830B2E8}"/>
                        </a:ext>
                      </a:extLst>
                    </p:cNvPr>
                    <p:cNvCxnSpPr>
                      <a:cxnSpLocks/>
                    </p:cNvCxnSpPr>
                    <p:nvPr/>
                  </p:nvCxnSpPr>
                  <p:spPr>
                    <a:xfrm>
                      <a:off x="8033102" y="4987064"/>
                      <a:ext cx="4538958" cy="2055656"/>
                    </a:xfrm>
                    <a:prstGeom prst="line">
                      <a:avLst/>
                    </a:prstGeom>
                    <a:noFill/>
                    <a:ln w="63500" cap="flat">
                      <a:solidFill>
                        <a:schemeClr val="accent3">
                          <a:lumMod val="50000"/>
                        </a:schemeClr>
                      </a:solidFill>
                      <a:prstDash val="solid"/>
                      <a:miter lim="400000"/>
                    </a:ln>
                    <a:effectLst/>
                    <a:sp3d/>
                  </p:spPr>
                  <p:style>
                    <a:lnRef idx="0">
                      <a:scrgbClr r="0" g="0" b="0"/>
                    </a:lnRef>
                    <a:fillRef idx="0">
                      <a:scrgbClr r="0" g="0" b="0"/>
                    </a:fillRef>
                    <a:effectRef idx="0">
                      <a:scrgbClr r="0" g="0" b="0"/>
                    </a:effectRef>
                    <a:fontRef idx="none"/>
                  </p:style>
                </p:cxnSp>
                <p:cxnSp>
                  <p:nvCxnSpPr>
                    <p:cNvPr id="29" name="Straight Connector 28">
                      <a:extLst>
                        <a:ext uri="{FF2B5EF4-FFF2-40B4-BE49-F238E27FC236}">
                          <a16:creationId xmlns:a16="http://schemas.microsoft.com/office/drawing/2014/main" id="{D8520D50-E4F8-7948-95CD-3C277511D8DD}"/>
                        </a:ext>
                      </a:extLst>
                    </p:cNvPr>
                    <p:cNvCxnSpPr>
                      <a:cxnSpLocks/>
                    </p:cNvCxnSpPr>
                    <p:nvPr/>
                  </p:nvCxnSpPr>
                  <p:spPr>
                    <a:xfrm>
                      <a:off x="7993229" y="4987064"/>
                      <a:ext cx="3035915" cy="3355144"/>
                    </a:xfrm>
                    <a:prstGeom prst="line">
                      <a:avLst/>
                    </a:prstGeom>
                    <a:noFill/>
                    <a:ln w="63500" cap="flat">
                      <a:solidFill>
                        <a:srgbClr val="C00000"/>
                      </a:solidFill>
                      <a:prstDash val="solid"/>
                      <a:miter lim="400000"/>
                    </a:ln>
                    <a:effectLst/>
                    <a:sp3d/>
                  </p:spPr>
                  <p:style>
                    <a:lnRef idx="0">
                      <a:scrgbClr r="0" g="0" b="0"/>
                    </a:lnRef>
                    <a:fillRef idx="0">
                      <a:scrgbClr r="0" g="0" b="0"/>
                    </a:fillRef>
                    <a:effectRef idx="0">
                      <a:scrgbClr r="0" g="0" b="0"/>
                    </a:effectRef>
                    <a:fontRef idx="none"/>
                  </p:style>
                </p:cxnSp>
                <p:sp>
                  <p:nvSpPr>
                    <p:cNvPr id="31" name="TextBox 30">
                      <a:extLst>
                        <a:ext uri="{FF2B5EF4-FFF2-40B4-BE49-F238E27FC236}">
                          <a16:creationId xmlns:a16="http://schemas.microsoft.com/office/drawing/2014/main" id="{9FD832E5-2E5F-2241-A9F2-F00352A51F19}"/>
                        </a:ext>
                      </a:extLst>
                    </p:cNvPr>
                    <p:cNvSpPr txBox="1"/>
                    <p:nvPr/>
                  </p:nvSpPr>
                  <p:spPr>
                    <a:xfrm>
                      <a:off x="10213969" y="8138737"/>
                      <a:ext cx="1225766" cy="8275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sz="1600" b="0" dirty="0">
                          <a:latin typeface="Times New Roman" panose="02020603050405020304" pitchFamily="18" charset="0"/>
                          <a:cs typeface="Times New Roman" panose="02020603050405020304" pitchFamily="18" charset="0"/>
                        </a:rPr>
                        <a:t>MR</a:t>
                      </a:r>
                      <a:r>
                        <a:rPr lang="en-US" sz="1600" b="0" baseline="-25000" dirty="0">
                          <a:latin typeface="Times New Roman" panose="02020603050405020304" pitchFamily="18" charset="0"/>
                          <a:cs typeface="Times New Roman" panose="02020603050405020304" pitchFamily="18" charset="0"/>
                        </a:rPr>
                        <a:t>C</a:t>
                      </a:r>
                      <a:endParaRPr kumimoji="0" lang="en-US" sz="1600" b="0" i="0" u="none" strike="noStrike" cap="none" spc="0" normalizeH="0" baseline="-25000" dirty="0">
                        <a:ln>
                          <a:noFill/>
                        </a:ln>
                        <a:solidFill>
                          <a:srgbClr val="000000"/>
                        </a:solidFill>
                        <a:effectLst/>
                        <a:uFillTx/>
                        <a:latin typeface="Times New Roman" panose="02020603050405020304" pitchFamily="18" charset="0"/>
                        <a:cs typeface="Times New Roman" panose="02020603050405020304" pitchFamily="18" charset="0"/>
                        <a:sym typeface="Helvetica Neue"/>
                      </a:endParaRPr>
                    </a:p>
                  </p:txBody>
                </p:sp>
              </p:grpSp>
              <p:grpSp>
                <p:nvGrpSpPr>
                  <p:cNvPr id="40" name="Group 39">
                    <a:extLst>
                      <a:ext uri="{FF2B5EF4-FFF2-40B4-BE49-F238E27FC236}">
                        <a16:creationId xmlns:a16="http://schemas.microsoft.com/office/drawing/2014/main" id="{3E86F75B-02DD-1245-9109-D69E06F6CAEE}"/>
                      </a:ext>
                    </a:extLst>
                  </p:cNvPr>
                  <p:cNvGrpSpPr/>
                  <p:nvPr/>
                </p:nvGrpSpPr>
                <p:grpSpPr>
                  <a:xfrm>
                    <a:off x="7165799" y="1254795"/>
                    <a:ext cx="5054507" cy="7438675"/>
                    <a:chOff x="7165799" y="1254795"/>
                    <a:chExt cx="5054507" cy="7438675"/>
                  </a:xfrm>
                </p:grpSpPr>
                <p:grpSp>
                  <p:nvGrpSpPr>
                    <p:cNvPr id="10" name="Group 9">
                      <a:extLst>
                        <a:ext uri="{FF2B5EF4-FFF2-40B4-BE49-F238E27FC236}">
                          <a16:creationId xmlns:a16="http://schemas.microsoft.com/office/drawing/2014/main" id="{0C71AAA4-0BE5-ED4A-A06C-D7DFC98B129C}"/>
                        </a:ext>
                      </a:extLst>
                    </p:cNvPr>
                    <p:cNvGrpSpPr/>
                    <p:nvPr/>
                  </p:nvGrpSpPr>
                  <p:grpSpPr>
                    <a:xfrm>
                      <a:off x="7682162" y="1518023"/>
                      <a:ext cx="4244290" cy="6733076"/>
                      <a:chOff x="1128962" y="1721223"/>
                      <a:chExt cx="4244290" cy="6733076"/>
                    </a:xfrm>
                  </p:grpSpPr>
                  <p:cxnSp>
                    <p:nvCxnSpPr>
                      <p:cNvPr id="11" name="Straight Connector 10">
                        <a:extLst>
                          <a:ext uri="{FF2B5EF4-FFF2-40B4-BE49-F238E27FC236}">
                            <a16:creationId xmlns:a16="http://schemas.microsoft.com/office/drawing/2014/main" id="{4F4805E6-CFEA-B34F-820C-EDCCF80F4941}"/>
                          </a:ext>
                        </a:extLst>
                      </p:cNvPr>
                      <p:cNvCxnSpPr>
                        <a:cxnSpLocks/>
                      </p:cNvCxnSpPr>
                      <p:nvPr/>
                    </p:nvCxnSpPr>
                    <p:spPr>
                      <a:xfrm>
                        <a:off x="1434353" y="1721223"/>
                        <a:ext cx="0" cy="6733076"/>
                      </a:xfrm>
                      <a:prstGeom prst="line">
                        <a:avLst/>
                      </a:prstGeom>
                      <a:noFill/>
                      <a:ln w="38100" cap="flat">
                        <a:solidFill>
                          <a:srgbClr val="000000"/>
                        </a:solidFill>
                        <a:prstDash val="solid"/>
                        <a:miter lim="400000"/>
                        <a:headEnd type="triangle" w="med" len="med"/>
                        <a:tailEnd type="triangle" w="med" len="med"/>
                      </a:ln>
                      <a:effectLst/>
                      <a:sp3d/>
                    </p:spPr>
                    <p:style>
                      <a:lnRef idx="0">
                        <a:scrgbClr r="0" g="0" b="0"/>
                      </a:lnRef>
                      <a:fillRef idx="0">
                        <a:scrgbClr r="0" g="0" b="0"/>
                      </a:fillRef>
                      <a:effectRef idx="0">
                        <a:scrgbClr r="0" g="0" b="0"/>
                      </a:effectRef>
                      <a:fontRef idx="none"/>
                    </p:style>
                  </p:cxnSp>
                  <p:cxnSp>
                    <p:nvCxnSpPr>
                      <p:cNvPr id="12" name="Straight Connector 11">
                        <a:extLst>
                          <a:ext uri="{FF2B5EF4-FFF2-40B4-BE49-F238E27FC236}">
                            <a16:creationId xmlns:a16="http://schemas.microsoft.com/office/drawing/2014/main" id="{5D541346-1C7E-1140-85EF-AE67E731F52D}"/>
                          </a:ext>
                        </a:extLst>
                      </p:cNvPr>
                      <p:cNvCxnSpPr>
                        <a:cxnSpLocks/>
                      </p:cNvCxnSpPr>
                      <p:nvPr/>
                    </p:nvCxnSpPr>
                    <p:spPr>
                      <a:xfrm flipH="1">
                        <a:off x="1128962" y="7951119"/>
                        <a:ext cx="4244290" cy="0"/>
                      </a:xfrm>
                      <a:prstGeom prst="line">
                        <a:avLst/>
                      </a:prstGeom>
                      <a:noFill/>
                      <a:ln w="38100" cap="flat">
                        <a:solidFill>
                          <a:srgbClr val="000000"/>
                        </a:solidFill>
                        <a:prstDash val="solid"/>
                        <a:miter lim="400000"/>
                        <a:headEnd type="triangle" w="med" len="med"/>
                        <a:tailEnd type="triangle" w="med" len="med"/>
                      </a:ln>
                      <a:effectLst/>
                      <a:sp3d/>
                    </p:spPr>
                    <p:style>
                      <a:lnRef idx="0">
                        <a:scrgbClr r="0" g="0" b="0"/>
                      </a:lnRef>
                      <a:fillRef idx="0">
                        <a:scrgbClr r="0" g="0" b="0"/>
                      </a:fillRef>
                      <a:effectRef idx="0">
                        <a:scrgbClr r="0" g="0" b="0"/>
                      </a:effectRef>
                      <a:fontRef idx="none"/>
                    </p:style>
                  </p:cxnSp>
                </p:grpSp>
                <p:sp>
                  <p:nvSpPr>
                    <p:cNvPr id="18" name="TextBox 17">
                      <a:extLst>
                        <a:ext uri="{FF2B5EF4-FFF2-40B4-BE49-F238E27FC236}">
                          <a16:creationId xmlns:a16="http://schemas.microsoft.com/office/drawing/2014/main" id="{67DDA854-9955-A540-95D0-4A197406CEB9}"/>
                        </a:ext>
                      </a:extLst>
                    </p:cNvPr>
                    <p:cNvSpPr txBox="1"/>
                    <p:nvPr/>
                  </p:nvSpPr>
                  <p:spPr>
                    <a:xfrm>
                      <a:off x="11356706" y="7865913"/>
                      <a:ext cx="863600" cy="8275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sz="1600" b="0">
                          <a:latin typeface="Times New Roman" panose="02020603050405020304" pitchFamily="18" charset="0"/>
                          <a:cs typeface="Times New Roman" panose="02020603050405020304" pitchFamily="18" charset="0"/>
                        </a:rPr>
                        <a:t>Qty</a:t>
                      </a:r>
                      <a:endParaRPr kumimoji="0" lang="en-US" sz="1600" b="0" i="0" u="none" strike="noStrike" cap="none" spc="0" normalizeH="0" baseline="0">
                        <a:ln>
                          <a:noFill/>
                        </a:ln>
                        <a:solidFill>
                          <a:srgbClr val="000000"/>
                        </a:solidFill>
                        <a:effectLst/>
                        <a:uFillTx/>
                        <a:latin typeface="Times New Roman" panose="02020603050405020304" pitchFamily="18" charset="0"/>
                        <a:cs typeface="Times New Roman" panose="02020603050405020304" pitchFamily="18" charset="0"/>
                        <a:sym typeface="Helvetica Neue"/>
                      </a:endParaRPr>
                    </a:p>
                  </p:txBody>
                </p:sp>
                <p:sp>
                  <p:nvSpPr>
                    <p:cNvPr id="32" name="TextBox 31">
                      <a:extLst>
                        <a:ext uri="{FF2B5EF4-FFF2-40B4-BE49-F238E27FC236}">
                          <a16:creationId xmlns:a16="http://schemas.microsoft.com/office/drawing/2014/main" id="{9CD02FA9-0697-3046-A67E-09601D3C4013}"/>
                        </a:ext>
                      </a:extLst>
                    </p:cNvPr>
                    <p:cNvSpPr txBox="1"/>
                    <p:nvPr/>
                  </p:nvSpPr>
                  <p:spPr>
                    <a:xfrm>
                      <a:off x="7165799" y="1254795"/>
                      <a:ext cx="863600" cy="19958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sz="1600" b="0" dirty="0">
                          <a:latin typeface="Times New Roman" panose="02020603050405020304" pitchFamily="18" charset="0"/>
                          <a:cs typeface="Times New Roman" panose="02020603050405020304" pitchFamily="18" charset="0"/>
                        </a:rPr>
                        <a:t>TR, </a:t>
                      </a:r>
                    </a:p>
                    <a:p>
                      <a:pPr marL="0" marR="0" indent="0" algn="ctr" defTabSz="584200" rtl="0" fontAlgn="auto" latinLnBrk="0" hangingPunct="0">
                        <a:lnSpc>
                          <a:spcPct val="100000"/>
                        </a:lnSpc>
                        <a:spcBef>
                          <a:spcPts val="0"/>
                        </a:spcBef>
                        <a:spcAft>
                          <a:spcPts val="0"/>
                        </a:spcAft>
                        <a:buClrTx/>
                        <a:buSzTx/>
                        <a:buFontTx/>
                        <a:buNone/>
                        <a:tabLst/>
                      </a:pPr>
                      <a:r>
                        <a:rPr lang="en-US" sz="1600" b="0" dirty="0">
                          <a:latin typeface="Times New Roman" panose="02020603050405020304" pitchFamily="18" charset="0"/>
                          <a:cs typeface="Times New Roman" panose="02020603050405020304" pitchFamily="18" charset="0"/>
                        </a:rPr>
                        <a:t>AR, </a:t>
                      </a:r>
                    </a:p>
                    <a:p>
                      <a:pPr marL="0" marR="0" indent="0" algn="ctr" defTabSz="584200" rtl="0" fontAlgn="auto" latinLnBrk="0" hangingPunct="0">
                        <a:lnSpc>
                          <a:spcPct val="100000"/>
                        </a:lnSpc>
                        <a:spcBef>
                          <a:spcPts val="0"/>
                        </a:spcBef>
                        <a:spcAft>
                          <a:spcPts val="0"/>
                        </a:spcAft>
                        <a:buClrTx/>
                        <a:buSzTx/>
                        <a:buFontTx/>
                        <a:buNone/>
                        <a:tabLst/>
                      </a:pPr>
                      <a:r>
                        <a:rPr lang="en-US" sz="1600" b="0" dirty="0">
                          <a:latin typeface="Times New Roman" panose="02020603050405020304" pitchFamily="18" charset="0"/>
                          <a:cs typeface="Times New Roman" panose="02020603050405020304" pitchFamily="18" charset="0"/>
                        </a:rPr>
                        <a:t>MR</a:t>
                      </a:r>
                      <a:endParaRPr kumimoji="0" lang="en-US" sz="1600" b="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Neue"/>
                      </a:endParaRPr>
                    </a:p>
                  </p:txBody>
                </p:sp>
              </p:grpSp>
            </p:grpSp>
            <p:cxnSp>
              <p:nvCxnSpPr>
                <p:cNvPr id="5" name="Straight Connector 4">
                  <a:extLst>
                    <a:ext uri="{FF2B5EF4-FFF2-40B4-BE49-F238E27FC236}">
                      <a16:creationId xmlns:a16="http://schemas.microsoft.com/office/drawing/2014/main" id="{C5DE9A70-6598-CF46-8B37-37F2A5A7891C}"/>
                    </a:ext>
                  </a:extLst>
                </p:cNvPr>
                <p:cNvCxnSpPr>
                  <a:cxnSpLocks/>
                </p:cNvCxnSpPr>
                <p:nvPr/>
              </p:nvCxnSpPr>
              <p:spPr>
                <a:xfrm flipV="1">
                  <a:off x="10005399" y="2992233"/>
                  <a:ext cx="574" cy="4755686"/>
                </a:xfrm>
                <a:prstGeom prst="line">
                  <a:avLst/>
                </a:prstGeom>
                <a:noFill/>
                <a:ln w="57150" cap="flat">
                  <a:solidFill>
                    <a:srgbClr val="000000"/>
                  </a:solidFill>
                  <a:prstDash val="sysDot"/>
                  <a:miter lim="400000"/>
                </a:ln>
                <a:effectLst/>
                <a:sp3d/>
              </p:spPr>
              <p:style>
                <a:lnRef idx="0">
                  <a:scrgbClr r="0" g="0" b="0"/>
                </a:lnRef>
                <a:fillRef idx="0">
                  <a:scrgbClr r="0" g="0" b="0"/>
                </a:fillRef>
                <a:effectRef idx="0">
                  <a:scrgbClr r="0" g="0" b="0"/>
                </a:effectRef>
                <a:fontRef idx="none"/>
              </p:style>
            </p:cxnSp>
          </p:grpSp>
        </p:grpSp>
        <p:sp>
          <p:nvSpPr>
            <p:cNvPr id="26" name="Arc 25">
              <a:extLst>
                <a:ext uri="{FF2B5EF4-FFF2-40B4-BE49-F238E27FC236}">
                  <a16:creationId xmlns:a16="http://schemas.microsoft.com/office/drawing/2014/main" id="{7C2FE509-758C-284F-8447-DF52BCD6B1BF}"/>
                </a:ext>
              </a:extLst>
            </p:cNvPr>
            <p:cNvSpPr/>
            <p:nvPr/>
          </p:nvSpPr>
          <p:spPr>
            <a:xfrm flipH="1">
              <a:off x="8029263" y="3025959"/>
              <a:ext cx="4024779" cy="9471010"/>
            </a:xfrm>
            <a:prstGeom prst="arc">
              <a:avLst>
                <a:gd name="adj1" fmla="val 15375685"/>
                <a:gd name="adj2" fmla="val 0"/>
              </a:avLst>
            </a:prstGeom>
            <a:noFill/>
            <a:ln w="63500" cap="flat">
              <a:solidFill>
                <a:srgbClr val="0070C0"/>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600" b="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endParaRPr>
            </a:p>
          </p:txBody>
        </p:sp>
      </p:grpSp>
      <p:sp>
        <p:nvSpPr>
          <p:cNvPr id="38" name="TextBox 37">
            <a:extLst>
              <a:ext uri="{FF2B5EF4-FFF2-40B4-BE49-F238E27FC236}">
                <a16:creationId xmlns:a16="http://schemas.microsoft.com/office/drawing/2014/main" id="{A7C1193F-39E2-0649-8BB2-B8FAD0E9B876}"/>
              </a:ext>
            </a:extLst>
          </p:cNvPr>
          <p:cNvSpPr txBox="1"/>
          <p:nvPr/>
        </p:nvSpPr>
        <p:spPr>
          <a:xfrm>
            <a:off x="4614533" y="3961416"/>
            <a:ext cx="3752364"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sz="2800" b="1" i="0" u="none" strike="noStrike" cap="none" spc="0" normalizeH="0" baseline="0" dirty="0">
                <a:ln>
                  <a:noFill/>
                </a:ln>
                <a:solidFill>
                  <a:srgbClr val="FF0000"/>
                </a:solidFill>
                <a:effectLst/>
                <a:uFillTx/>
                <a:latin typeface="Times New Roman" panose="02020603050405020304" pitchFamily="18" charset="0"/>
                <a:cs typeface="Times New Roman" panose="02020603050405020304" pitchFamily="18" charset="0"/>
                <a:sym typeface="Helvetica Neue"/>
              </a:rPr>
              <a:t>AVERAGE REVENUE</a:t>
            </a:r>
          </a:p>
        </p:txBody>
      </p:sp>
      <p:sp>
        <p:nvSpPr>
          <p:cNvPr id="41" name="TextBox 40">
            <a:extLst>
              <a:ext uri="{FF2B5EF4-FFF2-40B4-BE49-F238E27FC236}">
                <a16:creationId xmlns:a16="http://schemas.microsoft.com/office/drawing/2014/main" id="{50BEB018-8798-B542-AE16-F8D86D733294}"/>
              </a:ext>
            </a:extLst>
          </p:cNvPr>
          <p:cNvSpPr txBox="1"/>
          <p:nvPr/>
        </p:nvSpPr>
        <p:spPr>
          <a:xfrm>
            <a:off x="2844281" y="4465193"/>
            <a:ext cx="8258542"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just"/>
            <a:r>
              <a:rPr kumimoji="0" lang="en-US" sz="2800" i="0" u="none" strike="noStrike" cap="none" spc="0" normalizeH="0" baseline="0" dirty="0">
                <a:ln>
                  <a:noFill/>
                </a:ln>
                <a:solidFill>
                  <a:schemeClr val="tx1"/>
                </a:solidFill>
                <a:effectLst/>
                <a:uFillTx/>
                <a:latin typeface="Times New Roman" panose="02020603050405020304" pitchFamily="18" charset="0"/>
                <a:cs typeface="Times New Roman" panose="02020603050405020304" pitchFamily="18" charset="0"/>
                <a:sym typeface="Helvetica Neue"/>
              </a:rPr>
              <a:t>AR refers to sales receipts received per unit of sales  </a:t>
            </a:r>
          </a:p>
        </p:txBody>
      </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5F2BE4F9-DF31-D340-99B3-757CF56D11F8}"/>
                  </a:ext>
                </a:extLst>
              </p:cNvPr>
              <p:cNvSpPr txBox="1"/>
              <p:nvPr/>
            </p:nvSpPr>
            <p:spPr>
              <a:xfrm>
                <a:off x="4779484" y="4671784"/>
                <a:ext cx="3098800" cy="14090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nSpc>
                    <a:spcPct val="150000"/>
                  </a:lnSpc>
                </a:pPr>
                <a14:m>
                  <m:oMathPara xmlns:m="http://schemas.openxmlformats.org/officeDocument/2006/math">
                    <m:oMathParaPr>
                      <m:jc m:val="centerGroup"/>
                    </m:oMathParaPr>
                    <m:oMath xmlns:m="http://schemas.openxmlformats.org/officeDocument/2006/math">
                      <m:r>
                        <a:rPr lang="en-US" sz="2800" b="1" i="1" smtClean="0">
                          <a:solidFill>
                            <a:srgbClr val="FF0000"/>
                          </a:solidFill>
                          <a:latin typeface="Cambria Math" panose="02040503050406030204" pitchFamily="18" charset="0"/>
                        </a:rPr>
                        <m:t>𝑨𝑹</m:t>
                      </m:r>
                      <m:r>
                        <a:rPr lang="en-US" sz="2800" b="1" i="1" smtClean="0">
                          <a:solidFill>
                            <a:srgbClr val="FF0000"/>
                          </a:solidFill>
                          <a:latin typeface="Cambria Math" panose="02040503050406030204" pitchFamily="18" charset="0"/>
                        </a:rPr>
                        <m:t>=</m:t>
                      </m:r>
                      <m:f>
                        <m:fPr>
                          <m:ctrlPr>
                            <a:rPr lang="en-US" sz="2800" b="1" i="1" smtClean="0">
                              <a:solidFill>
                                <a:srgbClr val="FF0000"/>
                              </a:solidFill>
                              <a:latin typeface="Cambria Math" panose="02040503050406030204" pitchFamily="18" charset="0"/>
                            </a:rPr>
                          </m:ctrlPr>
                        </m:fPr>
                        <m:num>
                          <m:r>
                            <a:rPr lang="en-US" sz="2800" b="1" i="1" smtClean="0">
                              <a:solidFill>
                                <a:srgbClr val="FF0000"/>
                              </a:solidFill>
                              <a:latin typeface="Cambria Math" panose="02040503050406030204" pitchFamily="18" charset="0"/>
                            </a:rPr>
                            <m:t>𝑻𝑹</m:t>
                          </m:r>
                        </m:num>
                        <m:den>
                          <m:r>
                            <a:rPr lang="en-US" sz="2800" b="1" i="1" smtClean="0">
                              <a:solidFill>
                                <a:srgbClr val="FF0000"/>
                              </a:solidFill>
                              <a:latin typeface="Cambria Math" panose="02040503050406030204" pitchFamily="18" charset="0"/>
                            </a:rPr>
                            <m:t>𝑸</m:t>
                          </m:r>
                        </m:den>
                      </m:f>
                    </m:oMath>
                  </m:oMathPara>
                </a14:m>
                <a:endParaRPr kumimoji="0" lang="en-US" sz="2800" i="0" u="none" strike="noStrike" cap="none" spc="0" normalizeH="0" baseline="0" dirty="0">
                  <a:ln>
                    <a:noFill/>
                  </a:ln>
                  <a:solidFill>
                    <a:srgbClr val="FF0000"/>
                  </a:solidFill>
                  <a:effectLst/>
                  <a:uFillTx/>
                  <a:latin typeface="Times New Roman" panose="02020603050405020304" pitchFamily="18" charset="0"/>
                  <a:cs typeface="Times New Roman" panose="02020603050405020304" pitchFamily="18" charset="0"/>
                  <a:sym typeface="Helvetica Neue"/>
                </a:endParaRPr>
              </a:p>
            </p:txBody>
          </p:sp>
        </mc:Choice>
        <mc:Fallback xmlns="">
          <p:sp>
            <p:nvSpPr>
              <p:cNvPr id="45" name="TextBox 44">
                <a:extLst>
                  <a:ext uri="{FF2B5EF4-FFF2-40B4-BE49-F238E27FC236}">
                    <a16:creationId xmlns:a16="http://schemas.microsoft.com/office/drawing/2014/main" id="{5F2BE4F9-DF31-D340-99B3-757CF56D11F8}"/>
                  </a:ext>
                </a:extLst>
              </p:cNvPr>
              <p:cNvSpPr txBox="1">
                <a:spLocks noRot="1" noChangeAspect="1" noMove="1" noResize="1" noEditPoints="1" noAdjustHandles="1" noChangeArrowheads="1" noChangeShapeType="1" noTextEdit="1"/>
              </p:cNvSpPr>
              <p:nvPr/>
            </p:nvSpPr>
            <p:spPr>
              <a:xfrm>
                <a:off x="4779484" y="4671784"/>
                <a:ext cx="3098800" cy="1409040"/>
              </a:xfrm>
              <a:prstGeom prst="rect">
                <a:avLst/>
              </a:prstGeom>
              <a:blipFill>
                <a:blip r:embed="rId2"/>
                <a:stretch>
                  <a:fillRect/>
                </a:stretch>
              </a:blipFill>
              <a:ln w="12700" cap="flat">
                <a:noFill/>
                <a:miter lim="400000"/>
              </a:ln>
              <a:effectLst/>
            </p:spPr>
            <p:txBody>
              <a:bodyPr/>
              <a:lstStyle/>
              <a:p>
                <a:r>
                  <a:rPr lang="en-US">
                    <a:noFill/>
                  </a:rPr>
                  <a:t> </a:t>
                </a:r>
              </a:p>
            </p:txBody>
          </p:sp>
        </mc:Fallback>
      </mc:AlternateContent>
      <p:grpSp>
        <p:nvGrpSpPr>
          <p:cNvPr id="9" name="Group 8">
            <a:extLst>
              <a:ext uri="{FF2B5EF4-FFF2-40B4-BE49-F238E27FC236}">
                <a16:creationId xmlns:a16="http://schemas.microsoft.com/office/drawing/2014/main" id="{44F1BD01-A380-E14A-B347-D34C8FB54935}"/>
              </a:ext>
            </a:extLst>
          </p:cNvPr>
          <p:cNvGrpSpPr/>
          <p:nvPr/>
        </p:nvGrpSpPr>
        <p:grpSpPr>
          <a:xfrm>
            <a:off x="966956" y="5882888"/>
            <a:ext cx="11409832" cy="1395254"/>
            <a:chOff x="1315227" y="6314568"/>
            <a:chExt cx="11409832" cy="1395254"/>
          </a:xfrm>
        </p:grpSpPr>
        <p:sp>
          <p:nvSpPr>
            <p:cNvPr id="46" name="TextBox 45">
              <a:extLst>
                <a:ext uri="{FF2B5EF4-FFF2-40B4-BE49-F238E27FC236}">
                  <a16:creationId xmlns:a16="http://schemas.microsoft.com/office/drawing/2014/main" id="{9BC22242-B971-FA4A-976B-FEC08EB07F04}"/>
                </a:ext>
              </a:extLst>
            </p:cNvPr>
            <p:cNvSpPr txBox="1"/>
            <p:nvPr/>
          </p:nvSpPr>
          <p:spPr>
            <a:xfrm>
              <a:off x="1315227" y="6314568"/>
              <a:ext cx="5214137" cy="139525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just" defTabSz="584200" rtl="0" fontAlgn="auto" latinLnBrk="0" hangingPunct="0">
                <a:spcBef>
                  <a:spcPts val="0"/>
                </a:spcBef>
                <a:spcAft>
                  <a:spcPts val="0"/>
                </a:spcAft>
                <a:buClrTx/>
                <a:buSzTx/>
                <a:buFontTx/>
                <a:buNone/>
                <a:tabLst/>
              </a:pPr>
              <a:r>
                <a:rPr kumimoji="0" lang="en-US" sz="280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Neue"/>
                </a:rPr>
                <a:t>The AR curve</a:t>
              </a:r>
              <a:r>
                <a:rPr kumimoji="0" lang="en-US" sz="2800" i="0" u="none" strike="noStrike" cap="none" spc="0" normalizeH="0" dirty="0">
                  <a:ln>
                    <a:noFill/>
                  </a:ln>
                  <a:solidFill>
                    <a:srgbClr val="000000"/>
                  </a:solidFill>
                  <a:effectLst/>
                  <a:uFillTx/>
                  <a:latin typeface="Times New Roman" panose="02020603050405020304" pitchFamily="18" charset="0"/>
                  <a:cs typeface="Times New Roman" panose="02020603050405020304" pitchFamily="18" charset="0"/>
                  <a:sym typeface="Helvetica Neue"/>
                </a:rPr>
                <a:t> i</a:t>
              </a:r>
              <a:r>
                <a:rPr kumimoji="0" lang="en-US" sz="280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Neue"/>
                </a:rPr>
                <a:t>s parallel to the Qty axis, at the market determined price</a:t>
              </a:r>
            </a:p>
          </p:txBody>
        </p:sp>
        <p:sp>
          <p:nvSpPr>
            <p:cNvPr id="47" name="TextBox 46">
              <a:extLst>
                <a:ext uri="{FF2B5EF4-FFF2-40B4-BE49-F238E27FC236}">
                  <a16:creationId xmlns:a16="http://schemas.microsoft.com/office/drawing/2014/main" id="{EA02F985-2C36-904B-B0B7-0CA79556F4D8}"/>
                </a:ext>
              </a:extLst>
            </p:cNvPr>
            <p:cNvSpPr txBox="1"/>
            <p:nvPr/>
          </p:nvSpPr>
          <p:spPr>
            <a:xfrm>
              <a:off x="7221390" y="6338744"/>
              <a:ext cx="5503669" cy="96436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just" defTabSz="584200" rtl="0" fontAlgn="auto" latinLnBrk="0" hangingPunct="0">
                <a:spcBef>
                  <a:spcPts val="0"/>
                </a:spcBef>
                <a:spcAft>
                  <a:spcPts val="0"/>
                </a:spcAft>
                <a:buClrTx/>
                <a:buSzTx/>
                <a:buFontTx/>
                <a:buNone/>
                <a:tabLst/>
              </a:pPr>
              <a:r>
                <a:rPr kumimoji="0" lang="en-US" sz="280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Neue"/>
                </a:rPr>
                <a:t>The AR curve</a:t>
              </a:r>
              <a:r>
                <a:rPr kumimoji="0" lang="en-US" sz="2800" i="0" u="none" strike="noStrike" cap="none" spc="0" normalizeH="0" dirty="0">
                  <a:ln>
                    <a:noFill/>
                  </a:ln>
                  <a:solidFill>
                    <a:srgbClr val="000000"/>
                  </a:solidFill>
                  <a:effectLst/>
                  <a:uFillTx/>
                  <a:latin typeface="Times New Roman" panose="02020603050405020304" pitchFamily="18" charset="0"/>
                  <a:cs typeface="Times New Roman" panose="02020603050405020304" pitchFamily="18" charset="0"/>
                  <a:sym typeface="Helvetica Neue"/>
                </a:rPr>
                <a:t> is downward sloping throughout</a:t>
              </a:r>
              <a:endParaRPr kumimoji="0" lang="en-US" sz="280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Neue"/>
              </a:endParaRPr>
            </a:p>
          </p:txBody>
        </p:sp>
      </p:grpSp>
      <p:grpSp>
        <p:nvGrpSpPr>
          <p:cNvPr id="15" name="Group 14">
            <a:extLst>
              <a:ext uri="{FF2B5EF4-FFF2-40B4-BE49-F238E27FC236}">
                <a16:creationId xmlns:a16="http://schemas.microsoft.com/office/drawing/2014/main" id="{501703FF-53A6-1642-81B2-077B3DD005FC}"/>
              </a:ext>
            </a:extLst>
          </p:cNvPr>
          <p:cNvGrpSpPr/>
          <p:nvPr/>
        </p:nvGrpSpPr>
        <p:grpSpPr>
          <a:xfrm>
            <a:off x="966956" y="7066937"/>
            <a:ext cx="9741441" cy="748923"/>
            <a:chOff x="917441" y="7120869"/>
            <a:chExt cx="9270586" cy="937111"/>
          </a:xfrm>
        </p:grpSpPr>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6A2EB413-D6BC-0045-86CC-567884739FFC}"/>
                    </a:ext>
                  </a:extLst>
                </p:cNvPr>
                <p:cNvSpPr txBox="1"/>
                <p:nvPr/>
              </p:nvSpPr>
              <p:spPr>
                <a:xfrm>
                  <a:off x="917441" y="7120869"/>
                  <a:ext cx="2522303" cy="937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just" defTabSz="584200" rtl="0" fontAlgn="auto" latinLnBrk="0" hangingPunct="0">
                    <a:lnSpc>
                      <a:spcPct val="150000"/>
                    </a:lnSpc>
                    <a:spcBef>
                      <a:spcPts val="0"/>
                    </a:spcBef>
                    <a:spcAft>
                      <a:spcPts val="0"/>
                    </a:spcAft>
                    <a:buClrTx/>
                    <a:buSzTx/>
                    <a:buFontTx/>
                    <a:buNone/>
                    <a:tabLst/>
                  </a:pPr>
                  <a:r>
                    <a:rPr lang="en-US" sz="2800" dirty="0">
                      <a:latin typeface="Times New Roman" panose="02020603050405020304" pitchFamily="18" charset="0"/>
                      <a:cs typeface="Times New Roman" panose="02020603050405020304" pitchFamily="18" charset="0"/>
                    </a:rPr>
                    <a:t> </a:t>
                  </a:r>
                  <a14:m>
                    <m:oMath xmlns:m="http://schemas.openxmlformats.org/officeDocument/2006/math">
                      <m:r>
                        <a:rPr lang="en-US" sz="2800" b="1" i="1" smtClean="0">
                          <a:solidFill>
                            <a:srgbClr val="FF0000"/>
                          </a:solidFill>
                          <a:latin typeface="Cambria Math" panose="02040503050406030204" pitchFamily="18" charset="0"/>
                        </a:rPr>
                        <m:t>𝒑</m:t>
                      </m:r>
                      <m:r>
                        <a:rPr lang="en-US" sz="2800" i="1" smtClean="0">
                          <a:solidFill>
                            <a:srgbClr val="FF0000"/>
                          </a:solidFill>
                          <a:latin typeface="Cambria Math" panose="02040503050406030204" pitchFamily="18" charset="0"/>
                        </a:rPr>
                        <m:t>=</m:t>
                      </m:r>
                      <m:r>
                        <a:rPr lang="en-US" sz="2800" b="1" i="1" smtClean="0">
                          <a:solidFill>
                            <a:srgbClr val="FF0000"/>
                          </a:solidFill>
                          <a:latin typeface="Cambria Math" panose="02040503050406030204" pitchFamily="18" charset="0"/>
                        </a:rPr>
                        <m:t>𝒌</m:t>
                      </m:r>
                    </m:oMath>
                  </a14:m>
                  <a:endParaRPr kumimoji="0" lang="en-US" sz="280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Neue"/>
                  </a:endParaRPr>
                </a:p>
              </p:txBody>
            </p:sp>
          </mc:Choice>
          <mc:Fallback xmlns="">
            <p:sp>
              <p:nvSpPr>
                <p:cNvPr id="48" name="TextBox 47">
                  <a:extLst>
                    <a:ext uri="{FF2B5EF4-FFF2-40B4-BE49-F238E27FC236}">
                      <a16:creationId xmlns:a16="http://schemas.microsoft.com/office/drawing/2014/main" id="{6A2EB413-D6BC-0045-86CC-567884739FFC}"/>
                    </a:ext>
                  </a:extLst>
                </p:cNvPr>
                <p:cNvSpPr txBox="1">
                  <a:spLocks noRot="1" noChangeAspect="1" noMove="1" noResize="1" noEditPoints="1" noAdjustHandles="1" noChangeArrowheads="1" noChangeShapeType="1" noTextEdit="1"/>
                </p:cNvSpPr>
                <p:nvPr/>
              </p:nvSpPr>
              <p:spPr>
                <a:xfrm>
                  <a:off x="917441" y="7120869"/>
                  <a:ext cx="2522303" cy="937111"/>
                </a:xfrm>
                <a:prstGeom prst="rect">
                  <a:avLst/>
                </a:prstGeom>
                <a:blipFill>
                  <a:blip r:embed="rId3"/>
                  <a:stretch>
                    <a:fillRect/>
                  </a:stretch>
                </a:blipFill>
                <a:ln w="12700" cap="flat">
                  <a:noFill/>
                  <a:miter lim="400000"/>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A9D37937-3AF2-3146-8DAC-02CBAA645B3E}"/>
                    </a:ext>
                  </a:extLst>
                </p:cNvPr>
                <p:cNvSpPr txBox="1"/>
                <p:nvPr/>
              </p:nvSpPr>
              <p:spPr>
                <a:xfrm>
                  <a:off x="6803767" y="7120869"/>
                  <a:ext cx="3384260" cy="937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just" defTabSz="584200" rtl="0" fontAlgn="auto" latinLnBrk="0" hangingPunct="0">
                    <a:lnSpc>
                      <a:spcPct val="150000"/>
                    </a:lnSpc>
                    <a:spcBef>
                      <a:spcPts val="0"/>
                    </a:spcBef>
                    <a:spcAft>
                      <a:spcPts val="0"/>
                    </a:spcAft>
                    <a:buClrTx/>
                    <a:buSzTx/>
                    <a:buFontTx/>
                    <a:buNone/>
                    <a:tabLst/>
                  </a:pPr>
                  <a:r>
                    <a:rPr kumimoji="0" lang="en-US" sz="280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Neue"/>
                    </a:rPr>
                    <a:t> </a:t>
                  </a:r>
                  <a14:m>
                    <m:oMath xmlns:m="http://schemas.openxmlformats.org/officeDocument/2006/math">
                      <m:r>
                        <a:rPr lang="en-US" sz="2800" b="1" i="1" smtClean="0">
                          <a:solidFill>
                            <a:srgbClr val="FF0000"/>
                          </a:solidFill>
                          <a:latin typeface="Cambria Math" panose="02040503050406030204" pitchFamily="18" charset="0"/>
                        </a:rPr>
                        <m:t>𝒑</m:t>
                      </m:r>
                      <m:r>
                        <a:rPr lang="en-US" sz="2800" i="1" smtClean="0">
                          <a:solidFill>
                            <a:srgbClr val="FF0000"/>
                          </a:solidFill>
                          <a:latin typeface="Cambria Math" panose="02040503050406030204" pitchFamily="18" charset="0"/>
                        </a:rPr>
                        <m:t>=</m:t>
                      </m:r>
                      <m:r>
                        <a:rPr lang="en-US" sz="2800" b="1" i="1" smtClean="0">
                          <a:solidFill>
                            <a:srgbClr val="FF0000"/>
                          </a:solidFill>
                          <a:latin typeface="Cambria Math" panose="02040503050406030204" pitchFamily="18" charset="0"/>
                        </a:rPr>
                        <m:t>𝒂</m:t>
                      </m:r>
                      <m:r>
                        <a:rPr lang="en-US" sz="2800" b="1" i="1" smtClean="0">
                          <a:solidFill>
                            <a:srgbClr val="FF0000"/>
                          </a:solidFill>
                          <a:latin typeface="Cambria Math" panose="02040503050406030204" pitchFamily="18" charset="0"/>
                        </a:rPr>
                        <m:t> −</m:t>
                      </m:r>
                      <m:r>
                        <a:rPr lang="en-US" sz="2800" b="1" i="1" smtClean="0">
                          <a:solidFill>
                            <a:srgbClr val="FF0000"/>
                          </a:solidFill>
                          <a:latin typeface="Cambria Math" panose="02040503050406030204" pitchFamily="18" charset="0"/>
                        </a:rPr>
                        <m:t>𝒌𝒒</m:t>
                      </m:r>
                    </m:oMath>
                  </a14:m>
                  <a:endParaRPr lang="en-US" sz="2800" baseline="30000" dirty="0">
                    <a:latin typeface="Times New Roman" panose="02020603050405020304" pitchFamily="18" charset="0"/>
                    <a:cs typeface="Times New Roman" panose="02020603050405020304" pitchFamily="18" charset="0"/>
                  </a:endParaRPr>
                </a:p>
              </p:txBody>
            </p:sp>
          </mc:Choice>
          <mc:Fallback xmlns="">
            <p:sp>
              <p:nvSpPr>
                <p:cNvPr id="49" name="TextBox 48">
                  <a:extLst>
                    <a:ext uri="{FF2B5EF4-FFF2-40B4-BE49-F238E27FC236}">
                      <a16:creationId xmlns:a16="http://schemas.microsoft.com/office/drawing/2014/main" id="{A9D37937-3AF2-3146-8DAC-02CBAA645B3E}"/>
                    </a:ext>
                  </a:extLst>
                </p:cNvPr>
                <p:cNvSpPr txBox="1">
                  <a:spLocks noRot="1" noChangeAspect="1" noMove="1" noResize="1" noEditPoints="1" noAdjustHandles="1" noChangeArrowheads="1" noChangeShapeType="1" noTextEdit="1"/>
                </p:cNvSpPr>
                <p:nvPr/>
              </p:nvSpPr>
              <p:spPr>
                <a:xfrm>
                  <a:off x="6803767" y="7120869"/>
                  <a:ext cx="3384260" cy="937111"/>
                </a:xfrm>
                <a:prstGeom prst="rect">
                  <a:avLst/>
                </a:prstGeom>
                <a:blipFill>
                  <a:blip r:embed="rId4"/>
                  <a:stretch>
                    <a:fillRect b="-6667"/>
                  </a:stretch>
                </a:blipFill>
                <a:ln w="12700" cap="flat">
                  <a:noFill/>
                  <a:miter lim="400000"/>
                </a:ln>
                <a:effectLst/>
              </p:spPr>
              <p:txBody>
                <a:bodyPr/>
                <a:lstStyle/>
                <a:p>
                  <a:r>
                    <a:rPr lang="en-US">
                      <a:noFill/>
                    </a:rPr>
                    <a:t> </a:t>
                  </a:r>
                </a:p>
              </p:txBody>
            </p:sp>
          </mc:Fallback>
        </mc:AlternateContent>
      </p:grpSp>
      <p:sp>
        <p:nvSpPr>
          <p:cNvPr id="50" name="TextBox 49">
            <a:extLst>
              <a:ext uri="{FF2B5EF4-FFF2-40B4-BE49-F238E27FC236}">
                <a16:creationId xmlns:a16="http://schemas.microsoft.com/office/drawing/2014/main" id="{728784D7-DCCB-F347-A2CA-B7FB8BEE38C5}"/>
              </a:ext>
            </a:extLst>
          </p:cNvPr>
          <p:cNvSpPr txBox="1"/>
          <p:nvPr/>
        </p:nvSpPr>
        <p:spPr>
          <a:xfrm>
            <a:off x="2379024" y="650727"/>
            <a:ext cx="3098800"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sz="2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Neue"/>
              </a:rPr>
              <a:t>Perfect Competition</a:t>
            </a:r>
          </a:p>
        </p:txBody>
      </p:sp>
      <p:sp>
        <p:nvSpPr>
          <p:cNvPr id="51" name="TextBox 50">
            <a:extLst>
              <a:ext uri="{FF2B5EF4-FFF2-40B4-BE49-F238E27FC236}">
                <a16:creationId xmlns:a16="http://schemas.microsoft.com/office/drawing/2014/main" id="{891FB0D9-1203-9D47-90F4-ACEF4810FBC1}"/>
              </a:ext>
            </a:extLst>
          </p:cNvPr>
          <p:cNvSpPr txBox="1"/>
          <p:nvPr/>
        </p:nvSpPr>
        <p:spPr>
          <a:xfrm>
            <a:off x="8429953" y="650726"/>
            <a:ext cx="3098800"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sz="2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Neue"/>
              </a:rPr>
              <a:t>Imperfect Competition</a:t>
            </a:r>
          </a:p>
        </p:txBody>
      </p:sp>
      <p:sp>
        <p:nvSpPr>
          <p:cNvPr id="52" name="TextBox 51">
            <a:extLst>
              <a:ext uri="{FF2B5EF4-FFF2-40B4-BE49-F238E27FC236}">
                <a16:creationId xmlns:a16="http://schemas.microsoft.com/office/drawing/2014/main" id="{8D8FA821-CDD6-8247-A664-477942B50EB1}"/>
              </a:ext>
            </a:extLst>
          </p:cNvPr>
          <p:cNvSpPr txBox="1"/>
          <p:nvPr/>
        </p:nvSpPr>
        <p:spPr>
          <a:xfrm>
            <a:off x="2793680" y="93594"/>
            <a:ext cx="8359744" cy="4041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r>
              <a:rPr lang="en-US" sz="2000" b="1" dirty="0">
                <a:latin typeface="Times New Roman" panose="02020603050405020304" pitchFamily="18" charset="0"/>
                <a:cs typeface="Times New Roman" panose="02020603050405020304" pitchFamily="18" charset="0"/>
              </a:rPr>
              <a:t>Revenue and only Revenue Reveals the </a:t>
            </a:r>
            <a:r>
              <a:rPr lang="en-US" sz="2000" b="1" dirty="0">
                <a:solidFill>
                  <a:srgbClr val="FF0000"/>
                </a:solidFill>
                <a:latin typeface="Times New Roman" panose="02020603050405020304" pitchFamily="18" charset="0"/>
                <a:cs typeface="Times New Roman" panose="02020603050405020304" pitchFamily="18" charset="0"/>
              </a:rPr>
              <a:t>Competitive</a:t>
            </a:r>
            <a:r>
              <a:rPr lang="en-US" sz="2000" b="1" dirty="0">
                <a:latin typeface="Times New Roman" panose="02020603050405020304" pitchFamily="18" charset="0"/>
                <a:cs typeface="Times New Roman" panose="02020603050405020304" pitchFamily="18" charset="0"/>
              </a:rPr>
              <a:t> nature of the </a:t>
            </a:r>
            <a:r>
              <a:rPr lang="en-US" sz="2000" b="1" dirty="0">
                <a:solidFill>
                  <a:srgbClr val="0070C0"/>
                </a:solidFill>
                <a:latin typeface="Times New Roman" panose="02020603050405020304" pitchFamily="18" charset="0"/>
                <a:cs typeface="Times New Roman" panose="02020603050405020304" pitchFamily="18" charset="0"/>
              </a:rPr>
              <a:t>Market</a:t>
            </a:r>
            <a:endParaRPr lang="en-US" sz="2000" dirty="0"/>
          </a:p>
        </p:txBody>
      </p:sp>
      <p:sp>
        <p:nvSpPr>
          <p:cNvPr id="53" name="TextBox 52">
            <a:extLst>
              <a:ext uri="{FF2B5EF4-FFF2-40B4-BE49-F238E27FC236}">
                <a16:creationId xmlns:a16="http://schemas.microsoft.com/office/drawing/2014/main" id="{77BDCA2E-4DF4-3845-AE95-8D7FF7E8A1D3}"/>
              </a:ext>
            </a:extLst>
          </p:cNvPr>
          <p:cNvSpPr txBox="1"/>
          <p:nvPr/>
        </p:nvSpPr>
        <p:spPr>
          <a:xfrm>
            <a:off x="3415709" y="7512687"/>
            <a:ext cx="5503669" cy="74892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just" defTabSz="584200" rtl="0" fontAlgn="auto" latinLnBrk="0" hangingPunct="0">
              <a:lnSpc>
                <a:spcPct val="150000"/>
              </a:lnSpc>
              <a:spcBef>
                <a:spcPts val="0"/>
              </a:spcBef>
              <a:spcAft>
                <a:spcPts val="0"/>
              </a:spcAft>
              <a:buClrTx/>
              <a:buSzTx/>
              <a:buFontTx/>
              <a:buNone/>
              <a:tabLst/>
            </a:pPr>
            <a:r>
              <a:rPr lang="en-US" sz="2800" dirty="0">
                <a:solidFill>
                  <a:schemeClr val="accent3">
                    <a:lumMod val="50000"/>
                  </a:schemeClr>
                </a:solidFill>
                <a:latin typeface="Times New Roman" panose="02020603050405020304" pitchFamily="18" charset="0"/>
                <a:cs typeface="Times New Roman" panose="02020603050405020304" pitchFamily="18" charset="0"/>
              </a:rPr>
              <a:t>The AR curve is the demand curve</a:t>
            </a:r>
            <a:endParaRPr kumimoji="0" lang="en-US" sz="2800" i="0" u="none" strike="noStrike" cap="none" spc="0" normalizeH="0" baseline="0" dirty="0">
              <a:ln>
                <a:noFill/>
              </a:ln>
              <a:solidFill>
                <a:schemeClr val="accent3">
                  <a:lumMod val="50000"/>
                </a:schemeClr>
              </a:solidFill>
              <a:effectLst/>
              <a:uFillTx/>
              <a:latin typeface="Times New Roman" panose="02020603050405020304" pitchFamily="18" charset="0"/>
              <a:cs typeface="Times New Roman" panose="02020603050405020304" pitchFamily="18" charset="0"/>
              <a:sym typeface="Helvetica Neue"/>
            </a:endParaRPr>
          </a:p>
        </p:txBody>
      </p:sp>
      <p:sp>
        <p:nvSpPr>
          <p:cNvPr id="54" name="TextBox 53">
            <a:extLst>
              <a:ext uri="{FF2B5EF4-FFF2-40B4-BE49-F238E27FC236}">
                <a16:creationId xmlns:a16="http://schemas.microsoft.com/office/drawing/2014/main" id="{00648B5A-0E10-E04E-B7B7-8AC3E5AC8255}"/>
              </a:ext>
            </a:extLst>
          </p:cNvPr>
          <p:cNvSpPr txBox="1"/>
          <p:nvPr/>
        </p:nvSpPr>
        <p:spPr>
          <a:xfrm>
            <a:off x="3389083" y="8254627"/>
            <a:ext cx="2201835"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just" defTabSz="584200" rtl="0" fontAlgn="auto" latinLnBrk="0" hangingPunct="0">
              <a:spcBef>
                <a:spcPts val="0"/>
              </a:spcBef>
              <a:spcAft>
                <a:spcPts val="0"/>
              </a:spcAft>
              <a:buClrTx/>
              <a:buSzTx/>
              <a:buFontTx/>
              <a:buNone/>
              <a:tabLst/>
            </a:pPr>
            <a:r>
              <a:rPr kumimoji="0" lang="en-US" sz="2800" i="0" u="none" strike="noStrike" cap="none" spc="0" normalizeH="0" baseline="0" dirty="0">
                <a:ln>
                  <a:noFill/>
                </a:ln>
                <a:solidFill>
                  <a:srgbClr val="7030A0"/>
                </a:solidFill>
                <a:effectLst/>
                <a:uFillTx/>
                <a:latin typeface="Times New Roman" panose="02020603050405020304" pitchFamily="18" charset="0"/>
                <a:cs typeface="Times New Roman" panose="02020603050405020304" pitchFamily="18" charset="0"/>
                <a:sym typeface="Helvetica Neue"/>
              </a:rPr>
              <a:t>AR is price</a:t>
            </a:r>
          </a:p>
        </p:txBody>
      </p:sp>
      <p:grpSp>
        <p:nvGrpSpPr>
          <p:cNvPr id="35" name="Group 34">
            <a:extLst>
              <a:ext uri="{FF2B5EF4-FFF2-40B4-BE49-F238E27FC236}">
                <a16:creationId xmlns:a16="http://schemas.microsoft.com/office/drawing/2014/main" id="{20453692-63B4-B84B-8390-905C800DDD37}"/>
              </a:ext>
            </a:extLst>
          </p:cNvPr>
          <p:cNvGrpSpPr/>
          <p:nvPr/>
        </p:nvGrpSpPr>
        <p:grpSpPr>
          <a:xfrm>
            <a:off x="5663042" y="8303294"/>
            <a:ext cx="6892928" cy="1210588"/>
            <a:chOff x="5467802" y="8346831"/>
            <a:chExt cx="6892928" cy="1210588"/>
          </a:xfrm>
        </p:grpSpPr>
        <p:sp>
          <p:nvSpPr>
            <p:cNvPr id="55" name="TextBox 54">
              <a:extLst>
                <a:ext uri="{FF2B5EF4-FFF2-40B4-BE49-F238E27FC236}">
                  <a16:creationId xmlns:a16="http://schemas.microsoft.com/office/drawing/2014/main" id="{9A582ED2-EC81-1141-970F-3B718BFD502C}"/>
                </a:ext>
              </a:extLst>
            </p:cNvPr>
            <p:cNvSpPr txBox="1"/>
            <p:nvPr/>
          </p:nvSpPr>
          <p:spPr>
            <a:xfrm>
              <a:off x="5467802" y="8346831"/>
              <a:ext cx="6892928" cy="12105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just" defTabSz="584200" rtl="0" fontAlgn="auto" latinLnBrk="0" hangingPunct="0">
                <a:spcBef>
                  <a:spcPts val="0"/>
                </a:spcBef>
                <a:spcAft>
                  <a:spcPts val="0"/>
                </a:spcAft>
                <a:buClrTx/>
                <a:buSzTx/>
                <a:buFontTx/>
                <a:buNone/>
                <a:tabLst/>
              </a:pPr>
              <a:r>
                <a:rPr lang="en-US" dirty="0">
                  <a:solidFill>
                    <a:srgbClr val="7030A0"/>
                  </a:solidFill>
                  <a:latin typeface="Times New Roman" panose="02020603050405020304" pitchFamily="18" charset="0"/>
                  <a:cs typeface="Times New Roman" panose="02020603050405020304" pitchFamily="18" charset="0"/>
                </a:rPr>
                <a:t>Proof: TR = (AR)(Q)  &amp;  T. Exp. = (P)(Q)       </a:t>
              </a:r>
            </a:p>
            <a:p>
              <a:pPr marL="0" marR="0" indent="0" algn="just" defTabSz="584200" rtl="0" fontAlgn="auto" latinLnBrk="0" hangingPunct="0">
                <a:spcBef>
                  <a:spcPts val="0"/>
                </a:spcBef>
                <a:spcAft>
                  <a:spcPts val="0"/>
                </a:spcAft>
                <a:buClrTx/>
                <a:buSzTx/>
                <a:buFontTx/>
                <a:buNone/>
                <a:tabLst/>
              </a:pPr>
              <a:r>
                <a:rPr lang="en-US" dirty="0">
                  <a:solidFill>
                    <a:srgbClr val="7030A0"/>
                  </a:solidFill>
                  <a:latin typeface="Times New Roman" panose="02020603050405020304" pitchFamily="18" charset="0"/>
                  <a:cs typeface="Times New Roman" panose="02020603050405020304" pitchFamily="18" charset="0"/>
                </a:rPr>
                <a:t>             But </a:t>
              </a:r>
              <a:r>
                <a:rPr kumimoji="0" lang="en-US" i="0" u="none" strike="noStrike" cap="none" spc="0" normalizeH="0" dirty="0">
                  <a:ln>
                    <a:noFill/>
                  </a:ln>
                  <a:solidFill>
                    <a:srgbClr val="7030A0"/>
                  </a:solidFill>
                  <a:effectLst/>
                  <a:uFillTx/>
                  <a:latin typeface="Times New Roman" panose="02020603050405020304" pitchFamily="18" charset="0"/>
                  <a:cs typeface="Times New Roman" panose="02020603050405020304" pitchFamily="18" charset="0"/>
                  <a:sym typeface="Helvetica Neue"/>
                </a:rPr>
                <a:t>TR = TE    therefore   (AR)(Q) = (P)(Q)</a:t>
              </a:r>
            </a:p>
            <a:p>
              <a:pPr marL="0" marR="0" indent="0" algn="just" defTabSz="584200" rtl="0" fontAlgn="auto" latinLnBrk="0" hangingPunct="0">
                <a:spcBef>
                  <a:spcPts val="0"/>
                </a:spcBef>
                <a:spcAft>
                  <a:spcPts val="0"/>
                </a:spcAft>
                <a:buClrTx/>
                <a:buSzTx/>
                <a:buFontTx/>
                <a:buNone/>
                <a:tabLst/>
              </a:pPr>
              <a:r>
                <a:rPr lang="en-US" baseline="0" dirty="0">
                  <a:solidFill>
                    <a:srgbClr val="7030A0"/>
                  </a:solidFill>
                  <a:latin typeface="Times New Roman" panose="02020603050405020304" pitchFamily="18" charset="0"/>
                  <a:cs typeface="Times New Roman" panose="02020603050405020304" pitchFamily="18" charset="0"/>
                </a:rPr>
                <a:t>              Thus,</a:t>
              </a:r>
              <a:r>
                <a:rPr lang="en-US" dirty="0">
                  <a:solidFill>
                    <a:srgbClr val="7030A0"/>
                  </a:solidFill>
                  <a:latin typeface="Times New Roman" panose="02020603050405020304" pitchFamily="18" charset="0"/>
                  <a:cs typeface="Times New Roman" panose="02020603050405020304" pitchFamily="18" charset="0"/>
                </a:rPr>
                <a:t> AR = P </a:t>
              </a:r>
              <a:endParaRPr kumimoji="0" lang="en-US" i="0" u="none" strike="noStrike" cap="none" spc="0" normalizeH="0" baseline="0" dirty="0">
                <a:ln>
                  <a:noFill/>
                </a:ln>
                <a:solidFill>
                  <a:srgbClr val="7030A0"/>
                </a:solidFill>
                <a:effectLst/>
                <a:uFillTx/>
                <a:latin typeface="Times New Roman" panose="02020603050405020304" pitchFamily="18" charset="0"/>
                <a:cs typeface="Times New Roman" panose="02020603050405020304" pitchFamily="18" charset="0"/>
                <a:sym typeface="Helvetica Neue"/>
              </a:endParaRPr>
            </a:p>
          </p:txBody>
        </p:sp>
        <p:cxnSp>
          <p:nvCxnSpPr>
            <p:cNvPr id="34" name="Straight Connector 33">
              <a:extLst>
                <a:ext uri="{FF2B5EF4-FFF2-40B4-BE49-F238E27FC236}">
                  <a16:creationId xmlns:a16="http://schemas.microsoft.com/office/drawing/2014/main" id="{0C643975-ECE9-1246-8B28-55F9E7FBFEF1}"/>
                </a:ext>
              </a:extLst>
            </p:cNvPr>
            <p:cNvCxnSpPr/>
            <p:nvPr/>
          </p:nvCxnSpPr>
          <p:spPr>
            <a:xfrm flipH="1">
              <a:off x="10513157" y="8769252"/>
              <a:ext cx="471859" cy="534738"/>
            </a:xfrm>
            <a:prstGeom prst="line">
              <a:avLst/>
            </a:prstGeom>
            <a:noFill/>
            <a:ln w="38100" cap="flat">
              <a:solidFill>
                <a:srgbClr val="FF0000"/>
              </a:solidFill>
              <a:prstDash val="solid"/>
              <a:miter lim="400000"/>
            </a:ln>
            <a:effectLst/>
            <a:sp3d/>
          </p:spPr>
          <p:style>
            <a:lnRef idx="0">
              <a:scrgbClr r="0" g="0" b="0"/>
            </a:lnRef>
            <a:fillRef idx="0">
              <a:scrgbClr r="0" g="0" b="0"/>
            </a:fillRef>
            <a:effectRef idx="0">
              <a:scrgbClr r="0" g="0" b="0"/>
            </a:effectRef>
            <a:fontRef idx="none"/>
          </p:style>
        </p:cxnSp>
        <p:cxnSp>
          <p:nvCxnSpPr>
            <p:cNvPr id="56" name="Straight Connector 55">
              <a:extLst>
                <a:ext uri="{FF2B5EF4-FFF2-40B4-BE49-F238E27FC236}">
                  <a16:creationId xmlns:a16="http://schemas.microsoft.com/office/drawing/2014/main" id="{1C72EA16-5187-6B4E-BD32-3118811019B4}"/>
                </a:ext>
              </a:extLst>
            </p:cNvPr>
            <p:cNvCxnSpPr/>
            <p:nvPr/>
          </p:nvCxnSpPr>
          <p:spPr>
            <a:xfrm flipH="1">
              <a:off x="11660971" y="8762668"/>
              <a:ext cx="471859" cy="534738"/>
            </a:xfrm>
            <a:prstGeom prst="line">
              <a:avLst/>
            </a:prstGeom>
            <a:noFill/>
            <a:ln w="38100" cap="flat">
              <a:solidFill>
                <a:srgbClr val="FF0000"/>
              </a:solidFill>
              <a:prstDash val="solid"/>
              <a:miter lim="400000"/>
            </a:ln>
            <a:effectLst/>
            <a:sp3d/>
          </p:spPr>
          <p:style>
            <a:lnRef idx="0">
              <a:scrgbClr r="0" g="0" b="0"/>
            </a:lnRef>
            <a:fillRef idx="0">
              <a:scrgbClr r="0" g="0" b="0"/>
            </a:fillRef>
            <a:effectRef idx="0">
              <a:scrgbClr r="0" g="0" b="0"/>
            </a:effectRef>
            <a:fontRef idx="none"/>
          </p:style>
        </p:cxnSp>
      </p:grpSp>
    </p:spTree>
    <p:extLst>
      <p:ext uri="{BB962C8B-B14F-4D97-AF65-F5344CB8AC3E}">
        <p14:creationId xmlns:p14="http://schemas.microsoft.com/office/powerpoint/2010/main" val="2574176644"/>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45" grpId="0"/>
      <p:bldP spid="53" grpId="0"/>
      <p:bldP spid="5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Box 27">
            <a:extLst>
              <a:ext uri="{FF2B5EF4-FFF2-40B4-BE49-F238E27FC236}">
                <a16:creationId xmlns:a16="http://schemas.microsoft.com/office/drawing/2014/main" id="{40362F60-4C3E-104B-AF8E-788656C0C9AA}"/>
              </a:ext>
            </a:extLst>
          </p:cNvPr>
          <p:cNvSpPr txBox="1"/>
          <p:nvPr/>
        </p:nvSpPr>
        <p:spPr>
          <a:xfrm>
            <a:off x="10074300" y="1538440"/>
            <a:ext cx="863600"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sz="1600" b="0" dirty="0"/>
              <a:t>TR</a:t>
            </a:r>
            <a:r>
              <a:rPr lang="en-US" sz="1600" b="0" baseline="-25000" dirty="0"/>
              <a:t>C</a:t>
            </a:r>
            <a:endParaRPr kumimoji="0" lang="en-US" sz="1600" b="0" i="0" u="none" strike="noStrike" cap="none" spc="0" normalizeH="0" baseline="-25000" dirty="0">
              <a:ln>
                <a:noFill/>
              </a:ln>
              <a:solidFill>
                <a:srgbClr val="000000"/>
              </a:solidFill>
              <a:effectLst/>
              <a:uFillTx/>
              <a:latin typeface="Helvetica Neue"/>
              <a:ea typeface="Helvetica Neue"/>
              <a:cs typeface="Helvetica Neue"/>
              <a:sym typeface="Helvetica Neue"/>
            </a:endParaRPr>
          </a:p>
        </p:txBody>
      </p:sp>
      <p:sp>
        <p:nvSpPr>
          <p:cNvPr id="2" name="Slide Number Placeholder 1">
            <a:extLst>
              <a:ext uri="{FF2B5EF4-FFF2-40B4-BE49-F238E27FC236}">
                <a16:creationId xmlns:a16="http://schemas.microsoft.com/office/drawing/2014/main" id="{70478940-F8FA-354F-9D73-8EDB25FDC0D6}"/>
              </a:ext>
            </a:extLst>
          </p:cNvPr>
          <p:cNvSpPr>
            <a:spLocks noGrp="1"/>
          </p:cNvSpPr>
          <p:nvPr>
            <p:ph type="sldNum" sz="quarter" idx="2"/>
          </p:nvPr>
        </p:nvSpPr>
        <p:spPr/>
        <p:txBody>
          <a:bodyPr/>
          <a:lstStyle/>
          <a:p>
            <a:fld id="{86CB4B4D-7CA3-9044-876B-883B54F8677D}" type="slidenum">
              <a:rPr lang="en-IN" smtClean="0"/>
              <a:t>12</a:t>
            </a:fld>
            <a:endParaRPr lang="en-IN"/>
          </a:p>
        </p:txBody>
      </p:sp>
      <p:grpSp>
        <p:nvGrpSpPr>
          <p:cNvPr id="7" name="Group 6">
            <a:extLst>
              <a:ext uri="{FF2B5EF4-FFF2-40B4-BE49-F238E27FC236}">
                <a16:creationId xmlns:a16="http://schemas.microsoft.com/office/drawing/2014/main" id="{9447D410-149F-2944-812A-3290DCCC36AC}"/>
              </a:ext>
            </a:extLst>
          </p:cNvPr>
          <p:cNvGrpSpPr/>
          <p:nvPr/>
        </p:nvGrpSpPr>
        <p:grpSpPr>
          <a:xfrm>
            <a:off x="754241" y="853657"/>
            <a:ext cx="11149285" cy="4738546"/>
            <a:chOff x="656665" y="1254795"/>
            <a:chExt cx="11563641" cy="11242174"/>
          </a:xfrm>
        </p:grpSpPr>
        <p:grpSp>
          <p:nvGrpSpPr>
            <p:cNvPr id="4" name="Group 3">
              <a:extLst>
                <a:ext uri="{FF2B5EF4-FFF2-40B4-BE49-F238E27FC236}">
                  <a16:creationId xmlns:a16="http://schemas.microsoft.com/office/drawing/2014/main" id="{20C26A02-A773-3B45-8626-6801FD07E6E1}"/>
                </a:ext>
              </a:extLst>
            </p:cNvPr>
            <p:cNvGrpSpPr/>
            <p:nvPr/>
          </p:nvGrpSpPr>
          <p:grpSpPr>
            <a:xfrm>
              <a:off x="656665" y="1254795"/>
              <a:ext cx="11563641" cy="7711499"/>
              <a:chOff x="656665" y="1254795"/>
              <a:chExt cx="11563641" cy="7711499"/>
            </a:xfrm>
          </p:grpSpPr>
          <p:grpSp>
            <p:nvGrpSpPr>
              <p:cNvPr id="13" name="Group 12">
                <a:extLst>
                  <a:ext uri="{FF2B5EF4-FFF2-40B4-BE49-F238E27FC236}">
                    <a16:creationId xmlns:a16="http://schemas.microsoft.com/office/drawing/2014/main" id="{AAECDB53-BE4F-654D-99A9-38E8B8A8FA69}"/>
                  </a:ext>
                </a:extLst>
              </p:cNvPr>
              <p:cNvGrpSpPr/>
              <p:nvPr/>
            </p:nvGrpSpPr>
            <p:grpSpPr>
              <a:xfrm>
                <a:off x="656665" y="1272110"/>
                <a:ext cx="5958957" cy="7421359"/>
                <a:chOff x="656666" y="1392112"/>
                <a:chExt cx="5323754" cy="5144613"/>
              </a:xfrm>
            </p:grpSpPr>
            <p:cxnSp>
              <p:nvCxnSpPr>
                <p:cNvPr id="19" name="Straight Connector 18">
                  <a:extLst>
                    <a:ext uri="{FF2B5EF4-FFF2-40B4-BE49-F238E27FC236}">
                      <a16:creationId xmlns:a16="http://schemas.microsoft.com/office/drawing/2014/main" id="{E8182E6A-64B9-A640-8D35-7DB71A95E786}"/>
                    </a:ext>
                  </a:extLst>
                </p:cNvPr>
                <p:cNvCxnSpPr>
                  <a:cxnSpLocks/>
                </p:cNvCxnSpPr>
                <p:nvPr/>
              </p:nvCxnSpPr>
              <p:spPr>
                <a:xfrm flipV="1">
                  <a:off x="1459442" y="2116667"/>
                  <a:ext cx="3153400" cy="3750622"/>
                </a:xfrm>
                <a:prstGeom prst="line">
                  <a:avLst/>
                </a:prstGeom>
                <a:noFill/>
                <a:ln w="63500" cap="flat">
                  <a:solidFill>
                    <a:schemeClr val="accent1">
                      <a:lumMod val="75000"/>
                    </a:schemeClr>
                  </a:solidFill>
                  <a:prstDash val="solid"/>
                  <a:miter lim="400000"/>
                </a:ln>
                <a:effectLst/>
                <a:sp3d/>
              </p:spPr>
              <p:style>
                <a:lnRef idx="0">
                  <a:scrgbClr r="0" g="0" b="0"/>
                </a:lnRef>
                <a:fillRef idx="0">
                  <a:scrgbClr r="0" g="0" b="0"/>
                </a:fillRef>
                <a:effectRef idx="0">
                  <a:scrgbClr r="0" g="0" b="0"/>
                </a:effectRef>
                <a:fontRef idx="none"/>
              </p:style>
            </p:cxnSp>
            <p:sp>
              <p:nvSpPr>
                <p:cNvPr id="22" name="TextBox 21">
                  <a:extLst>
                    <a:ext uri="{FF2B5EF4-FFF2-40B4-BE49-F238E27FC236}">
                      <a16:creationId xmlns:a16="http://schemas.microsoft.com/office/drawing/2014/main" id="{A88A4B8A-19C4-6D4A-A2AA-47028F22726A}"/>
                    </a:ext>
                  </a:extLst>
                </p:cNvPr>
                <p:cNvSpPr txBox="1"/>
                <p:nvPr/>
              </p:nvSpPr>
              <p:spPr>
                <a:xfrm>
                  <a:off x="4374124" y="1979864"/>
                  <a:ext cx="863600" cy="57367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sz="1600" b="0" dirty="0">
                      <a:latin typeface="Times New Roman" panose="02020603050405020304" pitchFamily="18" charset="0"/>
                      <a:cs typeface="Times New Roman" panose="02020603050405020304" pitchFamily="18" charset="0"/>
                    </a:rPr>
                    <a:t>TR</a:t>
                  </a:r>
                  <a:r>
                    <a:rPr lang="en-US" sz="1600" b="0" baseline="-25000" dirty="0">
                      <a:latin typeface="Times New Roman" panose="02020603050405020304" pitchFamily="18" charset="0"/>
                      <a:cs typeface="Times New Roman" panose="02020603050405020304" pitchFamily="18" charset="0"/>
                    </a:rPr>
                    <a:t>C</a:t>
                  </a:r>
                  <a:endParaRPr kumimoji="0" lang="en-US" sz="1600" b="0" i="0" u="none" strike="noStrike" cap="none" spc="0" normalizeH="0" baseline="-25000" dirty="0">
                    <a:ln>
                      <a:noFill/>
                    </a:ln>
                    <a:solidFill>
                      <a:srgbClr val="000000"/>
                    </a:solidFill>
                    <a:effectLst/>
                    <a:uFillTx/>
                    <a:latin typeface="Times New Roman" panose="02020603050405020304" pitchFamily="18" charset="0"/>
                    <a:cs typeface="Times New Roman" panose="02020603050405020304" pitchFamily="18" charset="0"/>
                    <a:sym typeface="Helvetica Neue"/>
                  </a:endParaRPr>
                </a:p>
              </p:txBody>
            </p:sp>
            <p:cxnSp>
              <p:nvCxnSpPr>
                <p:cNvPr id="20" name="Straight Connector 19">
                  <a:extLst>
                    <a:ext uri="{FF2B5EF4-FFF2-40B4-BE49-F238E27FC236}">
                      <a16:creationId xmlns:a16="http://schemas.microsoft.com/office/drawing/2014/main" id="{69911272-FE4A-A64C-9432-282F2CE72603}"/>
                    </a:ext>
                  </a:extLst>
                </p:cNvPr>
                <p:cNvCxnSpPr>
                  <a:cxnSpLocks/>
                </p:cNvCxnSpPr>
                <p:nvPr/>
              </p:nvCxnSpPr>
              <p:spPr>
                <a:xfrm>
                  <a:off x="1434353" y="3657602"/>
                  <a:ext cx="3186757" cy="24592"/>
                </a:xfrm>
                <a:prstGeom prst="line">
                  <a:avLst/>
                </a:prstGeom>
                <a:noFill/>
                <a:ln w="63500" cap="flat">
                  <a:solidFill>
                    <a:schemeClr val="accent3">
                      <a:lumMod val="50000"/>
                    </a:schemeClr>
                  </a:solidFill>
                  <a:prstDash val="solid"/>
                  <a:miter lim="400000"/>
                </a:ln>
                <a:effectLst/>
                <a:sp3d/>
              </p:spPr>
              <p:style>
                <a:lnRef idx="0">
                  <a:scrgbClr r="0" g="0" b="0"/>
                </a:lnRef>
                <a:fillRef idx="0">
                  <a:scrgbClr r="0" g="0" b="0"/>
                </a:fillRef>
                <a:effectRef idx="0">
                  <a:scrgbClr r="0" g="0" b="0"/>
                </a:effectRef>
                <a:fontRef idx="none"/>
              </p:style>
            </p:cxnSp>
            <p:sp>
              <p:nvSpPr>
                <p:cNvPr id="21" name="TextBox 20">
                  <a:extLst>
                    <a:ext uri="{FF2B5EF4-FFF2-40B4-BE49-F238E27FC236}">
                      <a16:creationId xmlns:a16="http://schemas.microsoft.com/office/drawing/2014/main" id="{17704794-8E6F-D044-9A06-53A0FD088949}"/>
                    </a:ext>
                  </a:extLst>
                </p:cNvPr>
                <p:cNvSpPr txBox="1"/>
                <p:nvPr/>
              </p:nvSpPr>
              <p:spPr>
                <a:xfrm>
                  <a:off x="4264062" y="3453702"/>
                  <a:ext cx="1715747" cy="97862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r>
                    <a:rPr lang="en-US" sz="1600" b="0" dirty="0">
                      <a:latin typeface="Times New Roman" panose="02020603050405020304" pitchFamily="18" charset="0"/>
                      <a:cs typeface="Times New Roman" panose="02020603050405020304" pitchFamily="18" charset="0"/>
                    </a:rPr>
                    <a:t>AR</a:t>
                  </a:r>
                  <a:r>
                    <a:rPr lang="en-US" sz="1600" b="0" baseline="-25000" dirty="0">
                      <a:latin typeface="Times New Roman" panose="02020603050405020304" pitchFamily="18" charset="0"/>
                      <a:cs typeface="Times New Roman" panose="02020603050405020304" pitchFamily="18" charset="0"/>
                    </a:rPr>
                    <a:t>C </a:t>
                  </a:r>
                  <a:r>
                    <a:rPr lang="en-US" sz="1600" b="0" dirty="0">
                      <a:latin typeface="Times New Roman" panose="02020603050405020304" pitchFamily="18" charset="0"/>
                      <a:cs typeface="Times New Roman" panose="02020603050405020304" pitchFamily="18" charset="0"/>
                    </a:rPr>
                    <a:t>/ MR</a:t>
                  </a:r>
                  <a:r>
                    <a:rPr lang="en-US" sz="1600" b="0" baseline="-25000" dirty="0">
                      <a:latin typeface="Times New Roman" panose="02020603050405020304" pitchFamily="18" charset="0"/>
                      <a:cs typeface="Times New Roman" panose="02020603050405020304" pitchFamily="18" charset="0"/>
                    </a:rPr>
                    <a:t>C</a:t>
                  </a:r>
                </a:p>
                <a:p>
                  <a:pPr marL="0" marR="0" indent="0" algn="ctr" defTabSz="584200" rtl="0" fontAlgn="auto" latinLnBrk="0" hangingPunct="0">
                    <a:lnSpc>
                      <a:spcPct val="100000"/>
                    </a:lnSpc>
                    <a:spcBef>
                      <a:spcPts val="0"/>
                    </a:spcBef>
                    <a:spcAft>
                      <a:spcPts val="0"/>
                    </a:spcAft>
                    <a:buClrTx/>
                    <a:buSzTx/>
                    <a:buFontTx/>
                    <a:buNone/>
                    <a:tabLst/>
                  </a:pPr>
                  <a:endParaRPr kumimoji="0" lang="en-US" sz="1600" b="0" i="0" u="none" strike="noStrike" cap="none" spc="0" normalizeH="0" dirty="0">
                    <a:ln>
                      <a:noFill/>
                    </a:ln>
                    <a:solidFill>
                      <a:srgbClr val="000000"/>
                    </a:solidFill>
                    <a:effectLst/>
                    <a:uFillTx/>
                    <a:latin typeface="Times New Roman" panose="02020603050405020304" pitchFamily="18" charset="0"/>
                    <a:cs typeface="Times New Roman" panose="02020603050405020304" pitchFamily="18" charset="0"/>
                    <a:sym typeface="Helvetica Neue"/>
                  </a:endParaRPr>
                </a:p>
              </p:txBody>
            </p:sp>
            <p:grpSp>
              <p:nvGrpSpPr>
                <p:cNvPr id="39" name="Group 38">
                  <a:extLst>
                    <a:ext uri="{FF2B5EF4-FFF2-40B4-BE49-F238E27FC236}">
                      <a16:creationId xmlns:a16="http://schemas.microsoft.com/office/drawing/2014/main" id="{DBB84D36-0B2F-FD43-82E6-C8A3472C4753}"/>
                    </a:ext>
                  </a:extLst>
                </p:cNvPr>
                <p:cNvGrpSpPr/>
                <p:nvPr/>
              </p:nvGrpSpPr>
              <p:grpSpPr>
                <a:xfrm>
                  <a:off x="656666" y="1392112"/>
                  <a:ext cx="5323754" cy="5144613"/>
                  <a:chOff x="656666" y="1392112"/>
                  <a:chExt cx="5323754" cy="5144613"/>
                </a:xfrm>
              </p:grpSpPr>
              <p:grpSp>
                <p:nvGrpSpPr>
                  <p:cNvPr id="8" name="Group 7">
                    <a:extLst>
                      <a:ext uri="{FF2B5EF4-FFF2-40B4-BE49-F238E27FC236}">
                        <a16:creationId xmlns:a16="http://schemas.microsoft.com/office/drawing/2014/main" id="{A85DC4AB-FE3D-2A45-827F-7038AE7CD910}"/>
                      </a:ext>
                    </a:extLst>
                  </p:cNvPr>
                  <p:cNvGrpSpPr/>
                  <p:nvPr/>
                </p:nvGrpSpPr>
                <p:grpSpPr>
                  <a:xfrm>
                    <a:off x="1174377" y="1562582"/>
                    <a:ext cx="4498290" cy="4730642"/>
                    <a:chOff x="1174377" y="1562582"/>
                    <a:chExt cx="4498290" cy="4730642"/>
                  </a:xfrm>
                </p:grpSpPr>
                <p:cxnSp>
                  <p:nvCxnSpPr>
                    <p:cNvPr id="3" name="Straight Connector 2">
                      <a:extLst>
                        <a:ext uri="{FF2B5EF4-FFF2-40B4-BE49-F238E27FC236}">
                          <a16:creationId xmlns:a16="http://schemas.microsoft.com/office/drawing/2014/main" id="{59E1DA47-3C95-004F-8ED9-CB4EA8FC0BA0}"/>
                        </a:ext>
                      </a:extLst>
                    </p:cNvPr>
                    <p:cNvCxnSpPr>
                      <a:cxnSpLocks/>
                    </p:cNvCxnSpPr>
                    <p:nvPr/>
                  </p:nvCxnSpPr>
                  <p:spPr>
                    <a:xfrm>
                      <a:off x="1434353" y="1562582"/>
                      <a:ext cx="0" cy="4730642"/>
                    </a:xfrm>
                    <a:prstGeom prst="line">
                      <a:avLst/>
                    </a:prstGeom>
                    <a:noFill/>
                    <a:ln w="38100" cap="flat">
                      <a:solidFill>
                        <a:srgbClr val="000000"/>
                      </a:solidFill>
                      <a:prstDash val="solid"/>
                      <a:miter lim="400000"/>
                      <a:headEnd type="triangle" w="med" len="med"/>
                      <a:tailEnd type="triangle" w="med" len="med"/>
                    </a:ln>
                    <a:effectLst/>
                    <a:sp3d/>
                  </p:spPr>
                  <p:style>
                    <a:lnRef idx="0">
                      <a:scrgbClr r="0" g="0" b="0"/>
                    </a:lnRef>
                    <a:fillRef idx="0">
                      <a:scrgbClr r="0" g="0" b="0"/>
                    </a:fillRef>
                    <a:effectRef idx="0">
                      <a:scrgbClr r="0" g="0" b="0"/>
                    </a:effectRef>
                    <a:fontRef idx="none"/>
                  </p:style>
                </p:cxnSp>
                <p:cxnSp>
                  <p:nvCxnSpPr>
                    <p:cNvPr id="6" name="Straight Connector 5">
                      <a:extLst>
                        <a:ext uri="{FF2B5EF4-FFF2-40B4-BE49-F238E27FC236}">
                          <a16:creationId xmlns:a16="http://schemas.microsoft.com/office/drawing/2014/main" id="{95DE8958-5076-4E45-B001-120F5DD620A7}"/>
                        </a:ext>
                      </a:extLst>
                    </p:cNvPr>
                    <p:cNvCxnSpPr>
                      <a:cxnSpLocks/>
                    </p:cNvCxnSpPr>
                    <p:nvPr/>
                  </p:nvCxnSpPr>
                  <p:spPr>
                    <a:xfrm flipH="1">
                      <a:off x="1174377" y="5877059"/>
                      <a:ext cx="4498290" cy="0"/>
                    </a:xfrm>
                    <a:prstGeom prst="line">
                      <a:avLst/>
                    </a:prstGeom>
                    <a:noFill/>
                    <a:ln w="38100" cap="flat">
                      <a:solidFill>
                        <a:srgbClr val="000000"/>
                      </a:solidFill>
                      <a:prstDash val="solid"/>
                      <a:miter lim="400000"/>
                      <a:headEnd type="triangle" w="med" len="med"/>
                      <a:tailEnd type="triangle" w="med" len="med"/>
                    </a:ln>
                    <a:effectLst/>
                    <a:sp3d/>
                  </p:spPr>
                  <p:style>
                    <a:lnRef idx="0">
                      <a:scrgbClr r="0" g="0" b="0"/>
                    </a:lnRef>
                    <a:fillRef idx="0">
                      <a:scrgbClr r="0" g="0" b="0"/>
                    </a:fillRef>
                    <a:effectRef idx="0">
                      <a:scrgbClr r="0" g="0" b="0"/>
                    </a:effectRef>
                    <a:fontRef idx="none"/>
                  </p:style>
                </p:cxnSp>
              </p:grpSp>
              <p:sp>
                <p:nvSpPr>
                  <p:cNvPr id="14" name="TextBox 13">
                    <a:extLst>
                      <a:ext uri="{FF2B5EF4-FFF2-40B4-BE49-F238E27FC236}">
                        <a16:creationId xmlns:a16="http://schemas.microsoft.com/office/drawing/2014/main" id="{C290B2F0-24F6-7946-9087-7CBDE5E6B359}"/>
                      </a:ext>
                    </a:extLst>
                  </p:cNvPr>
                  <p:cNvSpPr txBox="1"/>
                  <p:nvPr/>
                </p:nvSpPr>
                <p:spPr>
                  <a:xfrm>
                    <a:off x="656666" y="1392112"/>
                    <a:ext cx="863600" cy="13835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sz="1600" b="0" dirty="0">
                        <a:latin typeface="Times New Roman" panose="02020603050405020304" pitchFamily="18" charset="0"/>
                        <a:cs typeface="Times New Roman" panose="02020603050405020304" pitchFamily="18" charset="0"/>
                      </a:rPr>
                      <a:t>TR, </a:t>
                    </a:r>
                  </a:p>
                  <a:p>
                    <a:pPr marL="0" marR="0" indent="0" algn="ctr" defTabSz="584200" rtl="0" fontAlgn="auto" latinLnBrk="0" hangingPunct="0">
                      <a:lnSpc>
                        <a:spcPct val="100000"/>
                      </a:lnSpc>
                      <a:spcBef>
                        <a:spcPts val="0"/>
                      </a:spcBef>
                      <a:spcAft>
                        <a:spcPts val="0"/>
                      </a:spcAft>
                      <a:buClrTx/>
                      <a:buSzTx/>
                      <a:buFontTx/>
                      <a:buNone/>
                      <a:tabLst/>
                    </a:pPr>
                    <a:r>
                      <a:rPr lang="en-US" sz="1600" b="0" dirty="0">
                        <a:latin typeface="Times New Roman" panose="02020603050405020304" pitchFamily="18" charset="0"/>
                        <a:cs typeface="Times New Roman" panose="02020603050405020304" pitchFamily="18" charset="0"/>
                      </a:rPr>
                      <a:t>AR, </a:t>
                    </a:r>
                  </a:p>
                  <a:p>
                    <a:pPr marL="0" marR="0" indent="0" algn="ctr" defTabSz="584200" rtl="0" fontAlgn="auto" latinLnBrk="0" hangingPunct="0">
                      <a:lnSpc>
                        <a:spcPct val="100000"/>
                      </a:lnSpc>
                      <a:spcBef>
                        <a:spcPts val="0"/>
                      </a:spcBef>
                      <a:spcAft>
                        <a:spcPts val="0"/>
                      </a:spcAft>
                      <a:buClrTx/>
                      <a:buSzTx/>
                      <a:buFontTx/>
                      <a:buNone/>
                      <a:tabLst/>
                    </a:pPr>
                    <a:r>
                      <a:rPr lang="en-US" sz="1600" b="0" dirty="0">
                        <a:latin typeface="Times New Roman" panose="02020603050405020304" pitchFamily="18" charset="0"/>
                        <a:cs typeface="Times New Roman" panose="02020603050405020304" pitchFamily="18" charset="0"/>
                      </a:rPr>
                      <a:t>MR</a:t>
                    </a:r>
                    <a:endParaRPr kumimoji="0" lang="en-US" sz="1600" b="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Neue"/>
                    </a:endParaRPr>
                  </a:p>
                </p:txBody>
              </p:sp>
              <p:sp>
                <p:nvSpPr>
                  <p:cNvPr id="16" name="TextBox 15">
                    <a:extLst>
                      <a:ext uri="{FF2B5EF4-FFF2-40B4-BE49-F238E27FC236}">
                        <a16:creationId xmlns:a16="http://schemas.microsoft.com/office/drawing/2014/main" id="{4478112D-65C3-5543-8BC2-702063D4B715}"/>
                      </a:ext>
                    </a:extLst>
                  </p:cNvPr>
                  <p:cNvSpPr txBox="1"/>
                  <p:nvPr/>
                </p:nvSpPr>
                <p:spPr>
                  <a:xfrm>
                    <a:off x="5116820" y="5963048"/>
                    <a:ext cx="863600" cy="57367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sz="1600" b="0" dirty="0">
                        <a:latin typeface="Times New Roman" panose="02020603050405020304" pitchFamily="18" charset="0"/>
                        <a:cs typeface="Times New Roman" panose="02020603050405020304" pitchFamily="18" charset="0"/>
                      </a:rPr>
                      <a:t>Qty</a:t>
                    </a:r>
                    <a:endParaRPr kumimoji="0" lang="en-US" sz="1600" b="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Neue"/>
                    </a:endParaRPr>
                  </a:p>
                </p:txBody>
              </p:sp>
              <p:sp>
                <p:nvSpPr>
                  <p:cNvPr id="36" name="TextBox 35">
                    <a:extLst>
                      <a:ext uri="{FF2B5EF4-FFF2-40B4-BE49-F238E27FC236}">
                        <a16:creationId xmlns:a16="http://schemas.microsoft.com/office/drawing/2014/main" id="{B669FFA1-B075-7045-9439-A8065DDE174C}"/>
                      </a:ext>
                    </a:extLst>
                  </p:cNvPr>
                  <p:cNvSpPr txBox="1"/>
                  <p:nvPr/>
                </p:nvSpPr>
                <p:spPr>
                  <a:xfrm>
                    <a:off x="796863" y="3395356"/>
                    <a:ext cx="863600" cy="57367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sz="1600" b="0">
                        <a:latin typeface="Times New Roman" panose="02020603050405020304" pitchFamily="18" charset="0"/>
                        <a:cs typeface="Times New Roman" panose="02020603050405020304" pitchFamily="18" charset="0"/>
                      </a:rPr>
                      <a:t>P</a:t>
                    </a:r>
                    <a:endParaRPr kumimoji="0" lang="en-US" sz="1600" b="0" i="0" u="none" strike="noStrike" cap="none" spc="0" normalizeH="0" baseline="0">
                      <a:ln>
                        <a:noFill/>
                      </a:ln>
                      <a:solidFill>
                        <a:srgbClr val="000000"/>
                      </a:solidFill>
                      <a:effectLst/>
                      <a:uFillTx/>
                      <a:latin typeface="Times New Roman" panose="02020603050405020304" pitchFamily="18" charset="0"/>
                      <a:cs typeface="Times New Roman" panose="02020603050405020304" pitchFamily="18" charset="0"/>
                      <a:sym typeface="Helvetica Neue"/>
                    </a:endParaRPr>
                  </a:p>
                </p:txBody>
              </p:sp>
            </p:grpSp>
          </p:grpSp>
          <p:grpSp>
            <p:nvGrpSpPr>
              <p:cNvPr id="37" name="Group 36">
                <a:extLst>
                  <a:ext uri="{FF2B5EF4-FFF2-40B4-BE49-F238E27FC236}">
                    <a16:creationId xmlns:a16="http://schemas.microsoft.com/office/drawing/2014/main" id="{829CCE33-C587-6944-91A3-0918628BC23A}"/>
                  </a:ext>
                </a:extLst>
              </p:cNvPr>
              <p:cNvGrpSpPr/>
              <p:nvPr/>
            </p:nvGrpSpPr>
            <p:grpSpPr>
              <a:xfrm>
                <a:off x="7165799" y="1254795"/>
                <a:ext cx="5054507" cy="7711499"/>
                <a:chOff x="7165799" y="1254795"/>
                <a:chExt cx="5054507" cy="7711499"/>
              </a:xfrm>
            </p:grpSpPr>
            <p:grpSp>
              <p:nvGrpSpPr>
                <p:cNvPr id="17" name="Group 16">
                  <a:extLst>
                    <a:ext uri="{FF2B5EF4-FFF2-40B4-BE49-F238E27FC236}">
                      <a16:creationId xmlns:a16="http://schemas.microsoft.com/office/drawing/2014/main" id="{3C19A084-1A92-224D-B6D8-6EEC4603FC78}"/>
                    </a:ext>
                  </a:extLst>
                </p:cNvPr>
                <p:cNvGrpSpPr/>
                <p:nvPr/>
              </p:nvGrpSpPr>
              <p:grpSpPr>
                <a:xfrm>
                  <a:off x="7165799" y="1254795"/>
                  <a:ext cx="5054507" cy="7711499"/>
                  <a:chOff x="7165799" y="1254795"/>
                  <a:chExt cx="5054507" cy="7711499"/>
                </a:xfrm>
              </p:grpSpPr>
              <p:grpSp>
                <p:nvGrpSpPr>
                  <p:cNvPr id="23" name="Group 22">
                    <a:extLst>
                      <a:ext uri="{FF2B5EF4-FFF2-40B4-BE49-F238E27FC236}">
                        <a16:creationId xmlns:a16="http://schemas.microsoft.com/office/drawing/2014/main" id="{E7B8B278-7DC3-2B41-A768-080CD8F8A0F3}"/>
                      </a:ext>
                    </a:extLst>
                  </p:cNvPr>
                  <p:cNvGrpSpPr/>
                  <p:nvPr/>
                </p:nvGrpSpPr>
                <p:grpSpPr>
                  <a:xfrm>
                    <a:off x="7996810" y="4987064"/>
                    <a:ext cx="4143145" cy="3979230"/>
                    <a:chOff x="7993229" y="4987064"/>
                    <a:chExt cx="5090380" cy="3979230"/>
                  </a:xfrm>
                </p:grpSpPr>
                <p:sp>
                  <p:nvSpPr>
                    <p:cNvPr id="24" name="TextBox 23">
                      <a:extLst>
                        <a:ext uri="{FF2B5EF4-FFF2-40B4-BE49-F238E27FC236}">
                          <a16:creationId xmlns:a16="http://schemas.microsoft.com/office/drawing/2014/main" id="{1D34FE83-C919-A546-BE12-88B731344C2E}"/>
                        </a:ext>
                      </a:extLst>
                    </p:cNvPr>
                    <p:cNvSpPr txBox="1"/>
                    <p:nvPr/>
                  </p:nvSpPr>
                  <p:spPr>
                    <a:xfrm>
                      <a:off x="12220009" y="6887871"/>
                      <a:ext cx="863600" cy="8275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sz="1600" b="0" dirty="0">
                          <a:latin typeface="Times New Roman" panose="02020603050405020304" pitchFamily="18" charset="0"/>
                          <a:cs typeface="Times New Roman" panose="02020603050405020304" pitchFamily="18" charset="0"/>
                        </a:rPr>
                        <a:t>AR</a:t>
                      </a:r>
                      <a:r>
                        <a:rPr lang="en-US" sz="1600" b="0" baseline="-25000" dirty="0">
                          <a:latin typeface="Times New Roman" panose="02020603050405020304" pitchFamily="18" charset="0"/>
                          <a:cs typeface="Times New Roman" panose="02020603050405020304" pitchFamily="18" charset="0"/>
                        </a:rPr>
                        <a:t>C</a:t>
                      </a:r>
                      <a:endParaRPr kumimoji="0" lang="en-US" sz="1600" b="0" i="0" u="none" strike="noStrike" cap="none" spc="0" normalizeH="0" baseline="-25000" dirty="0">
                        <a:ln>
                          <a:noFill/>
                        </a:ln>
                        <a:solidFill>
                          <a:srgbClr val="000000"/>
                        </a:solidFill>
                        <a:effectLst/>
                        <a:uFillTx/>
                        <a:latin typeface="Times New Roman" panose="02020603050405020304" pitchFamily="18" charset="0"/>
                        <a:cs typeface="Times New Roman" panose="02020603050405020304" pitchFamily="18" charset="0"/>
                        <a:sym typeface="Helvetica Neue"/>
                      </a:endParaRPr>
                    </a:p>
                  </p:txBody>
                </p:sp>
                <p:cxnSp>
                  <p:nvCxnSpPr>
                    <p:cNvPr id="25" name="Straight Connector 24">
                      <a:extLst>
                        <a:ext uri="{FF2B5EF4-FFF2-40B4-BE49-F238E27FC236}">
                          <a16:creationId xmlns:a16="http://schemas.microsoft.com/office/drawing/2014/main" id="{44A6B907-18FB-A44A-9D5A-E05D4830B2E8}"/>
                        </a:ext>
                      </a:extLst>
                    </p:cNvPr>
                    <p:cNvCxnSpPr>
                      <a:cxnSpLocks/>
                    </p:cNvCxnSpPr>
                    <p:nvPr/>
                  </p:nvCxnSpPr>
                  <p:spPr>
                    <a:xfrm>
                      <a:off x="8033102" y="4987064"/>
                      <a:ext cx="4538958" cy="2055656"/>
                    </a:xfrm>
                    <a:prstGeom prst="line">
                      <a:avLst/>
                    </a:prstGeom>
                    <a:noFill/>
                    <a:ln w="63500" cap="flat">
                      <a:solidFill>
                        <a:schemeClr val="accent3">
                          <a:lumMod val="50000"/>
                        </a:schemeClr>
                      </a:solidFill>
                      <a:prstDash val="solid"/>
                      <a:miter lim="400000"/>
                    </a:ln>
                    <a:effectLst/>
                    <a:sp3d/>
                  </p:spPr>
                  <p:style>
                    <a:lnRef idx="0">
                      <a:scrgbClr r="0" g="0" b="0"/>
                    </a:lnRef>
                    <a:fillRef idx="0">
                      <a:scrgbClr r="0" g="0" b="0"/>
                    </a:fillRef>
                    <a:effectRef idx="0">
                      <a:scrgbClr r="0" g="0" b="0"/>
                    </a:effectRef>
                    <a:fontRef idx="none"/>
                  </p:style>
                </p:cxnSp>
                <p:cxnSp>
                  <p:nvCxnSpPr>
                    <p:cNvPr id="29" name="Straight Connector 28">
                      <a:extLst>
                        <a:ext uri="{FF2B5EF4-FFF2-40B4-BE49-F238E27FC236}">
                          <a16:creationId xmlns:a16="http://schemas.microsoft.com/office/drawing/2014/main" id="{D8520D50-E4F8-7948-95CD-3C277511D8DD}"/>
                        </a:ext>
                      </a:extLst>
                    </p:cNvPr>
                    <p:cNvCxnSpPr>
                      <a:cxnSpLocks/>
                    </p:cNvCxnSpPr>
                    <p:nvPr/>
                  </p:nvCxnSpPr>
                  <p:spPr>
                    <a:xfrm>
                      <a:off x="7993229" y="4987064"/>
                      <a:ext cx="3035915" cy="3355144"/>
                    </a:xfrm>
                    <a:prstGeom prst="line">
                      <a:avLst/>
                    </a:prstGeom>
                    <a:noFill/>
                    <a:ln w="63500" cap="flat">
                      <a:solidFill>
                        <a:srgbClr val="C00000"/>
                      </a:solidFill>
                      <a:prstDash val="solid"/>
                      <a:miter lim="400000"/>
                    </a:ln>
                    <a:effectLst/>
                    <a:sp3d/>
                  </p:spPr>
                  <p:style>
                    <a:lnRef idx="0">
                      <a:scrgbClr r="0" g="0" b="0"/>
                    </a:lnRef>
                    <a:fillRef idx="0">
                      <a:scrgbClr r="0" g="0" b="0"/>
                    </a:fillRef>
                    <a:effectRef idx="0">
                      <a:scrgbClr r="0" g="0" b="0"/>
                    </a:effectRef>
                    <a:fontRef idx="none"/>
                  </p:style>
                </p:cxnSp>
                <p:sp>
                  <p:nvSpPr>
                    <p:cNvPr id="31" name="TextBox 30">
                      <a:extLst>
                        <a:ext uri="{FF2B5EF4-FFF2-40B4-BE49-F238E27FC236}">
                          <a16:creationId xmlns:a16="http://schemas.microsoft.com/office/drawing/2014/main" id="{9FD832E5-2E5F-2241-A9F2-F00352A51F19}"/>
                        </a:ext>
                      </a:extLst>
                    </p:cNvPr>
                    <p:cNvSpPr txBox="1"/>
                    <p:nvPr/>
                  </p:nvSpPr>
                  <p:spPr>
                    <a:xfrm>
                      <a:off x="10213969" y="8138737"/>
                      <a:ext cx="1225766" cy="8275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sz="1600" b="0" dirty="0">
                          <a:latin typeface="Times New Roman" panose="02020603050405020304" pitchFamily="18" charset="0"/>
                          <a:cs typeface="Times New Roman" panose="02020603050405020304" pitchFamily="18" charset="0"/>
                        </a:rPr>
                        <a:t>MR</a:t>
                      </a:r>
                      <a:r>
                        <a:rPr lang="en-US" sz="1600" b="0" baseline="-25000" dirty="0">
                          <a:latin typeface="Times New Roman" panose="02020603050405020304" pitchFamily="18" charset="0"/>
                          <a:cs typeface="Times New Roman" panose="02020603050405020304" pitchFamily="18" charset="0"/>
                        </a:rPr>
                        <a:t>C</a:t>
                      </a:r>
                      <a:endParaRPr kumimoji="0" lang="en-US" sz="1600" b="0" i="0" u="none" strike="noStrike" cap="none" spc="0" normalizeH="0" baseline="-25000" dirty="0">
                        <a:ln>
                          <a:noFill/>
                        </a:ln>
                        <a:solidFill>
                          <a:srgbClr val="000000"/>
                        </a:solidFill>
                        <a:effectLst/>
                        <a:uFillTx/>
                        <a:latin typeface="Times New Roman" panose="02020603050405020304" pitchFamily="18" charset="0"/>
                        <a:cs typeface="Times New Roman" panose="02020603050405020304" pitchFamily="18" charset="0"/>
                        <a:sym typeface="Helvetica Neue"/>
                      </a:endParaRPr>
                    </a:p>
                  </p:txBody>
                </p:sp>
              </p:grpSp>
              <p:grpSp>
                <p:nvGrpSpPr>
                  <p:cNvPr id="40" name="Group 39">
                    <a:extLst>
                      <a:ext uri="{FF2B5EF4-FFF2-40B4-BE49-F238E27FC236}">
                        <a16:creationId xmlns:a16="http://schemas.microsoft.com/office/drawing/2014/main" id="{3E86F75B-02DD-1245-9109-D69E06F6CAEE}"/>
                      </a:ext>
                    </a:extLst>
                  </p:cNvPr>
                  <p:cNvGrpSpPr/>
                  <p:nvPr/>
                </p:nvGrpSpPr>
                <p:grpSpPr>
                  <a:xfrm>
                    <a:off x="7165799" y="1254795"/>
                    <a:ext cx="5054507" cy="7438675"/>
                    <a:chOff x="7165799" y="1254795"/>
                    <a:chExt cx="5054507" cy="7438675"/>
                  </a:xfrm>
                </p:grpSpPr>
                <p:grpSp>
                  <p:nvGrpSpPr>
                    <p:cNvPr id="10" name="Group 9">
                      <a:extLst>
                        <a:ext uri="{FF2B5EF4-FFF2-40B4-BE49-F238E27FC236}">
                          <a16:creationId xmlns:a16="http://schemas.microsoft.com/office/drawing/2014/main" id="{0C71AAA4-0BE5-ED4A-A06C-D7DFC98B129C}"/>
                        </a:ext>
                      </a:extLst>
                    </p:cNvPr>
                    <p:cNvGrpSpPr/>
                    <p:nvPr/>
                  </p:nvGrpSpPr>
                  <p:grpSpPr>
                    <a:xfrm>
                      <a:off x="7682162" y="1518023"/>
                      <a:ext cx="4244290" cy="6733076"/>
                      <a:chOff x="1128962" y="1721223"/>
                      <a:chExt cx="4244290" cy="6733076"/>
                    </a:xfrm>
                  </p:grpSpPr>
                  <p:cxnSp>
                    <p:nvCxnSpPr>
                      <p:cNvPr id="11" name="Straight Connector 10">
                        <a:extLst>
                          <a:ext uri="{FF2B5EF4-FFF2-40B4-BE49-F238E27FC236}">
                            <a16:creationId xmlns:a16="http://schemas.microsoft.com/office/drawing/2014/main" id="{4F4805E6-CFEA-B34F-820C-EDCCF80F4941}"/>
                          </a:ext>
                        </a:extLst>
                      </p:cNvPr>
                      <p:cNvCxnSpPr>
                        <a:cxnSpLocks/>
                      </p:cNvCxnSpPr>
                      <p:nvPr/>
                    </p:nvCxnSpPr>
                    <p:spPr>
                      <a:xfrm>
                        <a:off x="1434353" y="1721223"/>
                        <a:ext cx="0" cy="6733076"/>
                      </a:xfrm>
                      <a:prstGeom prst="line">
                        <a:avLst/>
                      </a:prstGeom>
                      <a:noFill/>
                      <a:ln w="38100" cap="flat">
                        <a:solidFill>
                          <a:srgbClr val="000000"/>
                        </a:solidFill>
                        <a:prstDash val="solid"/>
                        <a:miter lim="400000"/>
                        <a:headEnd type="triangle" w="med" len="med"/>
                        <a:tailEnd type="triangle" w="med" len="med"/>
                      </a:ln>
                      <a:effectLst/>
                      <a:sp3d/>
                    </p:spPr>
                    <p:style>
                      <a:lnRef idx="0">
                        <a:scrgbClr r="0" g="0" b="0"/>
                      </a:lnRef>
                      <a:fillRef idx="0">
                        <a:scrgbClr r="0" g="0" b="0"/>
                      </a:fillRef>
                      <a:effectRef idx="0">
                        <a:scrgbClr r="0" g="0" b="0"/>
                      </a:effectRef>
                      <a:fontRef idx="none"/>
                    </p:style>
                  </p:cxnSp>
                  <p:cxnSp>
                    <p:nvCxnSpPr>
                      <p:cNvPr id="12" name="Straight Connector 11">
                        <a:extLst>
                          <a:ext uri="{FF2B5EF4-FFF2-40B4-BE49-F238E27FC236}">
                            <a16:creationId xmlns:a16="http://schemas.microsoft.com/office/drawing/2014/main" id="{5D541346-1C7E-1140-85EF-AE67E731F52D}"/>
                          </a:ext>
                        </a:extLst>
                      </p:cNvPr>
                      <p:cNvCxnSpPr>
                        <a:cxnSpLocks/>
                      </p:cNvCxnSpPr>
                      <p:nvPr/>
                    </p:nvCxnSpPr>
                    <p:spPr>
                      <a:xfrm flipH="1">
                        <a:off x="1128962" y="7951119"/>
                        <a:ext cx="4244290" cy="0"/>
                      </a:xfrm>
                      <a:prstGeom prst="line">
                        <a:avLst/>
                      </a:prstGeom>
                      <a:noFill/>
                      <a:ln w="38100" cap="flat">
                        <a:solidFill>
                          <a:srgbClr val="000000"/>
                        </a:solidFill>
                        <a:prstDash val="solid"/>
                        <a:miter lim="400000"/>
                        <a:headEnd type="triangle" w="med" len="med"/>
                        <a:tailEnd type="triangle" w="med" len="med"/>
                      </a:ln>
                      <a:effectLst/>
                      <a:sp3d/>
                    </p:spPr>
                    <p:style>
                      <a:lnRef idx="0">
                        <a:scrgbClr r="0" g="0" b="0"/>
                      </a:lnRef>
                      <a:fillRef idx="0">
                        <a:scrgbClr r="0" g="0" b="0"/>
                      </a:fillRef>
                      <a:effectRef idx="0">
                        <a:scrgbClr r="0" g="0" b="0"/>
                      </a:effectRef>
                      <a:fontRef idx="none"/>
                    </p:style>
                  </p:cxnSp>
                </p:grpSp>
                <p:sp>
                  <p:nvSpPr>
                    <p:cNvPr id="18" name="TextBox 17">
                      <a:extLst>
                        <a:ext uri="{FF2B5EF4-FFF2-40B4-BE49-F238E27FC236}">
                          <a16:creationId xmlns:a16="http://schemas.microsoft.com/office/drawing/2014/main" id="{67DDA854-9955-A540-95D0-4A197406CEB9}"/>
                        </a:ext>
                      </a:extLst>
                    </p:cNvPr>
                    <p:cNvSpPr txBox="1"/>
                    <p:nvPr/>
                  </p:nvSpPr>
                  <p:spPr>
                    <a:xfrm>
                      <a:off x="11356706" y="7865913"/>
                      <a:ext cx="863600" cy="8275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sz="1600" b="0">
                          <a:latin typeface="Times New Roman" panose="02020603050405020304" pitchFamily="18" charset="0"/>
                          <a:cs typeface="Times New Roman" panose="02020603050405020304" pitchFamily="18" charset="0"/>
                        </a:rPr>
                        <a:t>Qty</a:t>
                      </a:r>
                      <a:endParaRPr kumimoji="0" lang="en-US" sz="1600" b="0" i="0" u="none" strike="noStrike" cap="none" spc="0" normalizeH="0" baseline="0">
                        <a:ln>
                          <a:noFill/>
                        </a:ln>
                        <a:solidFill>
                          <a:srgbClr val="000000"/>
                        </a:solidFill>
                        <a:effectLst/>
                        <a:uFillTx/>
                        <a:latin typeface="Times New Roman" panose="02020603050405020304" pitchFamily="18" charset="0"/>
                        <a:cs typeface="Times New Roman" panose="02020603050405020304" pitchFamily="18" charset="0"/>
                        <a:sym typeface="Helvetica Neue"/>
                      </a:endParaRPr>
                    </a:p>
                  </p:txBody>
                </p:sp>
                <p:sp>
                  <p:nvSpPr>
                    <p:cNvPr id="32" name="TextBox 31">
                      <a:extLst>
                        <a:ext uri="{FF2B5EF4-FFF2-40B4-BE49-F238E27FC236}">
                          <a16:creationId xmlns:a16="http://schemas.microsoft.com/office/drawing/2014/main" id="{9CD02FA9-0697-3046-A67E-09601D3C4013}"/>
                        </a:ext>
                      </a:extLst>
                    </p:cNvPr>
                    <p:cNvSpPr txBox="1"/>
                    <p:nvPr/>
                  </p:nvSpPr>
                  <p:spPr>
                    <a:xfrm>
                      <a:off x="7165799" y="1254795"/>
                      <a:ext cx="863600" cy="19958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sz="1600" b="0" dirty="0">
                          <a:latin typeface="Times New Roman" panose="02020603050405020304" pitchFamily="18" charset="0"/>
                          <a:cs typeface="Times New Roman" panose="02020603050405020304" pitchFamily="18" charset="0"/>
                        </a:rPr>
                        <a:t>TR, </a:t>
                      </a:r>
                    </a:p>
                    <a:p>
                      <a:pPr marL="0" marR="0" indent="0" algn="ctr" defTabSz="584200" rtl="0" fontAlgn="auto" latinLnBrk="0" hangingPunct="0">
                        <a:lnSpc>
                          <a:spcPct val="100000"/>
                        </a:lnSpc>
                        <a:spcBef>
                          <a:spcPts val="0"/>
                        </a:spcBef>
                        <a:spcAft>
                          <a:spcPts val="0"/>
                        </a:spcAft>
                        <a:buClrTx/>
                        <a:buSzTx/>
                        <a:buFontTx/>
                        <a:buNone/>
                        <a:tabLst/>
                      </a:pPr>
                      <a:r>
                        <a:rPr lang="en-US" sz="1600" b="0" dirty="0">
                          <a:latin typeface="Times New Roman" panose="02020603050405020304" pitchFamily="18" charset="0"/>
                          <a:cs typeface="Times New Roman" panose="02020603050405020304" pitchFamily="18" charset="0"/>
                        </a:rPr>
                        <a:t>AR, </a:t>
                      </a:r>
                    </a:p>
                    <a:p>
                      <a:pPr marL="0" marR="0" indent="0" algn="ctr" defTabSz="584200" rtl="0" fontAlgn="auto" latinLnBrk="0" hangingPunct="0">
                        <a:lnSpc>
                          <a:spcPct val="100000"/>
                        </a:lnSpc>
                        <a:spcBef>
                          <a:spcPts val="0"/>
                        </a:spcBef>
                        <a:spcAft>
                          <a:spcPts val="0"/>
                        </a:spcAft>
                        <a:buClrTx/>
                        <a:buSzTx/>
                        <a:buFontTx/>
                        <a:buNone/>
                        <a:tabLst/>
                      </a:pPr>
                      <a:r>
                        <a:rPr lang="en-US" sz="1600" b="0" dirty="0">
                          <a:latin typeface="Times New Roman" panose="02020603050405020304" pitchFamily="18" charset="0"/>
                          <a:cs typeface="Times New Roman" panose="02020603050405020304" pitchFamily="18" charset="0"/>
                        </a:rPr>
                        <a:t>MR</a:t>
                      </a:r>
                      <a:endParaRPr kumimoji="0" lang="en-US" sz="1600" b="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Neue"/>
                      </a:endParaRPr>
                    </a:p>
                  </p:txBody>
                </p:sp>
              </p:grpSp>
            </p:grpSp>
            <p:cxnSp>
              <p:nvCxnSpPr>
                <p:cNvPr id="5" name="Straight Connector 4">
                  <a:extLst>
                    <a:ext uri="{FF2B5EF4-FFF2-40B4-BE49-F238E27FC236}">
                      <a16:creationId xmlns:a16="http://schemas.microsoft.com/office/drawing/2014/main" id="{C5DE9A70-6598-CF46-8B37-37F2A5A7891C}"/>
                    </a:ext>
                  </a:extLst>
                </p:cNvPr>
                <p:cNvCxnSpPr>
                  <a:cxnSpLocks/>
                </p:cNvCxnSpPr>
                <p:nvPr/>
              </p:nvCxnSpPr>
              <p:spPr>
                <a:xfrm flipV="1">
                  <a:off x="10005399" y="2992233"/>
                  <a:ext cx="574" cy="4755686"/>
                </a:xfrm>
                <a:prstGeom prst="line">
                  <a:avLst/>
                </a:prstGeom>
                <a:noFill/>
                <a:ln w="57150" cap="flat">
                  <a:solidFill>
                    <a:srgbClr val="000000"/>
                  </a:solidFill>
                  <a:prstDash val="sysDot"/>
                  <a:miter lim="400000"/>
                </a:ln>
                <a:effectLst/>
                <a:sp3d/>
              </p:spPr>
              <p:style>
                <a:lnRef idx="0">
                  <a:scrgbClr r="0" g="0" b="0"/>
                </a:lnRef>
                <a:fillRef idx="0">
                  <a:scrgbClr r="0" g="0" b="0"/>
                </a:fillRef>
                <a:effectRef idx="0">
                  <a:scrgbClr r="0" g="0" b="0"/>
                </a:effectRef>
                <a:fontRef idx="none"/>
              </p:style>
            </p:cxnSp>
          </p:grpSp>
        </p:grpSp>
        <p:sp>
          <p:nvSpPr>
            <p:cNvPr id="26" name="Arc 25">
              <a:extLst>
                <a:ext uri="{FF2B5EF4-FFF2-40B4-BE49-F238E27FC236}">
                  <a16:creationId xmlns:a16="http://schemas.microsoft.com/office/drawing/2014/main" id="{7C2FE509-758C-284F-8447-DF52BCD6B1BF}"/>
                </a:ext>
              </a:extLst>
            </p:cNvPr>
            <p:cNvSpPr/>
            <p:nvPr/>
          </p:nvSpPr>
          <p:spPr>
            <a:xfrm flipH="1">
              <a:off x="8029263" y="3025959"/>
              <a:ext cx="4024779" cy="9471010"/>
            </a:xfrm>
            <a:prstGeom prst="arc">
              <a:avLst>
                <a:gd name="adj1" fmla="val 15375685"/>
                <a:gd name="adj2" fmla="val 0"/>
              </a:avLst>
            </a:prstGeom>
            <a:noFill/>
            <a:ln w="63500" cap="flat">
              <a:solidFill>
                <a:srgbClr val="0070C0"/>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600" b="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endParaRPr>
            </a:p>
          </p:txBody>
        </p:sp>
      </p:grpSp>
      <p:sp>
        <p:nvSpPr>
          <p:cNvPr id="38" name="TextBox 37">
            <a:extLst>
              <a:ext uri="{FF2B5EF4-FFF2-40B4-BE49-F238E27FC236}">
                <a16:creationId xmlns:a16="http://schemas.microsoft.com/office/drawing/2014/main" id="{A7C1193F-39E2-0649-8BB2-B8FAD0E9B876}"/>
              </a:ext>
            </a:extLst>
          </p:cNvPr>
          <p:cNvSpPr txBox="1"/>
          <p:nvPr/>
        </p:nvSpPr>
        <p:spPr>
          <a:xfrm>
            <a:off x="4580683" y="3981939"/>
            <a:ext cx="39978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sz="2800" b="1" i="0" u="none" strike="noStrike" cap="none" spc="0" normalizeH="0" baseline="0" dirty="0">
                <a:ln>
                  <a:noFill/>
                </a:ln>
                <a:solidFill>
                  <a:srgbClr val="FF0000"/>
                </a:solidFill>
                <a:effectLst/>
                <a:uFillTx/>
                <a:latin typeface="Times New Roman" panose="02020603050405020304" pitchFamily="18" charset="0"/>
                <a:cs typeface="Times New Roman" panose="02020603050405020304" pitchFamily="18" charset="0"/>
                <a:sym typeface="Helvetica Neue"/>
              </a:rPr>
              <a:t>MARGINAL REVENUE</a:t>
            </a:r>
          </a:p>
        </p:txBody>
      </p:sp>
      <p:sp>
        <p:nvSpPr>
          <p:cNvPr id="41" name="TextBox 40">
            <a:extLst>
              <a:ext uri="{FF2B5EF4-FFF2-40B4-BE49-F238E27FC236}">
                <a16:creationId xmlns:a16="http://schemas.microsoft.com/office/drawing/2014/main" id="{50BEB018-8798-B542-AE16-F8D86D733294}"/>
              </a:ext>
            </a:extLst>
          </p:cNvPr>
          <p:cNvSpPr txBox="1"/>
          <p:nvPr/>
        </p:nvSpPr>
        <p:spPr>
          <a:xfrm>
            <a:off x="1371544" y="4466383"/>
            <a:ext cx="10957014"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just"/>
            <a:r>
              <a:rPr lang="en-US" sz="2800" dirty="0">
                <a:solidFill>
                  <a:schemeClr val="tx1"/>
                </a:solidFill>
                <a:latin typeface="Times New Roman" panose="02020603050405020304" pitchFamily="18" charset="0"/>
                <a:cs typeface="Times New Roman" panose="02020603050405020304" pitchFamily="18" charset="0"/>
              </a:rPr>
              <a:t>M</a:t>
            </a:r>
            <a:r>
              <a:rPr kumimoji="0" lang="en-US" sz="2800" i="0" u="none" strike="noStrike" cap="none" spc="0" normalizeH="0" baseline="0" dirty="0">
                <a:ln>
                  <a:noFill/>
                </a:ln>
                <a:solidFill>
                  <a:schemeClr val="tx1"/>
                </a:solidFill>
                <a:effectLst/>
                <a:uFillTx/>
                <a:latin typeface="Times New Roman" panose="02020603050405020304" pitchFamily="18" charset="0"/>
                <a:cs typeface="Times New Roman" panose="02020603050405020304" pitchFamily="18" charset="0"/>
                <a:sym typeface="Helvetica Neue"/>
              </a:rPr>
              <a:t>R refers to additional sales receipts received by selling one more unit  </a:t>
            </a: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20F17D6C-F10E-FF4B-924A-14827363DA62}"/>
                  </a:ext>
                </a:extLst>
              </p:cNvPr>
              <p:cNvSpPr txBox="1"/>
              <p:nvPr/>
            </p:nvSpPr>
            <p:spPr>
              <a:xfrm>
                <a:off x="856068" y="4744915"/>
                <a:ext cx="12148732" cy="113210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nSpc>
                    <a:spcPct val="150000"/>
                  </a:lnSpc>
                </a:pPr>
                <a14:m>
                  <m:oMath xmlns:m="http://schemas.openxmlformats.org/officeDocument/2006/math">
                    <m:sSub>
                      <m:sSubPr>
                        <m:ctrlPr>
                          <a:rPr lang="en-US" sz="2800" b="1" i="1" dirty="0" smtClean="0">
                            <a:solidFill>
                              <a:srgbClr val="FF0000"/>
                            </a:solidFill>
                            <a:latin typeface="Cambria Math" panose="02040503050406030204" pitchFamily="18" charset="0"/>
                          </a:rPr>
                        </m:ctrlPr>
                      </m:sSubPr>
                      <m:e>
                        <m:r>
                          <a:rPr lang="en-US" sz="2800" b="1" i="1" dirty="0" smtClean="0">
                            <a:solidFill>
                              <a:srgbClr val="FF0000"/>
                            </a:solidFill>
                            <a:latin typeface="Cambria Math" panose="02040503050406030204" pitchFamily="18" charset="0"/>
                          </a:rPr>
                          <m:t>𝑴𝑹</m:t>
                        </m:r>
                      </m:e>
                      <m:sub>
                        <m:r>
                          <a:rPr lang="en-US" sz="2800" b="1" i="1" dirty="0" smtClean="0">
                            <a:solidFill>
                              <a:srgbClr val="FF0000"/>
                            </a:solidFill>
                            <a:latin typeface="Cambria Math" panose="02040503050406030204" pitchFamily="18" charset="0"/>
                          </a:rPr>
                          <m:t>𝒏</m:t>
                        </m:r>
                      </m:sub>
                    </m:sSub>
                    <m:r>
                      <a:rPr lang="en-US" sz="2800" b="1" i="1" smtClean="0">
                        <a:solidFill>
                          <a:srgbClr val="FF0000"/>
                        </a:solidFill>
                        <a:latin typeface="Cambria Math" panose="02040503050406030204" pitchFamily="18" charset="0"/>
                      </a:rPr>
                      <m:t>=</m:t>
                    </m:r>
                    <m:sSub>
                      <m:sSubPr>
                        <m:ctrlPr>
                          <a:rPr lang="en-US" sz="2800" b="1" i="1" smtClean="0">
                            <a:solidFill>
                              <a:srgbClr val="FF0000"/>
                            </a:solidFill>
                            <a:latin typeface="Cambria Math" panose="02040503050406030204" pitchFamily="18" charset="0"/>
                          </a:rPr>
                        </m:ctrlPr>
                      </m:sSubPr>
                      <m:e>
                        <m:r>
                          <a:rPr lang="en-US" sz="2800" b="1" i="1" smtClean="0">
                            <a:solidFill>
                              <a:srgbClr val="FF0000"/>
                            </a:solidFill>
                            <a:latin typeface="Cambria Math" panose="02040503050406030204" pitchFamily="18" charset="0"/>
                          </a:rPr>
                          <m:t>𝑻𝑹</m:t>
                        </m:r>
                      </m:e>
                      <m:sub>
                        <m:r>
                          <a:rPr lang="en-US" sz="2800" b="1" i="1" smtClean="0">
                            <a:solidFill>
                              <a:srgbClr val="FF0000"/>
                            </a:solidFill>
                            <a:latin typeface="Cambria Math" panose="02040503050406030204" pitchFamily="18" charset="0"/>
                          </a:rPr>
                          <m:t>𝒏</m:t>
                        </m:r>
                      </m:sub>
                    </m:sSub>
                    <m:r>
                      <a:rPr lang="en-US" sz="2800" b="1" i="1" smtClean="0">
                        <a:solidFill>
                          <a:srgbClr val="FF0000"/>
                        </a:solidFill>
                        <a:latin typeface="Cambria Math" panose="02040503050406030204" pitchFamily="18" charset="0"/>
                      </a:rPr>
                      <m:t>−</m:t>
                    </m:r>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𝑻𝑹</m:t>
                        </m:r>
                      </m:e>
                      <m:sub>
                        <m:r>
                          <a:rPr lang="en-US" sz="2800" b="1" i="1" smtClean="0">
                            <a:solidFill>
                              <a:srgbClr val="FF0000"/>
                            </a:solidFill>
                            <a:latin typeface="Cambria Math" panose="02040503050406030204" pitchFamily="18" charset="0"/>
                          </a:rPr>
                          <m:t>(</m:t>
                        </m:r>
                        <m:r>
                          <a:rPr lang="en-US" sz="2800" b="1" i="1" smtClean="0">
                            <a:solidFill>
                              <a:srgbClr val="FF0000"/>
                            </a:solidFill>
                            <a:latin typeface="Cambria Math" panose="02040503050406030204" pitchFamily="18" charset="0"/>
                          </a:rPr>
                          <m:t>𝒏</m:t>
                        </m:r>
                        <m:r>
                          <a:rPr lang="en-US" sz="2800" b="1" i="1" smtClean="0">
                            <a:solidFill>
                              <a:srgbClr val="FF0000"/>
                            </a:solidFill>
                            <a:latin typeface="Cambria Math" panose="02040503050406030204" pitchFamily="18" charset="0"/>
                          </a:rPr>
                          <m:t>−</m:t>
                        </m:r>
                        <m:r>
                          <a:rPr lang="en-US" sz="2800" b="1" i="1" smtClean="0">
                            <a:solidFill>
                              <a:srgbClr val="FF0000"/>
                            </a:solidFill>
                            <a:latin typeface="Cambria Math" panose="02040503050406030204" pitchFamily="18" charset="0"/>
                          </a:rPr>
                          <m:t>𝟏</m:t>
                        </m:r>
                        <m:r>
                          <a:rPr lang="en-US" sz="2800" b="1" i="1" smtClean="0">
                            <a:solidFill>
                              <a:srgbClr val="FF0000"/>
                            </a:solidFill>
                            <a:latin typeface="Cambria Math" panose="02040503050406030204" pitchFamily="18" charset="0"/>
                          </a:rPr>
                          <m:t>)</m:t>
                        </m:r>
                      </m:sub>
                    </m:sSub>
                  </m:oMath>
                </a14:m>
                <a:r>
                  <a:rPr kumimoji="0" lang="en-US" sz="2800" i="0" u="none" strike="noStrike" cap="none" spc="0" normalizeH="0" baseline="0" dirty="0">
                    <a:ln>
                      <a:noFill/>
                    </a:ln>
                    <a:solidFill>
                      <a:srgbClr val="FF0000"/>
                    </a:solidFill>
                    <a:effectLst/>
                    <a:uFillTx/>
                    <a:latin typeface="Times New Roman" panose="02020603050405020304" pitchFamily="18" charset="0"/>
                    <a:cs typeface="Times New Roman" panose="02020603050405020304" pitchFamily="18" charset="0"/>
                    <a:sym typeface="Helvetica Neue"/>
                  </a:rPr>
                  <a:t>    </a:t>
                </a:r>
                <a:r>
                  <a:rPr kumimoji="0" lang="en-US" sz="2800" i="0" u="none" strike="noStrike" cap="none" spc="0" normalizeH="0" baseline="0" dirty="0">
                    <a:ln>
                      <a:noFill/>
                    </a:ln>
                    <a:solidFill>
                      <a:schemeClr val="tx1"/>
                    </a:solidFill>
                    <a:effectLst/>
                    <a:uFillTx/>
                    <a:latin typeface="Times New Roman" panose="02020603050405020304" pitchFamily="18" charset="0"/>
                    <a:cs typeface="Times New Roman" panose="02020603050405020304" pitchFamily="18" charset="0"/>
                    <a:sym typeface="Helvetica Neue"/>
                  </a:rPr>
                  <a:t>OR </a:t>
                </a:r>
                <a14:m>
                  <m:oMath xmlns:m="http://schemas.openxmlformats.org/officeDocument/2006/math">
                    <m:r>
                      <a:rPr lang="en-US" sz="2800" b="1" i="0" smtClean="0">
                        <a:solidFill>
                          <a:srgbClr val="FF0000"/>
                        </a:solidFill>
                        <a:latin typeface="Cambria Math" panose="02040503050406030204" pitchFamily="18" charset="0"/>
                      </a:rPr>
                      <m:t>         </m:t>
                    </m:r>
                    <m:r>
                      <a:rPr lang="en-US" sz="2800" i="1">
                        <a:solidFill>
                          <a:srgbClr val="FF0000"/>
                        </a:solidFill>
                        <a:latin typeface="Cambria Math" panose="02040503050406030204" pitchFamily="18" charset="0"/>
                      </a:rPr>
                      <m:t>𝑴𝑹</m:t>
                    </m:r>
                    <m:r>
                      <a:rPr lang="en-US" sz="2800" i="1">
                        <a:solidFill>
                          <a:srgbClr val="FF0000"/>
                        </a:solidFill>
                        <a:latin typeface="Cambria Math" panose="02040503050406030204" pitchFamily="18" charset="0"/>
                      </a:rPr>
                      <m:t>=</m:t>
                    </m:r>
                    <m:sSup>
                      <m:sSupPr>
                        <m:ctrlPr>
                          <a:rPr lang="en-US" sz="2800" i="1">
                            <a:solidFill>
                              <a:srgbClr val="FF0000"/>
                            </a:solidFill>
                            <a:latin typeface="Cambria Math" panose="02040503050406030204" pitchFamily="18" charset="0"/>
                          </a:rPr>
                        </m:ctrlPr>
                      </m:sSupPr>
                      <m:e>
                        <m:r>
                          <a:rPr lang="en-US" sz="2800" i="1">
                            <a:solidFill>
                              <a:srgbClr val="FF0000"/>
                            </a:solidFill>
                            <a:latin typeface="Cambria Math" panose="02040503050406030204" pitchFamily="18" charset="0"/>
                          </a:rPr>
                          <m:t>𝑻𝑹</m:t>
                        </m:r>
                      </m:e>
                      <m:sup>
                        <m:r>
                          <a:rPr lang="en-US" sz="2800" i="1">
                            <a:solidFill>
                              <a:srgbClr val="FF0000"/>
                            </a:solidFill>
                            <a:latin typeface="Cambria Math" panose="02040503050406030204" pitchFamily="18" charset="0"/>
                          </a:rPr>
                          <m:t>′ </m:t>
                        </m:r>
                      </m:sup>
                    </m:sSup>
                    <m:r>
                      <a:rPr lang="en-US" sz="2800" i="1">
                        <a:solidFill>
                          <a:srgbClr val="FF0000"/>
                        </a:solidFill>
                        <a:latin typeface="Cambria Math" panose="02040503050406030204" pitchFamily="18" charset="0"/>
                      </a:rPr>
                      <m:t>= </m:t>
                    </m:r>
                    <m:sSup>
                      <m:sSupPr>
                        <m:ctrlPr>
                          <a:rPr lang="en-US" sz="2800" i="1">
                            <a:solidFill>
                              <a:srgbClr val="FF0000"/>
                            </a:solidFill>
                            <a:latin typeface="Cambria Math" panose="02040503050406030204" pitchFamily="18" charset="0"/>
                          </a:rPr>
                        </m:ctrlPr>
                      </m:sSupPr>
                      <m:e>
                        <m:r>
                          <a:rPr lang="en-US" sz="2800" i="1">
                            <a:solidFill>
                              <a:srgbClr val="FF0000"/>
                            </a:solidFill>
                            <a:latin typeface="Cambria Math" panose="02040503050406030204" pitchFamily="18" charset="0"/>
                          </a:rPr>
                          <m:t>𝑹</m:t>
                        </m:r>
                      </m:e>
                      <m:sup>
                        <m:r>
                          <a:rPr lang="en-US" sz="2800" i="1">
                            <a:solidFill>
                              <a:srgbClr val="FF0000"/>
                            </a:solidFill>
                            <a:latin typeface="Cambria Math" panose="02040503050406030204" pitchFamily="18" charset="0"/>
                          </a:rPr>
                          <m:t>′</m:t>
                        </m:r>
                      </m:sup>
                    </m:sSup>
                    <m:r>
                      <a:rPr lang="en-US" sz="2800" i="1">
                        <a:solidFill>
                          <a:srgbClr val="FF0000"/>
                        </a:solidFill>
                        <a:latin typeface="Cambria Math" panose="02040503050406030204" pitchFamily="18" charset="0"/>
                      </a:rPr>
                      <m:t>=</m:t>
                    </m:r>
                    <m:f>
                      <m:fPr>
                        <m:ctrlPr>
                          <a:rPr lang="en-US" sz="2800" i="1">
                            <a:solidFill>
                              <a:srgbClr val="FF0000"/>
                            </a:solidFill>
                            <a:latin typeface="Cambria Math" panose="02040503050406030204" pitchFamily="18" charset="0"/>
                          </a:rPr>
                        </m:ctrlPr>
                      </m:fPr>
                      <m:num>
                        <m:r>
                          <a:rPr lang="en-US" sz="2800" i="1">
                            <a:solidFill>
                              <a:srgbClr val="FF0000"/>
                            </a:solidFill>
                            <a:latin typeface="Cambria Math" panose="02040503050406030204" pitchFamily="18" charset="0"/>
                          </a:rPr>
                          <m:t>𝒅</m:t>
                        </m:r>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𝑻𝑹</m:t>
                        </m:r>
                        <m:r>
                          <a:rPr lang="en-US" sz="2800" i="1">
                            <a:solidFill>
                              <a:srgbClr val="FF0000"/>
                            </a:solidFill>
                            <a:latin typeface="Cambria Math" panose="02040503050406030204" pitchFamily="18" charset="0"/>
                          </a:rPr>
                          <m:t>)</m:t>
                        </m:r>
                      </m:num>
                      <m:den>
                        <m:r>
                          <a:rPr lang="en-US" sz="2800" i="1">
                            <a:solidFill>
                              <a:srgbClr val="FF0000"/>
                            </a:solidFill>
                            <a:latin typeface="Cambria Math" panose="02040503050406030204" pitchFamily="18" charset="0"/>
                          </a:rPr>
                          <m:t>𝒅</m:t>
                        </m:r>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𝑸</m:t>
                        </m:r>
                        <m:r>
                          <a:rPr lang="en-US" sz="2800" i="1">
                            <a:solidFill>
                              <a:srgbClr val="FF0000"/>
                            </a:solidFill>
                            <a:latin typeface="Cambria Math" panose="02040503050406030204" pitchFamily="18" charset="0"/>
                          </a:rPr>
                          <m:t>)</m:t>
                        </m:r>
                      </m:den>
                    </m:f>
                  </m:oMath>
                </a14:m>
                <a:endParaRPr kumimoji="0" lang="en-US" sz="2800" i="0" u="none" strike="noStrike" cap="none" spc="0" normalizeH="0" baseline="0" dirty="0">
                  <a:ln>
                    <a:noFill/>
                  </a:ln>
                  <a:solidFill>
                    <a:srgbClr val="FF0000"/>
                  </a:solidFill>
                  <a:effectLst/>
                  <a:uFillTx/>
                  <a:latin typeface="Times New Roman" panose="02020603050405020304" pitchFamily="18" charset="0"/>
                  <a:cs typeface="Times New Roman" panose="02020603050405020304" pitchFamily="18" charset="0"/>
                  <a:sym typeface="Helvetica Neue"/>
                </a:endParaRPr>
              </a:p>
            </p:txBody>
          </p:sp>
        </mc:Choice>
        <mc:Fallback xmlns="">
          <p:sp>
            <p:nvSpPr>
              <p:cNvPr id="42" name="TextBox 41">
                <a:extLst>
                  <a:ext uri="{FF2B5EF4-FFF2-40B4-BE49-F238E27FC236}">
                    <a16:creationId xmlns:a16="http://schemas.microsoft.com/office/drawing/2014/main" id="{20F17D6C-F10E-FF4B-924A-14827363DA62}"/>
                  </a:ext>
                </a:extLst>
              </p:cNvPr>
              <p:cNvSpPr txBox="1">
                <a:spLocks noRot="1" noChangeAspect="1" noMove="1" noResize="1" noEditPoints="1" noAdjustHandles="1" noChangeArrowheads="1" noChangeShapeType="1" noTextEdit="1"/>
              </p:cNvSpPr>
              <p:nvPr/>
            </p:nvSpPr>
            <p:spPr>
              <a:xfrm>
                <a:off x="856068" y="4744915"/>
                <a:ext cx="12148732" cy="1132105"/>
              </a:xfrm>
              <a:prstGeom prst="rect">
                <a:avLst/>
              </a:prstGeom>
              <a:blipFill>
                <a:blip r:embed="rId2"/>
                <a:stretch>
                  <a:fillRect/>
                </a:stretch>
              </a:blipFill>
              <a:ln w="12700" cap="flat">
                <a:noFill/>
                <a:miter lim="400000"/>
              </a:ln>
              <a:effectLst/>
            </p:spPr>
            <p:txBody>
              <a:bodyPr/>
              <a:lstStyle/>
              <a:p>
                <a:r>
                  <a:rPr lang="en-US">
                    <a:noFill/>
                  </a:rPr>
                  <a:t> </a:t>
                </a:r>
              </a:p>
            </p:txBody>
          </p:sp>
        </mc:Fallback>
      </mc:AlternateContent>
      <p:grpSp>
        <p:nvGrpSpPr>
          <p:cNvPr id="33" name="Group 32">
            <a:extLst>
              <a:ext uri="{FF2B5EF4-FFF2-40B4-BE49-F238E27FC236}">
                <a16:creationId xmlns:a16="http://schemas.microsoft.com/office/drawing/2014/main" id="{62C01E5A-574C-EF45-9F49-949E062D0A85}"/>
              </a:ext>
            </a:extLst>
          </p:cNvPr>
          <p:cNvGrpSpPr/>
          <p:nvPr/>
        </p:nvGrpSpPr>
        <p:grpSpPr>
          <a:xfrm>
            <a:off x="956756" y="7476296"/>
            <a:ext cx="9981144" cy="1162981"/>
            <a:chOff x="956756" y="7476296"/>
            <a:chExt cx="9981144" cy="1162981"/>
          </a:xfrm>
        </p:grpSpPr>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6A2EB413-D6BC-0045-86CC-567884739FFC}"/>
                    </a:ext>
                  </a:extLst>
                </p:cNvPr>
                <p:cNvSpPr txBox="1"/>
                <p:nvPr/>
              </p:nvSpPr>
              <p:spPr>
                <a:xfrm>
                  <a:off x="956756" y="7476296"/>
                  <a:ext cx="2846457" cy="74892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just" defTabSz="584200" rtl="0" fontAlgn="auto" latinLnBrk="0" hangingPunct="0">
                    <a:lnSpc>
                      <a:spcPct val="150000"/>
                    </a:lnSpc>
                    <a:spcBef>
                      <a:spcPts val="0"/>
                    </a:spcBef>
                    <a:spcAft>
                      <a:spcPts val="0"/>
                    </a:spcAft>
                    <a:buClrTx/>
                    <a:buSzTx/>
                    <a:buFontTx/>
                    <a:buNone/>
                    <a:tabLst/>
                  </a:pPr>
                  <a:r>
                    <a:rPr lang="en-US" sz="2800" dirty="0">
                      <a:latin typeface="Times New Roman" panose="02020603050405020304" pitchFamily="18" charset="0"/>
                      <a:cs typeface="Times New Roman" panose="02020603050405020304" pitchFamily="18" charset="0"/>
                    </a:rPr>
                    <a:t>2.  </a:t>
                  </a:r>
                  <a14:m>
                    <m:oMath xmlns:m="http://schemas.openxmlformats.org/officeDocument/2006/math">
                      <m:sSup>
                        <m:sSupPr>
                          <m:ctrlPr>
                            <a:rPr lang="en-US" sz="2800" b="1" i="1" smtClean="0">
                              <a:solidFill>
                                <a:srgbClr val="FF0000"/>
                              </a:solidFill>
                              <a:latin typeface="Cambria Math" panose="02040503050406030204" pitchFamily="18" charset="0"/>
                            </a:rPr>
                          </m:ctrlPr>
                        </m:sSupPr>
                        <m:e>
                          <m:r>
                            <a:rPr lang="en-US" sz="2800" b="1" i="1" smtClean="0">
                              <a:solidFill>
                                <a:srgbClr val="FF0000"/>
                              </a:solidFill>
                              <a:latin typeface="Cambria Math" panose="02040503050406030204" pitchFamily="18" charset="0"/>
                            </a:rPr>
                            <m:t>𝑹</m:t>
                          </m:r>
                        </m:e>
                        <m:sup>
                          <m:r>
                            <a:rPr lang="en-US" sz="2800" b="1" i="1" smtClean="0">
                              <a:solidFill>
                                <a:srgbClr val="FF0000"/>
                              </a:solidFill>
                              <a:latin typeface="Cambria Math" panose="02040503050406030204" pitchFamily="18" charset="0"/>
                            </a:rPr>
                            <m:t>′</m:t>
                          </m:r>
                        </m:sup>
                      </m:sSup>
                      <m:r>
                        <a:rPr lang="en-US" sz="2800" b="1" i="1" smtClean="0">
                          <a:solidFill>
                            <a:srgbClr val="FF0000"/>
                          </a:solidFill>
                          <a:latin typeface="Cambria Math" panose="02040503050406030204" pitchFamily="18" charset="0"/>
                        </a:rPr>
                        <m:t>= </m:t>
                      </m:r>
                      <m:r>
                        <a:rPr lang="en-US" sz="2800" b="1" i="1" smtClean="0">
                          <a:solidFill>
                            <a:srgbClr val="FF0000"/>
                          </a:solidFill>
                          <a:latin typeface="Cambria Math" panose="02040503050406030204" pitchFamily="18" charset="0"/>
                        </a:rPr>
                        <m:t>𝒑</m:t>
                      </m:r>
                      <m:r>
                        <a:rPr lang="en-US" sz="2800" i="1" smtClean="0">
                          <a:solidFill>
                            <a:srgbClr val="FF0000"/>
                          </a:solidFill>
                          <a:latin typeface="Cambria Math" panose="02040503050406030204" pitchFamily="18" charset="0"/>
                        </a:rPr>
                        <m:t>=</m:t>
                      </m:r>
                      <m:r>
                        <a:rPr lang="en-US" sz="2800" b="1" i="1" smtClean="0">
                          <a:solidFill>
                            <a:srgbClr val="FF0000"/>
                          </a:solidFill>
                          <a:latin typeface="Cambria Math" panose="02040503050406030204" pitchFamily="18" charset="0"/>
                        </a:rPr>
                        <m:t>𝒌</m:t>
                      </m:r>
                    </m:oMath>
                  </a14:m>
                  <a:endParaRPr kumimoji="0" lang="en-US" sz="280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Neue"/>
                  </a:endParaRPr>
                </a:p>
              </p:txBody>
            </p:sp>
          </mc:Choice>
          <mc:Fallback xmlns="">
            <p:sp>
              <p:nvSpPr>
                <p:cNvPr id="48" name="TextBox 47">
                  <a:extLst>
                    <a:ext uri="{FF2B5EF4-FFF2-40B4-BE49-F238E27FC236}">
                      <a16:creationId xmlns:a16="http://schemas.microsoft.com/office/drawing/2014/main" id="{6A2EB413-D6BC-0045-86CC-567884739FFC}"/>
                    </a:ext>
                  </a:extLst>
                </p:cNvPr>
                <p:cNvSpPr txBox="1">
                  <a:spLocks noRot="1" noChangeAspect="1" noMove="1" noResize="1" noEditPoints="1" noAdjustHandles="1" noChangeArrowheads="1" noChangeShapeType="1" noTextEdit="1"/>
                </p:cNvSpPr>
                <p:nvPr/>
              </p:nvSpPr>
              <p:spPr>
                <a:xfrm>
                  <a:off x="956756" y="7476296"/>
                  <a:ext cx="2846457" cy="748923"/>
                </a:xfrm>
                <a:prstGeom prst="rect">
                  <a:avLst/>
                </a:prstGeom>
                <a:blipFill>
                  <a:blip r:embed="rId3"/>
                  <a:stretch>
                    <a:fillRect l="-6222" b="-13333"/>
                  </a:stretch>
                </a:blipFill>
                <a:ln w="12700" cap="flat">
                  <a:noFill/>
                  <a:miter lim="400000"/>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6CDD879C-8231-3347-A9A6-56B0AF88297E}"/>
                    </a:ext>
                  </a:extLst>
                </p:cNvPr>
                <p:cNvSpPr txBox="1"/>
                <p:nvPr/>
              </p:nvSpPr>
              <p:spPr>
                <a:xfrm>
                  <a:off x="7503390" y="8105798"/>
                  <a:ext cx="343451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just" defTabSz="584200" rtl="0" fontAlgn="auto" latinLnBrk="0" hangingPunct="0">
                    <a:spcBef>
                      <a:spcPts val="0"/>
                    </a:spcBef>
                    <a:spcAft>
                      <a:spcPts val="0"/>
                    </a:spcAft>
                    <a:buClrTx/>
                    <a:buSzTx/>
                    <a:buFontTx/>
                    <a:buNone/>
                    <a:tabLst/>
                  </a:pPr>
                  <a:r>
                    <a:rPr lang="en-US" sz="2800" dirty="0">
                      <a:latin typeface="Times New Roman" panose="02020603050405020304" pitchFamily="18" charset="0"/>
                      <a:cs typeface="Times New Roman" panose="02020603050405020304" pitchFamily="18" charset="0"/>
                    </a:rPr>
                    <a:t>3.  </a:t>
                  </a:r>
                  <a14:m>
                    <m:oMath xmlns:m="http://schemas.openxmlformats.org/officeDocument/2006/math">
                      <m:r>
                        <a:rPr lang="en-US" sz="2800" b="1" i="1" smtClean="0">
                          <a:solidFill>
                            <a:srgbClr val="FF0000"/>
                          </a:solidFill>
                          <a:latin typeface="Cambria Math" panose="02040503050406030204" pitchFamily="18" charset="0"/>
                        </a:rPr>
                        <m:t>𝑹</m:t>
                      </m:r>
                      <m:r>
                        <a:rPr lang="en-US" sz="2800" b="1" i="1" smtClean="0">
                          <a:solidFill>
                            <a:srgbClr val="FF0000"/>
                          </a:solidFill>
                          <a:latin typeface="Cambria Math" panose="02040503050406030204" pitchFamily="18" charset="0"/>
                        </a:rPr>
                        <m:t>′</m:t>
                      </m:r>
                      <m:r>
                        <a:rPr lang="en-US" sz="2800" i="1" smtClean="0">
                          <a:solidFill>
                            <a:srgbClr val="FF0000"/>
                          </a:solidFill>
                          <a:latin typeface="Cambria Math" panose="02040503050406030204" pitchFamily="18" charset="0"/>
                        </a:rPr>
                        <m:t>=</m:t>
                      </m:r>
                      <m:r>
                        <a:rPr lang="en-US" sz="2800" b="1" i="1" smtClean="0">
                          <a:solidFill>
                            <a:srgbClr val="FF0000"/>
                          </a:solidFill>
                          <a:latin typeface="Cambria Math" panose="02040503050406030204" pitchFamily="18" charset="0"/>
                        </a:rPr>
                        <m:t>𝒂</m:t>
                      </m:r>
                      <m:r>
                        <a:rPr lang="en-US" sz="2800" b="1" i="1" smtClean="0">
                          <a:solidFill>
                            <a:srgbClr val="FF0000"/>
                          </a:solidFill>
                          <a:latin typeface="Cambria Math" panose="02040503050406030204" pitchFamily="18" charset="0"/>
                        </a:rPr>
                        <m:t> −</m:t>
                      </m:r>
                      <m:r>
                        <a:rPr lang="en-US" sz="2800" b="1" i="1" smtClean="0">
                          <a:solidFill>
                            <a:srgbClr val="FF0000"/>
                          </a:solidFill>
                          <a:latin typeface="Cambria Math" panose="02040503050406030204" pitchFamily="18" charset="0"/>
                        </a:rPr>
                        <m:t>𝟐</m:t>
                      </m:r>
                      <m:r>
                        <a:rPr lang="en-US" sz="2800" b="1" i="1" smtClean="0">
                          <a:solidFill>
                            <a:srgbClr val="FF0000"/>
                          </a:solidFill>
                          <a:latin typeface="Cambria Math" panose="02040503050406030204" pitchFamily="18" charset="0"/>
                        </a:rPr>
                        <m:t>𝒌𝒒</m:t>
                      </m:r>
                    </m:oMath>
                  </a14:m>
                  <a:endParaRPr lang="en-US" sz="2800" baseline="30000" dirty="0">
                    <a:latin typeface="Times New Roman" panose="02020603050405020304" pitchFamily="18" charset="0"/>
                    <a:cs typeface="Times New Roman" panose="02020603050405020304" pitchFamily="18" charset="0"/>
                  </a:endParaRPr>
                </a:p>
              </p:txBody>
            </p:sp>
          </mc:Choice>
          <mc:Fallback xmlns="">
            <p:sp>
              <p:nvSpPr>
                <p:cNvPr id="44" name="TextBox 43">
                  <a:extLst>
                    <a:ext uri="{FF2B5EF4-FFF2-40B4-BE49-F238E27FC236}">
                      <a16:creationId xmlns:a16="http://schemas.microsoft.com/office/drawing/2014/main" id="{6CDD879C-8231-3347-A9A6-56B0AF88297E}"/>
                    </a:ext>
                  </a:extLst>
                </p:cNvPr>
                <p:cNvSpPr txBox="1">
                  <a:spLocks noRot="1" noChangeAspect="1" noMove="1" noResize="1" noEditPoints="1" noAdjustHandles="1" noChangeArrowheads="1" noChangeShapeType="1" noTextEdit="1"/>
                </p:cNvSpPr>
                <p:nvPr/>
              </p:nvSpPr>
              <p:spPr>
                <a:xfrm>
                  <a:off x="7503390" y="8105798"/>
                  <a:ext cx="3434510" cy="533479"/>
                </a:xfrm>
                <a:prstGeom prst="rect">
                  <a:avLst/>
                </a:prstGeom>
                <a:blipFill>
                  <a:blip r:embed="rId4"/>
                  <a:stretch>
                    <a:fillRect l="-4779" t="-11628" b="-30233"/>
                  </a:stretch>
                </a:blipFill>
                <a:ln w="12700" cap="flat">
                  <a:noFill/>
                  <a:miter lim="400000"/>
                </a:ln>
                <a:effectLst/>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E0B0181-6DC1-3A40-AEE8-951DE5A30B66}"/>
                  </a:ext>
                </a:extLst>
              </p:cNvPr>
              <p:cNvSpPr txBox="1"/>
              <p:nvPr/>
            </p:nvSpPr>
            <p:spPr>
              <a:xfrm>
                <a:off x="7512037" y="8849654"/>
                <a:ext cx="5483069"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just"/>
                <a14:m>
                  <m:oMathPara xmlns:m="http://schemas.openxmlformats.org/officeDocument/2006/math">
                    <m:oMathParaPr>
                      <m:jc m:val="centerGroup"/>
                    </m:oMathParaPr>
                    <m:oMath xmlns:m="http://schemas.openxmlformats.org/officeDocument/2006/math">
                      <m:r>
                        <a:rPr lang="en-US" sz="2800" b="1" i="0" smtClean="0">
                          <a:solidFill>
                            <a:srgbClr val="7030A0"/>
                          </a:solidFill>
                          <a:latin typeface="Cambria Math" panose="02040503050406030204" pitchFamily="18" charset="0"/>
                        </a:rPr>
                        <m:t>𝐀𝐑</m:t>
                      </m:r>
                      <m:r>
                        <a:rPr lang="en-US" sz="2800" b="1" i="0" smtClean="0">
                          <a:solidFill>
                            <a:srgbClr val="7030A0"/>
                          </a:solidFill>
                          <a:latin typeface="Cambria Math" panose="02040503050406030204" pitchFamily="18" charset="0"/>
                        </a:rPr>
                        <m:t> &amp; </m:t>
                      </m:r>
                      <m:r>
                        <a:rPr lang="en-US" sz="2800" b="1" i="0" smtClean="0">
                          <a:solidFill>
                            <a:srgbClr val="7030A0"/>
                          </a:solidFill>
                          <a:latin typeface="Cambria Math" panose="02040503050406030204" pitchFamily="18" charset="0"/>
                        </a:rPr>
                        <m:t>𝐌𝐑</m:t>
                      </m:r>
                      <m:r>
                        <a:rPr lang="en-US" sz="2800" b="1" i="0" smtClean="0">
                          <a:solidFill>
                            <a:srgbClr val="7030A0"/>
                          </a:solidFill>
                          <a:latin typeface="Cambria Math" panose="02040503050406030204" pitchFamily="18" charset="0"/>
                        </a:rPr>
                        <m:t> </m:t>
                      </m:r>
                      <m:r>
                        <a:rPr lang="en-US" sz="2800" b="1" i="0" smtClean="0">
                          <a:solidFill>
                            <a:srgbClr val="7030A0"/>
                          </a:solidFill>
                          <a:latin typeface="Cambria Math" panose="02040503050406030204" pitchFamily="18" charset="0"/>
                        </a:rPr>
                        <m:t>𝐜𝐮𝐫𝐯𝐞𝐬</m:t>
                      </m:r>
                      <m:r>
                        <a:rPr lang="en-US" sz="2800" b="1" i="0" smtClean="0">
                          <a:solidFill>
                            <a:srgbClr val="7030A0"/>
                          </a:solidFill>
                          <a:latin typeface="Cambria Math" panose="02040503050406030204" pitchFamily="18" charset="0"/>
                        </a:rPr>
                        <m:t> </m:t>
                      </m:r>
                      <m:r>
                        <a:rPr lang="en-US" sz="2800" b="1" i="0" smtClean="0">
                          <a:solidFill>
                            <a:srgbClr val="7030A0"/>
                          </a:solidFill>
                          <a:latin typeface="Cambria Math" panose="02040503050406030204" pitchFamily="18" charset="0"/>
                        </a:rPr>
                        <m:t>𝐚𝐫𝐞</m:t>
                      </m:r>
                      <m:r>
                        <a:rPr lang="en-US" sz="2800" b="1" i="0" smtClean="0">
                          <a:solidFill>
                            <a:srgbClr val="7030A0"/>
                          </a:solidFill>
                          <a:latin typeface="Cambria Math" panose="02040503050406030204" pitchFamily="18" charset="0"/>
                        </a:rPr>
                        <m:t> </m:t>
                      </m:r>
                      <m:r>
                        <a:rPr lang="en-US" sz="2800" b="1" i="0" smtClean="0">
                          <a:solidFill>
                            <a:srgbClr val="7030A0"/>
                          </a:solidFill>
                          <a:latin typeface="Cambria Math" panose="02040503050406030204" pitchFamily="18" charset="0"/>
                        </a:rPr>
                        <m:t>𝐝𝐢𝐯𝐞𝐫𝐠𝐞𝐧𝐭</m:t>
                      </m:r>
                    </m:oMath>
                  </m:oMathPara>
                </a14:m>
                <a:endParaRPr kumimoji="0" lang="en-US" sz="2800" u="none" strike="noStrike" cap="none" spc="0" normalizeH="0" baseline="0" dirty="0">
                  <a:ln>
                    <a:noFill/>
                  </a:ln>
                  <a:solidFill>
                    <a:srgbClr val="7030A0"/>
                  </a:solidFill>
                  <a:effectLst/>
                  <a:uFillTx/>
                  <a:latin typeface="Times New Roman" panose="02020603050405020304" pitchFamily="18" charset="0"/>
                  <a:cs typeface="Times New Roman" panose="02020603050405020304" pitchFamily="18" charset="0"/>
                  <a:sym typeface="Helvetica Neue"/>
                </a:endParaRPr>
              </a:p>
            </p:txBody>
          </p:sp>
        </mc:Choice>
        <mc:Fallback xmlns="">
          <p:sp>
            <p:nvSpPr>
              <p:cNvPr id="50" name="TextBox 49">
                <a:extLst>
                  <a:ext uri="{FF2B5EF4-FFF2-40B4-BE49-F238E27FC236}">
                    <a16:creationId xmlns:a16="http://schemas.microsoft.com/office/drawing/2014/main" id="{EE0B0181-6DC1-3A40-AEE8-951DE5A30B66}"/>
                  </a:ext>
                </a:extLst>
              </p:cNvPr>
              <p:cNvSpPr txBox="1">
                <a:spLocks noRot="1" noChangeAspect="1" noMove="1" noResize="1" noEditPoints="1" noAdjustHandles="1" noChangeArrowheads="1" noChangeShapeType="1" noTextEdit="1"/>
              </p:cNvSpPr>
              <p:nvPr/>
            </p:nvSpPr>
            <p:spPr>
              <a:xfrm>
                <a:off x="7512037" y="8849654"/>
                <a:ext cx="5483069" cy="533479"/>
              </a:xfrm>
              <a:prstGeom prst="rect">
                <a:avLst/>
              </a:prstGeom>
              <a:blipFill>
                <a:blip r:embed="rId5"/>
                <a:stretch>
                  <a:fillRect b="-23256"/>
                </a:stretch>
              </a:blipFill>
              <a:ln w="12700" cap="flat">
                <a:noFill/>
                <a:miter lim="400000"/>
              </a:ln>
              <a:effectLst/>
            </p:spPr>
            <p:txBody>
              <a:bodyPr/>
              <a:lstStyle/>
              <a:p>
                <a:r>
                  <a:rPr lang="en-US">
                    <a:noFill/>
                  </a:rPr>
                  <a:t> </a:t>
                </a:r>
              </a:p>
            </p:txBody>
          </p:sp>
        </mc:Fallback>
      </mc:AlternateContent>
      <p:grpSp>
        <p:nvGrpSpPr>
          <p:cNvPr id="15" name="Group 14">
            <a:extLst>
              <a:ext uri="{FF2B5EF4-FFF2-40B4-BE49-F238E27FC236}">
                <a16:creationId xmlns:a16="http://schemas.microsoft.com/office/drawing/2014/main" id="{873E7567-BAF7-2349-B173-5C7A15102778}"/>
              </a:ext>
            </a:extLst>
          </p:cNvPr>
          <p:cNvGrpSpPr/>
          <p:nvPr/>
        </p:nvGrpSpPr>
        <p:grpSpPr>
          <a:xfrm>
            <a:off x="956756" y="5884611"/>
            <a:ext cx="12071092" cy="2137359"/>
            <a:chOff x="956756" y="5884611"/>
            <a:chExt cx="12071092" cy="2137359"/>
          </a:xfrm>
        </p:grpSpPr>
        <p:sp>
          <p:nvSpPr>
            <p:cNvPr id="46" name="TextBox 45">
              <a:extLst>
                <a:ext uri="{FF2B5EF4-FFF2-40B4-BE49-F238E27FC236}">
                  <a16:creationId xmlns:a16="http://schemas.microsoft.com/office/drawing/2014/main" id="{9BC22242-B971-FA4A-976B-FEC08EB07F04}"/>
                </a:ext>
              </a:extLst>
            </p:cNvPr>
            <p:cNvSpPr txBox="1"/>
            <p:nvPr/>
          </p:nvSpPr>
          <p:spPr>
            <a:xfrm>
              <a:off x="956756" y="5950446"/>
              <a:ext cx="5214137" cy="139525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1638" indent="-401638" algn="just"/>
              <a:r>
                <a:rPr lang="en-US" sz="2800" dirty="0">
                  <a:latin typeface="Times New Roman" panose="02020603050405020304" pitchFamily="18" charset="0"/>
                  <a:cs typeface="Times New Roman" panose="02020603050405020304" pitchFamily="18" charset="0"/>
                </a:rPr>
                <a:t>1. The MR curve is </a:t>
              </a:r>
              <a:r>
                <a:rPr kumimoji="0" lang="en-US" sz="280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Neue"/>
                </a:rPr>
                <a:t>parallel to the Qty axis, at the market determined price</a:t>
              </a:r>
            </a:p>
          </p:txBody>
        </p:sp>
        <p:sp>
          <p:nvSpPr>
            <p:cNvPr id="43" name="TextBox 42">
              <a:extLst>
                <a:ext uri="{FF2B5EF4-FFF2-40B4-BE49-F238E27FC236}">
                  <a16:creationId xmlns:a16="http://schemas.microsoft.com/office/drawing/2014/main" id="{5EBCD98A-B048-1044-A98C-79C6F41D5C4B}"/>
                </a:ext>
              </a:extLst>
            </p:cNvPr>
            <p:cNvSpPr txBox="1"/>
            <p:nvPr/>
          </p:nvSpPr>
          <p:spPr>
            <a:xfrm>
              <a:off x="7366157" y="5884611"/>
              <a:ext cx="5214136" cy="10413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65138" indent="-465138" algn="just">
                <a:spcAft>
                  <a:spcPts val="600"/>
                </a:spcAft>
              </a:pPr>
              <a:r>
                <a:rPr kumimoji="0" lang="en-US" sz="280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Neue"/>
                </a:rPr>
                <a:t>1. </a:t>
              </a:r>
              <a:r>
                <a:rPr lang="en-US" sz="2800" dirty="0">
                  <a:latin typeface="Times New Roman" panose="02020603050405020304" pitchFamily="18" charset="0"/>
                  <a:cs typeface="Times New Roman" panose="02020603050405020304" pitchFamily="18" charset="0"/>
                </a:rPr>
                <a:t>The MR curve is downward </a:t>
              </a:r>
              <a:r>
                <a:rPr kumimoji="0" lang="en-US" sz="280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Neue"/>
                </a:rPr>
                <a:t>sloping</a:t>
              </a:r>
            </a:p>
          </p:txBody>
        </p:sp>
        <p:grpSp>
          <p:nvGrpSpPr>
            <p:cNvPr id="9" name="Group 8">
              <a:extLst>
                <a:ext uri="{FF2B5EF4-FFF2-40B4-BE49-F238E27FC236}">
                  <a16:creationId xmlns:a16="http://schemas.microsoft.com/office/drawing/2014/main" id="{94AF5895-036A-8C4F-9E15-B1A5688119C4}"/>
                </a:ext>
              </a:extLst>
            </p:cNvPr>
            <p:cNvGrpSpPr/>
            <p:nvPr/>
          </p:nvGrpSpPr>
          <p:grpSpPr>
            <a:xfrm>
              <a:off x="7447992" y="6947698"/>
              <a:ext cx="5579856" cy="1074272"/>
              <a:chOff x="7447992" y="6947698"/>
              <a:chExt cx="5579856" cy="1074272"/>
            </a:xfrm>
          </p:grpSpPr>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ED759CD4-BD07-9145-AE94-CFA246F5D0FC}"/>
                      </a:ext>
                    </a:extLst>
                  </p:cNvPr>
                  <p:cNvSpPr txBox="1"/>
                  <p:nvPr/>
                </p:nvSpPr>
                <p:spPr>
                  <a:xfrm>
                    <a:off x="7849043" y="7488491"/>
                    <a:ext cx="5178805"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just"/>
                    <a:r>
                      <a:rPr lang="en-US" sz="2800" b="1" dirty="0">
                        <a:solidFill>
                          <a:schemeClr val="accent3">
                            <a:lumMod val="50000"/>
                          </a:schemeClr>
                        </a:solidFill>
                        <a:latin typeface="Times New Roman" panose="02020603050405020304" pitchFamily="18" charset="0"/>
                        <a:cs typeface="Times New Roman" panose="02020603050405020304" pitchFamily="18" charset="0"/>
                      </a:rPr>
                      <a:t> When </a:t>
                    </a:r>
                    <a14:m>
                      <m:oMath xmlns:m="http://schemas.openxmlformats.org/officeDocument/2006/math">
                        <m:r>
                          <a:rPr lang="en-US" sz="2800" b="1" i="0" smtClean="0">
                            <a:solidFill>
                              <a:schemeClr val="accent3">
                                <a:lumMod val="50000"/>
                              </a:schemeClr>
                            </a:solidFill>
                            <a:latin typeface="Cambria Math" panose="02040503050406030204" pitchFamily="18" charset="0"/>
                          </a:rPr>
                          <m:t>𝐓𝐑</m:t>
                        </m:r>
                        <m:r>
                          <a:rPr lang="en-US" sz="2800" b="1" i="0" smtClean="0">
                            <a:solidFill>
                              <a:schemeClr val="accent3">
                                <a:lumMod val="50000"/>
                              </a:schemeClr>
                            </a:solidFill>
                            <a:latin typeface="Cambria Math" panose="02040503050406030204" pitchFamily="18" charset="0"/>
                          </a:rPr>
                          <m:t> </m:t>
                        </m:r>
                        <m:r>
                          <a:rPr lang="en-US" sz="2800" b="1" i="0" smtClean="0">
                            <a:solidFill>
                              <a:schemeClr val="accent3">
                                <a:lumMod val="50000"/>
                              </a:schemeClr>
                            </a:solidFill>
                            <a:latin typeface="Cambria Math" panose="02040503050406030204" pitchFamily="18" charset="0"/>
                          </a:rPr>
                          <m:t>𝐩𝐞𝐚𝐤𝐬</m:t>
                        </m:r>
                        <m:r>
                          <a:rPr lang="en-US" sz="2800" b="1" i="0" smtClean="0">
                            <a:solidFill>
                              <a:schemeClr val="accent3">
                                <a:lumMod val="50000"/>
                              </a:schemeClr>
                            </a:solidFill>
                            <a:latin typeface="Cambria Math" panose="02040503050406030204" pitchFamily="18" charset="0"/>
                          </a:rPr>
                          <m:t>,  </m:t>
                        </m:r>
                        <m:r>
                          <a:rPr lang="en-US" sz="2800" b="1" i="0" smtClean="0">
                            <a:solidFill>
                              <a:schemeClr val="accent3">
                                <a:lumMod val="50000"/>
                              </a:schemeClr>
                            </a:solidFill>
                            <a:latin typeface="Cambria Math" panose="02040503050406030204" pitchFamily="18" charset="0"/>
                          </a:rPr>
                          <m:t>𝐌𝐑</m:t>
                        </m:r>
                        <m:r>
                          <a:rPr lang="en-US" sz="2800" b="1" i="0" smtClean="0">
                            <a:solidFill>
                              <a:schemeClr val="accent3">
                                <a:lumMod val="50000"/>
                              </a:schemeClr>
                            </a:solidFill>
                            <a:latin typeface="Cambria Math" panose="02040503050406030204" pitchFamily="18" charset="0"/>
                          </a:rPr>
                          <m:t>=</m:t>
                        </m:r>
                        <m:r>
                          <a:rPr lang="en-US" sz="2800" b="1" i="0" smtClean="0">
                            <a:solidFill>
                              <a:schemeClr val="accent3">
                                <a:lumMod val="50000"/>
                              </a:schemeClr>
                            </a:solidFill>
                            <a:latin typeface="Cambria Math" panose="02040503050406030204" pitchFamily="18" charset="0"/>
                          </a:rPr>
                          <m:t>𝟎</m:t>
                        </m:r>
                      </m:oMath>
                    </a14:m>
                    <a:endParaRPr kumimoji="0" lang="en-US" sz="2800" u="none" strike="noStrike" cap="none" spc="0" normalizeH="0" baseline="0" dirty="0">
                      <a:ln>
                        <a:noFill/>
                      </a:ln>
                      <a:solidFill>
                        <a:schemeClr val="accent3">
                          <a:lumMod val="50000"/>
                        </a:schemeClr>
                      </a:solidFill>
                      <a:effectLst/>
                      <a:uFillTx/>
                      <a:latin typeface="Times New Roman" panose="02020603050405020304" pitchFamily="18" charset="0"/>
                      <a:cs typeface="Times New Roman" panose="02020603050405020304" pitchFamily="18" charset="0"/>
                      <a:sym typeface="Helvetica Neue"/>
                    </a:endParaRPr>
                  </a:p>
                </p:txBody>
              </p:sp>
            </mc:Choice>
            <mc:Fallback xmlns="">
              <p:sp>
                <p:nvSpPr>
                  <p:cNvPr id="51" name="TextBox 50">
                    <a:extLst>
                      <a:ext uri="{FF2B5EF4-FFF2-40B4-BE49-F238E27FC236}">
                        <a16:creationId xmlns:a16="http://schemas.microsoft.com/office/drawing/2014/main" id="{ED759CD4-BD07-9145-AE94-CFA246F5D0FC}"/>
                      </a:ext>
                    </a:extLst>
                  </p:cNvPr>
                  <p:cNvSpPr txBox="1">
                    <a:spLocks noRot="1" noChangeAspect="1" noMove="1" noResize="1" noEditPoints="1" noAdjustHandles="1" noChangeArrowheads="1" noChangeShapeType="1" noTextEdit="1"/>
                  </p:cNvSpPr>
                  <p:nvPr/>
                </p:nvSpPr>
                <p:spPr>
                  <a:xfrm>
                    <a:off x="7849043" y="7488491"/>
                    <a:ext cx="5178805" cy="533479"/>
                  </a:xfrm>
                  <a:prstGeom prst="rect">
                    <a:avLst/>
                  </a:prstGeom>
                  <a:blipFill>
                    <a:blip r:embed="rId6"/>
                    <a:stretch>
                      <a:fillRect l="-1471" t="-9302" b="-32558"/>
                    </a:stretch>
                  </a:blipFill>
                  <a:ln w="12700" cap="flat">
                    <a:noFill/>
                    <a:miter lim="400000"/>
                  </a:ln>
                  <a:effectLst/>
                </p:spPr>
                <p:txBody>
                  <a:bodyPr/>
                  <a:lstStyle/>
                  <a:p>
                    <a:r>
                      <a:rPr lang="en-US">
                        <a:noFill/>
                      </a:rPr>
                      <a:t> </a:t>
                    </a:r>
                  </a:p>
                </p:txBody>
              </p:sp>
            </mc:Fallback>
          </mc:AlternateContent>
          <p:sp>
            <p:nvSpPr>
              <p:cNvPr id="52" name="TextBox 51">
                <a:extLst>
                  <a:ext uri="{FF2B5EF4-FFF2-40B4-BE49-F238E27FC236}">
                    <a16:creationId xmlns:a16="http://schemas.microsoft.com/office/drawing/2014/main" id="{F5303548-2957-734F-92C1-6984E819CA2C}"/>
                  </a:ext>
                </a:extLst>
              </p:cNvPr>
              <p:cNvSpPr txBox="1"/>
              <p:nvPr/>
            </p:nvSpPr>
            <p:spPr>
              <a:xfrm>
                <a:off x="7447992" y="6947698"/>
                <a:ext cx="5214136" cy="6104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just">
                  <a:spcAft>
                    <a:spcPts val="600"/>
                  </a:spcAft>
                </a:pPr>
                <a:r>
                  <a:rPr lang="en-US" sz="2800" dirty="0">
                    <a:latin typeface="Times New Roman" panose="02020603050405020304" pitchFamily="18" charset="0"/>
                    <a:cs typeface="Times New Roman" panose="02020603050405020304" pitchFamily="18" charset="0"/>
                  </a:rPr>
                  <a:t>2. V(MR) can be &gt; 0 , = 0 &amp; &lt; 0</a:t>
                </a:r>
              </a:p>
            </p:txBody>
          </p:sp>
        </p:grpSp>
      </p:gr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D8958EDB-D1D4-8643-8B00-0DF146D91BC8}"/>
                  </a:ext>
                </a:extLst>
              </p:cNvPr>
              <p:cNvSpPr txBox="1"/>
              <p:nvPr/>
            </p:nvSpPr>
            <p:spPr>
              <a:xfrm>
                <a:off x="754241" y="8688308"/>
                <a:ext cx="5829465" cy="96436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just"/>
                <a14:m>
                  <m:oMath xmlns:m="http://schemas.openxmlformats.org/officeDocument/2006/math">
                    <m:r>
                      <a:rPr lang="en-US" sz="2800" b="1" i="0" smtClean="0">
                        <a:solidFill>
                          <a:srgbClr val="7030A0"/>
                        </a:solidFill>
                        <a:latin typeface="Cambria Math" panose="02040503050406030204" pitchFamily="18" charset="0"/>
                      </a:rPr>
                      <m:t>𝐀𝐑</m:t>
                    </m:r>
                    <m:r>
                      <a:rPr lang="en-US" sz="2800" b="1" i="0" smtClean="0">
                        <a:solidFill>
                          <a:srgbClr val="7030A0"/>
                        </a:solidFill>
                        <a:latin typeface="Cambria Math" panose="02040503050406030204" pitchFamily="18" charset="0"/>
                      </a:rPr>
                      <m:t> </m:t>
                    </m:r>
                    <m:r>
                      <a:rPr lang="en-US" sz="2800" b="1" i="0" smtClean="0">
                        <a:solidFill>
                          <a:srgbClr val="7030A0"/>
                        </a:solidFill>
                        <a:latin typeface="Cambria Math" panose="02040503050406030204" pitchFamily="18" charset="0"/>
                      </a:rPr>
                      <m:t>𝐚𝐧𝐝</m:t>
                    </m:r>
                    <m:r>
                      <a:rPr lang="en-US" sz="2800" b="1" i="0" smtClean="0">
                        <a:solidFill>
                          <a:srgbClr val="7030A0"/>
                        </a:solidFill>
                        <a:latin typeface="Cambria Math" panose="02040503050406030204" pitchFamily="18" charset="0"/>
                      </a:rPr>
                      <m:t> </m:t>
                    </m:r>
                    <m:r>
                      <a:rPr lang="en-US" sz="2800" b="1" i="0" smtClean="0">
                        <a:solidFill>
                          <a:srgbClr val="7030A0"/>
                        </a:solidFill>
                        <a:latin typeface="Cambria Math" panose="02040503050406030204" pitchFamily="18" charset="0"/>
                      </a:rPr>
                      <m:t>𝐌𝐑</m:t>
                    </m:r>
                    <m:r>
                      <a:rPr lang="en-US" sz="2800" b="1" i="0" smtClean="0">
                        <a:solidFill>
                          <a:srgbClr val="7030A0"/>
                        </a:solidFill>
                        <a:latin typeface="Cambria Math" panose="02040503050406030204" pitchFamily="18" charset="0"/>
                      </a:rPr>
                      <m:t> </m:t>
                    </m:r>
                    <m:r>
                      <a:rPr lang="en-US" sz="2800" b="1" i="0" smtClean="0">
                        <a:solidFill>
                          <a:srgbClr val="7030A0"/>
                        </a:solidFill>
                        <a:latin typeface="Cambria Math" panose="02040503050406030204" pitchFamily="18" charset="0"/>
                      </a:rPr>
                      <m:t>𝐜𝐮𝐫𝐯𝐞𝐬</m:t>
                    </m:r>
                    <m:r>
                      <a:rPr lang="en-US" sz="2800" b="1" i="0" smtClean="0">
                        <a:solidFill>
                          <a:srgbClr val="7030A0"/>
                        </a:solidFill>
                        <a:latin typeface="Cambria Math" panose="02040503050406030204" pitchFamily="18" charset="0"/>
                      </a:rPr>
                      <m:t> </m:t>
                    </m:r>
                    <m:r>
                      <a:rPr lang="en-US" sz="2800" b="1" i="0" smtClean="0">
                        <a:solidFill>
                          <a:srgbClr val="7030A0"/>
                        </a:solidFill>
                        <a:latin typeface="Cambria Math" panose="02040503050406030204" pitchFamily="18" charset="0"/>
                      </a:rPr>
                      <m:t>𝐚𝐫𝐞</m:t>
                    </m:r>
                    <m:r>
                      <a:rPr lang="en-US" sz="2800" b="1" i="0" smtClean="0">
                        <a:solidFill>
                          <a:srgbClr val="7030A0"/>
                        </a:solidFill>
                        <a:latin typeface="Cambria Math" panose="02040503050406030204" pitchFamily="18" charset="0"/>
                      </a:rPr>
                      <m:t> </m:t>
                    </m:r>
                    <m:r>
                      <a:rPr lang="en-US" sz="2800" b="1" i="0" smtClean="0">
                        <a:solidFill>
                          <a:srgbClr val="7030A0"/>
                        </a:solidFill>
                        <a:latin typeface="Cambria Math" panose="02040503050406030204" pitchFamily="18" charset="0"/>
                      </a:rPr>
                      <m:t>𝐜𝐨𝐧𝐜𝐮𝐫𝐫𝐞𝐧𝐭</m:t>
                    </m:r>
                  </m:oMath>
                </a14:m>
                <a:r>
                  <a:rPr kumimoji="0" lang="en-US" sz="2800" u="none" strike="noStrike" cap="none" spc="0" normalizeH="0" baseline="0" dirty="0">
                    <a:ln>
                      <a:noFill/>
                    </a:ln>
                    <a:solidFill>
                      <a:srgbClr val="7030A0"/>
                    </a:solidFill>
                    <a:effectLst/>
                    <a:uFillTx/>
                    <a:latin typeface="Times New Roman" panose="02020603050405020304" pitchFamily="18" charset="0"/>
                    <a:cs typeface="Times New Roman" panose="02020603050405020304" pitchFamily="18" charset="0"/>
                    <a:sym typeface="Helvetica Neue"/>
                  </a:rPr>
                  <a:t> at the </a:t>
                </a:r>
                <a:r>
                  <a:rPr lang="en-US" sz="2800" dirty="0">
                    <a:solidFill>
                      <a:srgbClr val="7030A0"/>
                    </a:solidFill>
                    <a:latin typeface="Times New Roman" panose="02020603050405020304" pitchFamily="18" charset="0"/>
                    <a:cs typeface="Times New Roman" panose="02020603050405020304" pitchFamily="18" charset="0"/>
                  </a:rPr>
                  <a:t>Market determined price</a:t>
                </a:r>
                <a:endParaRPr kumimoji="0" lang="en-US" sz="2800" u="none" strike="noStrike" cap="none" spc="0" normalizeH="0" baseline="0" dirty="0">
                  <a:ln>
                    <a:noFill/>
                  </a:ln>
                  <a:solidFill>
                    <a:srgbClr val="7030A0"/>
                  </a:solidFill>
                  <a:effectLst/>
                  <a:uFillTx/>
                  <a:latin typeface="Times New Roman" panose="02020603050405020304" pitchFamily="18" charset="0"/>
                  <a:cs typeface="Times New Roman" panose="02020603050405020304" pitchFamily="18" charset="0"/>
                  <a:sym typeface="Helvetica Neue"/>
                </a:endParaRPr>
              </a:p>
            </p:txBody>
          </p:sp>
        </mc:Choice>
        <mc:Fallback xmlns="">
          <p:sp>
            <p:nvSpPr>
              <p:cNvPr id="53" name="TextBox 52">
                <a:extLst>
                  <a:ext uri="{FF2B5EF4-FFF2-40B4-BE49-F238E27FC236}">
                    <a16:creationId xmlns:a16="http://schemas.microsoft.com/office/drawing/2014/main" id="{D8958EDB-D1D4-8643-8B00-0DF146D91BC8}"/>
                  </a:ext>
                </a:extLst>
              </p:cNvPr>
              <p:cNvSpPr txBox="1">
                <a:spLocks noRot="1" noChangeAspect="1" noMove="1" noResize="1" noEditPoints="1" noAdjustHandles="1" noChangeArrowheads="1" noChangeShapeType="1" noTextEdit="1"/>
              </p:cNvSpPr>
              <p:nvPr/>
            </p:nvSpPr>
            <p:spPr>
              <a:xfrm>
                <a:off x="754241" y="8688308"/>
                <a:ext cx="5829465" cy="964367"/>
              </a:xfrm>
              <a:prstGeom prst="rect">
                <a:avLst/>
              </a:prstGeom>
              <a:blipFill>
                <a:blip r:embed="rId7"/>
                <a:stretch>
                  <a:fillRect l="-2826" b="-18421"/>
                </a:stretch>
              </a:blipFill>
              <a:ln w="12700" cap="flat">
                <a:noFill/>
                <a:miter lim="400000"/>
              </a:ln>
              <a:effectLst/>
            </p:spPr>
            <p:txBody>
              <a:bodyPr/>
              <a:lstStyle/>
              <a:p>
                <a:r>
                  <a:rPr lang="en-US">
                    <a:noFill/>
                  </a:rPr>
                  <a:t> </a:t>
                </a:r>
              </a:p>
            </p:txBody>
          </p:sp>
        </mc:Fallback>
      </mc:AlternateContent>
      <p:sp>
        <p:nvSpPr>
          <p:cNvPr id="54" name="TextBox 53">
            <a:extLst>
              <a:ext uri="{FF2B5EF4-FFF2-40B4-BE49-F238E27FC236}">
                <a16:creationId xmlns:a16="http://schemas.microsoft.com/office/drawing/2014/main" id="{9F45F230-D4DC-2B4A-8373-6540F8F74864}"/>
              </a:ext>
            </a:extLst>
          </p:cNvPr>
          <p:cNvSpPr txBox="1"/>
          <p:nvPr/>
        </p:nvSpPr>
        <p:spPr>
          <a:xfrm>
            <a:off x="2379024" y="650727"/>
            <a:ext cx="3098800"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sz="2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Neue"/>
              </a:rPr>
              <a:t>Perfect Competition</a:t>
            </a:r>
          </a:p>
        </p:txBody>
      </p:sp>
      <p:sp>
        <p:nvSpPr>
          <p:cNvPr id="55" name="TextBox 54">
            <a:extLst>
              <a:ext uri="{FF2B5EF4-FFF2-40B4-BE49-F238E27FC236}">
                <a16:creationId xmlns:a16="http://schemas.microsoft.com/office/drawing/2014/main" id="{2C3DBCAD-35D6-CA4A-B490-ECA7C3CE3142}"/>
              </a:ext>
            </a:extLst>
          </p:cNvPr>
          <p:cNvSpPr txBox="1"/>
          <p:nvPr/>
        </p:nvSpPr>
        <p:spPr>
          <a:xfrm>
            <a:off x="8429953" y="650726"/>
            <a:ext cx="3098800"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sz="2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Neue"/>
              </a:rPr>
              <a:t>Imperfect Competition</a:t>
            </a:r>
          </a:p>
        </p:txBody>
      </p:sp>
      <p:sp>
        <p:nvSpPr>
          <p:cNvPr id="56" name="TextBox 55">
            <a:extLst>
              <a:ext uri="{FF2B5EF4-FFF2-40B4-BE49-F238E27FC236}">
                <a16:creationId xmlns:a16="http://schemas.microsoft.com/office/drawing/2014/main" id="{F25E4EAB-9718-6348-9732-40974923E812}"/>
              </a:ext>
            </a:extLst>
          </p:cNvPr>
          <p:cNvSpPr txBox="1"/>
          <p:nvPr/>
        </p:nvSpPr>
        <p:spPr>
          <a:xfrm>
            <a:off x="2793680" y="93594"/>
            <a:ext cx="8359744" cy="4041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r>
              <a:rPr lang="en-US" sz="2000" b="1" dirty="0">
                <a:latin typeface="Times New Roman" panose="02020603050405020304" pitchFamily="18" charset="0"/>
                <a:cs typeface="Times New Roman" panose="02020603050405020304" pitchFamily="18" charset="0"/>
              </a:rPr>
              <a:t>Revenue and only Revenue Reveals the </a:t>
            </a:r>
            <a:r>
              <a:rPr lang="en-US" sz="2000" b="1" dirty="0">
                <a:solidFill>
                  <a:srgbClr val="FF0000"/>
                </a:solidFill>
                <a:latin typeface="Times New Roman" panose="02020603050405020304" pitchFamily="18" charset="0"/>
                <a:cs typeface="Times New Roman" panose="02020603050405020304" pitchFamily="18" charset="0"/>
              </a:rPr>
              <a:t>Competitive</a:t>
            </a:r>
            <a:r>
              <a:rPr lang="en-US" sz="2000" b="1" dirty="0">
                <a:latin typeface="Times New Roman" panose="02020603050405020304" pitchFamily="18" charset="0"/>
                <a:cs typeface="Times New Roman" panose="02020603050405020304" pitchFamily="18" charset="0"/>
              </a:rPr>
              <a:t> nature of the </a:t>
            </a:r>
            <a:r>
              <a:rPr lang="en-US" sz="2000" b="1" dirty="0">
                <a:solidFill>
                  <a:srgbClr val="0070C0"/>
                </a:solidFill>
                <a:latin typeface="Times New Roman" panose="02020603050405020304" pitchFamily="18" charset="0"/>
                <a:cs typeface="Times New Roman" panose="02020603050405020304" pitchFamily="18" charset="0"/>
              </a:rPr>
              <a:t>Market</a:t>
            </a:r>
            <a:endParaRPr lang="en-US" sz="2000" dirty="0"/>
          </a:p>
        </p:txBody>
      </p:sp>
    </p:spTree>
    <p:extLst>
      <p:ext uri="{BB962C8B-B14F-4D97-AF65-F5344CB8AC3E}">
        <p14:creationId xmlns:p14="http://schemas.microsoft.com/office/powerpoint/2010/main" val="3210046109"/>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42" grpId="0"/>
      <p:bldP spid="50" grpId="0"/>
      <p:bldP spid="5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extBox 29">
            <a:extLst>
              <a:ext uri="{FF2B5EF4-FFF2-40B4-BE49-F238E27FC236}">
                <a16:creationId xmlns:a16="http://schemas.microsoft.com/office/drawing/2014/main" id="{EDEE243E-F65D-C143-8F33-9392B66E7567}"/>
              </a:ext>
            </a:extLst>
          </p:cNvPr>
          <p:cNvSpPr txBox="1"/>
          <p:nvPr/>
        </p:nvSpPr>
        <p:spPr>
          <a:xfrm>
            <a:off x="8498592" y="326782"/>
            <a:ext cx="3098800" cy="28725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sz="1200" i="0" u="none" strike="noStrike" cap="none" spc="0" normalizeH="0" baseline="0">
                <a:ln>
                  <a:noFill/>
                </a:ln>
                <a:solidFill>
                  <a:srgbClr val="000000"/>
                </a:solidFill>
                <a:effectLst/>
                <a:uFillTx/>
                <a:latin typeface="Times New Roman" panose="02020603050405020304" pitchFamily="18" charset="0"/>
                <a:cs typeface="Times New Roman" panose="02020603050405020304" pitchFamily="18" charset="0"/>
                <a:sym typeface="Helvetica Neue"/>
              </a:rPr>
              <a:t>Imperfect Competition</a:t>
            </a:r>
          </a:p>
        </p:txBody>
      </p:sp>
      <p:graphicFrame>
        <p:nvGraphicFramePr>
          <p:cNvPr id="32" name="Table 31">
            <a:extLst>
              <a:ext uri="{FF2B5EF4-FFF2-40B4-BE49-F238E27FC236}">
                <a16:creationId xmlns:a16="http://schemas.microsoft.com/office/drawing/2014/main" id="{733D36A2-3A91-6C4D-B5BC-A2CA19708E7C}"/>
              </a:ext>
            </a:extLst>
          </p:cNvPr>
          <p:cNvGraphicFramePr>
            <a:graphicFrameLocks noGrp="1"/>
          </p:cNvGraphicFramePr>
          <p:nvPr/>
        </p:nvGraphicFramePr>
        <p:xfrm>
          <a:off x="523244" y="819916"/>
          <a:ext cx="1814195" cy="2213776"/>
        </p:xfrm>
        <a:graphic>
          <a:graphicData uri="http://schemas.openxmlformats.org/drawingml/2006/table">
            <a:tbl>
              <a:tblPr firstRow="1" bandRow="1">
                <a:tableStyleId>{5940675A-B579-460E-94D1-54222C63F5DA}</a:tableStyleId>
              </a:tblPr>
              <a:tblGrid>
                <a:gridCol w="467043">
                  <a:extLst>
                    <a:ext uri="{9D8B030D-6E8A-4147-A177-3AD203B41FA5}">
                      <a16:colId xmlns:a16="http://schemas.microsoft.com/office/drawing/2014/main" val="2035499795"/>
                    </a:ext>
                  </a:extLst>
                </a:gridCol>
                <a:gridCol w="440055">
                  <a:extLst>
                    <a:ext uri="{9D8B030D-6E8A-4147-A177-3AD203B41FA5}">
                      <a16:colId xmlns:a16="http://schemas.microsoft.com/office/drawing/2014/main" val="2417373282"/>
                    </a:ext>
                  </a:extLst>
                </a:gridCol>
                <a:gridCol w="432117">
                  <a:extLst>
                    <a:ext uri="{9D8B030D-6E8A-4147-A177-3AD203B41FA5}">
                      <a16:colId xmlns:a16="http://schemas.microsoft.com/office/drawing/2014/main" val="1824173937"/>
                    </a:ext>
                  </a:extLst>
                </a:gridCol>
                <a:gridCol w="474980">
                  <a:extLst>
                    <a:ext uri="{9D8B030D-6E8A-4147-A177-3AD203B41FA5}">
                      <a16:colId xmlns:a16="http://schemas.microsoft.com/office/drawing/2014/main" val="2591690619"/>
                    </a:ext>
                  </a:extLst>
                </a:gridCol>
              </a:tblGrid>
              <a:tr h="235005">
                <a:tc>
                  <a:txBody>
                    <a:bodyPr/>
                    <a:lstStyle/>
                    <a:p>
                      <a:r>
                        <a:rPr lang="en-US" sz="1200" b="1">
                          <a:latin typeface="Times New Roman" panose="02020603050405020304" pitchFamily="18" charset="0"/>
                          <a:cs typeface="Times New Roman" panose="02020603050405020304" pitchFamily="18" charset="0"/>
                        </a:rPr>
                        <a:t>Qty</a:t>
                      </a:r>
                    </a:p>
                  </a:txBody>
                  <a:tcPr/>
                </a:tc>
                <a:tc>
                  <a:txBody>
                    <a:bodyPr/>
                    <a:lstStyle/>
                    <a:p>
                      <a:r>
                        <a:rPr lang="en-US" sz="1200" b="1">
                          <a:solidFill>
                            <a:schemeClr val="accent1">
                              <a:lumMod val="50000"/>
                            </a:schemeClr>
                          </a:solidFill>
                          <a:latin typeface="Times New Roman" panose="02020603050405020304" pitchFamily="18" charset="0"/>
                          <a:cs typeface="Times New Roman" panose="02020603050405020304" pitchFamily="18" charset="0"/>
                        </a:rPr>
                        <a:t>AR</a:t>
                      </a:r>
                    </a:p>
                  </a:txBody>
                  <a:tcPr/>
                </a:tc>
                <a:tc>
                  <a:txBody>
                    <a:bodyPr/>
                    <a:lstStyle/>
                    <a:p>
                      <a:r>
                        <a:rPr lang="en-US" sz="1200" b="1">
                          <a:solidFill>
                            <a:srgbClr val="C00000"/>
                          </a:solidFill>
                          <a:latin typeface="Times New Roman" panose="02020603050405020304" pitchFamily="18" charset="0"/>
                          <a:cs typeface="Times New Roman" panose="02020603050405020304" pitchFamily="18" charset="0"/>
                        </a:rPr>
                        <a:t>TR</a:t>
                      </a:r>
                    </a:p>
                  </a:txBody>
                  <a:tcPr/>
                </a:tc>
                <a:tc>
                  <a:txBody>
                    <a:bodyPr/>
                    <a:lstStyle/>
                    <a:p>
                      <a:r>
                        <a:rPr lang="en-US" sz="1200" b="1">
                          <a:solidFill>
                            <a:schemeClr val="accent5">
                              <a:lumMod val="75000"/>
                            </a:schemeClr>
                          </a:solidFill>
                          <a:latin typeface="Times New Roman" panose="02020603050405020304" pitchFamily="18" charset="0"/>
                          <a:cs typeface="Times New Roman" panose="02020603050405020304" pitchFamily="18" charset="0"/>
                        </a:rPr>
                        <a:t>MR</a:t>
                      </a:r>
                    </a:p>
                  </a:txBody>
                  <a:tcPr/>
                </a:tc>
                <a:extLst>
                  <a:ext uri="{0D108BD9-81ED-4DB2-BD59-A6C34878D82A}">
                    <a16:rowId xmlns:a16="http://schemas.microsoft.com/office/drawing/2014/main" val="342519857"/>
                  </a:ext>
                </a:extLst>
              </a:tr>
              <a:tr h="261730">
                <a:tc>
                  <a:txBody>
                    <a:bodyPr/>
                    <a:lstStyle/>
                    <a:p>
                      <a:r>
                        <a:rPr lang="en-US" sz="1200" b="1">
                          <a:latin typeface="Times New Roman" panose="02020603050405020304" pitchFamily="18" charset="0"/>
                          <a:cs typeface="Times New Roman" panose="02020603050405020304" pitchFamily="18" charset="0"/>
                        </a:rPr>
                        <a:t>1</a:t>
                      </a:r>
                    </a:p>
                  </a:txBody>
                  <a:tcPr/>
                </a:tc>
                <a:tc>
                  <a:txBody>
                    <a:bodyPr/>
                    <a:lstStyle/>
                    <a:p>
                      <a:r>
                        <a:rPr lang="en-US" sz="1200" b="1" dirty="0">
                          <a:solidFill>
                            <a:schemeClr val="accent1">
                              <a:lumMod val="50000"/>
                            </a:schemeClr>
                          </a:solidFill>
                          <a:latin typeface="Times New Roman" panose="02020603050405020304" pitchFamily="18" charset="0"/>
                          <a:cs typeface="Times New Roman" panose="02020603050405020304" pitchFamily="18" charset="0"/>
                        </a:rPr>
                        <a:t>2</a:t>
                      </a:r>
                    </a:p>
                  </a:txBody>
                  <a:tcPr/>
                </a:tc>
                <a:tc>
                  <a:txBody>
                    <a:bodyPr/>
                    <a:lstStyle/>
                    <a:p>
                      <a:r>
                        <a:rPr lang="en-US" sz="1200" b="1">
                          <a:solidFill>
                            <a:srgbClr val="C00000"/>
                          </a:solidFill>
                          <a:latin typeface="Times New Roman" panose="02020603050405020304" pitchFamily="18" charset="0"/>
                          <a:cs typeface="Times New Roman" panose="02020603050405020304" pitchFamily="18" charset="0"/>
                        </a:rPr>
                        <a:t>2</a:t>
                      </a:r>
                    </a:p>
                  </a:txBody>
                  <a:tcPr/>
                </a:tc>
                <a:tc>
                  <a:txBody>
                    <a:bodyPr/>
                    <a:lstStyle/>
                    <a:p>
                      <a:r>
                        <a:rPr lang="en-US" sz="1200" b="1" dirty="0">
                          <a:solidFill>
                            <a:schemeClr val="accent5">
                              <a:lumMod val="75000"/>
                            </a:schemeClr>
                          </a:solidFill>
                          <a:latin typeface="Times New Roman" panose="02020603050405020304" pitchFamily="18" charset="0"/>
                          <a:cs typeface="Times New Roman" panose="02020603050405020304" pitchFamily="18" charset="0"/>
                        </a:rPr>
                        <a:t>2</a:t>
                      </a:r>
                    </a:p>
                  </a:txBody>
                  <a:tcPr/>
                </a:tc>
                <a:extLst>
                  <a:ext uri="{0D108BD9-81ED-4DB2-BD59-A6C34878D82A}">
                    <a16:rowId xmlns:a16="http://schemas.microsoft.com/office/drawing/2014/main" val="852247160"/>
                  </a:ext>
                </a:extLst>
              </a:tr>
              <a:tr h="245828">
                <a:tc>
                  <a:txBody>
                    <a:bodyPr/>
                    <a:lstStyle/>
                    <a:p>
                      <a:r>
                        <a:rPr lang="en-US" sz="1200" b="1">
                          <a:latin typeface="Times New Roman" panose="02020603050405020304" pitchFamily="18" charset="0"/>
                          <a:cs typeface="Times New Roman" panose="02020603050405020304" pitchFamily="18" charset="0"/>
                        </a:rPr>
                        <a:t>2</a:t>
                      </a:r>
                    </a:p>
                  </a:txBody>
                  <a:tcPr/>
                </a:tc>
                <a:tc>
                  <a:txBody>
                    <a:bodyPr/>
                    <a:lstStyle/>
                    <a:p>
                      <a:r>
                        <a:rPr lang="en-US" sz="1200" b="1">
                          <a:solidFill>
                            <a:schemeClr val="accent1">
                              <a:lumMod val="50000"/>
                            </a:schemeClr>
                          </a:solidFill>
                          <a:latin typeface="Times New Roman" panose="02020603050405020304" pitchFamily="18" charset="0"/>
                          <a:cs typeface="Times New Roman" panose="02020603050405020304" pitchFamily="18" charset="0"/>
                        </a:rPr>
                        <a:t>2</a:t>
                      </a:r>
                    </a:p>
                  </a:txBody>
                  <a:tcPr/>
                </a:tc>
                <a:tc>
                  <a:txBody>
                    <a:bodyPr/>
                    <a:lstStyle/>
                    <a:p>
                      <a:r>
                        <a:rPr lang="en-US" sz="1200" b="1">
                          <a:solidFill>
                            <a:srgbClr val="C00000"/>
                          </a:solidFill>
                          <a:latin typeface="Times New Roman" panose="02020603050405020304" pitchFamily="18" charset="0"/>
                          <a:cs typeface="Times New Roman" panose="02020603050405020304" pitchFamily="18" charset="0"/>
                        </a:rPr>
                        <a:t>4</a:t>
                      </a:r>
                    </a:p>
                  </a:txBody>
                  <a:tcPr/>
                </a:tc>
                <a:tc>
                  <a:txBody>
                    <a:bodyPr/>
                    <a:lstStyle/>
                    <a:p>
                      <a:r>
                        <a:rPr lang="en-US" sz="1200" b="1">
                          <a:solidFill>
                            <a:schemeClr val="accent5">
                              <a:lumMod val="75000"/>
                            </a:schemeClr>
                          </a:solidFill>
                          <a:latin typeface="Times New Roman" panose="02020603050405020304" pitchFamily="18" charset="0"/>
                          <a:cs typeface="Times New Roman" panose="02020603050405020304" pitchFamily="18" charset="0"/>
                        </a:rPr>
                        <a:t>2</a:t>
                      </a:r>
                    </a:p>
                  </a:txBody>
                  <a:tcPr/>
                </a:tc>
                <a:extLst>
                  <a:ext uri="{0D108BD9-81ED-4DB2-BD59-A6C34878D82A}">
                    <a16:rowId xmlns:a16="http://schemas.microsoft.com/office/drawing/2014/main" val="2485569994"/>
                  </a:ext>
                </a:extLst>
              </a:tr>
              <a:tr h="229925">
                <a:tc>
                  <a:txBody>
                    <a:bodyPr/>
                    <a:lstStyle/>
                    <a:p>
                      <a:r>
                        <a:rPr lang="en-US" sz="1200" b="1">
                          <a:latin typeface="Times New Roman" panose="02020603050405020304" pitchFamily="18" charset="0"/>
                          <a:cs typeface="Times New Roman" panose="02020603050405020304" pitchFamily="18" charset="0"/>
                        </a:rPr>
                        <a:t>3</a:t>
                      </a:r>
                    </a:p>
                  </a:txBody>
                  <a:tcPr/>
                </a:tc>
                <a:tc>
                  <a:txBody>
                    <a:bodyPr/>
                    <a:lstStyle/>
                    <a:p>
                      <a:r>
                        <a:rPr lang="en-US" sz="1200" b="1">
                          <a:solidFill>
                            <a:schemeClr val="accent1">
                              <a:lumMod val="50000"/>
                            </a:schemeClr>
                          </a:solidFill>
                          <a:latin typeface="Times New Roman" panose="02020603050405020304" pitchFamily="18" charset="0"/>
                          <a:cs typeface="Times New Roman" panose="02020603050405020304" pitchFamily="18" charset="0"/>
                        </a:rPr>
                        <a:t>2</a:t>
                      </a:r>
                    </a:p>
                  </a:txBody>
                  <a:tcPr/>
                </a:tc>
                <a:tc>
                  <a:txBody>
                    <a:bodyPr/>
                    <a:lstStyle/>
                    <a:p>
                      <a:r>
                        <a:rPr lang="en-US" sz="1200" b="1">
                          <a:solidFill>
                            <a:srgbClr val="C00000"/>
                          </a:solidFill>
                          <a:latin typeface="Times New Roman" panose="02020603050405020304" pitchFamily="18" charset="0"/>
                          <a:cs typeface="Times New Roman" panose="02020603050405020304" pitchFamily="18" charset="0"/>
                        </a:rPr>
                        <a:t>6</a:t>
                      </a:r>
                    </a:p>
                  </a:txBody>
                  <a:tcPr/>
                </a:tc>
                <a:tc>
                  <a:txBody>
                    <a:bodyPr/>
                    <a:lstStyle/>
                    <a:p>
                      <a:r>
                        <a:rPr lang="en-US" sz="1200" b="1">
                          <a:solidFill>
                            <a:schemeClr val="accent5">
                              <a:lumMod val="75000"/>
                            </a:schemeClr>
                          </a:solidFill>
                          <a:latin typeface="Times New Roman" panose="02020603050405020304" pitchFamily="18" charset="0"/>
                          <a:cs typeface="Times New Roman" panose="02020603050405020304" pitchFamily="18" charset="0"/>
                        </a:rPr>
                        <a:t>2</a:t>
                      </a:r>
                    </a:p>
                  </a:txBody>
                  <a:tcPr/>
                </a:tc>
                <a:extLst>
                  <a:ext uri="{0D108BD9-81ED-4DB2-BD59-A6C34878D82A}">
                    <a16:rowId xmlns:a16="http://schemas.microsoft.com/office/drawing/2014/main" val="1074780852"/>
                  </a:ext>
                </a:extLst>
              </a:tr>
              <a:tr h="293536">
                <a:tc>
                  <a:txBody>
                    <a:bodyPr/>
                    <a:lstStyle/>
                    <a:p>
                      <a:r>
                        <a:rPr lang="en-US" sz="1200" b="1" dirty="0">
                          <a:latin typeface="Times New Roman" panose="02020603050405020304" pitchFamily="18" charset="0"/>
                          <a:cs typeface="Times New Roman" panose="02020603050405020304" pitchFamily="18" charset="0"/>
                        </a:rPr>
                        <a:t>4</a:t>
                      </a:r>
                    </a:p>
                  </a:txBody>
                  <a:tcPr/>
                </a:tc>
                <a:tc>
                  <a:txBody>
                    <a:bodyPr/>
                    <a:lstStyle/>
                    <a:p>
                      <a:r>
                        <a:rPr lang="en-US" sz="1200" b="1">
                          <a:solidFill>
                            <a:schemeClr val="accent1">
                              <a:lumMod val="50000"/>
                            </a:schemeClr>
                          </a:solidFill>
                          <a:latin typeface="Times New Roman" panose="02020603050405020304" pitchFamily="18" charset="0"/>
                          <a:cs typeface="Times New Roman" panose="02020603050405020304" pitchFamily="18" charset="0"/>
                        </a:rPr>
                        <a:t>2</a:t>
                      </a:r>
                    </a:p>
                  </a:txBody>
                  <a:tcPr/>
                </a:tc>
                <a:tc>
                  <a:txBody>
                    <a:bodyPr/>
                    <a:lstStyle/>
                    <a:p>
                      <a:r>
                        <a:rPr lang="en-US" sz="1200" b="1">
                          <a:solidFill>
                            <a:srgbClr val="C00000"/>
                          </a:solidFill>
                          <a:latin typeface="Times New Roman" panose="02020603050405020304" pitchFamily="18" charset="0"/>
                          <a:cs typeface="Times New Roman" panose="02020603050405020304" pitchFamily="18" charset="0"/>
                        </a:rPr>
                        <a:t>8</a:t>
                      </a:r>
                    </a:p>
                  </a:txBody>
                  <a:tcPr/>
                </a:tc>
                <a:tc>
                  <a:txBody>
                    <a:bodyPr/>
                    <a:lstStyle/>
                    <a:p>
                      <a:r>
                        <a:rPr lang="en-US" sz="1200" b="1">
                          <a:solidFill>
                            <a:schemeClr val="accent5">
                              <a:lumMod val="75000"/>
                            </a:schemeClr>
                          </a:solidFill>
                          <a:latin typeface="Times New Roman" panose="02020603050405020304" pitchFamily="18" charset="0"/>
                          <a:cs typeface="Times New Roman" panose="02020603050405020304" pitchFamily="18" charset="0"/>
                        </a:rPr>
                        <a:t>2</a:t>
                      </a:r>
                    </a:p>
                  </a:txBody>
                  <a:tcPr/>
                </a:tc>
                <a:extLst>
                  <a:ext uri="{0D108BD9-81ED-4DB2-BD59-A6C34878D82A}">
                    <a16:rowId xmlns:a16="http://schemas.microsoft.com/office/drawing/2014/main" val="1982328108"/>
                  </a:ext>
                </a:extLst>
              </a:tr>
              <a:tr h="258417">
                <a:tc>
                  <a:txBody>
                    <a:bodyPr/>
                    <a:lstStyle/>
                    <a:p>
                      <a:r>
                        <a:rPr lang="en-US" sz="1200" b="1">
                          <a:latin typeface="Times New Roman" panose="02020603050405020304" pitchFamily="18" charset="0"/>
                          <a:cs typeface="Times New Roman" panose="02020603050405020304" pitchFamily="18" charset="0"/>
                        </a:rPr>
                        <a:t>5</a:t>
                      </a:r>
                    </a:p>
                  </a:txBody>
                  <a:tcPr/>
                </a:tc>
                <a:tc>
                  <a:txBody>
                    <a:bodyPr/>
                    <a:lstStyle/>
                    <a:p>
                      <a:r>
                        <a:rPr lang="en-US" sz="1200" b="1">
                          <a:solidFill>
                            <a:schemeClr val="accent1">
                              <a:lumMod val="50000"/>
                            </a:schemeClr>
                          </a:solidFill>
                          <a:latin typeface="Times New Roman" panose="02020603050405020304" pitchFamily="18" charset="0"/>
                          <a:cs typeface="Times New Roman" panose="02020603050405020304" pitchFamily="18" charset="0"/>
                        </a:rPr>
                        <a:t>2</a:t>
                      </a:r>
                    </a:p>
                  </a:txBody>
                  <a:tcPr/>
                </a:tc>
                <a:tc>
                  <a:txBody>
                    <a:bodyPr/>
                    <a:lstStyle/>
                    <a:p>
                      <a:r>
                        <a:rPr lang="en-US" sz="1200" b="1">
                          <a:solidFill>
                            <a:srgbClr val="C00000"/>
                          </a:solidFill>
                          <a:latin typeface="Times New Roman" panose="02020603050405020304" pitchFamily="18" charset="0"/>
                          <a:cs typeface="Times New Roman" panose="02020603050405020304" pitchFamily="18" charset="0"/>
                        </a:rPr>
                        <a:t>10</a:t>
                      </a:r>
                    </a:p>
                  </a:txBody>
                  <a:tcPr/>
                </a:tc>
                <a:tc>
                  <a:txBody>
                    <a:bodyPr/>
                    <a:lstStyle/>
                    <a:p>
                      <a:r>
                        <a:rPr lang="en-US" sz="1200" b="1" dirty="0">
                          <a:solidFill>
                            <a:schemeClr val="accent5">
                              <a:lumMod val="75000"/>
                            </a:schemeClr>
                          </a:solidFill>
                          <a:latin typeface="Times New Roman" panose="02020603050405020304" pitchFamily="18" charset="0"/>
                          <a:cs typeface="Times New Roman" panose="02020603050405020304" pitchFamily="18" charset="0"/>
                        </a:rPr>
                        <a:t>2</a:t>
                      </a:r>
                    </a:p>
                  </a:txBody>
                  <a:tcPr/>
                </a:tc>
                <a:extLst>
                  <a:ext uri="{0D108BD9-81ED-4DB2-BD59-A6C34878D82A}">
                    <a16:rowId xmlns:a16="http://schemas.microsoft.com/office/drawing/2014/main" val="2417078139"/>
                  </a:ext>
                </a:extLst>
              </a:tr>
              <a:tr h="242514">
                <a:tc>
                  <a:txBody>
                    <a:bodyPr/>
                    <a:lstStyle/>
                    <a:p>
                      <a:r>
                        <a:rPr lang="en-US" sz="1200" b="1">
                          <a:latin typeface="Times New Roman" panose="02020603050405020304" pitchFamily="18" charset="0"/>
                          <a:cs typeface="Times New Roman" panose="02020603050405020304" pitchFamily="18" charset="0"/>
                        </a:rPr>
                        <a:t>6</a:t>
                      </a:r>
                    </a:p>
                  </a:txBody>
                  <a:tcPr/>
                </a:tc>
                <a:tc>
                  <a:txBody>
                    <a:bodyPr/>
                    <a:lstStyle/>
                    <a:p>
                      <a:r>
                        <a:rPr lang="en-US" sz="1200" b="1">
                          <a:solidFill>
                            <a:schemeClr val="accent1">
                              <a:lumMod val="50000"/>
                            </a:schemeClr>
                          </a:solidFill>
                          <a:latin typeface="Times New Roman" panose="02020603050405020304" pitchFamily="18" charset="0"/>
                          <a:cs typeface="Times New Roman" panose="02020603050405020304" pitchFamily="18" charset="0"/>
                        </a:rPr>
                        <a:t>2</a:t>
                      </a:r>
                    </a:p>
                  </a:txBody>
                  <a:tcPr/>
                </a:tc>
                <a:tc>
                  <a:txBody>
                    <a:bodyPr/>
                    <a:lstStyle/>
                    <a:p>
                      <a:r>
                        <a:rPr lang="en-US" sz="1200" b="1">
                          <a:solidFill>
                            <a:srgbClr val="C00000"/>
                          </a:solidFill>
                          <a:latin typeface="Times New Roman" panose="02020603050405020304" pitchFamily="18" charset="0"/>
                          <a:cs typeface="Times New Roman" panose="02020603050405020304" pitchFamily="18" charset="0"/>
                        </a:rPr>
                        <a:t>12</a:t>
                      </a:r>
                    </a:p>
                  </a:txBody>
                  <a:tcPr/>
                </a:tc>
                <a:tc>
                  <a:txBody>
                    <a:bodyPr/>
                    <a:lstStyle/>
                    <a:p>
                      <a:r>
                        <a:rPr lang="en-US" sz="1200" b="1">
                          <a:solidFill>
                            <a:schemeClr val="accent5">
                              <a:lumMod val="75000"/>
                            </a:schemeClr>
                          </a:solidFill>
                          <a:latin typeface="Times New Roman" panose="02020603050405020304" pitchFamily="18" charset="0"/>
                          <a:cs typeface="Times New Roman" panose="02020603050405020304" pitchFamily="18" charset="0"/>
                        </a:rPr>
                        <a:t>2</a:t>
                      </a:r>
                    </a:p>
                  </a:txBody>
                  <a:tcPr/>
                </a:tc>
                <a:extLst>
                  <a:ext uri="{0D108BD9-81ED-4DB2-BD59-A6C34878D82A}">
                    <a16:rowId xmlns:a16="http://schemas.microsoft.com/office/drawing/2014/main" val="2144018759"/>
                  </a:ext>
                </a:extLst>
              </a:tr>
              <a:tr h="246490">
                <a:tc>
                  <a:txBody>
                    <a:bodyPr/>
                    <a:lstStyle/>
                    <a:p>
                      <a:r>
                        <a:rPr lang="en-US" sz="1200" b="1">
                          <a:latin typeface="Times New Roman" panose="02020603050405020304" pitchFamily="18" charset="0"/>
                          <a:cs typeface="Times New Roman" panose="02020603050405020304" pitchFamily="18" charset="0"/>
                        </a:rPr>
                        <a:t>7</a:t>
                      </a:r>
                    </a:p>
                  </a:txBody>
                  <a:tcPr/>
                </a:tc>
                <a:tc>
                  <a:txBody>
                    <a:bodyPr/>
                    <a:lstStyle/>
                    <a:p>
                      <a:r>
                        <a:rPr lang="en-US" sz="1200" b="1">
                          <a:solidFill>
                            <a:schemeClr val="accent1">
                              <a:lumMod val="50000"/>
                            </a:schemeClr>
                          </a:solidFill>
                          <a:latin typeface="Times New Roman" panose="02020603050405020304" pitchFamily="18" charset="0"/>
                          <a:cs typeface="Times New Roman" panose="02020603050405020304" pitchFamily="18" charset="0"/>
                        </a:rPr>
                        <a:t>2</a:t>
                      </a:r>
                    </a:p>
                  </a:txBody>
                  <a:tcPr/>
                </a:tc>
                <a:tc>
                  <a:txBody>
                    <a:bodyPr/>
                    <a:lstStyle/>
                    <a:p>
                      <a:r>
                        <a:rPr lang="en-US" sz="1200" b="1">
                          <a:solidFill>
                            <a:srgbClr val="C00000"/>
                          </a:solidFill>
                          <a:latin typeface="Times New Roman" panose="02020603050405020304" pitchFamily="18" charset="0"/>
                          <a:cs typeface="Times New Roman" panose="02020603050405020304" pitchFamily="18" charset="0"/>
                        </a:rPr>
                        <a:t>14</a:t>
                      </a:r>
                    </a:p>
                  </a:txBody>
                  <a:tcPr/>
                </a:tc>
                <a:tc>
                  <a:txBody>
                    <a:bodyPr/>
                    <a:lstStyle/>
                    <a:p>
                      <a:r>
                        <a:rPr lang="en-US" sz="1200" b="1" dirty="0">
                          <a:solidFill>
                            <a:schemeClr val="accent5">
                              <a:lumMod val="75000"/>
                            </a:schemeClr>
                          </a:solidFill>
                          <a:latin typeface="Times New Roman" panose="02020603050405020304" pitchFamily="18" charset="0"/>
                          <a:cs typeface="Times New Roman" panose="02020603050405020304" pitchFamily="18" charset="0"/>
                        </a:rPr>
                        <a:t>2</a:t>
                      </a:r>
                    </a:p>
                  </a:txBody>
                  <a:tcPr/>
                </a:tc>
                <a:extLst>
                  <a:ext uri="{0D108BD9-81ED-4DB2-BD59-A6C34878D82A}">
                    <a16:rowId xmlns:a16="http://schemas.microsoft.com/office/drawing/2014/main" val="1241363467"/>
                  </a:ext>
                </a:extLst>
              </a:tr>
            </a:tbl>
          </a:graphicData>
        </a:graphic>
      </p:graphicFrame>
      <p:graphicFrame>
        <p:nvGraphicFramePr>
          <p:cNvPr id="35" name="Table 34">
            <a:extLst>
              <a:ext uri="{FF2B5EF4-FFF2-40B4-BE49-F238E27FC236}">
                <a16:creationId xmlns:a16="http://schemas.microsoft.com/office/drawing/2014/main" id="{7C24EDA7-64F2-E548-B073-B93D8B925B1E}"/>
              </a:ext>
            </a:extLst>
          </p:cNvPr>
          <p:cNvGraphicFramePr>
            <a:graphicFrameLocks noGrp="1"/>
          </p:cNvGraphicFramePr>
          <p:nvPr/>
        </p:nvGraphicFramePr>
        <p:xfrm>
          <a:off x="6895048" y="915772"/>
          <a:ext cx="1814195" cy="2194560"/>
        </p:xfrm>
        <a:graphic>
          <a:graphicData uri="http://schemas.openxmlformats.org/drawingml/2006/table">
            <a:tbl>
              <a:tblPr firstRow="1" bandRow="1">
                <a:tableStyleId>{5940675A-B579-460E-94D1-54222C63F5DA}</a:tableStyleId>
              </a:tblPr>
              <a:tblGrid>
                <a:gridCol w="467043">
                  <a:extLst>
                    <a:ext uri="{9D8B030D-6E8A-4147-A177-3AD203B41FA5}">
                      <a16:colId xmlns:a16="http://schemas.microsoft.com/office/drawing/2014/main" val="2035499795"/>
                    </a:ext>
                  </a:extLst>
                </a:gridCol>
                <a:gridCol w="440055">
                  <a:extLst>
                    <a:ext uri="{9D8B030D-6E8A-4147-A177-3AD203B41FA5}">
                      <a16:colId xmlns:a16="http://schemas.microsoft.com/office/drawing/2014/main" val="2417373282"/>
                    </a:ext>
                  </a:extLst>
                </a:gridCol>
                <a:gridCol w="432117">
                  <a:extLst>
                    <a:ext uri="{9D8B030D-6E8A-4147-A177-3AD203B41FA5}">
                      <a16:colId xmlns:a16="http://schemas.microsoft.com/office/drawing/2014/main" val="1824173937"/>
                    </a:ext>
                  </a:extLst>
                </a:gridCol>
                <a:gridCol w="474980">
                  <a:extLst>
                    <a:ext uri="{9D8B030D-6E8A-4147-A177-3AD203B41FA5}">
                      <a16:colId xmlns:a16="http://schemas.microsoft.com/office/drawing/2014/main" val="2591690619"/>
                    </a:ext>
                  </a:extLst>
                </a:gridCol>
              </a:tblGrid>
              <a:tr h="240220">
                <a:tc>
                  <a:txBody>
                    <a:bodyPr/>
                    <a:lstStyle/>
                    <a:p>
                      <a:r>
                        <a:rPr lang="en-US" sz="1200" b="1" dirty="0">
                          <a:latin typeface="Times New Roman" panose="02020603050405020304" pitchFamily="18" charset="0"/>
                          <a:cs typeface="Times New Roman" panose="02020603050405020304" pitchFamily="18" charset="0"/>
                        </a:rPr>
                        <a:t>Qty</a:t>
                      </a:r>
                    </a:p>
                  </a:txBody>
                  <a:tcPr/>
                </a:tc>
                <a:tc>
                  <a:txBody>
                    <a:bodyPr/>
                    <a:lstStyle/>
                    <a:p>
                      <a:r>
                        <a:rPr lang="en-US" sz="1200" b="1" dirty="0">
                          <a:solidFill>
                            <a:schemeClr val="accent1">
                              <a:lumMod val="50000"/>
                            </a:schemeClr>
                          </a:solidFill>
                          <a:latin typeface="Times New Roman" panose="02020603050405020304" pitchFamily="18" charset="0"/>
                          <a:cs typeface="Times New Roman" panose="02020603050405020304" pitchFamily="18" charset="0"/>
                        </a:rPr>
                        <a:t>AR</a:t>
                      </a:r>
                    </a:p>
                  </a:txBody>
                  <a:tcPr/>
                </a:tc>
                <a:tc>
                  <a:txBody>
                    <a:bodyPr/>
                    <a:lstStyle/>
                    <a:p>
                      <a:r>
                        <a:rPr lang="en-US" sz="1200" b="1">
                          <a:solidFill>
                            <a:srgbClr val="C00000"/>
                          </a:solidFill>
                          <a:latin typeface="Times New Roman" panose="02020603050405020304" pitchFamily="18" charset="0"/>
                          <a:cs typeface="Times New Roman" panose="02020603050405020304" pitchFamily="18" charset="0"/>
                        </a:rPr>
                        <a:t>TR</a:t>
                      </a:r>
                    </a:p>
                  </a:txBody>
                  <a:tcPr/>
                </a:tc>
                <a:tc>
                  <a:txBody>
                    <a:bodyPr/>
                    <a:lstStyle/>
                    <a:p>
                      <a:r>
                        <a:rPr lang="en-US" sz="1200" b="1">
                          <a:solidFill>
                            <a:schemeClr val="accent5">
                              <a:lumMod val="75000"/>
                            </a:schemeClr>
                          </a:solidFill>
                          <a:latin typeface="Times New Roman" panose="02020603050405020304" pitchFamily="18" charset="0"/>
                          <a:cs typeface="Times New Roman" panose="02020603050405020304" pitchFamily="18" charset="0"/>
                        </a:rPr>
                        <a:t>MR</a:t>
                      </a:r>
                    </a:p>
                  </a:txBody>
                  <a:tcPr/>
                </a:tc>
                <a:extLst>
                  <a:ext uri="{0D108BD9-81ED-4DB2-BD59-A6C34878D82A}">
                    <a16:rowId xmlns:a16="http://schemas.microsoft.com/office/drawing/2014/main" val="342519857"/>
                  </a:ext>
                </a:extLst>
              </a:tr>
              <a:tr h="247067">
                <a:tc>
                  <a:txBody>
                    <a:bodyPr/>
                    <a:lstStyle/>
                    <a:p>
                      <a:r>
                        <a:rPr lang="en-US" sz="1200" b="1" dirty="0">
                          <a:latin typeface="Times New Roman" panose="02020603050405020304" pitchFamily="18" charset="0"/>
                          <a:cs typeface="Times New Roman" panose="02020603050405020304" pitchFamily="18" charset="0"/>
                        </a:rPr>
                        <a:t>1</a:t>
                      </a:r>
                    </a:p>
                  </a:txBody>
                  <a:tcPr/>
                </a:tc>
                <a:tc>
                  <a:txBody>
                    <a:bodyPr/>
                    <a:lstStyle/>
                    <a:p>
                      <a:r>
                        <a:rPr lang="en-US" sz="1200" b="1" dirty="0">
                          <a:solidFill>
                            <a:schemeClr val="accent1">
                              <a:lumMod val="50000"/>
                            </a:schemeClr>
                          </a:solidFill>
                          <a:latin typeface="Times New Roman" panose="02020603050405020304" pitchFamily="18" charset="0"/>
                          <a:cs typeface="Times New Roman" panose="02020603050405020304" pitchFamily="18" charset="0"/>
                        </a:rPr>
                        <a:t>30</a:t>
                      </a:r>
                    </a:p>
                  </a:txBody>
                  <a:tcPr/>
                </a:tc>
                <a:tc>
                  <a:txBody>
                    <a:bodyPr/>
                    <a:lstStyle/>
                    <a:p>
                      <a:r>
                        <a:rPr lang="en-US" sz="1200" b="1" dirty="0">
                          <a:solidFill>
                            <a:srgbClr val="C00000"/>
                          </a:solidFill>
                          <a:latin typeface="Times New Roman" panose="02020603050405020304" pitchFamily="18" charset="0"/>
                          <a:cs typeface="Times New Roman" panose="02020603050405020304" pitchFamily="18" charset="0"/>
                        </a:rPr>
                        <a:t>30</a:t>
                      </a:r>
                    </a:p>
                  </a:txBody>
                  <a:tcPr/>
                </a:tc>
                <a:tc>
                  <a:txBody>
                    <a:bodyPr/>
                    <a:lstStyle/>
                    <a:p>
                      <a:r>
                        <a:rPr lang="en-US" sz="1200" b="1">
                          <a:solidFill>
                            <a:schemeClr val="accent5">
                              <a:lumMod val="75000"/>
                            </a:schemeClr>
                          </a:solidFill>
                          <a:latin typeface="Times New Roman" panose="02020603050405020304" pitchFamily="18" charset="0"/>
                          <a:cs typeface="Times New Roman" panose="02020603050405020304" pitchFamily="18" charset="0"/>
                        </a:rPr>
                        <a:t>30</a:t>
                      </a:r>
                    </a:p>
                  </a:txBody>
                  <a:tcPr/>
                </a:tc>
                <a:extLst>
                  <a:ext uri="{0D108BD9-81ED-4DB2-BD59-A6C34878D82A}">
                    <a16:rowId xmlns:a16="http://schemas.microsoft.com/office/drawing/2014/main" val="852247160"/>
                  </a:ext>
                </a:extLst>
              </a:tr>
              <a:tr h="211286">
                <a:tc>
                  <a:txBody>
                    <a:bodyPr/>
                    <a:lstStyle/>
                    <a:p>
                      <a:r>
                        <a:rPr lang="en-US" sz="1200" b="1">
                          <a:latin typeface="Times New Roman" panose="02020603050405020304" pitchFamily="18" charset="0"/>
                          <a:cs typeface="Times New Roman" panose="02020603050405020304" pitchFamily="18" charset="0"/>
                        </a:rPr>
                        <a:t>2</a:t>
                      </a:r>
                    </a:p>
                  </a:txBody>
                  <a:tcPr/>
                </a:tc>
                <a:tc>
                  <a:txBody>
                    <a:bodyPr/>
                    <a:lstStyle/>
                    <a:p>
                      <a:r>
                        <a:rPr lang="en-US" sz="1200" b="1" dirty="0">
                          <a:solidFill>
                            <a:schemeClr val="accent1">
                              <a:lumMod val="50000"/>
                            </a:schemeClr>
                          </a:solidFill>
                          <a:latin typeface="Times New Roman" panose="02020603050405020304" pitchFamily="18" charset="0"/>
                          <a:cs typeface="Times New Roman" panose="02020603050405020304" pitchFamily="18" charset="0"/>
                        </a:rPr>
                        <a:t>27</a:t>
                      </a:r>
                    </a:p>
                  </a:txBody>
                  <a:tcPr/>
                </a:tc>
                <a:tc>
                  <a:txBody>
                    <a:bodyPr/>
                    <a:lstStyle/>
                    <a:p>
                      <a:r>
                        <a:rPr lang="en-US" sz="1200" b="1" dirty="0">
                          <a:solidFill>
                            <a:srgbClr val="C00000"/>
                          </a:solidFill>
                          <a:latin typeface="Times New Roman" panose="02020603050405020304" pitchFamily="18" charset="0"/>
                          <a:cs typeface="Times New Roman" panose="02020603050405020304" pitchFamily="18" charset="0"/>
                        </a:rPr>
                        <a:t>54</a:t>
                      </a:r>
                    </a:p>
                  </a:txBody>
                  <a:tcPr/>
                </a:tc>
                <a:tc>
                  <a:txBody>
                    <a:bodyPr/>
                    <a:lstStyle/>
                    <a:p>
                      <a:r>
                        <a:rPr lang="en-US" sz="1200" b="1">
                          <a:solidFill>
                            <a:schemeClr val="accent5">
                              <a:lumMod val="75000"/>
                            </a:schemeClr>
                          </a:solidFill>
                          <a:latin typeface="Times New Roman" panose="02020603050405020304" pitchFamily="18" charset="0"/>
                          <a:cs typeface="Times New Roman" panose="02020603050405020304" pitchFamily="18" charset="0"/>
                        </a:rPr>
                        <a:t>24</a:t>
                      </a:r>
                    </a:p>
                  </a:txBody>
                  <a:tcPr/>
                </a:tc>
                <a:extLst>
                  <a:ext uri="{0D108BD9-81ED-4DB2-BD59-A6C34878D82A}">
                    <a16:rowId xmlns:a16="http://schemas.microsoft.com/office/drawing/2014/main" val="2485569994"/>
                  </a:ext>
                </a:extLst>
              </a:tr>
              <a:tr h="255018">
                <a:tc>
                  <a:txBody>
                    <a:bodyPr/>
                    <a:lstStyle/>
                    <a:p>
                      <a:r>
                        <a:rPr lang="en-US" sz="1200" b="1">
                          <a:latin typeface="Times New Roman" panose="02020603050405020304" pitchFamily="18" charset="0"/>
                          <a:cs typeface="Times New Roman" panose="02020603050405020304" pitchFamily="18" charset="0"/>
                        </a:rPr>
                        <a:t>3</a:t>
                      </a:r>
                    </a:p>
                  </a:txBody>
                  <a:tcPr/>
                </a:tc>
                <a:tc>
                  <a:txBody>
                    <a:bodyPr/>
                    <a:lstStyle/>
                    <a:p>
                      <a:r>
                        <a:rPr lang="en-US" sz="1200" b="1">
                          <a:solidFill>
                            <a:schemeClr val="accent1">
                              <a:lumMod val="50000"/>
                            </a:schemeClr>
                          </a:solidFill>
                          <a:latin typeface="Times New Roman" panose="02020603050405020304" pitchFamily="18" charset="0"/>
                          <a:cs typeface="Times New Roman" panose="02020603050405020304" pitchFamily="18" charset="0"/>
                        </a:rPr>
                        <a:t>23</a:t>
                      </a:r>
                    </a:p>
                  </a:txBody>
                  <a:tcPr/>
                </a:tc>
                <a:tc>
                  <a:txBody>
                    <a:bodyPr/>
                    <a:lstStyle/>
                    <a:p>
                      <a:r>
                        <a:rPr lang="en-US" sz="1200" b="1">
                          <a:solidFill>
                            <a:srgbClr val="C00000"/>
                          </a:solidFill>
                          <a:latin typeface="Times New Roman" panose="02020603050405020304" pitchFamily="18" charset="0"/>
                          <a:cs typeface="Times New Roman" panose="02020603050405020304" pitchFamily="18" charset="0"/>
                        </a:rPr>
                        <a:t>69</a:t>
                      </a:r>
                    </a:p>
                  </a:txBody>
                  <a:tcPr/>
                </a:tc>
                <a:tc>
                  <a:txBody>
                    <a:bodyPr/>
                    <a:lstStyle/>
                    <a:p>
                      <a:r>
                        <a:rPr lang="en-US" sz="1200" b="1" dirty="0">
                          <a:solidFill>
                            <a:schemeClr val="accent5">
                              <a:lumMod val="75000"/>
                            </a:schemeClr>
                          </a:solidFill>
                          <a:latin typeface="Times New Roman" panose="02020603050405020304" pitchFamily="18" charset="0"/>
                          <a:cs typeface="Times New Roman" panose="02020603050405020304" pitchFamily="18" charset="0"/>
                        </a:rPr>
                        <a:t>15</a:t>
                      </a:r>
                    </a:p>
                  </a:txBody>
                  <a:tcPr/>
                </a:tc>
                <a:extLst>
                  <a:ext uri="{0D108BD9-81ED-4DB2-BD59-A6C34878D82A}">
                    <a16:rowId xmlns:a16="http://schemas.microsoft.com/office/drawing/2014/main" val="1074780852"/>
                  </a:ext>
                </a:extLst>
              </a:tr>
              <a:tr h="258994">
                <a:tc>
                  <a:txBody>
                    <a:bodyPr/>
                    <a:lstStyle/>
                    <a:p>
                      <a:r>
                        <a:rPr lang="en-US" sz="1200" b="1">
                          <a:latin typeface="Times New Roman" panose="02020603050405020304" pitchFamily="18" charset="0"/>
                          <a:cs typeface="Times New Roman" panose="02020603050405020304" pitchFamily="18" charset="0"/>
                        </a:rPr>
                        <a:t>4</a:t>
                      </a:r>
                    </a:p>
                  </a:txBody>
                  <a:tcPr/>
                </a:tc>
                <a:tc>
                  <a:txBody>
                    <a:bodyPr/>
                    <a:lstStyle/>
                    <a:p>
                      <a:r>
                        <a:rPr lang="en-US" sz="1200" b="1">
                          <a:solidFill>
                            <a:schemeClr val="accent1">
                              <a:lumMod val="50000"/>
                            </a:schemeClr>
                          </a:solidFill>
                          <a:latin typeface="Times New Roman" panose="02020603050405020304" pitchFamily="18" charset="0"/>
                          <a:cs typeface="Times New Roman" panose="02020603050405020304" pitchFamily="18" charset="0"/>
                        </a:rPr>
                        <a:t>20</a:t>
                      </a:r>
                    </a:p>
                  </a:txBody>
                  <a:tcPr/>
                </a:tc>
                <a:tc>
                  <a:txBody>
                    <a:bodyPr/>
                    <a:lstStyle/>
                    <a:p>
                      <a:r>
                        <a:rPr lang="en-US" sz="1200" b="1" dirty="0">
                          <a:solidFill>
                            <a:srgbClr val="C00000"/>
                          </a:solidFill>
                          <a:latin typeface="Times New Roman" panose="02020603050405020304" pitchFamily="18" charset="0"/>
                          <a:cs typeface="Times New Roman" panose="02020603050405020304" pitchFamily="18" charset="0"/>
                        </a:rPr>
                        <a:t>80</a:t>
                      </a:r>
                    </a:p>
                  </a:txBody>
                  <a:tcPr/>
                </a:tc>
                <a:tc>
                  <a:txBody>
                    <a:bodyPr/>
                    <a:lstStyle/>
                    <a:p>
                      <a:r>
                        <a:rPr lang="en-US" sz="1200" b="1">
                          <a:solidFill>
                            <a:schemeClr val="accent5">
                              <a:lumMod val="75000"/>
                            </a:schemeClr>
                          </a:solidFill>
                          <a:latin typeface="Times New Roman" panose="02020603050405020304" pitchFamily="18" charset="0"/>
                          <a:cs typeface="Times New Roman" panose="02020603050405020304" pitchFamily="18" charset="0"/>
                        </a:rPr>
                        <a:t>11</a:t>
                      </a:r>
                    </a:p>
                  </a:txBody>
                  <a:tcPr/>
                </a:tc>
                <a:extLst>
                  <a:ext uri="{0D108BD9-81ED-4DB2-BD59-A6C34878D82A}">
                    <a16:rowId xmlns:a16="http://schemas.microsoft.com/office/drawing/2014/main" val="1982328108"/>
                  </a:ext>
                </a:extLst>
              </a:tr>
              <a:tr h="243091">
                <a:tc>
                  <a:txBody>
                    <a:bodyPr/>
                    <a:lstStyle/>
                    <a:p>
                      <a:r>
                        <a:rPr lang="en-US" sz="1200" b="1" dirty="0">
                          <a:latin typeface="Times New Roman" panose="02020603050405020304" pitchFamily="18" charset="0"/>
                          <a:cs typeface="Times New Roman" panose="02020603050405020304" pitchFamily="18" charset="0"/>
                        </a:rPr>
                        <a:t>5</a:t>
                      </a:r>
                    </a:p>
                  </a:txBody>
                  <a:tcPr/>
                </a:tc>
                <a:tc>
                  <a:txBody>
                    <a:bodyPr/>
                    <a:lstStyle/>
                    <a:p>
                      <a:r>
                        <a:rPr lang="en-US" sz="1200" b="1" dirty="0">
                          <a:solidFill>
                            <a:schemeClr val="accent1">
                              <a:lumMod val="50000"/>
                            </a:schemeClr>
                          </a:solidFill>
                          <a:latin typeface="Times New Roman" panose="02020603050405020304" pitchFamily="18" charset="0"/>
                          <a:cs typeface="Times New Roman" panose="02020603050405020304" pitchFamily="18" charset="0"/>
                        </a:rPr>
                        <a:t>12</a:t>
                      </a:r>
                    </a:p>
                  </a:txBody>
                  <a:tcPr/>
                </a:tc>
                <a:tc>
                  <a:txBody>
                    <a:bodyPr/>
                    <a:lstStyle/>
                    <a:p>
                      <a:r>
                        <a:rPr lang="en-US" sz="1200" b="1">
                          <a:solidFill>
                            <a:srgbClr val="C00000"/>
                          </a:solidFill>
                          <a:latin typeface="Times New Roman" panose="02020603050405020304" pitchFamily="18" charset="0"/>
                          <a:cs typeface="Times New Roman" panose="02020603050405020304" pitchFamily="18" charset="0"/>
                        </a:rPr>
                        <a:t>60</a:t>
                      </a:r>
                    </a:p>
                  </a:txBody>
                  <a:tcPr/>
                </a:tc>
                <a:tc>
                  <a:txBody>
                    <a:bodyPr/>
                    <a:lstStyle/>
                    <a:p>
                      <a:r>
                        <a:rPr lang="en-US" sz="1200" b="1">
                          <a:solidFill>
                            <a:schemeClr val="accent5">
                              <a:lumMod val="75000"/>
                            </a:schemeClr>
                          </a:solidFill>
                          <a:latin typeface="Times New Roman" panose="02020603050405020304" pitchFamily="18" charset="0"/>
                          <a:cs typeface="Times New Roman" panose="02020603050405020304" pitchFamily="18" charset="0"/>
                        </a:rPr>
                        <a:t>- 20</a:t>
                      </a:r>
                    </a:p>
                  </a:txBody>
                  <a:tcPr/>
                </a:tc>
                <a:extLst>
                  <a:ext uri="{0D108BD9-81ED-4DB2-BD59-A6C34878D82A}">
                    <a16:rowId xmlns:a16="http://schemas.microsoft.com/office/drawing/2014/main" val="2417078139"/>
                  </a:ext>
                </a:extLst>
              </a:tr>
              <a:tr h="227189">
                <a:tc>
                  <a:txBody>
                    <a:bodyPr/>
                    <a:lstStyle/>
                    <a:p>
                      <a:r>
                        <a:rPr lang="en-US" sz="1200" b="1" dirty="0">
                          <a:latin typeface="Times New Roman" panose="02020603050405020304" pitchFamily="18" charset="0"/>
                          <a:cs typeface="Times New Roman" panose="02020603050405020304" pitchFamily="18" charset="0"/>
                        </a:rPr>
                        <a:t>6</a:t>
                      </a:r>
                    </a:p>
                  </a:txBody>
                  <a:tcPr/>
                </a:tc>
                <a:tc>
                  <a:txBody>
                    <a:bodyPr/>
                    <a:lstStyle/>
                    <a:p>
                      <a:r>
                        <a:rPr lang="en-US" sz="1200" b="1" dirty="0">
                          <a:solidFill>
                            <a:schemeClr val="accent1">
                              <a:lumMod val="50000"/>
                            </a:schemeClr>
                          </a:solidFill>
                          <a:latin typeface="Times New Roman" panose="02020603050405020304" pitchFamily="18" charset="0"/>
                          <a:cs typeface="Times New Roman" panose="02020603050405020304" pitchFamily="18" charset="0"/>
                        </a:rPr>
                        <a:t>6</a:t>
                      </a:r>
                    </a:p>
                  </a:txBody>
                  <a:tcPr/>
                </a:tc>
                <a:tc>
                  <a:txBody>
                    <a:bodyPr/>
                    <a:lstStyle/>
                    <a:p>
                      <a:r>
                        <a:rPr lang="en-US" sz="1200" b="1">
                          <a:solidFill>
                            <a:srgbClr val="C00000"/>
                          </a:solidFill>
                          <a:latin typeface="Times New Roman" panose="02020603050405020304" pitchFamily="18" charset="0"/>
                          <a:cs typeface="Times New Roman" panose="02020603050405020304" pitchFamily="18" charset="0"/>
                        </a:rPr>
                        <a:t>36</a:t>
                      </a:r>
                    </a:p>
                  </a:txBody>
                  <a:tcPr/>
                </a:tc>
                <a:tc>
                  <a:txBody>
                    <a:bodyPr/>
                    <a:lstStyle/>
                    <a:p>
                      <a:r>
                        <a:rPr lang="en-US" sz="1200" b="1">
                          <a:solidFill>
                            <a:schemeClr val="accent5">
                              <a:lumMod val="75000"/>
                            </a:schemeClr>
                          </a:solidFill>
                          <a:latin typeface="Times New Roman" panose="02020603050405020304" pitchFamily="18" charset="0"/>
                          <a:cs typeface="Times New Roman" panose="02020603050405020304" pitchFamily="18" charset="0"/>
                        </a:rPr>
                        <a:t>- 24</a:t>
                      </a:r>
                    </a:p>
                  </a:txBody>
                  <a:tcPr/>
                </a:tc>
                <a:extLst>
                  <a:ext uri="{0D108BD9-81ED-4DB2-BD59-A6C34878D82A}">
                    <a16:rowId xmlns:a16="http://schemas.microsoft.com/office/drawing/2014/main" val="2144018759"/>
                  </a:ext>
                </a:extLst>
              </a:tr>
              <a:tr h="211286">
                <a:tc>
                  <a:txBody>
                    <a:bodyPr/>
                    <a:lstStyle/>
                    <a:p>
                      <a:r>
                        <a:rPr lang="en-US" sz="1200" b="1" dirty="0">
                          <a:latin typeface="Times New Roman" panose="02020603050405020304" pitchFamily="18" charset="0"/>
                          <a:cs typeface="Times New Roman" panose="02020603050405020304" pitchFamily="18" charset="0"/>
                        </a:rPr>
                        <a:t>7</a:t>
                      </a:r>
                    </a:p>
                  </a:txBody>
                  <a:tcPr/>
                </a:tc>
                <a:tc>
                  <a:txBody>
                    <a:bodyPr/>
                    <a:lstStyle/>
                    <a:p>
                      <a:r>
                        <a:rPr lang="en-US" sz="1200" b="1" dirty="0">
                          <a:solidFill>
                            <a:schemeClr val="accent1">
                              <a:lumMod val="50000"/>
                            </a:schemeClr>
                          </a:solidFill>
                          <a:latin typeface="Times New Roman" panose="02020603050405020304" pitchFamily="18" charset="0"/>
                          <a:cs typeface="Times New Roman" panose="02020603050405020304" pitchFamily="18" charset="0"/>
                        </a:rPr>
                        <a:t>1</a:t>
                      </a:r>
                    </a:p>
                  </a:txBody>
                  <a:tcPr/>
                </a:tc>
                <a:tc>
                  <a:txBody>
                    <a:bodyPr/>
                    <a:lstStyle/>
                    <a:p>
                      <a:r>
                        <a:rPr lang="en-US" sz="1200" b="1">
                          <a:solidFill>
                            <a:srgbClr val="C00000"/>
                          </a:solidFill>
                          <a:latin typeface="Times New Roman" panose="02020603050405020304" pitchFamily="18" charset="0"/>
                          <a:cs typeface="Times New Roman" panose="02020603050405020304" pitchFamily="18" charset="0"/>
                        </a:rPr>
                        <a:t>7</a:t>
                      </a:r>
                    </a:p>
                  </a:txBody>
                  <a:tcPr/>
                </a:tc>
                <a:tc>
                  <a:txBody>
                    <a:bodyPr/>
                    <a:lstStyle/>
                    <a:p>
                      <a:r>
                        <a:rPr lang="en-US" sz="1200" b="1" dirty="0">
                          <a:solidFill>
                            <a:schemeClr val="accent5">
                              <a:lumMod val="75000"/>
                            </a:schemeClr>
                          </a:solidFill>
                          <a:latin typeface="Times New Roman" panose="02020603050405020304" pitchFamily="18" charset="0"/>
                          <a:cs typeface="Times New Roman" panose="02020603050405020304" pitchFamily="18" charset="0"/>
                        </a:rPr>
                        <a:t>- 29</a:t>
                      </a:r>
                    </a:p>
                  </a:txBody>
                  <a:tcPr/>
                </a:tc>
                <a:extLst>
                  <a:ext uri="{0D108BD9-81ED-4DB2-BD59-A6C34878D82A}">
                    <a16:rowId xmlns:a16="http://schemas.microsoft.com/office/drawing/2014/main" val="1241363467"/>
                  </a:ext>
                </a:extLst>
              </a:tr>
            </a:tbl>
          </a:graphicData>
        </a:graphic>
      </p:graphicFrame>
      <p:sp>
        <p:nvSpPr>
          <p:cNvPr id="2" name="Slide Number Placeholder 1">
            <a:extLst>
              <a:ext uri="{FF2B5EF4-FFF2-40B4-BE49-F238E27FC236}">
                <a16:creationId xmlns:a16="http://schemas.microsoft.com/office/drawing/2014/main" id="{3FFE48B7-F50E-C14E-B549-371BCCD43037}"/>
              </a:ext>
            </a:extLst>
          </p:cNvPr>
          <p:cNvSpPr>
            <a:spLocks noGrp="1"/>
          </p:cNvSpPr>
          <p:nvPr>
            <p:ph type="sldNum" sz="quarter" idx="2"/>
          </p:nvPr>
        </p:nvSpPr>
        <p:spPr/>
        <p:txBody>
          <a:bodyPr/>
          <a:lstStyle/>
          <a:p>
            <a:fld id="{86CB4B4D-7CA3-9044-876B-883B54F8677D}" type="slidenum">
              <a:rPr lang="en-IN" smtClean="0"/>
              <a:t>13</a:t>
            </a:fld>
            <a:endParaRPr lang="en-IN"/>
          </a:p>
        </p:txBody>
      </p:sp>
      <p:grpSp>
        <p:nvGrpSpPr>
          <p:cNvPr id="21" name="Group 20">
            <a:extLst>
              <a:ext uri="{FF2B5EF4-FFF2-40B4-BE49-F238E27FC236}">
                <a16:creationId xmlns:a16="http://schemas.microsoft.com/office/drawing/2014/main" id="{4737DA46-31B7-674A-98F1-7A15AD5E30B8}"/>
              </a:ext>
            </a:extLst>
          </p:cNvPr>
          <p:cNvGrpSpPr/>
          <p:nvPr/>
        </p:nvGrpSpPr>
        <p:grpSpPr>
          <a:xfrm>
            <a:off x="8672579" y="614040"/>
            <a:ext cx="4159463" cy="4624360"/>
            <a:chOff x="7165799" y="1518023"/>
            <a:chExt cx="5278130" cy="10978946"/>
          </a:xfrm>
        </p:grpSpPr>
        <p:grpSp>
          <p:nvGrpSpPr>
            <p:cNvPr id="22" name="Group 21">
              <a:extLst>
                <a:ext uri="{FF2B5EF4-FFF2-40B4-BE49-F238E27FC236}">
                  <a16:creationId xmlns:a16="http://schemas.microsoft.com/office/drawing/2014/main" id="{916F3FD8-AEBD-3146-8ED2-76FFCFE30316}"/>
                </a:ext>
              </a:extLst>
            </p:cNvPr>
            <p:cNvGrpSpPr/>
            <p:nvPr/>
          </p:nvGrpSpPr>
          <p:grpSpPr>
            <a:xfrm>
              <a:off x="7165799" y="1518023"/>
              <a:ext cx="5278130" cy="7722929"/>
              <a:chOff x="7165799" y="1518023"/>
              <a:chExt cx="5278130" cy="7722929"/>
            </a:xfrm>
          </p:grpSpPr>
          <p:grpSp>
            <p:nvGrpSpPr>
              <p:cNvPr id="26" name="Group 25">
                <a:extLst>
                  <a:ext uri="{FF2B5EF4-FFF2-40B4-BE49-F238E27FC236}">
                    <a16:creationId xmlns:a16="http://schemas.microsoft.com/office/drawing/2014/main" id="{F168A3FC-CAC5-4C4B-856D-F248957186D9}"/>
                  </a:ext>
                </a:extLst>
              </p:cNvPr>
              <p:cNvGrpSpPr/>
              <p:nvPr/>
            </p:nvGrpSpPr>
            <p:grpSpPr>
              <a:xfrm>
                <a:off x="7165799" y="1518023"/>
                <a:ext cx="5278130" cy="7722929"/>
                <a:chOff x="7165799" y="1518023"/>
                <a:chExt cx="5278130" cy="7722929"/>
              </a:xfrm>
            </p:grpSpPr>
            <p:grpSp>
              <p:nvGrpSpPr>
                <p:cNvPr id="29" name="Group 28">
                  <a:extLst>
                    <a:ext uri="{FF2B5EF4-FFF2-40B4-BE49-F238E27FC236}">
                      <a16:creationId xmlns:a16="http://schemas.microsoft.com/office/drawing/2014/main" id="{97B300FF-C8A4-A541-930E-A4FBC2586D95}"/>
                    </a:ext>
                  </a:extLst>
                </p:cNvPr>
                <p:cNvGrpSpPr/>
                <p:nvPr/>
              </p:nvGrpSpPr>
              <p:grpSpPr>
                <a:xfrm>
                  <a:off x="7996811" y="4987064"/>
                  <a:ext cx="4447118" cy="4253888"/>
                  <a:chOff x="7993229" y="4987064"/>
                  <a:chExt cx="5463849" cy="4253888"/>
                </a:xfrm>
              </p:grpSpPr>
              <p:sp>
                <p:nvSpPr>
                  <p:cNvPr id="39" name="TextBox 38">
                    <a:extLst>
                      <a:ext uri="{FF2B5EF4-FFF2-40B4-BE49-F238E27FC236}">
                        <a16:creationId xmlns:a16="http://schemas.microsoft.com/office/drawing/2014/main" id="{E0F48B14-16D8-BE4B-8519-55245333D97E}"/>
                      </a:ext>
                    </a:extLst>
                  </p:cNvPr>
                  <p:cNvSpPr txBox="1"/>
                  <p:nvPr/>
                </p:nvSpPr>
                <p:spPr>
                  <a:xfrm>
                    <a:off x="12220011" y="7076067"/>
                    <a:ext cx="1237067" cy="63311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sz="1200" b="0" dirty="0">
                        <a:latin typeface="Times New Roman" panose="02020603050405020304" pitchFamily="18" charset="0"/>
                        <a:cs typeface="Times New Roman" panose="02020603050405020304" pitchFamily="18" charset="0"/>
                      </a:rPr>
                      <a:t>AR</a:t>
                    </a:r>
                    <a:r>
                      <a:rPr lang="en-US" sz="1200" b="0" baseline="-25000" dirty="0">
                        <a:latin typeface="Times New Roman" panose="02020603050405020304" pitchFamily="18" charset="0"/>
                        <a:cs typeface="Times New Roman" panose="02020603050405020304" pitchFamily="18" charset="0"/>
                      </a:rPr>
                      <a:t>C</a:t>
                    </a:r>
                    <a:endParaRPr kumimoji="0" lang="en-US" sz="1200" b="0" i="0" u="none" strike="noStrike" cap="none" spc="0" normalizeH="0" baseline="-25000" dirty="0">
                      <a:ln>
                        <a:noFill/>
                      </a:ln>
                      <a:solidFill>
                        <a:srgbClr val="000000"/>
                      </a:solidFill>
                      <a:effectLst/>
                      <a:uFillTx/>
                      <a:latin typeface="Times New Roman" panose="02020603050405020304" pitchFamily="18" charset="0"/>
                      <a:cs typeface="Times New Roman" panose="02020603050405020304" pitchFamily="18" charset="0"/>
                      <a:sym typeface="Helvetica Neue"/>
                    </a:endParaRPr>
                  </a:p>
                </p:txBody>
              </p:sp>
              <p:cxnSp>
                <p:nvCxnSpPr>
                  <p:cNvPr id="40" name="Straight Connector 39">
                    <a:extLst>
                      <a:ext uri="{FF2B5EF4-FFF2-40B4-BE49-F238E27FC236}">
                        <a16:creationId xmlns:a16="http://schemas.microsoft.com/office/drawing/2014/main" id="{74D842C9-677B-D242-8132-756F46C5ECA8}"/>
                      </a:ext>
                    </a:extLst>
                  </p:cNvPr>
                  <p:cNvCxnSpPr>
                    <a:cxnSpLocks/>
                  </p:cNvCxnSpPr>
                  <p:nvPr/>
                </p:nvCxnSpPr>
                <p:spPr>
                  <a:xfrm>
                    <a:off x="8033102" y="4987064"/>
                    <a:ext cx="4538958" cy="2055656"/>
                  </a:xfrm>
                  <a:prstGeom prst="line">
                    <a:avLst/>
                  </a:prstGeom>
                  <a:noFill/>
                  <a:ln w="63500" cap="flat">
                    <a:solidFill>
                      <a:schemeClr val="accent3">
                        <a:lumMod val="50000"/>
                      </a:schemeClr>
                    </a:solidFill>
                    <a:prstDash val="solid"/>
                    <a:miter lim="400000"/>
                  </a:ln>
                  <a:effectLst/>
                  <a:sp3d/>
                </p:spPr>
                <p:style>
                  <a:lnRef idx="0">
                    <a:scrgbClr r="0" g="0" b="0"/>
                  </a:lnRef>
                  <a:fillRef idx="0">
                    <a:scrgbClr r="0" g="0" b="0"/>
                  </a:fillRef>
                  <a:effectRef idx="0">
                    <a:scrgbClr r="0" g="0" b="0"/>
                  </a:effectRef>
                  <a:fontRef idx="none"/>
                </p:style>
              </p:cxnSp>
              <p:cxnSp>
                <p:nvCxnSpPr>
                  <p:cNvPr id="41" name="Straight Connector 40">
                    <a:extLst>
                      <a:ext uri="{FF2B5EF4-FFF2-40B4-BE49-F238E27FC236}">
                        <a16:creationId xmlns:a16="http://schemas.microsoft.com/office/drawing/2014/main" id="{419F1382-7A49-3E42-B3B4-AEEE91D809C0}"/>
                      </a:ext>
                    </a:extLst>
                  </p:cNvPr>
                  <p:cNvCxnSpPr>
                    <a:cxnSpLocks/>
                  </p:cNvCxnSpPr>
                  <p:nvPr/>
                </p:nvCxnSpPr>
                <p:spPr>
                  <a:xfrm>
                    <a:off x="7993229" y="4987064"/>
                    <a:ext cx="3035915" cy="3355144"/>
                  </a:xfrm>
                  <a:prstGeom prst="line">
                    <a:avLst/>
                  </a:prstGeom>
                  <a:noFill/>
                  <a:ln w="63500" cap="flat">
                    <a:solidFill>
                      <a:srgbClr val="C00000"/>
                    </a:solidFill>
                    <a:prstDash val="solid"/>
                    <a:miter lim="400000"/>
                  </a:ln>
                  <a:effectLst/>
                  <a:sp3d/>
                </p:spPr>
                <p:style>
                  <a:lnRef idx="0">
                    <a:scrgbClr r="0" g="0" b="0"/>
                  </a:lnRef>
                  <a:fillRef idx="0">
                    <a:scrgbClr r="0" g="0" b="0"/>
                  </a:fillRef>
                  <a:effectRef idx="0">
                    <a:scrgbClr r="0" g="0" b="0"/>
                  </a:effectRef>
                  <a:fontRef idx="none"/>
                </p:style>
              </p:cxnSp>
              <p:sp>
                <p:nvSpPr>
                  <p:cNvPr id="42" name="TextBox 41">
                    <a:extLst>
                      <a:ext uri="{FF2B5EF4-FFF2-40B4-BE49-F238E27FC236}">
                        <a16:creationId xmlns:a16="http://schemas.microsoft.com/office/drawing/2014/main" id="{BDE2B7BB-9352-1B43-9787-A2245C43DE64}"/>
                      </a:ext>
                    </a:extLst>
                  </p:cNvPr>
                  <p:cNvSpPr txBox="1"/>
                  <p:nvPr/>
                </p:nvSpPr>
                <p:spPr>
                  <a:xfrm>
                    <a:off x="10213968" y="8558957"/>
                    <a:ext cx="1318216" cy="68199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sz="1200" b="0" dirty="0">
                        <a:latin typeface="Times New Roman" panose="02020603050405020304" pitchFamily="18" charset="0"/>
                        <a:cs typeface="Times New Roman" panose="02020603050405020304" pitchFamily="18" charset="0"/>
                      </a:rPr>
                      <a:t>MR</a:t>
                    </a:r>
                    <a:r>
                      <a:rPr lang="en-US" sz="1200" b="0" baseline="-25000" dirty="0">
                        <a:latin typeface="Times New Roman" panose="02020603050405020304" pitchFamily="18" charset="0"/>
                        <a:cs typeface="Times New Roman" panose="02020603050405020304" pitchFamily="18" charset="0"/>
                      </a:rPr>
                      <a:t>C</a:t>
                    </a:r>
                    <a:endParaRPr kumimoji="0" lang="en-US" sz="1200" b="0" i="0" u="none" strike="noStrike" cap="none" spc="0" normalizeH="0" baseline="-25000" dirty="0">
                      <a:ln>
                        <a:noFill/>
                      </a:ln>
                      <a:solidFill>
                        <a:srgbClr val="000000"/>
                      </a:solidFill>
                      <a:effectLst/>
                      <a:uFillTx/>
                      <a:latin typeface="Times New Roman" panose="02020603050405020304" pitchFamily="18" charset="0"/>
                      <a:cs typeface="Times New Roman" panose="02020603050405020304" pitchFamily="18" charset="0"/>
                      <a:sym typeface="Helvetica Neue"/>
                    </a:endParaRPr>
                  </a:p>
                </p:txBody>
              </p:sp>
            </p:grpSp>
            <p:grpSp>
              <p:nvGrpSpPr>
                <p:cNvPr id="31" name="Group 30">
                  <a:extLst>
                    <a:ext uri="{FF2B5EF4-FFF2-40B4-BE49-F238E27FC236}">
                      <a16:creationId xmlns:a16="http://schemas.microsoft.com/office/drawing/2014/main" id="{50B53962-D0AB-9043-9BB5-5B817C38C813}"/>
                    </a:ext>
                  </a:extLst>
                </p:cNvPr>
                <p:cNvGrpSpPr/>
                <p:nvPr/>
              </p:nvGrpSpPr>
              <p:grpSpPr>
                <a:xfrm>
                  <a:off x="7165799" y="1518023"/>
                  <a:ext cx="5060077" cy="6978405"/>
                  <a:chOff x="7165799" y="1518023"/>
                  <a:chExt cx="5060077" cy="6978405"/>
                </a:xfrm>
              </p:grpSpPr>
              <p:grpSp>
                <p:nvGrpSpPr>
                  <p:cNvPr id="33" name="Group 32">
                    <a:extLst>
                      <a:ext uri="{FF2B5EF4-FFF2-40B4-BE49-F238E27FC236}">
                        <a16:creationId xmlns:a16="http://schemas.microsoft.com/office/drawing/2014/main" id="{12EC5D16-031A-6B41-BDD1-601855728DE5}"/>
                      </a:ext>
                    </a:extLst>
                  </p:cNvPr>
                  <p:cNvGrpSpPr/>
                  <p:nvPr/>
                </p:nvGrpSpPr>
                <p:grpSpPr>
                  <a:xfrm>
                    <a:off x="7682162" y="1518023"/>
                    <a:ext cx="4244290" cy="6733076"/>
                    <a:chOff x="1128962" y="1721223"/>
                    <a:chExt cx="4244290" cy="6733076"/>
                  </a:xfrm>
                </p:grpSpPr>
                <p:cxnSp>
                  <p:nvCxnSpPr>
                    <p:cNvPr id="37" name="Straight Connector 36">
                      <a:extLst>
                        <a:ext uri="{FF2B5EF4-FFF2-40B4-BE49-F238E27FC236}">
                          <a16:creationId xmlns:a16="http://schemas.microsoft.com/office/drawing/2014/main" id="{05F8E51C-64CF-6B4C-944D-DADEA691B857}"/>
                        </a:ext>
                      </a:extLst>
                    </p:cNvPr>
                    <p:cNvCxnSpPr>
                      <a:cxnSpLocks/>
                    </p:cNvCxnSpPr>
                    <p:nvPr/>
                  </p:nvCxnSpPr>
                  <p:spPr>
                    <a:xfrm>
                      <a:off x="1434353" y="1721223"/>
                      <a:ext cx="0" cy="6733076"/>
                    </a:xfrm>
                    <a:prstGeom prst="line">
                      <a:avLst/>
                    </a:prstGeom>
                    <a:noFill/>
                    <a:ln w="38100" cap="flat">
                      <a:solidFill>
                        <a:srgbClr val="000000"/>
                      </a:solidFill>
                      <a:prstDash val="solid"/>
                      <a:miter lim="400000"/>
                      <a:headEnd type="triangle" w="med" len="med"/>
                      <a:tailEnd type="triangle" w="med" len="med"/>
                    </a:ln>
                    <a:effectLst/>
                    <a:sp3d/>
                  </p:spPr>
                  <p:style>
                    <a:lnRef idx="0">
                      <a:scrgbClr r="0" g="0" b="0"/>
                    </a:lnRef>
                    <a:fillRef idx="0">
                      <a:scrgbClr r="0" g="0" b="0"/>
                    </a:fillRef>
                    <a:effectRef idx="0">
                      <a:scrgbClr r="0" g="0" b="0"/>
                    </a:effectRef>
                    <a:fontRef idx="none"/>
                  </p:style>
                </p:cxnSp>
                <p:cxnSp>
                  <p:nvCxnSpPr>
                    <p:cNvPr id="38" name="Straight Connector 37">
                      <a:extLst>
                        <a:ext uri="{FF2B5EF4-FFF2-40B4-BE49-F238E27FC236}">
                          <a16:creationId xmlns:a16="http://schemas.microsoft.com/office/drawing/2014/main" id="{F37C9459-AD26-464B-9D3F-3A638E8AB6C3}"/>
                        </a:ext>
                      </a:extLst>
                    </p:cNvPr>
                    <p:cNvCxnSpPr>
                      <a:cxnSpLocks/>
                    </p:cNvCxnSpPr>
                    <p:nvPr/>
                  </p:nvCxnSpPr>
                  <p:spPr>
                    <a:xfrm flipH="1">
                      <a:off x="1128962" y="7951119"/>
                      <a:ext cx="4244290" cy="0"/>
                    </a:xfrm>
                    <a:prstGeom prst="line">
                      <a:avLst/>
                    </a:prstGeom>
                    <a:noFill/>
                    <a:ln w="38100" cap="flat">
                      <a:solidFill>
                        <a:srgbClr val="000000"/>
                      </a:solidFill>
                      <a:prstDash val="solid"/>
                      <a:miter lim="400000"/>
                      <a:headEnd type="triangle" w="med" len="med"/>
                      <a:tailEnd type="triangle" w="med" len="med"/>
                    </a:ln>
                    <a:effectLst/>
                    <a:sp3d/>
                  </p:spPr>
                  <p:style>
                    <a:lnRef idx="0">
                      <a:scrgbClr r="0" g="0" b="0"/>
                    </a:lnRef>
                    <a:fillRef idx="0">
                      <a:scrgbClr r="0" g="0" b="0"/>
                    </a:fillRef>
                    <a:effectRef idx="0">
                      <a:scrgbClr r="0" g="0" b="0"/>
                    </a:effectRef>
                    <a:fontRef idx="none"/>
                  </p:style>
                </p:cxnSp>
              </p:grpSp>
              <p:sp>
                <p:nvSpPr>
                  <p:cNvPr id="34" name="TextBox 33">
                    <a:extLst>
                      <a:ext uri="{FF2B5EF4-FFF2-40B4-BE49-F238E27FC236}">
                        <a16:creationId xmlns:a16="http://schemas.microsoft.com/office/drawing/2014/main" id="{CE19F275-61A5-7E4D-8F9C-42852B23A64B}"/>
                      </a:ext>
                    </a:extLst>
                  </p:cNvPr>
                  <p:cNvSpPr txBox="1"/>
                  <p:nvPr/>
                </p:nvSpPr>
                <p:spPr>
                  <a:xfrm>
                    <a:off x="11362265" y="7863318"/>
                    <a:ext cx="863611" cy="63311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sz="1200" b="0" dirty="0">
                        <a:latin typeface="Times New Roman" panose="02020603050405020304" pitchFamily="18" charset="0"/>
                        <a:cs typeface="Times New Roman" panose="02020603050405020304" pitchFamily="18" charset="0"/>
                      </a:rPr>
                      <a:t>Qty</a:t>
                    </a:r>
                    <a:endParaRPr kumimoji="0" lang="en-US" sz="1200" b="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Neue"/>
                    </a:endParaRPr>
                  </a:p>
                </p:txBody>
              </p:sp>
              <p:sp>
                <p:nvSpPr>
                  <p:cNvPr id="36" name="TextBox 35">
                    <a:extLst>
                      <a:ext uri="{FF2B5EF4-FFF2-40B4-BE49-F238E27FC236}">
                        <a16:creationId xmlns:a16="http://schemas.microsoft.com/office/drawing/2014/main" id="{9EA5EF2F-D00B-414E-B7C7-E7D006FAAA10}"/>
                      </a:ext>
                    </a:extLst>
                  </p:cNvPr>
                  <p:cNvSpPr txBox="1"/>
                  <p:nvPr/>
                </p:nvSpPr>
                <p:spPr>
                  <a:xfrm>
                    <a:off x="7165799" y="1861034"/>
                    <a:ext cx="861171" cy="144710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sz="1200" b="0" dirty="0">
                        <a:latin typeface="Times New Roman" panose="02020603050405020304" pitchFamily="18" charset="0"/>
                        <a:cs typeface="Times New Roman" panose="02020603050405020304" pitchFamily="18" charset="0"/>
                      </a:rPr>
                      <a:t>TR, </a:t>
                    </a:r>
                  </a:p>
                  <a:p>
                    <a:pPr marL="0" marR="0" indent="0" algn="ctr" defTabSz="584200" rtl="0" fontAlgn="auto" latinLnBrk="0" hangingPunct="0">
                      <a:lnSpc>
                        <a:spcPct val="100000"/>
                      </a:lnSpc>
                      <a:spcBef>
                        <a:spcPts val="0"/>
                      </a:spcBef>
                      <a:spcAft>
                        <a:spcPts val="0"/>
                      </a:spcAft>
                      <a:buClrTx/>
                      <a:buSzTx/>
                      <a:buFontTx/>
                      <a:buNone/>
                      <a:tabLst/>
                    </a:pPr>
                    <a:r>
                      <a:rPr lang="en-US" sz="1200" b="0" dirty="0">
                        <a:latin typeface="Times New Roman" panose="02020603050405020304" pitchFamily="18" charset="0"/>
                        <a:cs typeface="Times New Roman" panose="02020603050405020304" pitchFamily="18" charset="0"/>
                      </a:rPr>
                      <a:t>AR, </a:t>
                    </a:r>
                  </a:p>
                  <a:p>
                    <a:pPr marL="0" marR="0" indent="0" algn="ctr" defTabSz="584200" rtl="0" fontAlgn="auto" latinLnBrk="0" hangingPunct="0">
                      <a:lnSpc>
                        <a:spcPct val="100000"/>
                      </a:lnSpc>
                      <a:spcBef>
                        <a:spcPts val="0"/>
                      </a:spcBef>
                      <a:spcAft>
                        <a:spcPts val="0"/>
                      </a:spcAft>
                      <a:buClrTx/>
                      <a:buSzTx/>
                      <a:buFontTx/>
                      <a:buNone/>
                      <a:tabLst/>
                    </a:pPr>
                    <a:r>
                      <a:rPr lang="en-US" sz="1200" b="0" dirty="0">
                        <a:latin typeface="Times New Roman" panose="02020603050405020304" pitchFamily="18" charset="0"/>
                        <a:cs typeface="Times New Roman" panose="02020603050405020304" pitchFamily="18" charset="0"/>
                      </a:rPr>
                      <a:t>MR</a:t>
                    </a:r>
                    <a:endParaRPr kumimoji="0" lang="en-US" sz="1200" b="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Neue"/>
                    </a:endParaRPr>
                  </a:p>
                </p:txBody>
              </p:sp>
            </p:grpSp>
          </p:grpSp>
          <p:cxnSp>
            <p:nvCxnSpPr>
              <p:cNvPr id="28" name="Straight Connector 27">
                <a:extLst>
                  <a:ext uri="{FF2B5EF4-FFF2-40B4-BE49-F238E27FC236}">
                    <a16:creationId xmlns:a16="http://schemas.microsoft.com/office/drawing/2014/main" id="{D15F578F-CB0A-394E-AE8E-202D6093CF38}"/>
                  </a:ext>
                </a:extLst>
              </p:cNvPr>
              <p:cNvCxnSpPr>
                <a:cxnSpLocks/>
              </p:cNvCxnSpPr>
              <p:nvPr/>
            </p:nvCxnSpPr>
            <p:spPr>
              <a:xfrm flipV="1">
                <a:off x="10005399" y="2992233"/>
                <a:ext cx="574" cy="4755686"/>
              </a:xfrm>
              <a:prstGeom prst="line">
                <a:avLst/>
              </a:prstGeom>
              <a:noFill/>
              <a:ln w="57150" cap="flat">
                <a:solidFill>
                  <a:srgbClr val="000000"/>
                </a:solidFill>
                <a:prstDash val="sysDot"/>
                <a:miter lim="400000"/>
              </a:ln>
              <a:effectLst/>
              <a:sp3d/>
            </p:spPr>
            <p:style>
              <a:lnRef idx="0">
                <a:scrgbClr r="0" g="0" b="0"/>
              </a:lnRef>
              <a:fillRef idx="0">
                <a:scrgbClr r="0" g="0" b="0"/>
              </a:fillRef>
              <a:effectRef idx="0">
                <a:scrgbClr r="0" g="0" b="0"/>
              </a:effectRef>
              <a:fontRef idx="none"/>
            </p:style>
          </p:cxnSp>
        </p:grpSp>
        <p:grpSp>
          <p:nvGrpSpPr>
            <p:cNvPr id="23" name="Group 22">
              <a:extLst>
                <a:ext uri="{FF2B5EF4-FFF2-40B4-BE49-F238E27FC236}">
                  <a16:creationId xmlns:a16="http://schemas.microsoft.com/office/drawing/2014/main" id="{D9BA9CC5-8971-F84F-BEAA-5FA657A25EB6}"/>
                </a:ext>
              </a:extLst>
            </p:cNvPr>
            <p:cNvGrpSpPr/>
            <p:nvPr/>
          </p:nvGrpSpPr>
          <p:grpSpPr>
            <a:xfrm>
              <a:off x="8029263" y="3025959"/>
              <a:ext cx="4024779" cy="9471010"/>
              <a:chOff x="8029263" y="3025959"/>
              <a:chExt cx="4024779" cy="9471010"/>
            </a:xfrm>
          </p:grpSpPr>
          <p:sp>
            <p:nvSpPr>
              <p:cNvPr id="24" name="TextBox 23">
                <a:extLst>
                  <a:ext uri="{FF2B5EF4-FFF2-40B4-BE49-F238E27FC236}">
                    <a16:creationId xmlns:a16="http://schemas.microsoft.com/office/drawing/2014/main" id="{09C047D6-F514-5146-955D-8D77F13F3192}"/>
                  </a:ext>
                </a:extLst>
              </p:cNvPr>
              <p:cNvSpPr txBox="1"/>
              <p:nvPr/>
            </p:nvSpPr>
            <p:spPr>
              <a:xfrm>
                <a:off x="10414550" y="3244756"/>
                <a:ext cx="976448" cy="63311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sz="1200" b="0" dirty="0">
                    <a:latin typeface="Times New Roman" panose="02020603050405020304" pitchFamily="18" charset="0"/>
                    <a:cs typeface="Times New Roman" panose="02020603050405020304" pitchFamily="18" charset="0"/>
                  </a:rPr>
                  <a:t>TR</a:t>
                </a:r>
                <a:r>
                  <a:rPr lang="en-US" sz="1200" b="0" baseline="-25000" dirty="0">
                    <a:latin typeface="Times New Roman" panose="02020603050405020304" pitchFamily="18" charset="0"/>
                    <a:cs typeface="Times New Roman" panose="02020603050405020304" pitchFamily="18" charset="0"/>
                  </a:rPr>
                  <a:t>C</a:t>
                </a:r>
                <a:endParaRPr kumimoji="0" lang="en-US" sz="1200" b="0" i="0" u="none" strike="noStrike" cap="none" spc="0" normalizeH="0" baseline="-25000" dirty="0">
                  <a:ln>
                    <a:noFill/>
                  </a:ln>
                  <a:solidFill>
                    <a:srgbClr val="000000"/>
                  </a:solidFill>
                  <a:effectLst/>
                  <a:uFillTx/>
                  <a:latin typeface="Times New Roman" panose="02020603050405020304" pitchFamily="18" charset="0"/>
                  <a:cs typeface="Times New Roman" panose="02020603050405020304" pitchFamily="18" charset="0"/>
                  <a:sym typeface="Helvetica Neue"/>
                </a:endParaRPr>
              </a:p>
            </p:txBody>
          </p:sp>
          <p:sp>
            <p:nvSpPr>
              <p:cNvPr id="25" name="Arc 24">
                <a:extLst>
                  <a:ext uri="{FF2B5EF4-FFF2-40B4-BE49-F238E27FC236}">
                    <a16:creationId xmlns:a16="http://schemas.microsoft.com/office/drawing/2014/main" id="{AAC4FADD-A672-2746-A0A2-EEF5F47874AD}"/>
                  </a:ext>
                </a:extLst>
              </p:cNvPr>
              <p:cNvSpPr/>
              <p:nvPr/>
            </p:nvSpPr>
            <p:spPr>
              <a:xfrm flipH="1">
                <a:off x="8029263" y="3025959"/>
                <a:ext cx="4024779" cy="9471010"/>
              </a:xfrm>
              <a:prstGeom prst="arc">
                <a:avLst>
                  <a:gd name="adj1" fmla="val 15375685"/>
                  <a:gd name="adj2" fmla="val 0"/>
                </a:avLst>
              </a:prstGeom>
              <a:noFill/>
              <a:ln w="63500" cap="flat">
                <a:solidFill>
                  <a:srgbClr val="0070C0"/>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endParaRPr>
              </a:p>
            </p:txBody>
          </p:sp>
        </p:grpSp>
      </p:grpSp>
      <p:grpSp>
        <p:nvGrpSpPr>
          <p:cNvPr id="7" name="Group 6">
            <a:extLst>
              <a:ext uri="{FF2B5EF4-FFF2-40B4-BE49-F238E27FC236}">
                <a16:creationId xmlns:a16="http://schemas.microsoft.com/office/drawing/2014/main" id="{5385244F-BC95-1247-8C70-21AFA221677E}"/>
              </a:ext>
            </a:extLst>
          </p:cNvPr>
          <p:cNvGrpSpPr/>
          <p:nvPr/>
        </p:nvGrpSpPr>
        <p:grpSpPr>
          <a:xfrm>
            <a:off x="6807537" y="3936982"/>
            <a:ext cx="5943990" cy="4005238"/>
            <a:chOff x="6807537" y="3936982"/>
            <a:chExt cx="5943990" cy="4005238"/>
          </a:xfrm>
        </p:grpSpPr>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C150CFA-D21B-AD48-B66F-448D3CCF9299}"/>
                    </a:ext>
                  </a:extLst>
                </p:cNvPr>
                <p:cNvSpPr txBox="1"/>
                <p:nvPr/>
              </p:nvSpPr>
              <p:spPr>
                <a:xfrm>
                  <a:off x="7467037" y="3936982"/>
                  <a:ext cx="4737228" cy="93358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just" defTabSz="584200" rtl="0" fontAlgn="auto" latinLnBrk="0" hangingPunct="0">
                    <a:lnSpc>
                      <a:spcPct val="150000"/>
                    </a:lnSpc>
                    <a:spcBef>
                      <a:spcPts val="0"/>
                    </a:spcBef>
                    <a:spcAft>
                      <a:spcPts val="0"/>
                    </a:spcAft>
                    <a:buClrTx/>
                    <a:buSzTx/>
                    <a:buFontTx/>
                    <a:buNone/>
                    <a:tabLst/>
                  </a:pPr>
                  <a:r>
                    <a:rPr kumimoji="0" lang="en-US" sz="120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Neue"/>
                    </a:rPr>
                    <a:t>The TR curve :</a:t>
                  </a:r>
                </a:p>
                <a:p>
                  <a:pPr marL="0" marR="0" indent="0" algn="just" defTabSz="584200" rtl="0" fontAlgn="auto" latinLnBrk="0" hangingPunct="0">
                    <a:lnSpc>
                      <a:spcPct val="150000"/>
                    </a:lnSpc>
                    <a:spcBef>
                      <a:spcPts val="0"/>
                    </a:spcBef>
                    <a:spcAft>
                      <a:spcPts val="0"/>
                    </a:spcAft>
                    <a:buClrTx/>
                    <a:buSzTx/>
                    <a:buFontTx/>
                    <a:buNone/>
                    <a:tabLst/>
                  </a:pPr>
                  <a:r>
                    <a:rPr kumimoji="0" lang="en-US" sz="120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Neue"/>
                    </a:rPr>
                    <a:t> 1.  Is Multi-sloped</a:t>
                  </a:r>
                  <a:r>
                    <a:rPr lang="en-US" sz="1200" dirty="0">
                      <a:latin typeface="Times New Roman" panose="02020603050405020304" pitchFamily="18" charset="0"/>
                      <a:cs typeface="Times New Roman" panose="02020603050405020304" pitchFamily="18" charset="0"/>
                    </a:rPr>
                    <a:t> and raises, peaks &amp; declines</a:t>
                  </a:r>
                </a:p>
                <a:p>
                  <a:pPr algn="just">
                    <a:lnSpc>
                      <a:spcPct val="150000"/>
                    </a:lnSpc>
                  </a:pPr>
                  <a:r>
                    <a:rPr kumimoji="0" lang="en-US" sz="120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Neue"/>
                    </a:rPr>
                    <a:t> 2. </a:t>
                  </a:r>
                  <a:r>
                    <a:rPr kumimoji="0" lang="en-US" sz="1200" i="0" u="none" strike="noStrike" cap="none" spc="0" normalizeH="0" dirty="0">
                      <a:ln>
                        <a:noFill/>
                      </a:ln>
                      <a:solidFill>
                        <a:srgbClr val="000000"/>
                      </a:solidFill>
                      <a:effectLst/>
                      <a:uFillTx/>
                      <a:latin typeface="Times New Roman" panose="02020603050405020304" pitchFamily="18" charset="0"/>
                      <a:cs typeface="Times New Roman" panose="02020603050405020304" pitchFamily="18" charset="0"/>
                      <a:sym typeface="Helvetica Neue"/>
                    </a:rPr>
                    <a:t>  </a:t>
                  </a:r>
                  <a14:m>
                    <m:oMath xmlns:m="http://schemas.openxmlformats.org/officeDocument/2006/math">
                      <m:r>
                        <a:rPr lang="en-US" sz="1200" i="1" smtClean="0">
                          <a:solidFill>
                            <a:srgbClr val="FF0000"/>
                          </a:solidFill>
                          <a:latin typeface="Cambria Math" panose="02040503050406030204" pitchFamily="18" charset="0"/>
                        </a:rPr>
                        <m:t>𝑹</m:t>
                      </m:r>
                      <m:r>
                        <a:rPr lang="en-US" sz="1200" i="1" smtClean="0">
                          <a:solidFill>
                            <a:srgbClr val="FF0000"/>
                          </a:solidFill>
                          <a:latin typeface="Cambria Math" panose="02040503050406030204" pitchFamily="18" charset="0"/>
                        </a:rPr>
                        <m:t>=</m:t>
                      </m:r>
                      <m:r>
                        <a:rPr lang="en-US" sz="1200" b="1" i="1" smtClean="0">
                          <a:solidFill>
                            <a:srgbClr val="FF0000"/>
                          </a:solidFill>
                          <a:latin typeface="Cambria Math" panose="02040503050406030204" pitchFamily="18" charset="0"/>
                        </a:rPr>
                        <m:t>𝒂𝒒</m:t>
                      </m:r>
                      <m:r>
                        <a:rPr lang="en-US" sz="1200" b="1" i="1" smtClean="0">
                          <a:solidFill>
                            <a:srgbClr val="FF0000"/>
                          </a:solidFill>
                          <a:latin typeface="Cambria Math" panose="02040503050406030204" pitchFamily="18" charset="0"/>
                        </a:rPr>
                        <m:t> −</m:t>
                      </m:r>
                      <m:r>
                        <a:rPr lang="en-US" sz="1200" b="1" i="1" smtClean="0">
                          <a:solidFill>
                            <a:srgbClr val="FF0000"/>
                          </a:solidFill>
                          <a:latin typeface="Cambria Math" panose="02040503050406030204" pitchFamily="18" charset="0"/>
                        </a:rPr>
                        <m:t>𝒌</m:t>
                      </m:r>
                      <m:r>
                        <a:rPr lang="en-US" sz="1200" i="1">
                          <a:solidFill>
                            <a:srgbClr val="FF0000"/>
                          </a:solidFill>
                          <a:latin typeface="Cambria Math" panose="02040503050406030204" pitchFamily="18" charset="0"/>
                        </a:rPr>
                        <m:t>𝒒</m:t>
                      </m:r>
                      <m:r>
                        <a:rPr lang="en-US" sz="1200" b="1" i="1" baseline="30000" smtClean="0">
                          <a:solidFill>
                            <a:srgbClr val="FF0000"/>
                          </a:solidFill>
                          <a:latin typeface="Cambria Math" panose="02040503050406030204" pitchFamily="18" charset="0"/>
                        </a:rPr>
                        <m:t>𝟐</m:t>
                      </m:r>
                    </m:oMath>
                  </a14:m>
                  <a:endParaRPr lang="en-US" sz="1200" baseline="30000" dirty="0">
                    <a:latin typeface="Times New Roman" panose="02020603050405020304" pitchFamily="18" charset="0"/>
                    <a:cs typeface="Times New Roman" panose="02020603050405020304" pitchFamily="18" charset="0"/>
                  </a:endParaRPr>
                </a:p>
              </p:txBody>
            </p:sp>
          </mc:Choice>
          <mc:Fallback xmlns="">
            <p:sp>
              <p:nvSpPr>
                <p:cNvPr id="44" name="TextBox 43">
                  <a:extLst>
                    <a:ext uri="{FF2B5EF4-FFF2-40B4-BE49-F238E27FC236}">
                      <a16:creationId xmlns:a16="http://schemas.microsoft.com/office/drawing/2014/main" id="{9C150CFA-D21B-AD48-B66F-448D3CCF9299}"/>
                    </a:ext>
                  </a:extLst>
                </p:cNvPr>
                <p:cNvSpPr txBox="1">
                  <a:spLocks noRot="1" noChangeAspect="1" noMove="1" noResize="1" noEditPoints="1" noAdjustHandles="1" noChangeArrowheads="1" noChangeShapeType="1" noTextEdit="1"/>
                </p:cNvSpPr>
                <p:nvPr/>
              </p:nvSpPr>
              <p:spPr>
                <a:xfrm>
                  <a:off x="7467037" y="3936982"/>
                  <a:ext cx="4737228" cy="933589"/>
                </a:xfrm>
                <a:prstGeom prst="rect">
                  <a:avLst/>
                </a:prstGeom>
                <a:blipFill>
                  <a:blip r:embed="rId2"/>
                  <a:stretch>
                    <a:fillRect l="-1072"/>
                  </a:stretch>
                </a:blipFill>
                <a:ln w="12700" cap="flat">
                  <a:noFill/>
                  <a:miter lim="400000"/>
                </a:ln>
                <a:effectLst/>
              </p:spPr>
              <p:txBody>
                <a:bodyPr/>
                <a:lstStyle/>
                <a:p>
                  <a:r>
                    <a:rPr lang="en-US">
                      <a:noFill/>
                    </a:rPr>
                    <a:t> </a:t>
                  </a:r>
                </a:p>
              </p:txBody>
            </p:sp>
          </mc:Fallback>
        </mc:AlternateContent>
        <p:sp>
          <p:nvSpPr>
            <p:cNvPr id="46" name="TextBox 45">
              <a:extLst>
                <a:ext uri="{FF2B5EF4-FFF2-40B4-BE49-F238E27FC236}">
                  <a16:creationId xmlns:a16="http://schemas.microsoft.com/office/drawing/2014/main" id="{E645D58A-4FC3-B342-9777-272606D324BA}"/>
                </a:ext>
              </a:extLst>
            </p:cNvPr>
            <p:cNvSpPr txBox="1"/>
            <p:nvPr/>
          </p:nvSpPr>
          <p:spPr>
            <a:xfrm>
              <a:off x="6807537" y="5319150"/>
              <a:ext cx="5503669" cy="28725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just" defTabSz="584200" rtl="0" fontAlgn="auto" latinLnBrk="0" hangingPunct="0">
                <a:spcBef>
                  <a:spcPts val="0"/>
                </a:spcBef>
                <a:spcAft>
                  <a:spcPts val="0"/>
                </a:spcAft>
                <a:buClrTx/>
                <a:buSzTx/>
                <a:buFontTx/>
                <a:buNone/>
                <a:tabLst/>
              </a:pPr>
              <a:r>
                <a:rPr kumimoji="0" lang="en-US" sz="120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Neue"/>
                </a:rPr>
                <a:t>The AR curve</a:t>
              </a:r>
              <a:r>
                <a:rPr kumimoji="0" lang="en-US" sz="1200" i="0" u="none" strike="noStrike" cap="none" spc="0" normalizeH="0" dirty="0">
                  <a:ln>
                    <a:noFill/>
                  </a:ln>
                  <a:solidFill>
                    <a:srgbClr val="000000"/>
                  </a:solidFill>
                  <a:effectLst/>
                  <a:uFillTx/>
                  <a:latin typeface="Times New Roman" panose="02020603050405020304" pitchFamily="18" charset="0"/>
                  <a:cs typeface="Times New Roman" panose="02020603050405020304" pitchFamily="18" charset="0"/>
                  <a:sym typeface="Helvetica Neue"/>
                </a:rPr>
                <a:t> is downward sloping throughout</a:t>
              </a:r>
              <a:endParaRPr kumimoji="0" lang="en-US" sz="120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Neue"/>
              </a:endParaRPr>
            </a:p>
          </p:txBody>
        </p: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CDC6BE62-4E1F-804F-9A22-F5D651AB2240}"/>
                    </a:ext>
                  </a:extLst>
                </p:cNvPr>
                <p:cNvSpPr txBox="1"/>
                <p:nvPr/>
              </p:nvSpPr>
              <p:spPr>
                <a:xfrm>
                  <a:off x="7195725" y="5578791"/>
                  <a:ext cx="3556147" cy="3795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just" defTabSz="584200" rtl="0" fontAlgn="auto" latinLnBrk="0" hangingPunct="0">
                    <a:lnSpc>
                      <a:spcPct val="150000"/>
                    </a:lnSpc>
                    <a:spcBef>
                      <a:spcPts val="0"/>
                    </a:spcBef>
                    <a:spcAft>
                      <a:spcPts val="0"/>
                    </a:spcAft>
                    <a:buClrTx/>
                    <a:buSzTx/>
                    <a:buFontTx/>
                    <a:buNone/>
                    <a:tabLst/>
                  </a:pPr>
                  <a:r>
                    <a:rPr kumimoji="0" lang="en-US" sz="120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Neue"/>
                    </a:rPr>
                    <a:t> </a:t>
                  </a:r>
                  <a14:m>
                    <m:oMath xmlns:m="http://schemas.openxmlformats.org/officeDocument/2006/math">
                      <m:r>
                        <a:rPr lang="en-US" sz="1200" b="1" i="1" smtClean="0">
                          <a:solidFill>
                            <a:srgbClr val="FF0000"/>
                          </a:solidFill>
                          <a:latin typeface="Cambria Math" panose="02040503050406030204" pitchFamily="18" charset="0"/>
                        </a:rPr>
                        <m:t>𝒑</m:t>
                      </m:r>
                      <m:r>
                        <a:rPr lang="en-US" sz="1200" i="1" smtClean="0">
                          <a:solidFill>
                            <a:srgbClr val="FF0000"/>
                          </a:solidFill>
                          <a:latin typeface="Cambria Math" panose="02040503050406030204" pitchFamily="18" charset="0"/>
                        </a:rPr>
                        <m:t>=</m:t>
                      </m:r>
                      <m:r>
                        <a:rPr lang="en-US" sz="1200" b="1" i="1" smtClean="0">
                          <a:solidFill>
                            <a:srgbClr val="FF0000"/>
                          </a:solidFill>
                          <a:latin typeface="Cambria Math" panose="02040503050406030204" pitchFamily="18" charset="0"/>
                        </a:rPr>
                        <m:t>𝒂</m:t>
                      </m:r>
                      <m:r>
                        <a:rPr lang="en-US" sz="1200" b="1" i="1" smtClean="0">
                          <a:solidFill>
                            <a:srgbClr val="FF0000"/>
                          </a:solidFill>
                          <a:latin typeface="Cambria Math" panose="02040503050406030204" pitchFamily="18" charset="0"/>
                        </a:rPr>
                        <m:t> −</m:t>
                      </m:r>
                      <m:r>
                        <a:rPr lang="en-US" sz="1200" b="1" i="1" smtClean="0">
                          <a:solidFill>
                            <a:srgbClr val="FF0000"/>
                          </a:solidFill>
                          <a:latin typeface="Cambria Math" panose="02040503050406030204" pitchFamily="18" charset="0"/>
                        </a:rPr>
                        <m:t>𝒌𝒒</m:t>
                      </m:r>
                    </m:oMath>
                  </a14:m>
                  <a:endParaRPr lang="en-US" sz="1200" baseline="30000" dirty="0">
                    <a:latin typeface="Times New Roman" panose="02020603050405020304" pitchFamily="18" charset="0"/>
                    <a:cs typeface="Times New Roman" panose="02020603050405020304" pitchFamily="18" charset="0"/>
                  </a:endParaRPr>
                </a:p>
              </p:txBody>
            </p:sp>
          </mc:Choice>
          <mc:Fallback xmlns="">
            <p:sp>
              <p:nvSpPr>
                <p:cNvPr id="48" name="TextBox 47">
                  <a:extLst>
                    <a:ext uri="{FF2B5EF4-FFF2-40B4-BE49-F238E27FC236}">
                      <a16:creationId xmlns:a16="http://schemas.microsoft.com/office/drawing/2014/main" id="{CDC6BE62-4E1F-804F-9A22-F5D651AB2240}"/>
                    </a:ext>
                  </a:extLst>
                </p:cNvPr>
                <p:cNvSpPr txBox="1">
                  <a:spLocks noRot="1" noChangeAspect="1" noMove="1" noResize="1" noEditPoints="1" noAdjustHandles="1" noChangeArrowheads="1" noChangeShapeType="1" noTextEdit="1"/>
                </p:cNvSpPr>
                <p:nvPr/>
              </p:nvSpPr>
              <p:spPr>
                <a:xfrm>
                  <a:off x="7195725" y="5578791"/>
                  <a:ext cx="3556147" cy="379591"/>
                </a:xfrm>
                <a:prstGeom prst="rect">
                  <a:avLst/>
                </a:prstGeom>
                <a:blipFill>
                  <a:blip r:embed="rId3"/>
                  <a:stretch>
                    <a:fillRect/>
                  </a:stretch>
                </a:blipFill>
                <a:ln w="12700" cap="flat">
                  <a:noFill/>
                  <a:miter lim="400000"/>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31B05CAD-2F70-2F4F-8CE0-71FFDBD88C74}"/>
                    </a:ext>
                  </a:extLst>
                </p:cNvPr>
                <p:cNvSpPr txBox="1"/>
                <p:nvPr/>
              </p:nvSpPr>
              <p:spPr>
                <a:xfrm>
                  <a:off x="7446389" y="6499708"/>
                  <a:ext cx="3434510" cy="28725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just" defTabSz="584200" rtl="0" fontAlgn="auto" latinLnBrk="0" hangingPunct="0">
                    <a:spcBef>
                      <a:spcPts val="0"/>
                    </a:spcBef>
                    <a:spcAft>
                      <a:spcPts val="0"/>
                    </a:spcAft>
                    <a:buClrTx/>
                    <a:buSzTx/>
                    <a:buFontTx/>
                    <a:buNone/>
                    <a:tabLst/>
                  </a:pPr>
                  <a:r>
                    <a:rPr lang="en-US" sz="1200" dirty="0">
                      <a:latin typeface="Times New Roman" panose="02020603050405020304" pitchFamily="18" charset="0"/>
                      <a:cs typeface="Times New Roman" panose="02020603050405020304" pitchFamily="18" charset="0"/>
                    </a:rPr>
                    <a:t>2.  </a:t>
                  </a:r>
                  <a14:m>
                    <m:oMath xmlns:m="http://schemas.openxmlformats.org/officeDocument/2006/math">
                      <m:r>
                        <a:rPr lang="en-US" sz="1200" b="1" i="1" smtClean="0">
                          <a:solidFill>
                            <a:srgbClr val="FF0000"/>
                          </a:solidFill>
                          <a:latin typeface="Cambria Math" panose="02040503050406030204" pitchFamily="18" charset="0"/>
                        </a:rPr>
                        <m:t>𝑹</m:t>
                      </m:r>
                      <m:r>
                        <a:rPr lang="en-US" sz="1200" b="1" i="1" smtClean="0">
                          <a:solidFill>
                            <a:srgbClr val="FF0000"/>
                          </a:solidFill>
                          <a:latin typeface="Cambria Math" panose="02040503050406030204" pitchFamily="18" charset="0"/>
                        </a:rPr>
                        <m:t>′</m:t>
                      </m:r>
                      <m:r>
                        <a:rPr lang="en-US" sz="1200" i="1" smtClean="0">
                          <a:solidFill>
                            <a:srgbClr val="FF0000"/>
                          </a:solidFill>
                          <a:latin typeface="Cambria Math" panose="02040503050406030204" pitchFamily="18" charset="0"/>
                        </a:rPr>
                        <m:t>=</m:t>
                      </m:r>
                      <m:r>
                        <a:rPr lang="en-US" sz="1200" b="1" i="1" smtClean="0">
                          <a:solidFill>
                            <a:srgbClr val="FF0000"/>
                          </a:solidFill>
                          <a:latin typeface="Cambria Math" panose="02040503050406030204" pitchFamily="18" charset="0"/>
                        </a:rPr>
                        <m:t>𝒂</m:t>
                      </m:r>
                      <m:r>
                        <a:rPr lang="en-US" sz="1200" b="1" i="1" smtClean="0">
                          <a:solidFill>
                            <a:srgbClr val="FF0000"/>
                          </a:solidFill>
                          <a:latin typeface="Cambria Math" panose="02040503050406030204" pitchFamily="18" charset="0"/>
                        </a:rPr>
                        <m:t> −</m:t>
                      </m:r>
                      <m:r>
                        <a:rPr lang="en-US" sz="1200" b="1" i="1" smtClean="0">
                          <a:solidFill>
                            <a:srgbClr val="FF0000"/>
                          </a:solidFill>
                          <a:latin typeface="Cambria Math" panose="02040503050406030204" pitchFamily="18" charset="0"/>
                        </a:rPr>
                        <m:t>𝟐</m:t>
                      </m:r>
                      <m:r>
                        <a:rPr lang="en-US" sz="1200" b="1" i="1" smtClean="0">
                          <a:solidFill>
                            <a:srgbClr val="FF0000"/>
                          </a:solidFill>
                          <a:latin typeface="Cambria Math" panose="02040503050406030204" pitchFamily="18" charset="0"/>
                        </a:rPr>
                        <m:t>𝒌𝒒</m:t>
                      </m:r>
                    </m:oMath>
                  </a14:m>
                  <a:endParaRPr lang="en-US" sz="1200" baseline="30000" dirty="0">
                    <a:latin typeface="Times New Roman" panose="02020603050405020304" pitchFamily="18" charset="0"/>
                    <a:cs typeface="Times New Roman" panose="02020603050405020304" pitchFamily="18" charset="0"/>
                  </a:endParaRPr>
                </a:p>
              </p:txBody>
            </p:sp>
          </mc:Choice>
          <mc:Fallback xmlns="">
            <p:sp>
              <p:nvSpPr>
                <p:cNvPr id="50" name="TextBox 49">
                  <a:extLst>
                    <a:ext uri="{FF2B5EF4-FFF2-40B4-BE49-F238E27FC236}">
                      <a16:creationId xmlns:a16="http://schemas.microsoft.com/office/drawing/2014/main" id="{31B05CAD-2F70-2F4F-8CE0-71FFDBD88C74}"/>
                    </a:ext>
                  </a:extLst>
                </p:cNvPr>
                <p:cNvSpPr txBox="1">
                  <a:spLocks noRot="1" noChangeAspect="1" noMove="1" noResize="1" noEditPoints="1" noAdjustHandles="1" noChangeArrowheads="1" noChangeShapeType="1" noTextEdit="1"/>
                </p:cNvSpPr>
                <p:nvPr/>
              </p:nvSpPr>
              <p:spPr>
                <a:xfrm>
                  <a:off x="7446389" y="6499708"/>
                  <a:ext cx="3434510" cy="287258"/>
                </a:xfrm>
                <a:prstGeom prst="rect">
                  <a:avLst/>
                </a:prstGeom>
                <a:blipFill>
                  <a:blip r:embed="rId4"/>
                  <a:stretch>
                    <a:fillRect l="-1107" b="-16667"/>
                  </a:stretch>
                </a:blipFill>
                <a:ln w="12700" cap="flat">
                  <a:noFill/>
                  <a:miter lim="400000"/>
                </a:ln>
                <a:effectLst/>
              </p:spPr>
              <p:txBody>
                <a:bodyPr/>
                <a:lstStyle/>
                <a:p>
                  <a:r>
                    <a:rPr lang="en-US">
                      <a:noFill/>
                    </a:rPr>
                    <a:t> </a:t>
                  </a:r>
                </a:p>
              </p:txBody>
            </p:sp>
          </mc:Fallback>
        </mc:AlternateContent>
        <p:sp>
          <p:nvSpPr>
            <p:cNvPr id="52" name="TextBox 51">
              <a:extLst>
                <a:ext uri="{FF2B5EF4-FFF2-40B4-BE49-F238E27FC236}">
                  <a16:creationId xmlns:a16="http://schemas.microsoft.com/office/drawing/2014/main" id="{D7819089-A906-FB4C-930A-047276170B36}"/>
                </a:ext>
              </a:extLst>
            </p:cNvPr>
            <p:cNvSpPr txBox="1"/>
            <p:nvPr/>
          </p:nvSpPr>
          <p:spPr>
            <a:xfrm>
              <a:off x="7447992" y="6124700"/>
              <a:ext cx="5214136" cy="36420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65138" indent="-465138" algn="just">
                <a:spcAft>
                  <a:spcPts val="600"/>
                </a:spcAft>
              </a:pPr>
              <a:r>
                <a:rPr kumimoji="0" lang="en-US" sz="120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Neue"/>
                </a:rPr>
                <a:t>1. </a:t>
              </a:r>
              <a:r>
                <a:rPr lang="en-US" sz="1200" dirty="0">
                  <a:latin typeface="Times New Roman" panose="02020603050405020304" pitchFamily="18" charset="0"/>
                  <a:cs typeface="Times New Roman" panose="02020603050405020304" pitchFamily="18" charset="0"/>
                </a:rPr>
                <a:t>The MR curve is downward </a:t>
              </a:r>
              <a:r>
                <a:rPr kumimoji="0" lang="en-US" sz="120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Neue"/>
                </a:rPr>
                <a:t>sloping</a:t>
              </a:r>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B9B6EA77-7F90-AC4D-BBFD-564FB36FC5C7}"/>
                    </a:ext>
                  </a:extLst>
                </p:cNvPr>
                <p:cNvSpPr txBox="1"/>
                <p:nvPr/>
              </p:nvSpPr>
              <p:spPr>
                <a:xfrm>
                  <a:off x="7572722" y="7221015"/>
                  <a:ext cx="5178805" cy="28725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just"/>
                  <a:r>
                    <a:rPr lang="en-US" sz="1200" b="1" dirty="0">
                      <a:solidFill>
                        <a:schemeClr val="accent3">
                          <a:lumMod val="50000"/>
                        </a:schemeClr>
                      </a:solidFill>
                      <a:latin typeface="Times New Roman" panose="02020603050405020304" pitchFamily="18" charset="0"/>
                      <a:cs typeface="Times New Roman" panose="02020603050405020304" pitchFamily="18" charset="0"/>
                    </a:rPr>
                    <a:t> When </a:t>
                  </a:r>
                  <a14:m>
                    <m:oMath xmlns:m="http://schemas.openxmlformats.org/officeDocument/2006/math">
                      <m:r>
                        <a:rPr lang="en-US" sz="1200" b="1" i="0" smtClean="0">
                          <a:solidFill>
                            <a:schemeClr val="accent3">
                              <a:lumMod val="50000"/>
                            </a:schemeClr>
                          </a:solidFill>
                          <a:latin typeface="Cambria Math" panose="02040503050406030204" pitchFamily="18" charset="0"/>
                        </a:rPr>
                        <m:t>𝐓𝐑</m:t>
                      </m:r>
                      <m:r>
                        <a:rPr lang="en-US" sz="1200" b="1" i="0" smtClean="0">
                          <a:solidFill>
                            <a:schemeClr val="accent3">
                              <a:lumMod val="50000"/>
                            </a:schemeClr>
                          </a:solidFill>
                          <a:latin typeface="Cambria Math" panose="02040503050406030204" pitchFamily="18" charset="0"/>
                        </a:rPr>
                        <m:t> </m:t>
                      </m:r>
                      <m:r>
                        <a:rPr lang="en-US" sz="1200" b="1" i="0" smtClean="0">
                          <a:solidFill>
                            <a:schemeClr val="accent3">
                              <a:lumMod val="50000"/>
                            </a:schemeClr>
                          </a:solidFill>
                          <a:latin typeface="Cambria Math" panose="02040503050406030204" pitchFamily="18" charset="0"/>
                        </a:rPr>
                        <m:t>𝐩𝐞𝐚𝐤𝐬</m:t>
                      </m:r>
                      <m:r>
                        <a:rPr lang="en-US" sz="1200" b="1" i="0" smtClean="0">
                          <a:solidFill>
                            <a:schemeClr val="accent3">
                              <a:lumMod val="50000"/>
                            </a:schemeClr>
                          </a:solidFill>
                          <a:latin typeface="Cambria Math" panose="02040503050406030204" pitchFamily="18" charset="0"/>
                        </a:rPr>
                        <m:t>,  </m:t>
                      </m:r>
                      <m:r>
                        <a:rPr lang="en-US" sz="1200" b="1" i="0" smtClean="0">
                          <a:solidFill>
                            <a:schemeClr val="accent3">
                              <a:lumMod val="50000"/>
                            </a:schemeClr>
                          </a:solidFill>
                          <a:latin typeface="Cambria Math" panose="02040503050406030204" pitchFamily="18" charset="0"/>
                        </a:rPr>
                        <m:t>𝐌𝐑</m:t>
                      </m:r>
                      <m:r>
                        <a:rPr lang="en-US" sz="1200" b="1" i="0" smtClean="0">
                          <a:solidFill>
                            <a:schemeClr val="accent3">
                              <a:lumMod val="50000"/>
                            </a:schemeClr>
                          </a:solidFill>
                          <a:latin typeface="Cambria Math" panose="02040503050406030204" pitchFamily="18" charset="0"/>
                        </a:rPr>
                        <m:t>=</m:t>
                      </m:r>
                      <m:r>
                        <a:rPr lang="en-US" sz="1200" b="1" i="0" smtClean="0">
                          <a:solidFill>
                            <a:schemeClr val="accent3">
                              <a:lumMod val="50000"/>
                            </a:schemeClr>
                          </a:solidFill>
                          <a:latin typeface="Cambria Math" panose="02040503050406030204" pitchFamily="18" charset="0"/>
                        </a:rPr>
                        <m:t>𝟎</m:t>
                      </m:r>
                    </m:oMath>
                  </a14:m>
                  <a:endParaRPr kumimoji="0" lang="en-US" sz="1200" u="none" strike="noStrike" cap="none" spc="0" normalizeH="0" baseline="0" dirty="0">
                    <a:ln>
                      <a:noFill/>
                    </a:ln>
                    <a:solidFill>
                      <a:schemeClr val="accent3">
                        <a:lumMod val="50000"/>
                      </a:schemeClr>
                    </a:solidFill>
                    <a:effectLst/>
                    <a:uFillTx/>
                    <a:latin typeface="Times New Roman" panose="02020603050405020304" pitchFamily="18" charset="0"/>
                    <a:cs typeface="Times New Roman" panose="02020603050405020304" pitchFamily="18" charset="0"/>
                    <a:sym typeface="Helvetica Neue"/>
                  </a:endParaRPr>
                </a:p>
              </p:txBody>
            </p:sp>
          </mc:Choice>
          <mc:Fallback xmlns="">
            <p:sp>
              <p:nvSpPr>
                <p:cNvPr id="53" name="TextBox 52">
                  <a:extLst>
                    <a:ext uri="{FF2B5EF4-FFF2-40B4-BE49-F238E27FC236}">
                      <a16:creationId xmlns:a16="http://schemas.microsoft.com/office/drawing/2014/main" id="{B9B6EA77-7F90-AC4D-BBFD-564FB36FC5C7}"/>
                    </a:ext>
                  </a:extLst>
                </p:cNvPr>
                <p:cNvSpPr txBox="1">
                  <a:spLocks noRot="1" noChangeAspect="1" noMove="1" noResize="1" noEditPoints="1" noAdjustHandles="1" noChangeArrowheads="1" noChangeShapeType="1" noTextEdit="1"/>
                </p:cNvSpPr>
                <p:nvPr/>
              </p:nvSpPr>
              <p:spPr>
                <a:xfrm>
                  <a:off x="7572722" y="7221015"/>
                  <a:ext cx="5178805" cy="287258"/>
                </a:xfrm>
                <a:prstGeom prst="rect">
                  <a:avLst/>
                </a:prstGeom>
                <a:blipFill>
                  <a:blip r:embed="rId5"/>
                  <a:stretch>
                    <a:fillRect b="-12500"/>
                  </a:stretch>
                </a:blipFill>
                <a:ln w="12700" cap="flat">
                  <a:noFill/>
                  <a:miter lim="400000"/>
                </a:ln>
                <a:effectLst/>
              </p:spPr>
              <p:txBody>
                <a:bodyPr/>
                <a:lstStyle/>
                <a:p>
                  <a:r>
                    <a:rPr lang="en-US">
                      <a:noFill/>
                    </a:rPr>
                    <a:t> </a:t>
                  </a:r>
                </a:p>
              </p:txBody>
            </p:sp>
          </mc:Fallback>
        </mc:AlternateContent>
        <p:sp>
          <p:nvSpPr>
            <p:cNvPr id="54" name="TextBox 53">
              <a:extLst>
                <a:ext uri="{FF2B5EF4-FFF2-40B4-BE49-F238E27FC236}">
                  <a16:creationId xmlns:a16="http://schemas.microsoft.com/office/drawing/2014/main" id="{434A9C64-F25D-9448-8A27-12B6A868D7EF}"/>
                </a:ext>
              </a:extLst>
            </p:cNvPr>
            <p:cNvSpPr txBox="1"/>
            <p:nvPr/>
          </p:nvSpPr>
          <p:spPr>
            <a:xfrm>
              <a:off x="7447992" y="6896952"/>
              <a:ext cx="5214136" cy="36420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just">
                <a:spcAft>
                  <a:spcPts val="600"/>
                </a:spcAft>
              </a:pPr>
              <a:r>
                <a:rPr lang="en-US" sz="1200" dirty="0">
                  <a:latin typeface="Times New Roman" panose="02020603050405020304" pitchFamily="18" charset="0"/>
                  <a:cs typeface="Times New Roman" panose="02020603050405020304" pitchFamily="18" charset="0"/>
                </a:rPr>
                <a:t>3. V(MR) can be &gt; 0 , = 0 &amp; &lt; 0</a:t>
              </a:r>
            </a:p>
          </p:txBody>
        </p:sp>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39498170-B6D6-D241-A535-0F283E6DD6DB}"/>
                    </a:ext>
                  </a:extLst>
                </p:cNvPr>
                <p:cNvSpPr txBox="1"/>
                <p:nvPr/>
              </p:nvSpPr>
              <p:spPr>
                <a:xfrm>
                  <a:off x="7546233" y="7654962"/>
                  <a:ext cx="2373019" cy="28725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just"/>
                  <a14:m>
                    <m:oMathPara xmlns:m="http://schemas.openxmlformats.org/officeDocument/2006/math">
                      <m:oMathParaPr>
                        <m:jc m:val="centerGroup"/>
                      </m:oMathParaPr>
                      <m:oMath xmlns:m="http://schemas.openxmlformats.org/officeDocument/2006/math">
                        <m:r>
                          <a:rPr lang="en-US" sz="1200" b="1" i="0" smtClean="0">
                            <a:solidFill>
                              <a:srgbClr val="7030A0"/>
                            </a:solidFill>
                            <a:latin typeface="Cambria Math" panose="02040503050406030204" pitchFamily="18" charset="0"/>
                          </a:rPr>
                          <m:t>𝐀𝐑</m:t>
                        </m:r>
                        <m:r>
                          <a:rPr lang="en-US" sz="1200" b="1" i="0" smtClean="0">
                            <a:solidFill>
                              <a:srgbClr val="7030A0"/>
                            </a:solidFill>
                            <a:latin typeface="Cambria Math" panose="02040503050406030204" pitchFamily="18" charset="0"/>
                          </a:rPr>
                          <m:t> &amp; </m:t>
                        </m:r>
                        <m:r>
                          <a:rPr lang="en-US" sz="1200" b="1" i="0" smtClean="0">
                            <a:solidFill>
                              <a:srgbClr val="7030A0"/>
                            </a:solidFill>
                            <a:latin typeface="Cambria Math" panose="02040503050406030204" pitchFamily="18" charset="0"/>
                          </a:rPr>
                          <m:t>𝐌𝐑</m:t>
                        </m:r>
                        <m:r>
                          <a:rPr lang="en-US" sz="1200" b="1" i="0" smtClean="0">
                            <a:solidFill>
                              <a:srgbClr val="7030A0"/>
                            </a:solidFill>
                            <a:latin typeface="Cambria Math" panose="02040503050406030204" pitchFamily="18" charset="0"/>
                          </a:rPr>
                          <m:t> </m:t>
                        </m:r>
                        <m:r>
                          <a:rPr lang="en-US" sz="1200" b="1" i="0" smtClean="0">
                            <a:solidFill>
                              <a:srgbClr val="7030A0"/>
                            </a:solidFill>
                            <a:latin typeface="Cambria Math" panose="02040503050406030204" pitchFamily="18" charset="0"/>
                          </a:rPr>
                          <m:t>𝐜𝐮𝐫𝐯𝐞𝐬</m:t>
                        </m:r>
                        <m:r>
                          <a:rPr lang="en-US" sz="1200" b="1" i="0" smtClean="0">
                            <a:solidFill>
                              <a:srgbClr val="7030A0"/>
                            </a:solidFill>
                            <a:latin typeface="Cambria Math" panose="02040503050406030204" pitchFamily="18" charset="0"/>
                          </a:rPr>
                          <m:t> </m:t>
                        </m:r>
                        <m:r>
                          <a:rPr lang="en-US" sz="1200" b="1" i="0" smtClean="0">
                            <a:solidFill>
                              <a:srgbClr val="7030A0"/>
                            </a:solidFill>
                            <a:latin typeface="Cambria Math" panose="02040503050406030204" pitchFamily="18" charset="0"/>
                          </a:rPr>
                          <m:t>𝐚𝐫𝐞</m:t>
                        </m:r>
                        <m:r>
                          <a:rPr lang="en-US" sz="1200" b="1" i="0" smtClean="0">
                            <a:solidFill>
                              <a:srgbClr val="7030A0"/>
                            </a:solidFill>
                            <a:latin typeface="Cambria Math" panose="02040503050406030204" pitchFamily="18" charset="0"/>
                          </a:rPr>
                          <m:t> </m:t>
                        </m:r>
                        <m:r>
                          <a:rPr lang="en-US" sz="1200" b="1" i="0" smtClean="0">
                            <a:solidFill>
                              <a:srgbClr val="7030A0"/>
                            </a:solidFill>
                            <a:latin typeface="Cambria Math" panose="02040503050406030204" pitchFamily="18" charset="0"/>
                          </a:rPr>
                          <m:t>𝐝𝐢𝐯𝐞𝐫𝐠𝐞𝐧𝐭</m:t>
                        </m:r>
                      </m:oMath>
                    </m:oMathPara>
                  </a14:m>
                  <a:endParaRPr kumimoji="0" lang="en-US" sz="1200" u="none" strike="noStrike" cap="none" spc="0" normalizeH="0" baseline="0" dirty="0">
                    <a:ln>
                      <a:noFill/>
                    </a:ln>
                    <a:solidFill>
                      <a:srgbClr val="7030A0"/>
                    </a:solidFill>
                    <a:effectLst/>
                    <a:uFillTx/>
                    <a:latin typeface="Times New Roman" panose="02020603050405020304" pitchFamily="18" charset="0"/>
                    <a:cs typeface="Times New Roman" panose="02020603050405020304" pitchFamily="18" charset="0"/>
                    <a:sym typeface="Helvetica Neue"/>
                  </a:endParaRPr>
                </a:p>
              </p:txBody>
            </p:sp>
          </mc:Choice>
          <mc:Fallback xmlns="">
            <p:sp>
              <p:nvSpPr>
                <p:cNvPr id="55" name="TextBox 54">
                  <a:extLst>
                    <a:ext uri="{FF2B5EF4-FFF2-40B4-BE49-F238E27FC236}">
                      <a16:creationId xmlns:a16="http://schemas.microsoft.com/office/drawing/2014/main" id="{39498170-B6D6-D241-A535-0F283E6DD6DB}"/>
                    </a:ext>
                  </a:extLst>
                </p:cNvPr>
                <p:cNvSpPr txBox="1">
                  <a:spLocks noRot="1" noChangeAspect="1" noMove="1" noResize="1" noEditPoints="1" noAdjustHandles="1" noChangeArrowheads="1" noChangeShapeType="1" noTextEdit="1"/>
                </p:cNvSpPr>
                <p:nvPr/>
              </p:nvSpPr>
              <p:spPr>
                <a:xfrm>
                  <a:off x="7546233" y="7654962"/>
                  <a:ext cx="2373019" cy="287258"/>
                </a:xfrm>
                <a:prstGeom prst="rect">
                  <a:avLst/>
                </a:prstGeom>
                <a:blipFill>
                  <a:blip r:embed="rId6"/>
                  <a:stretch>
                    <a:fillRect b="-8333"/>
                  </a:stretch>
                </a:blipFill>
                <a:ln w="12700" cap="flat">
                  <a:noFill/>
                  <a:miter lim="400000"/>
                </a:ln>
                <a:effectLst/>
              </p:spPr>
              <p:txBody>
                <a:bodyPr/>
                <a:lstStyle/>
                <a:p>
                  <a:r>
                    <a:rPr lang="en-US">
                      <a:noFill/>
                    </a:rPr>
                    <a:t> </a:t>
                  </a:r>
                </a:p>
              </p:txBody>
            </p:sp>
          </mc:Fallback>
        </mc:AlternateContent>
      </p:grpSp>
      <p:sp>
        <p:nvSpPr>
          <p:cNvPr id="27" name="TextBox 26">
            <a:extLst>
              <a:ext uri="{FF2B5EF4-FFF2-40B4-BE49-F238E27FC236}">
                <a16:creationId xmlns:a16="http://schemas.microsoft.com/office/drawing/2014/main" id="{CFB1BE93-25C7-3543-A37D-CD8E93E7B900}"/>
              </a:ext>
            </a:extLst>
          </p:cNvPr>
          <p:cNvSpPr txBox="1"/>
          <p:nvPr/>
        </p:nvSpPr>
        <p:spPr>
          <a:xfrm>
            <a:off x="808076" y="368923"/>
            <a:ext cx="3098800" cy="28725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sz="12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Neue"/>
              </a:rPr>
              <a:t>Perfect Competition</a:t>
            </a:r>
          </a:p>
        </p:txBody>
      </p:sp>
      <p:grpSp>
        <p:nvGrpSpPr>
          <p:cNvPr id="4" name="Group 3">
            <a:extLst>
              <a:ext uri="{FF2B5EF4-FFF2-40B4-BE49-F238E27FC236}">
                <a16:creationId xmlns:a16="http://schemas.microsoft.com/office/drawing/2014/main" id="{86A075C4-30C1-1B47-A0FE-37CC442AB4D1}"/>
              </a:ext>
            </a:extLst>
          </p:cNvPr>
          <p:cNvGrpSpPr/>
          <p:nvPr/>
        </p:nvGrpSpPr>
        <p:grpSpPr>
          <a:xfrm>
            <a:off x="2436232" y="813328"/>
            <a:ext cx="2941287" cy="2938975"/>
            <a:chOff x="2436232" y="813328"/>
            <a:chExt cx="2941287" cy="2938975"/>
          </a:xfrm>
        </p:grpSpPr>
        <p:cxnSp>
          <p:nvCxnSpPr>
            <p:cNvPr id="10" name="Straight Connector 9">
              <a:extLst>
                <a:ext uri="{FF2B5EF4-FFF2-40B4-BE49-F238E27FC236}">
                  <a16:creationId xmlns:a16="http://schemas.microsoft.com/office/drawing/2014/main" id="{A6C1309F-470F-EB4D-B664-8DD4EB561506}"/>
                </a:ext>
              </a:extLst>
            </p:cNvPr>
            <p:cNvCxnSpPr>
              <a:cxnSpLocks/>
            </p:cNvCxnSpPr>
            <p:nvPr/>
          </p:nvCxnSpPr>
          <p:spPr>
            <a:xfrm flipV="1">
              <a:off x="2854624" y="1147748"/>
              <a:ext cx="1643492" cy="2263701"/>
            </a:xfrm>
            <a:prstGeom prst="line">
              <a:avLst/>
            </a:prstGeom>
            <a:noFill/>
            <a:ln w="63500" cap="flat">
              <a:solidFill>
                <a:schemeClr val="accent1">
                  <a:lumMod val="75000"/>
                </a:schemeClr>
              </a:solidFill>
              <a:prstDash val="solid"/>
              <a:miter lim="400000"/>
            </a:ln>
            <a:effectLst/>
            <a:sp3d/>
          </p:spPr>
          <p:style>
            <a:lnRef idx="0">
              <a:scrgbClr r="0" g="0" b="0"/>
            </a:lnRef>
            <a:fillRef idx="0">
              <a:scrgbClr r="0" g="0" b="0"/>
            </a:fillRef>
            <a:effectRef idx="0">
              <a:scrgbClr r="0" g="0" b="0"/>
            </a:effectRef>
            <a:fontRef idx="none"/>
          </p:style>
        </p:cxnSp>
        <p:sp>
          <p:nvSpPr>
            <p:cNvPr id="11" name="TextBox 10">
              <a:extLst>
                <a:ext uri="{FF2B5EF4-FFF2-40B4-BE49-F238E27FC236}">
                  <a16:creationId xmlns:a16="http://schemas.microsoft.com/office/drawing/2014/main" id="{3DB0600E-3690-314C-A896-A25F2CD12E73}"/>
                </a:ext>
              </a:extLst>
            </p:cNvPr>
            <p:cNvSpPr txBox="1"/>
            <p:nvPr/>
          </p:nvSpPr>
          <p:spPr>
            <a:xfrm>
              <a:off x="4444870" y="1073308"/>
              <a:ext cx="605606" cy="28725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sz="1200" b="0" dirty="0">
                  <a:latin typeface="Times New Roman" panose="02020603050405020304" pitchFamily="18" charset="0"/>
                  <a:cs typeface="Times New Roman" panose="02020603050405020304" pitchFamily="18" charset="0"/>
                </a:rPr>
                <a:t>TR</a:t>
              </a:r>
              <a:r>
                <a:rPr lang="en-US" sz="1200" b="0" baseline="-25000" dirty="0">
                  <a:latin typeface="Times New Roman" panose="02020603050405020304" pitchFamily="18" charset="0"/>
                  <a:cs typeface="Times New Roman" panose="02020603050405020304" pitchFamily="18" charset="0"/>
                </a:rPr>
                <a:t>C</a:t>
              </a:r>
              <a:endParaRPr kumimoji="0" lang="en-US" sz="1200" b="0" i="0" u="none" strike="noStrike" cap="none" spc="0" normalizeH="0" baseline="-25000" dirty="0">
                <a:ln>
                  <a:noFill/>
                </a:ln>
                <a:solidFill>
                  <a:srgbClr val="000000"/>
                </a:solidFill>
                <a:effectLst/>
                <a:uFillTx/>
                <a:latin typeface="Times New Roman" panose="02020603050405020304" pitchFamily="18" charset="0"/>
                <a:cs typeface="Times New Roman" panose="02020603050405020304" pitchFamily="18" charset="0"/>
                <a:sym typeface="Helvetica Neue"/>
              </a:endParaRPr>
            </a:p>
          </p:txBody>
        </p:sp>
        <p:cxnSp>
          <p:nvCxnSpPr>
            <p:cNvPr id="12" name="Straight Connector 11">
              <a:extLst>
                <a:ext uri="{FF2B5EF4-FFF2-40B4-BE49-F238E27FC236}">
                  <a16:creationId xmlns:a16="http://schemas.microsoft.com/office/drawing/2014/main" id="{20398879-F923-C84D-8B22-844917DEAD60}"/>
                </a:ext>
              </a:extLst>
            </p:cNvPr>
            <p:cNvCxnSpPr>
              <a:cxnSpLocks/>
            </p:cNvCxnSpPr>
            <p:nvPr/>
          </p:nvCxnSpPr>
          <p:spPr>
            <a:xfrm>
              <a:off x="2841548" y="2077784"/>
              <a:ext cx="1660877" cy="14843"/>
            </a:xfrm>
            <a:prstGeom prst="line">
              <a:avLst/>
            </a:prstGeom>
            <a:noFill/>
            <a:ln w="63500" cap="flat">
              <a:solidFill>
                <a:schemeClr val="accent3">
                  <a:lumMod val="50000"/>
                </a:schemeClr>
              </a:solidFill>
              <a:prstDash val="solid"/>
              <a:miter lim="400000"/>
            </a:ln>
            <a:effectLst/>
            <a:sp3d/>
          </p:spPr>
          <p:style>
            <a:lnRef idx="0">
              <a:scrgbClr r="0" g="0" b="0"/>
            </a:lnRef>
            <a:fillRef idx="0">
              <a:scrgbClr r="0" g="0" b="0"/>
            </a:fillRef>
            <a:effectRef idx="0">
              <a:scrgbClr r="0" g="0" b="0"/>
            </a:effectRef>
            <a:fontRef idx="none"/>
          </p:style>
        </p:cxnSp>
        <p:sp>
          <p:nvSpPr>
            <p:cNvPr id="13" name="TextBox 12">
              <a:extLst>
                <a:ext uri="{FF2B5EF4-FFF2-40B4-BE49-F238E27FC236}">
                  <a16:creationId xmlns:a16="http://schemas.microsoft.com/office/drawing/2014/main" id="{27BD6BC5-4DA3-BE4D-8EA2-B97C8EA38852}"/>
                </a:ext>
              </a:extLst>
            </p:cNvPr>
            <p:cNvSpPr txBox="1"/>
            <p:nvPr/>
          </p:nvSpPr>
          <p:spPr>
            <a:xfrm>
              <a:off x="4483318" y="1879553"/>
              <a:ext cx="894200" cy="28725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r>
                <a:rPr lang="en-US" sz="1200" b="0" dirty="0">
                  <a:latin typeface="Times New Roman" panose="02020603050405020304" pitchFamily="18" charset="0"/>
                  <a:cs typeface="Times New Roman" panose="02020603050405020304" pitchFamily="18" charset="0"/>
                </a:rPr>
                <a:t>AR</a:t>
              </a:r>
              <a:r>
                <a:rPr lang="en-US" sz="1200" b="0" baseline="-25000" dirty="0">
                  <a:latin typeface="Times New Roman" panose="02020603050405020304" pitchFamily="18" charset="0"/>
                  <a:cs typeface="Times New Roman" panose="02020603050405020304" pitchFamily="18" charset="0"/>
                </a:rPr>
                <a:t>C </a:t>
              </a:r>
              <a:r>
                <a:rPr lang="en-US" sz="1200" b="0" dirty="0">
                  <a:latin typeface="Times New Roman" panose="02020603050405020304" pitchFamily="18" charset="0"/>
                  <a:cs typeface="Times New Roman" panose="02020603050405020304" pitchFamily="18" charset="0"/>
                </a:rPr>
                <a:t>/ MR</a:t>
              </a:r>
              <a:r>
                <a:rPr lang="en-US" sz="1200" b="0" baseline="-25000" dirty="0">
                  <a:latin typeface="Times New Roman" panose="02020603050405020304" pitchFamily="18" charset="0"/>
                  <a:cs typeface="Times New Roman" panose="02020603050405020304" pitchFamily="18" charset="0"/>
                </a:rPr>
                <a:t>C</a:t>
              </a:r>
            </a:p>
          </p:txBody>
        </p:sp>
        <p:cxnSp>
          <p:nvCxnSpPr>
            <p:cNvPr id="19" name="Straight Connector 18">
              <a:extLst>
                <a:ext uri="{FF2B5EF4-FFF2-40B4-BE49-F238E27FC236}">
                  <a16:creationId xmlns:a16="http://schemas.microsoft.com/office/drawing/2014/main" id="{B2514AD4-6177-C649-B170-E556AE96DECC}"/>
                </a:ext>
              </a:extLst>
            </p:cNvPr>
            <p:cNvCxnSpPr>
              <a:cxnSpLocks/>
            </p:cNvCxnSpPr>
            <p:nvPr/>
          </p:nvCxnSpPr>
          <p:spPr>
            <a:xfrm>
              <a:off x="2841548" y="813328"/>
              <a:ext cx="0" cy="2855195"/>
            </a:xfrm>
            <a:prstGeom prst="line">
              <a:avLst/>
            </a:prstGeom>
            <a:noFill/>
            <a:ln w="38100" cap="flat">
              <a:solidFill>
                <a:srgbClr val="000000"/>
              </a:solidFill>
              <a:prstDash val="solid"/>
              <a:miter lim="400000"/>
              <a:headEnd type="triangle" w="med" len="med"/>
              <a:tailEnd type="triangle" w="med" len="med"/>
            </a:ln>
            <a:effectLst/>
            <a:sp3d/>
          </p:spPr>
          <p:style>
            <a:lnRef idx="0">
              <a:scrgbClr r="0" g="0" b="0"/>
            </a:lnRef>
            <a:fillRef idx="0">
              <a:scrgbClr r="0" g="0" b="0"/>
            </a:fillRef>
            <a:effectRef idx="0">
              <a:scrgbClr r="0" g="0" b="0"/>
            </a:effectRef>
            <a:fontRef idx="none"/>
          </p:style>
        </p:cxnSp>
        <p:cxnSp>
          <p:nvCxnSpPr>
            <p:cNvPr id="20" name="Straight Connector 19">
              <a:extLst>
                <a:ext uri="{FF2B5EF4-FFF2-40B4-BE49-F238E27FC236}">
                  <a16:creationId xmlns:a16="http://schemas.microsoft.com/office/drawing/2014/main" id="{98C48EB5-D691-384A-9AA8-CF90E3BDCC91}"/>
                </a:ext>
              </a:extLst>
            </p:cNvPr>
            <p:cNvCxnSpPr>
              <a:cxnSpLocks/>
            </p:cNvCxnSpPr>
            <p:nvPr/>
          </p:nvCxnSpPr>
          <p:spPr>
            <a:xfrm flipH="1">
              <a:off x="2646420" y="3417345"/>
              <a:ext cx="2344423" cy="0"/>
            </a:xfrm>
            <a:prstGeom prst="line">
              <a:avLst/>
            </a:prstGeom>
            <a:noFill/>
            <a:ln w="38100" cap="flat">
              <a:solidFill>
                <a:srgbClr val="000000"/>
              </a:solidFill>
              <a:prstDash val="solid"/>
              <a:miter lim="400000"/>
              <a:headEnd type="triangle" w="med" len="med"/>
              <a:tailEnd type="triangle" w="med" len="med"/>
            </a:ln>
            <a:effectLst/>
            <a:sp3d/>
          </p:spPr>
          <p:style>
            <a:lnRef idx="0">
              <a:scrgbClr r="0" g="0" b="0"/>
            </a:lnRef>
            <a:fillRef idx="0">
              <a:scrgbClr r="0" g="0" b="0"/>
            </a:fillRef>
            <a:effectRef idx="0">
              <a:scrgbClr r="0" g="0" b="0"/>
            </a:effectRef>
            <a:fontRef idx="none"/>
          </p:style>
        </p:cxnSp>
        <p:sp>
          <p:nvSpPr>
            <p:cNvPr id="16" name="TextBox 15">
              <a:extLst>
                <a:ext uri="{FF2B5EF4-FFF2-40B4-BE49-F238E27FC236}">
                  <a16:creationId xmlns:a16="http://schemas.microsoft.com/office/drawing/2014/main" id="{87D7894D-585E-4746-BE22-E2284EB4703A}"/>
                </a:ext>
              </a:extLst>
            </p:cNvPr>
            <p:cNvSpPr txBox="1"/>
            <p:nvPr/>
          </p:nvSpPr>
          <p:spPr>
            <a:xfrm>
              <a:off x="2436232" y="915772"/>
              <a:ext cx="449514" cy="65659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sz="1200" b="0" dirty="0">
                  <a:latin typeface="Times New Roman" panose="02020603050405020304" pitchFamily="18" charset="0"/>
                  <a:cs typeface="Times New Roman" panose="02020603050405020304" pitchFamily="18" charset="0"/>
                </a:rPr>
                <a:t>TR, </a:t>
              </a:r>
            </a:p>
            <a:p>
              <a:pPr marL="0" marR="0" indent="0" algn="ctr" defTabSz="584200" rtl="0" fontAlgn="auto" latinLnBrk="0" hangingPunct="0">
                <a:lnSpc>
                  <a:spcPct val="100000"/>
                </a:lnSpc>
                <a:spcBef>
                  <a:spcPts val="0"/>
                </a:spcBef>
                <a:spcAft>
                  <a:spcPts val="0"/>
                </a:spcAft>
                <a:buClrTx/>
                <a:buSzTx/>
                <a:buFontTx/>
                <a:buNone/>
                <a:tabLst/>
              </a:pPr>
              <a:r>
                <a:rPr lang="en-US" sz="1200" b="0" dirty="0">
                  <a:latin typeface="Times New Roman" panose="02020603050405020304" pitchFamily="18" charset="0"/>
                  <a:cs typeface="Times New Roman" panose="02020603050405020304" pitchFamily="18" charset="0"/>
                </a:rPr>
                <a:t>AR, </a:t>
              </a:r>
            </a:p>
            <a:p>
              <a:pPr marL="0" marR="0" indent="0" algn="ctr" defTabSz="584200" rtl="0" fontAlgn="auto" latinLnBrk="0" hangingPunct="0">
                <a:lnSpc>
                  <a:spcPct val="100000"/>
                </a:lnSpc>
                <a:spcBef>
                  <a:spcPts val="0"/>
                </a:spcBef>
                <a:spcAft>
                  <a:spcPts val="0"/>
                </a:spcAft>
                <a:buClrTx/>
                <a:buSzTx/>
                <a:buFontTx/>
                <a:buNone/>
                <a:tabLst/>
              </a:pPr>
              <a:r>
                <a:rPr lang="en-US" sz="1200" b="0" dirty="0">
                  <a:latin typeface="Times New Roman" panose="02020603050405020304" pitchFamily="18" charset="0"/>
                  <a:cs typeface="Times New Roman" panose="02020603050405020304" pitchFamily="18" charset="0"/>
                </a:rPr>
                <a:t>MR</a:t>
              </a:r>
              <a:endParaRPr kumimoji="0" lang="en-US" sz="1200" b="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Neue"/>
              </a:endParaRPr>
            </a:p>
          </p:txBody>
        </p:sp>
        <p:sp>
          <p:nvSpPr>
            <p:cNvPr id="17" name="TextBox 16">
              <a:extLst>
                <a:ext uri="{FF2B5EF4-FFF2-40B4-BE49-F238E27FC236}">
                  <a16:creationId xmlns:a16="http://schemas.microsoft.com/office/drawing/2014/main" id="{3A95FE77-01F0-454C-8142-236B516707B7}"/>
                </a:ext>
              </a:extLst>
            </p:cNvPr>
            <p:cNvSpPr txBox="1"/>
            <p:nvPr/>
          </p:nvSpPr>
          <p:spPr>
            <a:xfrm>
              <a:off x="4756645" y="3465046"/>
              <a:ext cx="620874" cy="2872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sz="1200" b="0">
                  <a:latin typeface="Times New Roman" panose="02020603050405020304" pitchFamily="18" charset="0"/>
                  <a:cs typeface="Times New Roman" panose="02020603050405020304" pitchFamily="18" charset="0"/>
                </a:rPr>
                <a:t>Qty</a:t>
              </a:r>
              <a:endParaRPr kumimoji="0" lang="en-US" sz="1200" b="0" i="0" u="none" strike="noStrike" cap="none" spc="0" normalizeH="0" baseline="0">
                <a:ln>
                  <a:noFill/>
                </a:ln>
                <a:solidFill>
                  <a:srgbClr val="000000"/>
                </a:solidFill>
                <a:effectLst/>
                <a:uFillTx/>
                <a:latin typeface="Times New Roman" panose="02020603050405020304" pitchFamily="18" charset="0"/>
                <a:cs typeface="Times New Roman" panose="02020603050405020304" pitchFamily="18" charset="0"/>
                <a:sym typeface="Helvetica Neue"/>
              </a:endParaRPr>
            </a:p>
          </p:txBody>
        </p:sp>
        <p:sp>
          <p:nvSpPr>
            <p:cNvPr id="18" name="TextBox 17">
              <a:extLst>
                <a:ext uri="{FF2B5EF4-FFF2-40B4-BE49-F238E27FC236}">
                  <a16:creationId xmlns:a16="http://schemas.microsoft.com/office/drawing/2014/main" id="{C528488E-5718-9342-B8C2-2A212E4BEAC0}"/>
                </a:ext>
              </a:extLst>
            </p:cNvPr>
            <p:cNvSpPr txBox="1"/>
            <p:nvPr/>
          </p:nvSpPr>
          <p:spPr>
            <a:xfrm>
              <a:off x="2509300" y="2066297"/>
              <a:ext cx="449514" cy="28725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sz="1200" b="0" dirty="0">
                  <a:latin typeface="Times New Roman" panose="02020603050405020304" pitchFamily="18" charset="0"/>
                  <a:cs typeface="Times New Roman" panose="02020603050405020304" pitchFamily="18" charset="0"/>
                </a:rPr>
                <a:t>P</a:t>
              </a:r>
              <a:endParaRPr kumimoji="0" lang="en-US" sz="1200" b="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Neue"/>
              </a:endParaRPr>
            </a:p>
          </p:txBody>
        </p:sp>
      </p:grpSp>
      <p:grpSp>
        <p:nvGrpSpPr>
          <p:cNvPr id="3" name="Group 2">
            <a:extLst>
              <a:ext uri="{FF2B5EF4-FFF2-40B4-BE49-F238E27FC236}">
                <a16:creationId xmlns:a16="http://schemas.microsoft.com/office/drawing/2014/main" id="{F9AA4041-E295-3C4E-BE5E-DFEE0E93C1EA}"/>
              </a:ext>
            </a:extLst>
          </p:cNvPr>
          <p:cNvGrpSpPr/>
          <p:nvPr/>
        </p:nvGrpSpPr>
        <p:grpSpPr>
          <a:xfrm>
            <a:off x="788437" y="4108754"/>
            <a:ext cx="5829465" cy="3836520"/>
            <a:chOff x="788437" y="4108754"/>
            <a:chExt cx="5829465" cy="3836520"/>
          </a:xfrm>
        </p:grpSpPr>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338C8455-0FE9-804D-B632-9A2D546393F1}"/>
                    </a:ext>
                  </a:extLst>
                </p:cNvPr>
                <p:cNvSpPr txBox="1"/>
                <p:nvPr/>
              </p:nvSpPr>
              <p:spPr>
                <a:xfrm>
                  <a:off x="879445" y="4108754"/>
                  <a:ext cx="4158738" cy="93358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just" defTabSz="584200" rtl="0" fontAlgn="auto" latinLnBrk="0" hangingPunct="0">
                    <a:lnSpc>
                      <a:spcPct val="150000"/>
                    </a:lnSpc>
                    <a:spcBef>
                      <a:spcPts val="0"/>
                    </a:spcBef>
                    <a:spcAft>
                      <a:spcPts val="0"/>
                    </a:spcAft>
                    <a:buClrTx/>
                    <a:buSzTx/>
                    <a:buFontTx/>
                    <a:buNone/>
                    <a:tabLst/>
                  </a:pPr>
                  <a:r>
                    <a:rPr kumimoji="0" lang="en-US" sz="120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Neue"/>
                    </a:rPr>
                    <a:t>The TR curve :</a:t>
                  </a:r>
                </a:p>
                <a:p>
                  <a:pPr marL="0" marR="0" indent="0" algn="just" defTabSz="584200" rtl="0" fontAlgn="auto" latinLnBrk="0" hangingPunct="0">
                    <a:lnSpc>
                      <a:spcPct val="150000"/>
                    </a:lnSpc>
                    <a:spcBef>
                      <a:spcPts val="0"/>
                    </a:spcBef>
                    <a:spcAft>
                      <a:spcPts val="0"/>
                    </a:spcAft>
                    <a:buClrTx/>
                    <a:buSzTx/>
                    <a:buFontTx/>
                    <a:buNone/>
                    <a:tabLst/>
                  </a:pPr>
                  <a:r>
                    <a:rPr kumimoji="0" lang="en-US" sz="120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Neue"/>
                    </a:rPr>
                    <a:t> 1.  Is Uni-sloped and </a:t>
                  </a:r>
                  <a:r>
                    <a:rPr lang="en-US" sz="1200" dirty="0">
                      <a:latin typeface="Times New Roman" panose="02020603050405020304" pitchFamily="18" charset="0"/>
                      <a:cs typeface="Times New Roman" panose="02020603050405020304" pitchFamily="18" charset="0"/>
                    </a:rPr>
                    <a:t>Raises continuously</a:t>
                  </a:r>
                </a:p>
                <a:p>
                  <a:pPr algn="just">
                    <a:lnSpc>
                      <a:spcPct val="150000"/>
                    </a:lnSpc>
                  </a:pPr>
                  <a:r>
                    <a:rPr kumimoji="0" lang="en-US" sz="120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Neue"/>
                    </a:rPr>
                    <a:t> 2. </a:t>
                  </a:r>
                  <a14:m>
                    <m:oMath xmlns:m="http://schemas.openxmlformats.org/officeDocument/2006/math">
                      <m:r>
                        <a:rPr lang="en-US" sz="1200" i="1" smtClean="0">
                          <a:solidFill>
                            <a:srgbClr val="FF0000"/>
                          </a:solidFill>
                          <a:latin typeface="Cambria Math" panose="02040503050406030204" pitchFamily="18" charset="0"/>
                        </a:rPr>
                        <m:t>𝑹</m:t>
                      </m:r>
                      <m:r>
                        <a:rPr lang="en-US" sz="1200" i="1" smtClean="0">
                          <a:solidFill>
                            <a:srgbClr val="FF0000"/>
                          </a:solidFill>
                          <a:latin typeface="Cambria Math" panose="02040503050406030204" pitchFamily="18" charset="0"/>
                        </a:rPr>
                        <m:t>=</m:t>
                      </m:r>
                      <m:r>
                        <a:rPr lang="en-US" sz="1200" b="1" i="1" smtClean="0">
                          <a:solidFill>
                            <a:srgbClr val="FF0000"/>
                          </a:solidFill>
                          <a:latin typeface="Cambria Math" panose="02040503050406030204" pitchFamily="18" charset="0"/>
                        </a:rPr>
                        <m:t>𝒑</m:t>
                      </m:r>
                      <m:r>
                        <a:rPr lang="en-US" sz="1200" i="1" smtClean="0">
                          <a:solidFill>
                            <a:srgbClr val="FF0000"/>
                          </a:solidFill>
                          <a:latin typeface="Cambria Math" panose="02040503050406030204" pitchFamily="18" charset="0"/>
                        </a:rPr>
                        <m:t>𝒒</m:t>
                      </m:r>
                    </m:oMath>
                  </a14:m>
                  <a:r>
                    <a:rPr kumimoji="0" lang="en-US" sz="1200" i="0" u="none" strike="noStrike" cap="none" spc="0" normalizeH="0" baseline="0" dirty="0">
                      <a:ln>
                        <a:noFill/>
                      </a:ln>
                      <a:solidFill>
                        <a:srgbClr val="FF0000"/>
                      </a:solidFill>
                      <a:effectLst/>
                      <a:uFillTx/>
                      <a:latin typeface="Times New Roman" panose="02020603050405020304" pitchFamily="18" charset="0"/>
                      <a:cs typeface="Times New Roman" panose="02020603050405020304" pitchFamily="18" charset="0"/>
                      <a:sym typeface="Helvetica Neue"/>
                    </a:rPr>
                    <a:t> </a:t>
                  </a:r>
                  <a:endParaRPr kumimoji="0" lang="en-US" sz="120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Neue"/>
                  </a:endParaRPr>
                </a:p>
              </p:txBody>
            </p:sp>
          </mc:Choice>
          <mc:Fallback xmlns="">
            <p:sp>
              <p:nvSpPr>
                <p:cNvPr id="43" name="TextBox 42">
                  <a:extLst>
                    <a:ext uri="{FF2B5EF4-FFF2-40B4-BE49-F238E27FC236}">
                      <a16:creationId xmlns:a16="http://schemas.microsoft.com/office/drawing/2014/main" id="{338C8455-0FE9-804D-B632-9A2D546393F1}"/>
                    </a:ext>
                  </a:extLst>
                </p:cNvPr>
                <p:cNvSpPr txBox="1">
                  <a:spLocks noRot="1" noChangeAspect="1" noMove="1" noResize="1" noEditPoints="1" noAdjustHandles="1" noChangeArrowheads="1" noChangeShapeType="1" noTextEdit="1"/>
                </p:cNvSpPr>
                <p:nvPr/>
              </p:nvSpPr>
              <p:spPr>
                <a:xfrm>
                  <a:off x="879445" y="4108754"/>
                  <a:ext cx="4158738" cy="933589"/>
                </a:xfrm>
                <a:prstGeom prst="rect">
                  <a:avLst/>
                </a:prstGeom>
                <a:blipFill>
                  <a:blip r:embed="rId7"/>
                  <a:stretch>
                    <a:fillRect l="-915"/>
                  </a:stretch>
                </a:blipFill>
                <a:ln w="12700" cap="flat">
                  <a:noFill/>
                  <a:miter lim="400000"/>
                </a:ln>
                <a:effectLst/>
              </p:spPr>
              <p:txBody>
                <a:bodyPr/>
                <a:lstStyle/>
                <a:p>
                  <a:r>
                    <a:rPr lang="en-US">
                      <a:noFill/>
                    </a:rPr>
                    <a:t> </a:t>
                  </a:r>
                </a:p>
              </p:txBody>
            </p:sp>
          </mc:Fallback>
        </mc:AlternateContent>
        <p:sp>
          <p:nvSpPr>
            <p:cNvPr id="45" name="TextBox 44">
              <a:extLst>
                <a:ext uri="{FF2B5EF4-FFF2-40B4-BE49-F238E27FC236}">
                  <a16:creationId xmlns:a16="http://schemas.microsoft.com/office/drawing/2014/main" id="{94F12726-C085-9B4B-9A3B-E6D6F9F05F53}"/>
                </a:ext>
              </a:extLst>
            </p:cNvPr>
            <p:cNvSpPr txBox="1"/>
            <p:nvPr/>
          </p:nvSpPr>
          <p:spPr>
            <a:xfrm>
              <a:off x="879445" y="5343725"/>
              <a:ext cx="5214137" cy="28725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just" defTabSz="584200" rtl="0" fontAlgn="auto" latinLnBrk="0" hangingPunct="0">
                <a:spcBef>
                  <a:spcPts val="0"/>
                </a:spcBef>
                <a:spcAft>
                  <a:spcPts val="0"/>
                </a:spcAft>
                <a:buClrTx/>
                <a:buSzTx/>
                <a:buFontTx/>
                <a:buNone/>
                <a:tabLst/>
              </a:pPr>
              <a:r>
                <a:rPr kumimoji="0" lang="en-US" sz="120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Neue"/>
                </a:rPr>
                <a:t>The AR curve</a:t>
              </a:r>
              <a:r>
                <a:rPr kumimoji="0" lang="en-US" sz="1200" i="0" u="none" strike="noStrike" cap="none" spc="0" normalizeH="0" dirty="0">
                  <a:ln>
                    <a:noFill/>
                  </a:ln>
                  <a:solidFill>
                    <a:srgbClr val="000000"/>
                  </a:solidFill>
                  <a:effectLst/>
                  <a:uFillTx/>
                  <a:latin typeface="Times New Roman" panose="02020603050405020304" pitchFamily="18" charset="0"/>
                  <a:cs typeface="Times New Roman" panose="02020603050405020304" pitchFamily="18" charset="0"/>
                  <a:sym typeface="Helvetica Neue"/>
                </a:rPr>
                <a:t> i</a:t>
              </a:r>
              <a:r>
                <a:rPr kumimoji="0" lang="en-US" sz="120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Neue"/>
                </a:rPr>
                <a:t>s parallel to the Qty axis, at the market determined price</a:t>
              </a:r>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0D9A851E-EB84-C746-80FD-179FC8915346}"/>
                    </a:ext>
                  </a:extLst>
                </p:cNvPr>
                <p:cNvSpPr txBox="1"/>
                <p:nvPr/>
              </p:nvSpPr>
              <p:spPr>
                <a:xfrm>
                  <a:off x="1010431" y="5578791"/>
                  <a:ext cx="2650411" cy="3795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just" defTabSz="584200" rtl="0" fontAlgn="auto" latinLnBrk="0" hangingPunct="0">
                    <a:lnSpc>
                      <a:spcPct val="150000"/>
                    </a:lnSpc>
                    <a:spcBef>
                      <a:spcPts val="0"/>
                    </a:spcBef>
                    <a:spcAft>
                      <a:spcPts val="0"/>
                    </a:spcAft>
                    <a:buClrTx/>
                    <a:buSzTx/>
                    <a:buFontTx/>
                    <a:buNone/>
                    <a:tabLst/>
                  </a:pPr>
                  <a:r>
                    <a:rPr lang="en-US" sz="1200" dirty="0">
                      <a:latin typeface="Times New Roman" panose="02020603050405020304" pitchFamily="18" charset="0"/>
                      <a:cs typeface="Times New Roman" panose="02020603050405020304" pitchFamily="18" charset="0"/>
                    </a:rPr>
                    <a:t> </a:t>
                  </a:r>
                  <a14:m>
                    <m:oMath xmlns:m="http://schemas.openxmlformats.org/officeDocument/2006/math">
                      <m:r>
                        <a:rPr lang="en-US" sz="1200" b="1" i="1" smtClean="0">
                          <a:solidFill>
                            <a:srgbClr val="FF0000"/>
                          </a:solidFill>
                          <a:latin typeface="Cambria Math" panose="02040503050406030204" pitchFamily="18" charset="0"/>
                        </a:rPr>
                        <m:t>𝒑</m:t>
                      </m:r>
                      <m:r>
                        <a:rPr lang="en-US" sz="1200" i="1" smtClean="0">
                          <a:solidFill>
                            <a:srgbClr val="FF0000"/>
                          </a:solidFill>
                          <a:latin typeface="Cambria Math" panose="02040503050406030204" pitchFamily="18" charset="0"/>
                        </a:rPr>
                        <m:t>=</m:t>
                      </m:r>
                      <m:r>
                        <a:rPr lang="en-US" sz="1200" b="1" i="1" smtClean="0">
                          <a:solidFill>
                            <a:srgbClr val="FF0000"/>
                          </a:solidFill>
                          <a:latin typeface="Cambria Math" panose="02040503050406030204" pitchFamily="18" charset="0"/>
                        </a:rPr>
                        <m:t>𝒌</m:t>
                      </m:r>
                    </m:oMath>
                  </a14:m>
                  <a:endParaRPr kumimoji="0" lang="en-US" sz="120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Neue"/>
                  </a:endParaRPr>
                </a:p>
              </p:txBody>
            </p:sp>
          </mc:Choice>
          <mc:Fallback xmlns="">
            <p:sp>
              <p:nvSpPr>
                <p:cNvPr id="47" name="TextBox 46">
                  <a:extLst>
                    <a:ext uri="{FF2B5EF4-FFF2-40B4-BE49-F238E27FC236}">
                      <a16:creationId xmlns:a16="http://schemas.microsoft.com/office/drawing/2014/main" id="{0D9A851E-EB84-C746-80FD-179FC8915346}"/>
                    </a:ext>
                  </a:extLst>
                </p:cNvPr>
                <p:cNvSpPr txBox="1">
                  <a:spLocks noRot="1" noChangeAspect="1" noMove="1" noResize="1" noEditPoints="1" noAdjustHandles="1" noChangeArrowheads="1" noChangeShapeType="1" noTextEdit="1"/>
                </p:cNvSpPr>
                <p:nvPr/>
              </p:nvSpPr>
              <p:spPr>
                <a:xfrm>
                  <a:off x="1010431" y="5578791"/>
                  <a:ext cx="2650411" cy="379591"/>
                </a:xfrm>
                <a:prstGeom prst="rect">
                  <a:avLst/>
                </a:prstGeom>
                <a:blipFill>
                  <a:blip r:embed="rId8"/>
                  <a:stretch>
                    <a:fillRect/>
                  </a:stretch>
                </a:blipFill>
                <a:ln w="12700" cap="flat">
                  <a:noFill/>
                  <a:miter lim="400000"/>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5BA20731-A00E-BE49-B971-2896606B46A0}"/>
                    </a:ext>
                  </a:extLst>
                </p:cNvPr>
                <p:cNvSpPr txBox="1"/>
                <p:nvPr/>
              </p:nvSpPr>
              <p:spPr>
                <a:xfrm>
                  <a:off x="881423" y="6453542"/>
                  <a:ext cx="2846457" cy="3795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just" defTabSz="584200" rtl="0" fontAlgn="auto" latinLnBrk="0" hangingPunct="0">
                    <a:lnSpc>
                      <a:spcPct val="150000"/>
                    </a:lnSpc>
                    <a:spcBef>
                      <a:spcPts val="0"/>
                    </a:spcBef>
                    <a:spcAft>
                      <a:spcPts val="0"/>
                    </a:spcAft>
                    <a:buClrTx/>
                    <a:buSzTx/>
                    <a:buFontTx/>
                    <a:buNone/>
                    <a:tabLst/>
                  </a:pPr>
                  <a:r>
                    <a:rPr lang="en-US" sz="1200" dirty="0">
                      <a:latin typeface="Times New Roman" panose="02020603050405020304" pitchFamily="18" charset="0"/>
                      <a:cs typeface="Times New Roman" panose="02020603050405020304" pitchFamily="18" charset="0"/>
                    </a:rPr>
                    <a:t>2.  </a:t>
                  </a:r>
                  <a14:m>
                    <m:oMath xmlns:m="http://schemas.openxmlformats.org/officeDocument/2006/math">
                      <m:sSup>
                        <m:sSupPr>
                          <m:ctrlPr>
                            <a:rPr lang="en-US" sz="1200" b="1" i="1" smtClean="0">
                              <a:solidFill>
                                <a:srgbClr val="FF0000"/>
                              </a:solidFill>
                              <a:latin typeface="Cambria Math" panose="02040503050406030204" pitchFamily="18" charset="0"/>
                            </a:rPr>
                          </m:ctrlPr>
                        </m:sSupPr>
                        <m:e>
                          <m:r>
                            <a:rPr lang="en-US" sz="1200" b="1" i="1" smtClean="0">
                              <a:solidFill>
                                <a:srgbClr val="FF0000"/>
                              </a:solidFill>
                              <a:latin typeface="Cambria Math" panose="02040503050406030204" pitchFamily="18" charset="0"/>
                            </a:rPr>
                            <m:t>𝑹</m:t>
                          </m:r>
                        </m:e>
                        <m:sup>
                          <m:r>
                            <a:rPr lang="en-US" sz="1200" b="1" i="1" smtClean="0">
                              <a:solidFill>
                                <a:srgbClr val="FF0000"/>
                              </a:solidFill>
                              <a:latin typeface="Cambria Math" panose="02040503050406030204" pitchFamily="18" charset="0"/>
                            </a:rPr>
                            <m:t>′</m:t>
                          </m:r>
                        </m:sup>
                      </m:sSup>
                      <m:r>
                        <a:rPr lang="en-US" sz="1200" b="1" i="1" smtClean="0">
                          <a:solidFill>
                            <a:srgbClr val="FF0000"/>
                          </a:solidFill>
                          <a:latin typeface="Cambria Math" panose="02040503050406030204" pitchFamily="18" charset="0"/>
                        </a:rPr>
                        <m:t>= </m:t>
                      </m:r>
                      <m:r>
                        <a:rPr lang="en-US" sz="1200" b="1" i="1" smtClean="0">
                          <a:solidFill>
                            <a:srgbClr val="FF0000"/>
                          </a:solidFill>
                          <a:latin typeface="Cambria Math" panose="02040503050406030204" pitchFamily="18" charset="0"/>
                        </a:rPr>
                        <m:t>𝒑</m:t>
                      </m:r>
                      <m:r>
                        <a:rPr lang="en-US" sz="1200" i="1" smtClean="0">
                          <a:solidFill>
                            <a:srgbClr val="FF0000"/>
                          </a:solidFill>
                          <a:latin typeface="Cambria Math" panose="02040503050406030204" pitchFamily="18" charset="0"/>
                        </a:rPr>
                        <m:t>=</m:t>
                      </m:r>
                      <m:r>
                        <a:rPr lang="en-US" sz="1200" b="1" i="1" smtClean="0">
                          <a:solidFill>
                            <a:srgbClr val="FF0000"/>
                          </a:solidFill>
                          <a:latin typeface="Cambria Math" panose="02040503050406030204" pitchFamily="18" charset="0"/>
                        </a:rPr>
                        <m:t>𝒌</m:t>
                      </m:r>
                    </m:oMath>
                  </a14:m>
                  <a:endParaRPr kumimoji="0" lang="en-US" sz="120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Neue"/>
                  </a:endParaRPr>
                </a:p>
              </p:txBody>
            </p:sp>
          </mc:Choice>
          <mc:Fallback xmlns="">
            <p:sp>
              <p:nvSpPr>
                <p:cNvPr id="49" name="TextBox 48">
                  <a:extLst>
                    <a:ext uri="{FF2B5EF4-FFF2-40B4-BE49-F238E27FC236}">
                      <a16:creationId xmlns:a16="http://schemas.microsoft.com/office/drawing/2014/main" id="{5BA20731-A00E-BE49-B971-2896606B46A0}"/>
                    </a:ext>
                  </a:extLst>
                </p:cNvPr>
                <p:cNvSpPr txBox="1">
                  <a:spLocks noRot="1" noChangeAspect="1" noMove="1" noResize="1" noEditPoints="1" noAdjustHandles="1" noChangeArrowheads="1" noChangeShapeType="1" noTextEdit="1"/>
                </p:cNvSpPr>
                <p:nvPr/>
              </p:nvSpPr>
              <p:spPr>
                <a:xfrm>
                  <a:off x="881423" y="6453542"/>
                  <a:ext cx="2846457" cy="379591"/>
                </a:xfrm>
                <a:prstGeom prst="rect">
                  <a:avLst/>
                </a:prstGeom>
                <a:blipFill>
                  <a:blip r:embed="rId9"/>
                  <a:stretch>
                    <a:fillRect l="-1333"/>
                  </a:stretch>
                </a:blipFill>
                <a:ln w="12700" cap="flat">
                  <a:noFill/>
                  <a:miter lim="400000"/>
                </a:ln>
                <a:effectLst/>
              </p:spPr>
              <p:txBody>
                <a:bodyPr/>
                <a:lstStyle/>
                <a:p>
                  <a:r>
                    <a:rPr lang="en-US">
                      <a:noFill/>
                    </a:rPr>
                    <a:t> </a:t>
                  </a:r>
                </a:p>
              </p:txBody>
            </p:sp>
          </mc:Fallback>
        </mc:AlternateContent>
        <p:sp>
          <p:nvSpPr>
            <p:cNvPr id="51" name="TextBox 50">
              <a:extLst>
                <a:ext uri="{FF2B5EF4-FFF2-40B4-BE49-F238E27FC236}">
                  <a16:creationId xmlns:a16="http://schemas.microsoft.com/office/drawing/2014/main" id="{B9435B35-0050-A24E-9540-B886DFEF0E18}"/>
                </a:ext>
              </a:extLst>
            </p:cNvPr>
            <p:cNvSpPr txBox="1"/>
            <p:nvPr/>
          </p:nvSpPr>
          <p:spPr>
            <a:xfrm>
              <a:off x="881423" y="6118585"/>
              <a:ext cx="5214137" cy="28725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1638" indent="-401638" algn="just"/>
              <a:r>
                <a:rPr lang="en-US" sz="1200" dirty="0">
                  <a:latin typeface="Times New Roman" panose="02020603050405020304" pitchFamily="18" charset="0"/>
                  <a:cs typeface="Times New Roman" panose="02020603050405020304" pitchFamily="18" charset="0"/>
                </a:rPr>
                <a:t>1. The MR curve is </a:t>
              </a:r>
              <a:r>
                <a:rPr kumimoji="0" lang="en-US" sz="120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Neue"/>
                </a:rPr>
                <a:t>parallel to the Qty axis, at the market determined price</a:t>
              </a:r>
            </a:p>
          </p:txBody>
        </p:sp>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2E0FA32C-3BDA-914E-A7EC-6B4C4B850644}"/>
                    </a:ext>
                  </a:extLst>
                </p:cNvPr>
                <p:cNvSpPr txBox="1"/>
                <p:nvPr/>
              </p:nvSpPr>
              <p:spPr>
                <a:xfrm>
                  <a:off x="788437" y="7658016"/>
                  <a:ext cx="5829465" cy="28725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just"/>
                  <a14:m>
                    <m:oMath xmlns:m="http://schemas.openxmlformats.org/officeDocument/2006/math">
                      <m:r>
                        <a:rPr lang="en-US" sz="1200" b="1" i="0" smtClean="0">
                          <a:solidFill>
                            <a:schemeClr val="tx1"/>
                          </a:solidFill>
                          <a:latin typeface="Cambria Math" panose="02040503050406030204" pitchFamily="18" charset="0"/>
                        </a:rPr>
                        <m:t>𝐀𝐑</m:t>
                      </m:r>
                      <m:r>
                        <a:rPr lang="en-US" sz="1200" b="1" i="0" smtClean="0">
                          <a:solidFill>
                            <a:schemeClr val="tx1"/>
                          </a:solidFill>
                          <a:latin typeface="Cambria Math" panose="02040503050406030204" pitchFamily="18" charset="0"/>
                        </a:rPr>
                        <m:t> </m:t>
                      </m:r>
                      <m:r>
                        <a:rPr lang="en-US" sz="1200" b="1" i="0" smtClean="0">
                          <a:solidFill>
                            <a:schemeClr val="tx1"/>
                          </a:solidFill>
                          <a:latin typeface="Cambria Math" panose="02040503050406030204" pitchFamily="18" charset="0"/>
                        </a:rPr>
                        <m:t>𝐚𝐧𝐝</m:t>
                      </m:r>
                      <m:r>
                        <a:rPr lang="en-US" sz="1200" b="1" i="0" smtClean="0">
                          <a:solidFill>
                            <a:schemeClr val="tx1"/>
                          </a:solidFill>
                          <a:latin typeface="Cambria Math" panose="02040503050406030204" pitchFamily="18" charset="0"/>
                        </a:rPr>
                        <m:t> </m:t>
                      </m:r>
                      <m:r>
                        <a:rPr lang="en-US" sz="1200" b="1" i="0" smtClean="0">
                          <a:solidFill>
                            <a:schemeClr val="tx1"/>
                          </a:solidFill>
                          <a:latin typeface="Cambria Math" panose="02040503050406030204" pitchFamily="18" charset="0"/>
                        </a:rPr>
                        <m:t>𝐌𝐑</m:t>
                      </m:r>
                      <m:r>
                        <a:rPr lang="en-US" sz="1200" b="1" i="0" smtClean="0">
                          <a:solidFill>
                            <a:schemeClr val="tx1"/>
                          </a:solidFill>
                          <a:latin typeface="Cambria Math" panose="02040503050406030204" pitchFamily="18" charset="0"/>
                        </a:rPr>
                        <m:t> </m:t>
                      </m:r>
                      <m:r>
                        <a:rPr lang="en-US" sz="1200" b="1" i="0" smtClean="0">
                          <a:solidFill>
                            <a:schemeClr val="tx1"/>
                          </a:solidFill>
                          <a:latin typeface="Cambria Math" panose="02040503050406030204" pitchFamily="18" charset="0"/>
                        </a:rPr>
                        <m:t>𝐜𝐮𝐫𝐯𝐞𝐬</m:t>
                      </m:r>
                      <m:r>
                        <a:rPr lang="en-US" sz="1200" b="1" i="0" smtClean="0">
                          <a:solidFill>
                            <a:schemeClr val="tx1"/>
                          </a:solidFill>
                          <a:latin typeface="Cambria Math" panose="02040503050406030204" pitchFamily="18" charset="0"/>
                        </a:rPr>
                        <m:t> </m:t>
                      </m:r>
                      <m:r>
                        <a:rPr lang="en-US" sz="1200" b="1" i="0" smtClean="0">
                          <a:solidFill>
                            <a:schemeClr val="tx1"/>
                          </a:solidFill>
                          <a:latin typeface="Cambria Math" panose="02040503050406030204" pitchFamily="18" charset="0"/>
                        </a:rPr>
                        <m:t>𝐚𝐫𝐞</m:t>
                      </m:r>
                      <m:r>
                        <a:rPr lang="en-US" sz="1200" b="1" i="0" smtClean="0">
                          <a:solidFill>
                            <a:schemeClr val="tx1"/>
                          </a:solidFill>
                          <a:latin typeface="Cambria Math" panose="02040503050406030204" pitchFamily="18" charset="0"/>
                        </a:rPr>
                        <m:t> </m:t>
                      </m:r>
                      <m:r>
                        <a:rPr lang="en-US" sz="1200" b="1" i="0" smtClean="0">
                          <a:solidFill>
                            <a:schemeClr val="tx1"/>
                          </a:solidFill>
                          <a:latin typeface="Cambria Math" panose="02040503050406030204" pitchFamily="18" charset="0"/>
                        </a:rPr>
                        <m:t>𝐜𝐨𝐧𝐜𝐮𝐫𝐫𝐞𝐧𝐭</m:t>
                      </m:r>
                    </m:oMath>
                  </a14:m>
                  <a:r>
                    <a:rPr kumimoji="0" lang="en-US" sz="1200" u="none" strike="noStrike" cap="none" spc="0" normalizeH="0" baseline="0" dirty="0">
                      <a:ln>
                        <a:noFill/>
                      </a:ln>
                      <a:solidFill>
                        <a:schemeClr val="tx1"/>
                      </a:solidFill>
                      <a:effectLst/>
                      <a:uFillTx/>
                      <a:latin typeface="Times New Roman" panose="02020603050405020304" pitchFamily="18" charset="0"/>
                      <a:cs typeface="Times New Roman" panose="02020603050405020304" pitchFamily="18" charset="0"/>
                      <a:sym typeface="Helvetica Neue"/>
                    </a:rPr>
                    <a:t> at the </a:t>
                  </a:r>
                  <a:r>
                    <a:rPr lang="en-US" sz="1200" dirty="0">
                      <a:solidFill>
                        <a:schemeClr val="tx1"/>
                      </a:solidFill>
                      <a:latin typeface="Times New Roman" panose="02020603050405020304" pitchFamily="18" charset="0"/>
                      <a:cs typeface="Times New Roman" panose="02020603050405020304" pitchFamily="18" charset="0"/>
                    </a:rPr>
                    <a:t>Market determined price</a:t>
                  </a:r>
                  <a:endParaRPr kumimoji="0" lang="en-US" sz="1200" u="none" strike="noStrike" cap="none" spc="0" normalizeH="0" baseline="0" dirty="0">
                    <a:ln>
                      <a:noFill/>
                    </a:ln>
                    <a:solidFill>
                      <a:schemeClr val="tx1"/>
                    </a:solidFill>
                    <a:effectLst/>
                    <a:uFillTx/>
                    <a:latin typeface="Times New Roman" panose="02020603050405020304" pitchFamily="18" charset="0"/>
                    <a:cs typeface="Times New Roman" panose="02020603050405020304" pitchFamily="18" charset="0"/>
                    <a:sym typeface="Helvetica Neue"/>
                  </a:endParaRPr>
                </a:p>
              </p:txBody>
            </p:sp>
          </mc:Choice>
          <mc:Fallback xmlns="">
            <p:sp>
              <p:nvSpPr>
                <p:cNvPr id="56" name="TextBox 55">
                  <a:extLst>
                    <a:ext uri="{FF2B5EF4-FFF2-40B4-BE49-F238E27FC236}">
                      <a16:creationId xmlns:a16="http://schemas.microsoft.com/office/drawing/2014/main" id="{2E0FA32C-3BDA-914E-A7EC-6B4C4B850644}"/>
                    </a:ext>
                  </a:extLst>
                </p:cNvPr>
                <p:cNvSpPr txBox="1">
                  <a:spLocks noRot="1" noChangeAspect="1" noMove="1" noResize="1" noEditPoints="1" noAdjustHandles="1" noChangeArrowheads="1" noChangeShapeType="1" noTextEdit="1"/>
                </p:cNvSpPr>
                <p:nvPr/>
              </p:nvSpPr>
              <p:spPr>
                <a:xfrm>
                  <a:off x="788437" y="7658016"/>
                  <a:ext cx="5829465" cy="287258"/>
                </a:xfrm>
                <a:prstGeom prst="rect">
                  <a:avLst/>
                </a:prstGeom>
                <a:blipFill>
                  <a:blip r:embed="rId10"/>
                  <a:stretch>
                    <a:fillRect b="-16667"/>
                  </a:stretch>
                </a:blipFill>
                <a:ln w="12700" cap="flat">
                  <a:noFill/>
                  <a:miter lim="400000"/>
                </a:ln>
                <a:effectLst/>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2F6BF846-F3D8-F44A-9879-E555F751E7A8}"/>
                  </a:ext>
                </a:extLst>
              </p:cNvPr>
              <p:cNvSpPr txBox="1"/>
              <p:nvPr/>
            </p:nvSpPr>
            <p:spPr>
              <a:xfrm>
                <a:off x="712455" y="8167070"/>
                <a:ext cx="5829465"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just"/>
                <a14:m>
                  <m:oMathPara xmlns:m="http://schemas.openxmlformats.org/officeDocument/2006/math">
                    <m:oMathParaPr>
                      <m:jc m:val="left"/>
                    </m:oMathParaPr>
                    <m:oMath xmlns:m="http://schemas.openxmlformats.org/officeDocument/2006/math">
                      <m:r>
                        <a:rPr lang="en-US" sz="1200" b="1" i="0" smtClean="0">
                          <a:solidFill>
                            <a:schemeClr val="tx1"/>
                          </a:solidFill>
                          <a:latin typeface="Cambria Math" panose="02040503050406030204" pitchFamily="18" charset="0"/>
                        </a:rPr>
                        <m:t>𝐅𝐢𝐫𝐦</m:t>
                      </m:r>
                      <m:r>
                        <a:rPr lang="en-US" sz="1200" b="1" i="0" smtClean="0">
                          <a:solidFill>
                            <a:schemeClr val="tx1"/>
                          </a:solidFill>
                          <a:latin typeface="Cambria Math" panose="02040503050406030204" pitchFamily="18" charset="0"/>
                        </a:rPr>
                        <m:t> </m:t>
                      </m:r>
                      <m:r>
                        <a:rPr lang="en-US" sz="1200" b="1" i="0" smtClean="0">
                          <a:solidFill>
                            <a:schemeClr val="tx1"/>
                          </a:solidFill>
                          <a:latin typeface="Cambria Math" panose="02040503050406030204" pitchFamily="18" charset="0"/>
                        </a:rPr>
                        <m:t>𝐜𝐚𝐧</m:t>
                      </m:r>
                      <m:r>
                        <a:rPr lang="en-US" sz="1200" b="1" i="0" smtClean="0">
                          <a:solidFill>
                            <a:schemeClr val="tx1"/>
                          </a:solidFill>
                          <a:latin typeface="Cambria Math" panose="02040503050406030204" pitchFamily="18" charset="0"/>
                        </a:rPr>
                        <m:t> </m:t>
                      </m:r>
                      <m:r>
                        <a:rPr lang="en-US" sz="1200" b="1" i="0" smtClean="0">
                          <a:solidFill>
                            <a:schemeClr val="tx1"/>
                          </a:solidFill>
                          <a:latin typeface="Cambria Math" panose="02040503050406030204" pitchFamily="18" charset="0"/>
                        </a:rPr>
                        <m:t>𝐨𝐩𝐭</m:t>
                      </m:r>
                      <m:r>
                        <a:rPr lang="en-US" sz="1200" b="1" i="0" smtClean="0">
                          <a:solidFill>
                            <a:schemeClr val="tx1"/>
                          </a:solidFill>
                          <a:latin typeface="Cambria Math" panose="02040503050406030204" pitchFamily="18" charset="0"/>
                        </a:rPr>
                        <m:t> </m:t>
                      </m:r>
                      <m:r>
                        <a:rPr lang="en-US" sz="1200" b="1" i="0" smtClean="0">
                          <a:solidFill>
                            <a:schemeClr val="tx1"/>
                          </a:solidFill>
                          <a:latin typeface="Cambria Math" panose="02040503050406030204" pitchFamily="18" charset="0"/>
                        </a:rPr>
                        <m:t>𝐟𝐨𝐫</m:t>
                      </m:r>
                      <m:r>
                        <a:rPr lang="en-US" sz="1200" b="1" i="0" smtClean="0">
                          <a:solidFill>
                            <a:schemeClr val="tx1"/>
                          </a:solidFill>
                          <a:latin typeface="Cambria Math" panose="02040503050406030204" pitchFamily="18" charset="0"/>
                        </a:rPr>
                        <m:t> </m:t>
                      </m:r>
                      <m:r>
                        <a:rPr lang="en-US" sz="1200" b="1" i="0" smtClean="0">
                          <a:solidFill>
                            <a:schemeClr val="tx1"/>
                          </a:solidFill>
                          <a:latin typeface="Cambria Math" panose="02040503050406030204" pitchFamily="18" charset="0"/>
                        </a:rPr>
                        <m:t>𝐚𝐧𝐲</m:t>
                      </m:r>
                      <m:r>
                        <a:rPr lang="en-US" sz="1200" b="1" i="0" smtClean="0">
                          <a:solidFill>
                            <a:schemeClr val="tx1"/>
                          </a:solidFill>
                          <a:latin typeface="Cambria Math" panose="02040503050406030204" pitchFamily="18" charset="0"/>
                        </a:rPr>
                        <m:t> </m:t>
                      </m:r>
                      <m:r>
                        <a:rPr lang="en-US" sz="1200" b="1" i="0" smtClean="0">
                          <a:solidFill>
                            <a:schemeClr val="tx1"/>
                          </a:solidFill>
                          <a:latin typeface="Cambria Math" panose="02040503050406030204" pitchFamily="18" charset="0"/>
                        </a:rPr>
                        <m:t>𝐨𝐟</m:t>
                      </m:r>
                      <m:r>
                        <a:rPr lang="en-US" sz="1200" b="1" i="0" smtClean="0">
                          <a:solidFill>
                            <a:schemeClr val="tx1"/>
                          </a:solidFill>
                          <a:latin typeface="Cambria Math" panose="02040503050406030204" pitchFamily="18" charset="0"/>
                        </a:rPr>
                        <m:t> </m:t>
                      </m:r>
                      <m:r>
                        <a:rPr lang="en-US" sz="1200" b="1" i="0" smtClean="0">
                          <a:solidFill>
                            <a:schemeClr val="tx1"/>
                          </a:solidFill>
                          <a:latin typeface="Cambria Math" panose="02040503050406030204" pitchFamily="18" charset="0"/>
                        </a:rPr>
                        <m:t>𝐭𝐡𝐞</m:t>
                      </m:r>
                      <m:r>
                        <a:rPr lang="en-US" sz="1200" b="1" i="0" smtClean="0">
                          <a:solidFill>
                            <a:schemeClr val="tx1"/>
                          </a:solidFill>
                          <a:latin typeface="Cambria Math" panose="02040503050406030204" pitchFamily="18" charset="0"/>
                        </a:rPr>
                        <m:t> </m:t>
                      </m:r>
                      <m:r>
                        <a:rPr lang="en-US" sz="1200" b="1" i="0" smtClean="0">
                          <a:solidFill>
                            <a:schemeClr val="tx1"/>
                          </a:solidFill>
                          <a:latin typeface="Cambria Math" panose="02040503050406030204" pitchFamily="18" charset="0"/>
                        </a:rPr>
                        <m:t>𝐨𝐛𝐣𝐞𝐜𝐭𝐢𝐯𝐞𝐬</m:t>
                      </m:r>
                      <m:r>
                        <a:rPr lang="en-US" sz="1200" b="1" i="0" smtClean="0">
                          <a:solidFill>
                            <a:schemeClr val="tx1"/>
                          </a:solidFill>
                          <a:latin typeface="Cambria Math" panose="02040503050406030204" pitchFamily="18" charset="0"/>
                        </a:rPr>
                        <m:t> </m:t>
                      </m:r>
                      <m:r>
                        <a:rPr lang="en-US" sz="1200" b="1" i="0" smtClean="0">
                          <a:solidFill>
                            <a:schemeClr val="tx1"/>
                          </a:solidFill>
                          <a:latin typeface="Cambria Math" panose="02040503050406030204" pitchFamily="18" charset="0"/>
                        </a:rPr>
                        <m:t>𝐞𝐱𝐜𝐞𝐩𝐭</m:t>
                      </m:r>
                      <m:r>
                        <a:rPr lang="en-US" sz="1200" b="1" i="0" smtClean="0">
                          <a:solidFill>
                            <a:schemeClr val="tx1"/>
                          </a:solidFill>
                          <a:latin typeface="Cambria Math" panose="02040503050406030204" pitchFamily="18" charset="0"/>
                        </a:rPr>
                        <m:t> </m:t>
                      </m:r>
                      <m:r>
                        <a:rPr lang="en-US" sz="1200" b="1" i="0" smtClean="0">
                          <a:solidFill>
                            <a:schemeClr val="tx1"/>
                          </a:solidFill>
                          <a:latin typeface="Cambria Math" panose="02040503050406030204" pitchFamily="18" charset="0"/>
                        </a:rPr>
                        <m:t>𝐒𝐚𝐥𝐞𝐬</m:t>
                      </m:r>
                      <m:r>
                        <a:rPr lang="en-US" sz="1200" b="1" i="0" smtClean="0">
                          <a:solidFill>
                            <a:schemeClr val="tx1"/>
                          </a:solidFill>
                          <a:latin typeface="Cambria Math" panose="02040503050406030204" pitchFamily="18" charset="0"/>
                        </a:rPr>
                        <m:t> </m:t>
                      </m:r>
                      <m:r>
                        <a:rPr lang="en-US" sz="1200" b="1" i="0" smtClean="0">
                          <a:solidFill>
                            <a:schemeClr val="tx1"/>
                          </a:solidFill>
                          <a:latin typeface="Cambria Math" panose="02040503050406030204" pitchFamily="18" charset="0"/>
                        </a:rPr>
                        <m:t>𝐦𝐚𝐱𝐢𝐦𝐢𝐳𝐚𝐭𝐢𝐨𝐧</m:t>
                      </m:r>
                    </m:oMath>
                  </m:oMathPara>
                </a14:m>
                <a:endParaRPr lang="en-US" sz="1200" b="1" dirty="0">
                  <a:solidFill>
                    <a:schemeClr val="tx1"/>
                  </a:solidFill>
                  <a:latin typeface="Times New Roman" panose="02020603050405020304" pitchFamily="18" charset="0"/>
                </a:endParaRPr>
              </a:p>
              <a:p>
                <a:pPr algn="just"/>
                <a:r>
                  <a:rPr kumimoji="0" lang="en-US" sz="1200" u="none" strike="noStrike" cap="none" spc="0" normalizeH="0" baseline="0" dirty="0">
                    <a:ln>
                      <a:noFill/>
                    </a:ln>
                    <a:solidFill>
                      <a:schemeClr val="tx1"/>
                    </a:solidFill>
                    <a:effectLst/>
                    <a:uFillTx/>
                    <a:latin typeface="Times New Roman" panose="02020603050405020304" pitchFamily="18" charset="0"/>
                    <a:cs typeface="Times New Roman" panose="02020603050405020304" pitchFamily="18" charset="0"/>
                    <a:sym typeface="Helvetica Neue"/>
                  </a:rPr>
                  <a:t>But it must accept the pricing strategy adopted by the Industry</a:t>
                </a:r>
              </a:p>
            </p:txBody>
          </p:sp>
        </mc:Choice>
        <mc:Fallback xmlns="">
          <p:sp>
            <p:nvSpPr>
              <p:cNvPr id="58" name="TextBox 57">
                <a:extLst>
                  <a:ext uri="{FF2B5EF4-FFF2-40B4-BE49-F238E27FC236}">
                    <a16:creationId xmlns:a16="http://schemas.microsoft.com/office/drawing/2014/main" id="{2F6BF846-F3D8-F44A-9879-E555F751E7A8}"/>
                  </a:ext>
                </a:extLst>
              </p:cNvPr>
              <p:cNvSpPr txBox="1">
                <a:spLocks noRot="1" noChangeAspect="1" noMove="1" noResize="1" noEditPoints="1" noAdjustHandles="1" noChangeArrowheads="1" noChangeShapeType="1" noTextEdit="1"/>
              </p:cNvSpPr>
              <p:nvPr/>
            </p:nvSpPr>
            <p:spPr>
              <a:xfrm>
                <a:off x="712455" y="8167070"/>
                <a:ext cx="5829465" cy="471924"/>
              </a:xfrm>
              <a:prstGeom prst="rect">
                <a:avLst/>
              </a:prstGeom>
              <a:blipFill>
                <a:blip r:embed="rId11"/>
                <a:stretch>
                  <a:fillRect l="-870" b="-7895"/>
                </a:stretch>
              </a:blipFill>
              <a:ln w="12700" cap="flat">
                <a:noFill/>
                <a:miter lim="400000"/>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25D0DCD8-51FD-C944-AA5D-2519F17AEDDD}"/>
                  </a:ext>
                </a:extLst>
              </p:cNvPr>
              <p:cNvSpPr txBox="1"/>
              <p:nvPr/>
            </p:nvSpPr>
            <p:spPr>
              <a:xfrm>
                <a:off x="7306571" y="8231294"/>
                <a:ext cx="3983461"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just"/>
                <a14:m>
                  <m:oMathPara xmlns:m="http://schemas.openxmlformats.org/officeDocument/2006/math">
                    <m:oMathParaPr>
                      <m:jc m:val="left"/>
                    </m:oMathParaPr>
                    <m:oMath xmlns:m="http://schemas.openxmlformats.org/officeDocument/2006/math">
                      <m:r>
                        <a:rPr lang="en-US" sz="1200" b="1" i="0" smtClean="0">
                          <a:solidFill>
                            <a:schemeClr val="tx1"/>
                          </a:solidFill>
                          <a:latin typeface="Cambria Math" panose="02040503050406030204" pitchFamily="18" charset="0"/>
                        </a:rPr>
                        <m:t>𝐅𝐢𝐫𝐦</m:t>
                      </m:r>
                      <m:r>
                        <a:rPr lang="en-US" sz="1200" b="1" i="0" smtClean="0">
                          <a:solidFill>
                            <a:schemeClr val="tx1"/>
                          </a:solidFill>
                          <a:latin typeface="Cambria Math" panose="02040503050406030204" pitchFamily="18" charset="0"/>
                        </a:rPr>
                        <m:t> </m:t>
                      </m:r>
                      <m:r>
                        <a:rPr lang="en-US" sz="1200" b="1" i="0" smtClean="0">
                          <a:solidFill>
                            <a:schemeClr val="tx1"/>
                          </a:solidFill>
                          <a:latin typeface="Cambria Math" panose="02040503050406030204" pitchFamily="18" charset="0"/>
                        </a:rPr>
                        <m:t>𝐜𝐚𝐧</m:t>
                      </m:r>
                      <m:r>
                        <a:rPr lang="en-US" sz="1200" b="1" i="0" smtClean="0">
                          <a:solidFill>
                            <a:schemeClr val="tx1"/>
                          </a:solidFill>
                          <a:latin typeface="Cambria Math" panose="02040503050406030204" pitchFamily="18" charset="0"/>
                        </a:rPr>
                        <m:t> </m:t>
                      </m:r>
                      <m:r>
                        <a:rPr lang="en-US" sz="1200" b="1" i="0" smtClean="0">
                          <a:solidFill>
                            <a:schemeClr val="tx1"/>
                          </a:solidFill>
                          <a:latin typeface="Cambria Math" panose="02040503050406030204" pitchFamily="18" charset="0"/>
                        </a:rPr>
                        <m:t>𝐨𝐩𝐭</m:t>
                      </m:r>
                      <m:r>
                        <a:rPr lang="en-US" sz="1200" b="1" i="0" smtClean="0">
                          <a:solidFill>
                            <a:schemeClr val="tx1"/>
                          </a:solidFill>
                          <a:latin typeface="Cambria Math" panose="02040503050406030204" pitchFamily="18" charset="0"/>
                        </a:rPr>
                        <m:t> </m:t>
                      </m:r>
                      <m:r>
                        <a:rPr lang="en-US" sz="1200" b="1" i="0" smtClean="0">
                          <a:solidFill>
                            <a:schemeClr val="tx1"/>
                          </a:solidFill>
                          <a:latin typeface="Cambria Math" panose="02040503050406030204" pitchFamily="18" charset="0"/>
                        </a:rPr>
                        <m:t>𝐟𝐨𝐫</m:t>
                      </m:r>
                      <m:r>
                        <a:rPr lang="en-US" sz="1200" b="1" i="0" smtClean="0">
                          <a:solidFill>
                            <a:schemeClr val="tx1"/>
                          </a:solidFill>
                          <a:latin typeface="Cambria Math" panose="02040503050406030204" pitchFamily="18" charset="0"/>
                        </a:rPr>
                        <m:t> </m:t>
                      </m:r>
                      <m:r>
                        <a:rPr lang="en-US" sz="1200" b="1" i="0" smtClean="0">
                          <a:solidFill>
                            <a:schemeClr val="tx1"/>
                          </a:solidFill>
                          <a:latin typeface="Cambria Math" panose="02040503050406030204" pitchFamily="18" charset="0"/>
                        </a:rPr>
                        <m:t>𝐚𝐧𝐲</m:t>
                      </m:r>
                      <m:r>
                        <a:rPr lang="en-US" sz="1200" b="1" i="0" smtClean="0">
                          <a:solidFill>
                            <a:schemeClr val="tx1"/>
                          </a:solidFill>
                          <a:latin typeface="Cambria Math" panose="02040503050406030204" pitchFamily="18" charset="0"/>
                        </a:rPr>
                        <m:t> </m:t>
                      </m:r>
                      <m:r>
                        <a:rPr lang="en-US" sz="1200" b="1" i="0" smtClean="0">
                          <a:solidFill>
                            <a:schemeClr val="tx1"/>
                          </a:solidFill>
                          <a:latin typeface="Cambria Math" panose="02040503050406030204" pitchFamily="18" charset="0"/>
                        </a:rPr>
                        <m:t>𝐨𝐟</m:t>
                      </m:r>
                      <m:r>
                        <a:rPr lang="en-US" sz="1200" b="1" i="0" smtClean="0">
                          <a:solidFill>
                            <a:schemeClr val="tx1"/>
                          </a:solidFill>
                          <a:latin typeface="Cambria Math" panose="02040503050406030204" pitchFamily="18" charset="0"/>
                        </a:rPr>
                        <m:t> </m:t>
                      </m:r>
                      <m:r>
                        <a:rPr lang="en-US" sz="1200" b="1" i="0" smtClean="0">
                          <a:solidFill>
                            <a:schemeClr val="tx1"/>
                          </a:solidFill>
                          <a:latin typeface="Cambria Math" panose="02040503050406030204" pitchFamily="18" charset="0"/>
                        </a:rPr>
                        <m:t>𝐭𝐡𝐞</m:t>
                      </m:r>
                      <m:r>
                        <a:rPr lang="en-US" sz="1200" b="1" i="0" smtClean="0">
                          <a:solidFill>
                            <a:schemeClr val="tx1"/>
                          </a:solidFill>
                          <a:latin typeface="Cambria Math" panose="02040503050406030204" pitchFamily="18" charset="0"/>
                        </a:rPr>
                        <m:t> </m:t>
                      </m:r>
                      <m:r>
                        <a:rPr lang="en-US" sz="1200" b="1" i="0" smtClean="0">
                          <a:solidFill>
                            <a:schemeClr val="tx1"/>
                          </a:solidFill>
                          <a:latin typeface="Cambria Math" panose="02040503050406030204" pitchFamily="18" charset="0"/>
                        </a:rPr>
                        <m:t>𝐨𝐛𝐣𝐞𝐜𝐭𝐢𝐯𝐞𝐬</m:t>
                      </m:r>
                      <m:r>
                        <a:rPr lang="en-US" sz="1200" b="1" i="0" smtClean="0">
                          <a:solidFill>
                            <a:schemeClr val="tx1"/>
                          </a:solidFill>
                          <a:latin typeface="Cambria Math" panose="02040503050406030204" pitchFamily="18" charset="0"/>
                        </a:rPr>
                        <m:t> </m:t>
                      </m:r>
                    </m:oMath>
                  </m:oMathPara>
                </a14:m>
                <a:endParaRPr lang="en-US" sz="1200" b="1" i="0" dirty="0">
                  <a:solidFill>
                    <a:schemeClr val="tx1"/>
                  </a:solidFill>
                  <a:latin typeface="Cambria Math" panose="02040503050406030204" pitchFamily="18" charset="0"/>
                </a:endParaRPr>
              </a:p>
              <a:p>
                <a:pPr algn="just"/>
                <a14:m>
                  <m:oMathPara xmlns:m="http://schemas.openxmlformats.org/officeDocument/2006/math">
                    <m:oMathParaPr>
                      <m:jc m:val="left"/>
                    </m:oMathParaPr>
                    <m:oMath xmlns:m="http://schemas.openxmlformats.org/officeDocument/2006/math">
                      <m:r>
                        <a:rPr lang="en-US" sz="1200" b="1" i="0" smtClean="0">
                          <a:solidFill>
                            <a:schemeClr val="tx1"/>
                          </a:solidFill>
                          <a:latin typeface="Cambria Math" panose="02040503050406030204" pitchFamily="18" charset="0"/>
                        </a:rPr>
                        <m:t>𝐚𝐧𝐝</m:t>
                      </m:r>
                      <m:r>
                        <a:rPr lang="en-US" sz="1200" b="1" i="0" smtClean="0">
                          <a:solidFill>
                            <a:schemeClr val="tx1"/>
                          </a:solidFill>
                          <a:latin typeface="Cambria Math" panose="02040503050406030204" pitchFamily="18" charset="0"/>
                        </a:rPr>
                        <m:t> </m:t>
                      </m:r>
                      <m:r>
                        <a:rPr lang="en-US" sz="1200" b="1" i="0" smtClean="0">
                          <a:solidFill>
                            <a:schemeClr val="tx1"/>
                          </a:solidFill>
                          <a:latin typeface="Cambria Math" panose="02040503050406030204" pitchFamily="18" charset="0"/>
                        </a:rPr>
                        <m:t>𝐬𝐨</m:t>
                      </m:r>
                      <m:r>
                        <a:rPr lang="en-US" sz="1200" b="1" i="0" smtClean="0">
                          <a:solidFill>
                            <a:schemeClr val="tx1"/>
                          </a:solidFill>
                          <a:latin typeface="Cambria Math" panose="02040503050406030204" pitchFamily="18" charset="0"/>
                        </a:rPr>
                        <m:t> </m:t>
                      </m:r>
                      <m:r>
                        <a:rPr lang="en-US" sz="1200" b="1" i="0" smtClean="0">
                          <a:solidFill>
                            <a:schemeClr val="tx1"/>
                          </a:solidFill>
                          <a:latin typeface="Cambria Math" panose="02040503050406030204" pitchFamily="18" charset="0"/>
                        </a:rPr>
                        <m:t>𝐜𝐚𝐧</m:t>
                      </m:r>
                      <m:r>
                        <a:rPr lang="en-US" sz="1200" b="1" i="0" smtClean="0">
                          <a:solidFill>
                            <a:schemeClr val="tx1"/>
                          </a:solidFill>
                          <a:latin typeface="Cambria Math" panose="02040503050406030204" pitchFamily="18" charset="0"/>
                        </a:rPr>
                        <m:t> </m:t>
                      </m:r>
                      <m:r>
                        <a:rPr lang="en-US" sz="1200" b="1" i="0" smtClean="0">
                          <a:solidFill>
                            <a:schemeClr val="tx1"/>
                          </a:solidFill>
                          <a:latin typeface="Cambria Math" panose="02040503050406030204" pitchFamily="18" charset="0"/>
                        </a:rPr>
                        <m:t>𝐚𝐜𝐜𝐨𝐫𝐝𝐢𝐧𝐠𝐥𝐲</m:t>
                      </m:r>
                      <m:r>
                        <a:rPr lang="en-US" sz="1200" b="1" i="0" smtClean="0">
                          <a:solidFill>
                            <a:schemeClr val="tx1"/>
                          </a:solidFill>
                          <a:latin typeface="Cambria Math" panose="02040503050406030204" pitchFamily="18" charset="0"/>
                        </a:rPr>
                        <m:t> </m:t>
                      </m:r>
                      <m:r>
                        <a:rPr lang="en-US" sz="1200" b="1" i="0" smtClean="0">
                          <a:solidFill>
                            <a:schemeClr val="tx1"/>
                          </a:solidFill>
                          <a:latin typeface="Cambria Math" panose="02040503050406030204" pitchFamily="18" charset="0"/>
                        </a:rPr>
                        <m:t>𝐚𝐝𝐨𝐩𝐭</m:t>
                      </m:r>
                      <m:r>
                        <a:rPr lang="en-US" sz="1200" b="1" i="0" smtClean="0">
                          <a:solidFill>
                            <a:schemeClr val="tx1"/>
                          </a:solidFill>
                          <a:latin typeface="Cambria Math" panose="02040503050406030204" pitchFamily="18" charset="0"/>
                        </a:rPr>
                        <m:t> </m:t>
                      </m:r>
                      <m:r>
                        <a:rPr lang="en-US" sz="1200" b="1" i="0" smtClean="0">
                          <a:solidFill>
                            <a:schemeClr val="tx1"/>
                          </a:solidFill>
                          <a:latin typeface="Cambria Math" panose="02040503050406030204" pitchFamily="18" charset="0"/>
                        </a:rPr>
                        <m:t>𝐭𝐡𝐞</m:t>
                      </m:r>
                      <m:r>
                        <a:rPr lang="en-US" sz="1200" b="1" i="0" smtClean="0">
                          <a:solidFill>
                            <a:schemeClr val="tx1"/>
                          </a:solidFill>
                          <a:latin typeface="Cambria Math" panose="02040503050406030204" pitchFamily="18" charset="0"/>
                        </a:rPr>
                        <m:t> </m:t>
                      </m:r>
                      <m:r>
                        <a:rPr lang="en-US" sz="1200" b="1" i="0" smtClean="0">
                          <a:solidFill>
                            <a:schemeClr val="tx1"/>
                          </a:solidFill>
                          <a:latin typeface="Cambria Math" panose="02040503050406030204" pitchFamily="18" charset="0"/>
                        </a:rPr>
                        <m:t>𝐩𝐫𝐢𝐜𝐢𝐧𝐠</m:t>
                      </m:r>
                      <m:r>
                        <a:rPr lang="en-US" sz="1200" b="1" i="0" smtClean="0">
                          <a:solidFill>
                            <a:schemeClr val="tx1"/>
                          </a:solidFill>
                          <a:latin typeface="Cambria Math" panose="02040503050406030204" pitchFamily="18" charset="0"/>
                        </a:rPr>
                        <m:t> </m:t>
                      </m:r>
                      <m:r>
                        <a:rPr lang="en-US" sz="1200" b="1" i="0" smtClean="0">
                          <a:solidFill>
                            <a:schemeClr val="tx1"/>
                          </a:solidFill>
                          <a:latin typeface="Cambria Math" panose="02040503050406030204" pitchFamily="18" charset="0"/>
                        </a:rPr>
                        <m:t>𝐬𝐭𝐚𝐭𝐞𝐠𝐲</m:t>
                      </m:r>
                    </m:oMath>
                  </m:oMathPara>
                </a14:m>
                <a:endParaRPr kumimoji="0" lang="en-US" sz="1200" u="none" strike="noStrike" cap="none" spc="0" normalizeH="0" baseline="0" dirty="0">
                  <a:ln>
                    <a:noFill/>
                  </a:ln>
                  <a:solidFill>
                    <a:schemeClr val="tx1"/>
                  </a:solidFill>
                  <a:effectLst/>
                  <a:uFillTx/>
                  <a:latin typeface="Times New Roman" panose="02020603050405020304" pitchFamily="18" charset="0"/>
                  <a:cs typeface="Times New Roman" panose="02020603050405020304" pitchFamily="18" charset="0"/>
                  <a:sym typeface="Helvetica Neue"/>
                </a:endParaRPr>
              </a:p>
            </p:txBody>
          </p:sp>
        </mc:Choice>
        <mc:Fallback xmlns="">
          <p:sp>
            <p:nvSpPr>
              <p:cNvPr id="59" name="TextBox 58">
                <a:extLst>
                  <a:ext uri="{FF2B5EF4-FFF2-40B4-BE49-F238E27FC236}">
                    <a16:creationId xmlns:a16="http://schemas.microsoft.com/office/drawing/2014/main" id="{25D0DCD8-51FD-C944-AA5D-2519F17AEDDD}"/>
                  </a:ext>
                </a:extLst>
              </p:cNvPr>
              <p:cNvSpPr txBox="1">
                <a:spLocks noRot="1" noChangeAspect="1" noMove="1" noResize="1" noEditPoints="1" noAdjustHandles="1" noChangeArrowheads="1" noChangeShapeType="1" noTextEdit="1"/>
              </p:cNvSpPr>
              <p:nvPr/>
            </p:nvSpPr>
            <p:spPr>
              <a:xfrm>
                <a:off x="7306571" y="8231294"/>
                <a:ext cx="3983461" cy="471924"/>
              </a:xfrm>
              <a:prstGeom prst="rect">
                <a:avLst/>
              </a:prstGeom>
              <a:blipFill>
                <a:blip r:embed="rId12"/>
                <a:stretch>
                  <a:fillRect b="-5263"/>
                </a:stretch>
              </a:blipFill>
              <a:ln w="12700" cap="flat">
                <a:noFill/>
                <a:miter lim="400000"/>
              </a:ln>
              <a:effectLst/>
            </p:spPr>
            <p:txBody>
              <a:bodyPr/>
              <a:lstStyle/>
              <a:p>
                <a:r>
                  <a:rPr lang="en-US">
                    <a:noFill/>
                  </a:rPr>
                  <a:t> </a:t>
                </a:r>
              </a:p>
            </p:txBody>
          </p:sp>
        </mc:Fallback>
      </mc:AlternateContent>
    </p:spTree>
    <p:extLst>
      <p:ext uri="{BB962C8B-B14F-4D97-AF65-F5344CB8AC3E}">
        <p14:creationId xmlns:p14="http://schemas.microsoft.com/office/powerpoint/2010/main" val="2995670422"/>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Proof of 50 - 50…"/>
          <p:cNvSpPr txBox="1">
            <a:spLocks noGrp="1"/>
          </p:cNvSpPr>
          <p:nvPr>
            <p:ph type="ctrTitle"/>
          </p:nvPr>
        </p:nvSpPr>
        <p:spPr>
          <a:xfrm>
            <a:off x="1526315" y="1507671"/>
            <a:ext cx="9945396" cy="2062843"/>
          </a:xfrm>
          <a:prstGeom prst="rect">
            <a:avLst/>
          </a:prstGeom>
        </p:spPr>
        <p:txBody>
          <a:bodyPr>
            <a:noAutofit/>
          </a:bodyPr>
          <a:lstStyle/>
          <a:p>
            <a:pPr defTabSz="549148">
              <a:defRPr sz="7519"/>
            </a:pPr>
            <a:br>
              <a:rPr lang="en-US" sz="3600" b="1">
                <a:latin typeface="Times New Roman" panose="02020603050405020304" pitchFamily="18" charset="0"/>
                <a:cs typeface="Times New Roman" panose="02020603050405020304" pitchFamily="18" charset="0"/>
              </a:rPr>
            </a:br>
            <a:r>
              <a:rPr lang="en-IN" sz="3600" b="1">
                <a:latin typeface="Times New Roman" panose="02020603050405020304" pitchFamily="18" charset="0"/>
                <a:cs typeface="Times New Roman" panose="02020603050405020304" pitchFamily="18" charset="0"/>
              </a:rPr>
              <a:t>Relationship  between AR and MR</a:t>
            </a:r>
            <a:br>
              <a:rPr lang="en-IN" sz="3600" b="1">
                <a:latin typeface="Times New Roman" panose="02020603050405020304" pitchFamily="18" charset="0"/>
                <a:cs typeface="Times New Roman" panose="02020603050405020304" pitchFamily="18" charset="0"/>
              </a:rPr>
            </a:br>
            <a:r>
              <a:rPr sz="3600" b="1">
                <a:latin typeface="Times New Roman" panose="02020603050405020304" pitchFamily="18" charset="0"/>
                <a:cs typeface="Times New Roman" panose="02020603050405020304" pitchFamily="18" charset="0"/>
              </a:rPr>
              <a:t> </a:t>
            </a:r>
          </a:p>
          <a:p>
            <a:pPr defTabSz="549148">
              <a:defRPr sz="7519"/>
            </a:pPr>
            <a:r>
              <a:rPr sz="3600" b="1">
                <a:latin typeface="Times New Roman" panose="02020603050405020304" pitchFamily="18" charset="0"/>
                <a:cs typeface="Times New Roman" panose="02020603050405020304" pitchFamily="18" charset="0"/>
              </a:rPr>
              <a:t>(</a:t>
            </a:r>
            <a:r>
              <a:rPr lang="en-IN" sz="3600" b="1">
                <a:latin typeface="Times New Roman" panose="02020603050405020304" pitchFamily="18" charset="0"/>
                <a:cs typeface="Times New Roman" panose="02020603050405020304" pitchFamily="18" charset="0"/>
              </a:rPr>
              <a:t>Proof of 50 – 50, </a:t>
            </a:r>
            <a:r>
              <a:rPr lang="en-US" sz="3600" b="1">
                <a:solidFill>
                  <a:srgbClr val="FF0000"/>
                </a:solidFill>
                <a:latin typeface="Times New Roman" panose="02020603050405020304" pitchFamily="18" charset="0"/>
                <a:cs typeface="Times New Roman" panose="02020603050405020304" pitchFamily="18" charset="0"/>
              </a:rPr>
              <a:t>via Geometry</a:t>
            </a:r>
            <a:r>
              <a:rPr sz="3600" b="1">
                <a:latin typeface="Times New Roman" panose="02020603050405020304" pitchFamily="18" charset="0"/>
                <a:cs typeface="Times New Roman" panose="02020603050405020304" pitchFamily="18" charset="0"/>
              </a:rPr>
              <a:t>)</a:t>
            </a:r>
            <a:endParaRPr sz="3600" b="1">
              <a:solidFill>
                <a:srgbClr val="FF0000"/>
              </a:solidFill>
              <a:latin typeface="Times New Roman" panose="02020603050405020304" pitchFamily="18" charset="0"/>
              <a:cs typeface="Times New Roman" panose="02020603050405020304" pitchFamily="18" charset="0"/>
            </a:endParaRPr>
          </a:p>
        </p:txBody>
      </p:sp>
      <p:sp>
        <p:nvSpPr>
          <p:cNvPr id="5" name="Proof of 50 - 50…">
            <a:extLst>
              <a:ext uri="{FF2B5EF4-FFF2-40B4-BE49-F238E27FC236}">
                <a16:creationId xmlns:a16="http://schemas.microsoft.com/office/drawing/2014/main" id="{8850625E-CA20-3140-A37C-37404398A175}"/>
              </a:ext>
            </a:extLst>
          </p:cNvPr>
          <p:cNvSpPr txBox="1">
            <a:spLocks/>
          </p:cNvSpPr>
          <p:nvPr/>
        </p:nvSpPr>
        <p:spPr>
          <a:xfrm>
            <a:off x="1380637" y="4841490"/>
            <a:ext cx="11026192" cy="146652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b">
            <a:noAutofit/>
          </a:bodyPr>
          <a:lstStyle>
            <a:lvl1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1pPr>
            <a:lvl2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2pPr>
            <a:lvl3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3pPr>
            <a:lvl4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4pPr>
            <a:lvl5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5pPr>
            <a:lvl6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6pPr>
            <a:lvl7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7pPr>
            <a:lvl8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8pPr>
            <a:lvl9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9pPr>
          </a:lstStyle>
          <a:p>
            <a:pPr algn="just" defTabSz="549148" hangingPunct="1">
              <a:lnSpc>
                <a:spcPct val="150000"/>
              </a:lnSpc>
              <a:defRPr sz="7519"/>
            </a:pPr>
            <a:br>
              <a:rPr lang="en-US" sz="2800" b="1"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Statement:</a:t>
            </a:r>
          </a:p>
          <a:p>
            <a:pPr algn="just" defTabSz="549148" hangingPunct="1">
              <a:defRPr sz="7519"/>
            </a:pPr>
            <a:r>
              <a:rPr lang="en-US" sz="2800" b="1" dirty="0">
                <a:solidFill>
                  <a:srgbClr val="7030A0"/>
                </a:solidFill>
                <a:latin typeface="Times New Roman" panose="02020603050405020304" pitchFamily="18" charset="0"/>
                <a:cs typeface="Times New Roman" panose="02020603050405020304" pitchFamily="18" charset="0"/>
              </a:rPr>
              <a:t>The MR curve bisects the horizontal perpendicular drawn from the AR curve to the vertical axis, if the AR and MR are linear functions.</a:t>
            </a:r>
          </a:p>
        </p:txBody>
      </p:sp>
    </p:spTree>
    <p:extLst>
      <p:ext uri="{BB962C8B-B14F-4D97-AF65-F5344CB8AC3E}">
        <p14:creationId xmlns:p14="http://schemas.microsoft.com/office/powerpoint/2010/main" val="661312419"/>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6" name="Group"/>
          <p:cNvGrpSpPr/>
          <p:nvPr/>
        </p:nvGrpSpPr>
        <p:grpSpPr>
          <a:xfrm>
            <a:off x="361568" y="460174"/>
            <a:ext cx="5580181" cy="5231255"/>
            <a:chOff x="0" y="-110963"/>
            <a:chExt cx="5580179" cy="5231253"/>
          </a:xfrm>
        </p:grpSpPr>
        <p:sp>
          <p:nvSpPr>
            <p:cNvPr id="121" name="Line"/>
            <p:cNvSpPr/>
            <p:nvPr/>
          </p:nvSpPr>
          <p:spPr>
            <a:xfrm flipV="1">
              <a:off x="862937" y="0"/>
              <a:ext cx="1" cy="5116950"/>
            </a:xfrm>
            <a:prstGeom prst="line">
              <a:avLst/>
            </a:prstGeom>
            <a:noFill/>
            <a:ln w="63500" cap="flat">
              <a:solidFill>
                <a:srgbClr val="000000"/>
              </a:solidFill>
              <a:prstDash val="solid"/>
              <a:miter lim="400000"/>
              <a:headEnd type="triangle" w="med" len="med"/>
              <a:tailEnd type="triangle" w="med" len="med"/>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a:p>
          </p:txBody>
        </p:sp>
        <p:sp>
          <p:nvSpPr>
            <p:cNvPr id="122" name="Line"/>
            <p:cNvSpPr/>
            <p:nvPr/>
          </p:nvSpPr>
          <p:spPr>
            <a:xfrm>
              <a:off x="0" y="4619505"/>
              <a:ext cx="5440411" cy="1"/>
            </a:xfrm>
            <a:prstGeom prst="line">
              <a:avLst/>
            </a:prstGeom>
            <a:noFill/>
            <a:ln w="63500" cap="flat">
              <a:solidFill>
                <a:srgbClr val="000000"/>
              </a:solidFill>
              <a:prstDash val="solid"/>
              <a:miter lim="400000"/>
              <a:headEnd type="triangle" w="med" len="med"/>
              <a:tailEnd type="triangle" w="med" len="med"/>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a:p>
          </p:txBody>
        </p:sp>
        <p:sp>
          <p:nvSpPr>
            <p:cNvPr id="123" name="AR, MR"/>
            <p:cNvSpPr txBox="1"/>
            <p:nvPr/>
          </p:nvSpPr>
          <p:spPr>
            <a:xfrm>
              <a:off x="75770" y="-110963"/>
              <a:ext cx="774658" cy="475903"/>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rmAutofit fontScale="85000" lnSpcReduction="10000"/>
            </a:bodyPr>
            <a:lstStyle>
              <a:lvl1pPr defTabSz="426466">
                <a:defRPr sz="2190" b="0">
                  <a:latin typeface="+mn-lt"/>
                  <a:ea typeface="+mn-ea"/>
                  <a:cs typeface="+mn-cs"/>
                  <a:sym typeface="Helvetica Neue Medium"/>
                </a:defRPr>
              </a:lvl1pPr>
            </a:lstStyle>
            <a:p>
              <a:r>
                <a:rPr sz="1800" dirty="0">
                  <a:latin typeface="Times New Roman" panose="02020603050405020304" pitchFamily="18" charset="0"/>
                  <a:cs typeface="Times New Roman" panose="02020603050405020304" pitchFamily="18" charset="0"/>
                </a:rPr>
                <a:t>AR, MR</a:t>
              </a:r>
            </a:p>
          </p:txBody>
        </p:sp>
        <p:sp>
          <p:nvSpPr>
            <p:cNvPr id="124" name="Qty"/>
            <p:cNvSpPr txBox="1"/>
            <p:nvPr/>
          </p:nvSpPr>
          <p:spPr>
            <a:xfrm>
              <a:off x="4918850" y="4646108"/>
              <a:ext cx="661329" cy="470842"/>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rmAutofit/>
            </a:bodyPr>
            <a:lstStyle>
              <a:lvl1pPr defTabSz="467359">
                <a:defRPr b="0">
                  <a:latin typeface="+mn-lt"/>
                  <a:ea typeface="+mn-ea"/>
                  <a:cs typeface="+mn-cs"/>
                  <a:sym typeface="Helvetica Neue Medium"/>
                </a:defRPr>
              </a:lvl1pPr>
            </a:lstStyle>
            <a:p>
              <a:r>
                <a:rPr>
                  <a:latin typeface="Times New Roman" panose="02020603050405020304" pitchFamily="18" charset="0"/>
                  <a:cs typeface="Times New Roman" panose="02020603050405020304" pitchFamily="18" charset="0"/>
                </a:rPr>
                <a:t>Qty</a:t>
              </a:r>
            </a:p>
          </p:txBody>
        </p:sp>
        <p:sp>
          <p:nvSpPr>
            <p:cNvPr id="125" name="Line"/>
            <p:cNvSpPr/>
            <p:nvPr/>
          </p:nvSpPr>
          <p:spPr>
            <a:xfrm flipH="1" flipV="1">
              <a:off x="874655" y="631530"/>
              <a:ext cx="2920167" cy="3292013"/>
            </a:xfrm>
            <a:prstGeom prst="line">
              <a:avLst/>
            </a:prstGeom>
            <a:noFill/>
            <a:ln w="63500" cap="flat">
              <a:solidFill>
                <a:srgbClr val="38571A"/>
              </a:solidFill>
              <a:prstDash val="solid"/>
              <a:miter lim="400000"/>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a:p>
          </p:txBody>
        </p:sp>
        <p:sp>
          <p:nvSpPr>
            <p:cNvPr id="126" name="Line"/>
            <p:cNvSpPr/>
            <p:nvPr/>
          </p:nvSpPr>
          <p:spPr>
            <a:xfrm flipH="1" flipV="1">
              <a:off x="3716720" y="3854406"/>
              <a:ext cx="638394" cy="719686"/>
            </a:xfrm>
            <a:prstGeom prst="line">
              <a:avLst/>
            </a:prstGeom>
            <a:noFill/>
            <a:ln w="88900" cap="rnd">
              <a:solidFill>
                <a:srgbClr val="38571A"/>
              </a:solidFill>
              <a:custDash>
                <a:ds d="100000" sp="200000"/>
              </a:custDash>
              <a:miter lim="400000"/>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a:p>
          </p:txBody>
        </p:sp>
        <p:sp>
          <p:nvSpPr>
            <p:cNvPr id="127" name="Line"/>
            <p:cNvSpPr/>
            <p:nvPr/>
          </p:nvSpPr>
          <p:spPr>
            <a:xfrm flipH="1" flipV="1">
              <a:off x="900009" y="739450"/>
              <a:ext cx="1635852" cy="3868335"/>
            </a:xfrm>
            <a:prstGeom prst="line">
              <a:avLst/>
            </a:prstGeom>
            <a:noFill/>
            <a:ln w="63500" cap="flat">
              <a:solidFill>
                <a:srgbClr val="A96800"/>
              </a:solidFill>
              <a:prstDash val="solid"/>
              <a:miter lim="400000"/>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a:p>
          </p:txBody>
        </p:sp>
        <p:sp>
          <p:nvSpPr>
            <p:cNvPr id="128" name="Line"/>
            <p:cNvSpPr/>
            <p:nvPr/>
          </p:nvSpPr>
          <p:spPr>
            <a:xfrm flipV="1">
              <a:off x="1741494" y="1632082"/>
              <a:ext cx="1" cy="2960821"/>
            </a:xfrm>
            <a:prstGeom prst="line">
              <a:avLst/>
            </a:prstGeom>
            <a:noFill/>
            <a:ln w="63500" cap="flat">
              <a:solidFill>
                <a:srgbClr val="000000"/>
              </a:solidFill>
              <a:prstDash val="sysDot"/>
              <a:miter lim="400000"/>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a:p>
          </p:txBody>
        </p:sp>
        <p:sp>
          <p:nvSpPr>
            <p:cNvPr id="129" name="Line"/>
            <p:cNvSpPr/>
            <p:nvPr/>
          </p:nvSpPr>
          <p:spPr>
            <a:xfrm flipH="1">
              <a:off x="809660" y="1657170"/>
              <a:ext cx="908275" cy="1"/>
            </a:xfrm>
            <a:prstGeom prst="line">
              <a:avLst/>
            </a:prstGeom>
            <a:noFill/>
            <a:ln w="63500" cap="flat">
              <a:solidFill>
                <a:srgbClr val="000000"/>
              </a:solidFill>
              <a:prstDash val="sysDot"/>
              <a:miter lim="400000"/>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a:p>
          </p:txBody>
        </p:sp>
        <p:grpSp>
          <p:nvGrpSpPr>
            <p:cNvPr id="132" name="Group"/>
            <p:cNvGrpSpPr/>
            <p:nvPr/>
          </p:nvGrpSpPr>
          <p:grpSpPr>
            <a:xfrm>
              <a:off x="896079" y="728002"/>
              <a:ext cx="850595" cy="1945616"/>
              <a:chOff x="0" y="0"/>
              <a:chExt cx="850594" cy="1945614"/>
            </a:xfrm>
          </p:grpSpPr>
          <p:sp>
            <p:nvSpPr>
              <p:cNvPr id="130" name="Triangle"/>
              <p:cNvSpPr/>
              <p:nvPr/>
            </p:nvSpPr>
            <p:spPr>
              <a:xfrm>
                <a:off x="0" y="0"/>
                <a:ext cx="367719" cy="902492"/>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21600"/>
                    </a:lnTo>
                    <a:close/>
                  </a:path>
                </a:pathLst>
              </a:custGeom>
              <a:solidFill>
                <a:schemeClr val="accent1"/>
              </a:solidFill>
              <a:ln w="12700" cap="flat">
                <a:noFill/>
                <a:miter lim="400000"/>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a:p>
            </p:txBody>
          </p:sp>
          <p:sp>
            <p:nvSpPr>
              <p:cNvPr id="131" name="Triangle"/>
              <p:cNvSpPr/>
              <p:nvPr/>
            </p:nvSpPr>
            <p:spPr>
              <a:xfrm>
                <a:off x="444586" y="955770"/>
                <a:ext cx="406009" cy="989845"/>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21600" y="0"/>
                    </a:lnTo>
                    <a:lnTo>
                      <a:pt x="0" y="0"/>
                    </a:lnTo>
                    <a:close/>
                  </a:path>
                </a:pathLst>
              </a:custGeom>
              <a:solidFill>
                <a:schemeClr val="accent3"/>
              </a:solidFill>
              <a:ln w="12700" cap="flat">
                <a:noFill/>
                <a:miter lim="400000"/>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a:p>
            </p:txBody>
          </p:sp>
        </p:grpSp>
        <p:grpSp>
          <p:nvGrpSpPr>
            <p:cNvPr id="136" name="Group"/>
            <p:cNvGrpSpPr/>
            <p:nvPr/>
          </p:nvGrpSpPr>
          <p:grpSpPr>
            <a:xfrm>
              <a:off x="886528" y="1683773"/>
              <a:ext cx="908276" cy="2909130"/>
              <a:chOff x="0" y="0"/>
              <a:chExt cx="908274" cy="2909128"/>
            </a:xfrm>
          </p:grpSpPr>
          <p:sp>
            <p:nvSpPr>
              <p:cNvPr id="133" name="Rectangle"/>
              <p:cNvSpPr/>
              <p:nvPr/>
            </p:nvSpPr>
            <p:spPr>
              <a:xfrm>
                <a:off x="0" y="0"/>
                <a:ext cx="454138" cy="2909129"/>
              </a:xfrm>
              <a:prstGeom prst="rect">
                <a:avLst/>
              </a:prstGeom>
              <a:solidFill>
                <a:schemeClr val="accent4">
                  <a:hueOff val="366961"/>
                  <a:satOff val="4172"/>
                  <a:lumOff val="11129"/>
                </a:schemeClr>
              </a:solidFill>
              <a:ln w="12700" cap="flat">
                <a:noFill/>
                <a:miter lim="400000"/>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a:p>
            </p:txBody>
          </p:sp>
          <p:sp>
            <p:nvSpPr>
              <p:cNvPr id="134" name="Rectangle"/>
              <p:cNvSpPr/>
              <p:nvPr/>
            </p:nvSpPr>
            <p:spPr>
              <a:xfrm>
                <a:off x="411830" y="1116755"/>
                <a:ext cx="419577" cy="1792374"/>
              </a:xfrm>
              <a:prstGeom prst="rect">
                <a:avLst/>
              </a:prstGeom>
              <a:solidFill>
                <a:schemeClr val="accent4">
                  <a:hueOff val="366961"/>
                  <a:satOff val="4172"/>
                  <a:lumOff val="11129"/>
                </a:schemeClr>
              </a:solidFill>
              <a:ln w="12700" cap="flat">
                <a:noFill/>
                <a:miter lim="400000"/>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a:p>
            </p:txBody>
          </p:sp>
          <p:sp>
            <p:nvSpPr>
              <p:cNvPr id="135" name="Triangle"/>
              <p:cNvSpPr/>
              <p:nvPr/>
            </p:nvSpPr>
            <p:spPr>
              <a:xfrm>
                <a:off x="454137" y="70770"/>
                <a:ext cx="454138" cy="104598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21600"/>
                    </a:lnTo>
                    <a:close/>
                  </a:path>
                </a:pathLst>
              </a:custGeom>
              <a:solidFill>
                <a:schemeClr val="accent4">
                  <a:hueOff val="366961"/>
                  <a:satOff val="4172"/>
                  <a:lumOff val="11129"/>
                </a:schemeClr>
              </a:solidFill>
              <a:ln w="12700" cap="flat">
                <a:noFill/>
                <a:miter lim="400000"/>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a:p>
            </p:txBody>
          </p:sp>
        </p:grpSp>
        <p:sp>
          <p:nvSpPr>
            <p:cNvPr id="137" name="A"/>
            <p:cNvSpPr txBox="1"/>
            <p:nvPr/>
          </p:nvSpPr>
          <p:spPr>
            <a:xfrm>
              <a:off x="785030" y="101613"/>
              <a:ext cx="555636" cy="626390"/>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rmAutofit/>
            </a:bodyPr>
            <a:lstStyle>
              <a:lvl1pPr>
                <a:defRPr sz="3000" b="0">
                  <a:latin typeface="+mn-lt"/>
                  <a:ea typeface="+mn-ea"/>
                  <a:cs typeface="+mn-cs"/>
                  <a:sym typeface="Helvetica Neue Medium"/>
                </a:defRPr>
              </a:lvl1pPr>
            </a:lstStyle>
            <a:p>
              <a:r>
                <a:rPr sz="2400">
                  <a:latin typeface="Times New Roman" panose="02020603050405020304" pitchFamily="18" charset="0"/>
                  <a:cs typeface="Times New Roman" panose="02020603050405020304" pitchFamily="18" charset="0"/>
                </a:rPr>
                <a:t>A</a:t>
              </a:r>
            </a:p>
          </p:txBody>
        </p:sp>
        <p:sp>
          <p:nvSpPr>
            <p:cNvPr id="138" name="B"/>
            <p:cNvSpPr txBox="1"/>
            <p:nvPr/>
          </p:nvSpPr>
          <p:spPr>
            <a:xfrm>
              <a:off x="1717934" y="1103968"/>
              <a:ext cx="555637" cy="626390"/>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rmAutofit/>
            </a:bodyPr>
            <a:lstStyle>
              <a:lvl1pPr>
                <a:defRPr sz="3000" b="0">
                  <a:latin typeface="+mn-lt"/>
                  <a:ea typeface="+mn-ea"/>
                  <a:cs typeface="+mn-cs"/>
                  <a:sym typeface="Helvetica Neue Medium"/>
                </a:defRPr>
              </a:lvl1pPr>
            </a:lstStyle>
            <a:p>
              <a:r>
                <a:rPr sz="2400">
                  <a:latin typeface="Times New Roman" panose="02020603050405020304" pitchFamily="18" charset="0"/>
                  <a:cs typeface="Times New Roman" panose="02020603050405020304" pitchFamily="18" charset="0"/>
                </a:rPr>
                <a:t>B</a:t>
              </a:r>
            </a:p>
          </p:txBody>
        </p:sp>
        <p:sp>
          <p:nvSpPr>
            <p:cNvPr id="139" name="P"/>
            <p:cNvSpPr txBox="1"/>
            <p:nvPr/>
          </p:nvSpPr>
          <p:spPr>
            <a:xfrm>
              <a:off x="340443" y="1318887"/>
              <a:ext cx="555637" cy="626390"/>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rmAutofit/>
            </a:bodyPr>
            <a:lstStyle>
              <a:lvl1pPr>
                <a:defRPr sz="3000" b="0">
                  <a:latin typeface="+mn-lt"/>
                  <a:ea typeface="+mn-ea"/>
                  <a:cs typeface="+mn-cs"/>
                  <a:sym typeface="Helvetica Neue Medium"/>
                </a:defRPr>
              </a:lvl1pPr>
            </a:lstStyle>
            <a:p>
              <a:r>
                <a:rPr sz="2400">
                  <a:latin typeface="Times New Roman" panose="02020603050405020304" pitchFamily="18" charset="0"/>
                  <a:cs typeface="Times New Roman" panose="02020603050405020304" pitchFamily="18" charset="0"/>
                </a:rPr>
                <a:t>P</a:t>
              </a:r>
            </a:p>
          </p:txBody>
        </p:sp>
        <p:sp>
          <p:nvSpPr>
            <p:cNvPr id="140" name="T"/>
            <p:cNvSpPr txBox="1"/>
            <p:nvPr/>
          </p:nvSpPr>
          <p:spPr>
            <a:xfrm>
              <a:off x="896079" y="1531463"/>
              <a:ext cx="555637" cy="626390"/>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rmAutofit/>
            </a:bodyPr>
            <a:lstStyle>
              <a:lvl1pPr>
                <a:defRPr sz="3000" b="0">
                  <a:latin typeface="+mn-lt"/>
                  <a:ea typeface="+mn-ea"/>
                  <a:cs typeface="+mn-cs"/>
                  <a:sym typeface="Helvetica Neue Medium"/>
                </a:defRPr>
              </a:lvl1pPr>
            </a:lstStyle>
            <a:p>
              <a:r>
                <a:rPr sz="2400">
                  <a:latin typeface="Times New Roman" panose="02020603050405020304" pitchFamily="18" charset="0"/>
                  <a:cs typeface="Times New Roman" panose="02020603050405020304" pitchFamily="18" charset="0"/>
                </a:rPr>
                <a:t>T</a:t>
              </a:r>
            </a:p>
          </p:txBody>
        </p:sp>
        <p:sp>
          <p:nvSpPr>
            <p:cNvPr id="141" name="C"/>
            <p:cNvSpPr txBox="1"/>
            <p:nvPr/>
          </p:nvSpPr>
          <p:spPr>
            <a:xfrm>
              <a:off x="1638157" y="2277536"/>
              <a:ext cx="555637" cy="626390"/>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rmAutofit/>
            </a:bodyPr>
            <a:lstStyle>
              <a:lvl1pPr>
                <a:defRPr sz="3000" b="0">
                  <a:latin typeface="+mn-lt"/>
                  <a:ea typeface="+mn-ea"/>
                  <a:cs typeface="+mn-cs"/>
                  <a:sym typeface="Helvetica Neue Medium"/>
                </a:defRPr>
              </a:lvl1pPr>
            </a:lstStyle>
            <a:p>
              <a:r>
                <a:rPr sz="2400">
                  <a:latin typeface="Times New Roman" panose="02020603050405020304" pitchFamily="18" charset="0"/>
                  <a:cs typeface="Times New Roman" panose="02020603050405020304" pitchFamily="18" charset="0"/>
                </a:rPr>
                <a:t>C</a:t>
              </a:r>
            </a:p>
          </p:txBody>
        </p:sp>
        <p:sp>
          <p:nvSpPr>
            <p:cNvPr id="142" name="Q"/>
            <p:cNvSpPr txBox="1"/>
            <p:nvPr/>
          </p:nvSpPr>
          <p:spPr>
            <a:xfrm>
              <a:off x="1458141" y="4533804"/>
              <a:ext cx="555637" cy="546581"/>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rmAutofit/>
            </a:bodyPr>
            <a:lstStyle>
              <a:lvl1pPr defTabSz="566674">
                <a:defRPr sz="2910" b="0">
                  <a:latin typeface="+mn-lt"/>
                  <a:ea typeface="+mn-ea"/>
                  <a:cs typeface="+mn-cs"/>
                  <a:sym typeface="Helvetica Neue Medium"/>
                </a:defRPr>
              </a:lvl1pPr>
            </a:lstStyle>
            <a:p>
              <a:r>
                <a:rPr sz="2400">
                  <a:latin typeface="Times New Roman" panose="02020603050405020304" pitchFamily="18" charset="0"/>
                  <a:cs typeface="Times New Roman" panose="02020603050405020304" pitchFamily="18" charset="0"/>
                </a:rPr>
                <a:t>Q</a:t>
              </a:r>
            </a:p>
          </p:txBody>
        </p:sp>
        <p:sp>
          <p:nvSpPr>
            <p:cNvPr id="143" name="D"/>
            <p:cNvSpPr txBox="1"/>
            <p:nvPr/>
          </p:nvSpPr>
          <p:spPr>
            <a:xfrm>
              <a:off x="4152223" y="4493900"/>
              <a:ext cx="555637" cy="626390"/>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rmAutofit/>
            </a:bodyPr>
            <a:lstStyle>
              <a:lvl1pPr>
                <a:defRPr sz="3000" b="0">
                  <a:latin typeface="+mn-lt"/>
                  <a:ea typeface="+mn-ea"/>
                  <a:cs typeface="+mn-cs"/>
                  <a:sym typeface="Helvetica Neue Medium"/>
                </a:defRPr>
              </a:lvl1pPr>
            </a:lstStyle>
            <a:p>
              <a:r>
                <a:rPr sz="2400">
                  <a:latin typeface="Times New Roman" panose="02020603050405020304" pitchFamily="18" charset="0"/>
                  <a:cs typeface="Times New Roman" panose="02020603050405020304" pitchFamily="18" charset="0"/>
                </a:rPr>
                <a:t>D</a:t>
              </a:r>
            </a:p>
          </p:txBody>
        </p:sp>
        <p:sp>
          <p:nvSpPr>
            <p:cNvPr id="144" name="ARc"/>
            <p:cNvSpPr txBox="1"/>
            <p:nvPr/>
          </p:nvSpPr>
          <p:spPr>
            <a:xfrm>
              <a:off x="3114362" y="3435744"/>
              <a:ext cx="555637" cy="626390"/>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rmAutofit/>
            </a:bodyPr>
            <a:lstStyle/>
            <a:p>
              <a:pPr defTabSz="397256">
                <a:defRPr sz="2040" b="0">
                  <a:latin typeface="+mn-lt"/>
                  <a:ea typeface="+mn-ea"/>
                  <a:cs typeface="+mn-cs"/>
                  <a:sym typeface="Helvetica Neue Medium"/>
                </a:defRPr>
              </a:pPr>
              <a:r>
                <a:t>AR</a:t>
              </a:r>
              <a:r>
                <a:rPr baseline="-5999"/>
                <a:t>c</a:t>
              </a:r>
            </a:p>
          </p:txBody>
        </p:sp>
        <p:sp>
          <p:nvSpPr>
            <p:cNvPr id="145" name="MRc"/>
            <p:cNvSpPr txBox="1"/>
            <p:nvPr/>
          </p:nvSpPr>
          <p:spPr>
            <a:xfrm>
              <a:off x="2442387" y="3864171"/>
              <a:ext cx="555637" cy="626390"/>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rmAutofit/>
            </a:bodyPr>
            <a:lstStyle/>
            <a:p>
              <a:pPr defTabSz="350520">
                <a:defRPr sz="1800" b="0">
                  <a:latin typeface="+mn-lt"/>
                  <a:ea typeface="+mn-ea"/>
                  <a:cs typeface="+mn-cs"/>
                  <a:sym typeface="Helvetica Neue Medium"/>
                </a:defRPr>
              </a:pPr>
              <a:r>
                <a:t>MR</a:t>
              </a:r>
              <a:r>
                <a:rPr baseline="-5999"/>
                <a:t>c</a:t>
              </a:r>
            </a:p>
          </p:txBody>
        </p:sp>
      </p:grpSp>
      <p:grpSp>
        <p:nvGrpSpPr>
          <p:cNvPr id="151" name="Group"/>
          <p:cNvGrpSpPr/>
          <p:nvPr/>
        </p:nvGrpSpPr>
        <p:grpSpPr>
          <a:xfrm>
            <a:off x="7134598" y="951092"/>
            <a:ext cx="6019415" cy="912849"/>
            <a:chOff x="0" y="0"/>
            <a:chExt cx="6019413" cy="912848"/>
          </a:xfrm>
        </p:grpSpPr>
        <p:sp>
          <p:nvSpPr>
            <p:cNvPr id="147" name="2. TR = A(       OPTCQ) + A(     TBC)"/>
            <p:cNvSpPr txBox="1"/>
            <p:nvPr/>
          </p:nvSpPr>
          <p:spPr>
            <a:xfrm>
              <a:off x="0" y="0"/>
              <a:ext cx="6019413" cy="912848"/>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rmAutofit/>
            </a:bodyPr>
            <a:lstStyle>
              <a:lvl1pPr algn="l">
                <a:defRPr sz="2500" b="0">
                  <a:latin typeface="+mn-lt"/>
                  <a:ea typeface="+mn-ea"/>
                  <a:cs typeface="+mn-cs"/>
                  <a:sym typeface="Helvetica Neue Medium"/>
                </a:defRPr>
              </a:lvl1pPr>
            </a:lstStyle>
            <a:p>
              <a:r>
                <a:rPr sz="2400">
                  <a:latin typeface="Times New Roman" panose="02020603050405020304" pitchFamily="18" charset="0"/>
                  <a:cs typeface="Times New Roman" panose="02020603050405020304" pitchFamily="18" charset="0"/>
                </a:rPr>
                <a:t>2. TR = A(       OPTCQ) + A(     TBC)</a:t>
              </a:r>
            </a:p>
          </p:txBody>
        </p:sp>
        <p:grpSp>
          <p:nvGrpSpPr>
            <p:cNvPr id="150" name="Group"/>
            <p:cNvGrpSpPr/>
            <p:nvPr/>
          </p:nvGrpSpPr>
          <p:grpSpPr>
            <a:xfrm>
              <a:off x="1489651" y="515828"/>
              <a:ext cx="2531595" cy="349063"/>
              <a:chOff x="-45057" y="0"/>
              <a:chExt cx="2531593" cy="349062"/>
            </a:xfrm>
          </p:grpSpPr>
          <p:sp>
            <p:nvSpPr>
              <p:cNvPr id="148" name="Polygon"/>
              <p:cNvSpPr/>
              <p:nvPr/>
            </p:nvSpPr>
            <p:spPr>
              <a:xfrm>
                <a:off x="-45057" y="0"/>
                <a:ext cx="354424" cy="346756"/>
              </a:xfrm>
              <a:prstGeom prst="pentagon">
                <a:avLst/>
              </a:prstGeom>
              <a:solidFill>
                <a:schemeClr val="accent4">
                  <a:hueOff val="366961"/>
                  <a:satOff val="4172"/>
                  <a:lumOff val="11129"/>
                </a:schemeClr>
              </a:solidFill>
              <a:ln w="50800" cap="flat">
                <a:solidFill>
                  <a:srgbClr val="000000"/>
                </a:solidFill>
                <a:prstDash val="solid"/>
                <a:miter lim="400000"/>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a:latin typeface="Times New Roman" panose="02020603050405020304" pitchFamily="18" charset="0"/>
                  <a:cs typeface="Times New Roman" panose="02020603050405020304" pitchFamily="18" charset="0"/>
                </a:endParaRPr>
              </a:p>
            </p:txBody>
          </p:sp>
          <p:sp>
            <p:nvSpPr>
              <p:cNvPr id="149" name="Triangle"/>
              <p:cNvSpPr/>
              <p:nvPr/>
            </p:nvSpPr>
            <p:spPr>
              <a:xfrm>
                <a:off x="2197010" y="25512"/>
                <a:ext cx="289526" cy="323550"/>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21600" y="21600"/>
                    </a:lnTo>
                    <a:lnTo>
                      <a:pt x="0" y="21600"/>
                    </a:lnTo>
                    <a:close/>
                  </a:path>
                </a:pathLst>
              </a:custGeom>
              <a:solidFill>
                <a:schemeClr val="accent3"/>
              </a:solidFill>
              <a:ln w="63500" cap="flat">
                <a:solidFill>
                  <a:srgbClr val="000000"/>
                </a:solidFill>
                <a:prstDash val="solid"/>
                <a:miter lim="400000"/>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a:latin typeface="Times New Roman" panose="02020603050405020304" pitchFamily="18" charset="0"/>
                  <a:cs typeface="Times New Roman" panose="02020603050405020304" pitchFamily="18" charset="0"/>
                </a:endParaRPr>
              </a:p>
            </p:txBody>
          </p:sp>
        </p:grpSp>
      </p:grpSp>
      <p:grpSp>
        <p:nvGrpSpPr>
          <p:cNvPr id="161" name="Group"/>
          <p:cNvGrpSpPr/>
          <p:nvPr/>
        </p:nvGrpSpPr>
        <p:grpSpPr>
          <a:xfrm>
            <a:off x="7207126" y="2681827"/>
            <a:ext cx="5377405" cy="767941"/>
            <a:chOff x="0" y="-41886"/>
            <a:chExt cx="5377404" cy="815487"/>
          </a:xfrm>
        </p:grpSpPr>
        <p:sp>
          <p:nvSpPr>
            <p:cNvPr id="157" name="4. TR = A(      OPTCQ) + A(     APT)"/>
            <p:cNvSpPr txBox="1"/>
            <p:nvPr/>
          </p:nvSpPr>
          <p:spPr>
            <a:xfrm>
              <a:off x="0" y="-41886"/>
              <a:ext cx="5377404" cy="815487"/>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rmAutofit/>
            </a:bodyPr>
            <a:lstStyle>
              <a:lvl1pPr algn="l">
                <a:defRPr b="0">
                  <a:latin typeface="+mn-lt"/>
                  <a:ea typeface="+mn-ea"/>
                  <a:cs typeface="+mn-cs"/>
                  <a:sym typeface="Helvetica Neue Medium"/>
                </a:defRPr>
              </a:lvl1pPr>
            </a:lstStyle>
            <a:p>
              <a:r>
                <a:rPr>
                  <a:latin typeface="Times New Roman" panose="02020603050405020304" pitchFamily="18" charset="0"/>
                  <a:cs typeface="Times New Roman" panose="02020603050405020304" pitchFamily="18" charset="0"/>
                </a:rPr>
                <a:t>4. TR = A(      </a:t>
              </a:r>
              <a:r>
                <a:rPr lang="en-US">
                  <a:latin typeface="Times New Roman" panose="02020603050405020304" pitchFamily="18" charset="0"/>
                  <a:cs typeface="Times New Roman" panose="02020603050405020304" pitchFamily="18" charset="0"/>
                </a:rPr>
                <a:t> </a:t>
              </a:r>
              <a:r>
                <a:rPr>
                  <a:latin typeface="Times New Roman" panose="02020603050405020304" pitchFamily="18" charset="0"/>
                  <a:cs typeface="Times New Roman" panose="02020603050405020304" pitchFamily="18" charset="0"/>
                </a:rPr>
                <a:t>OPTCQ) + A(     APT)</a:t>
              </a:r>
            </a:p>
          </p:txBody>
        </p:sp>
        <p:grpSp>
          <p:nvGrpSpPr>
            <p:cNvPr id="160" name="Group"/>
            <p:cNvGrpSpPr/>
            <p:nvPr/>
          </p:nvGrpSpPr>
          <p:grpSpPr>
            <a:xfrm>
              <a:off x="1446276" y="387812"/>
              <a:ext cx="2527034" cy="354024"/>
              <a:chOff x="10759" y="0"/>
              <a:chExt cx="2527033" cy="354022"/>
            </a:xfrm>
          </p:grpSpPr>
          <p:sp>
            <p:nvSpPr>
              <p:cNvPr id="158" name="Triangle"/>
              <p:cNvSpPr/>
              <p:nvPr/>
            </p:nvSpPr>
            <p:spPr>
              <a:xfrm>
                <a:off x="2233278" y="19007"/>
                <a:ext cx="304514" cy="305027"/>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21600" y="21600"/>
                    </a:lnTo>
                    <a:lnTo>
                      <a:pt x="0" y="21600"/>
                    </a:lnTo>
                    <a:close/>
                  </a:path>
                </a:pathLst>
              </a:custGeom>
              <a:solidFill>
                <a:schemeClr val="accent1"/>
              </a:solidFill>
              <a:ln w="63500" cap="flat">
                <a:solidFill>
                  <a:srgbClr val="000000"/>
                </a:solidFill>
                <a:prstDash val="solid"/>
                <a:miter lim="400000"/>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a:latin typeface="Times New Roman" panose="02020603050405020304" pitchFamily="18" charset="0"/>
                  <a:cs typeface="Times New Roman" panose="02020603050405020304" pitchFamily="18" charset="0"/>
                </a:endParaRPr>
              </a:p>
            </p:txBody>
          </p:sp>
          <p:sp>
            <p:nvSpPr>
              <p:cNvPr id="159" name="Polygon"/>
              <p:cNvSpPr/>
              <p:nvPr/>
            </p:nvSpPr>
            <p:spPr>
              <a:xfrm>
                <a:off x="10759" y="0"/>
                <a:ext cx="418161" cy="354022"/>
              </a:xfrm>
              <a:prstGeom prst="pentagon">
                <a:avLst/>
              </a:prstGeom>
              <a:solidFill>
                <a:schemeClr val="accent4">
                  <a:hueOff val="366961"/>
                  <a:satOff val="4172"/>
                  <a:lumOff val="11129"/>
                </a:schemeClr>
              </a:solidFill>
              <a:ln w="50800" cap="flat">
                <a:solidFill>
                  <a:srgbClr val="000000"/>
                </a:solidFill>
                <a:prstDash val="solid"/>
                <a:miter lim="400000"/>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a:latin typeface="Times New Roman" panose="02020603050405020304" pitchFamily="18" charset="0"/>
                  <a:cs typeface="Times New Roman" panose="02020603050405020304" pitchFamily="18" charset="0"/>
                </a:endParaRPr>
              </a:p>
            </p:txBody>
          </p:sp>
        </p:grpSp>
      </p:grpSp>
      <p:grpSp>
        <p:nvGrpSpPr>
          <p:cNvPr id="164" name="Group"/>
          <p:cNvGrpSpPr/>
          <p:nvPr/>
        </p:nvGrpSpPr>
        <p:grpSpPr>
          <a:xfrm>
            <a:off x="7086191" y="600125"/>
            <a:ext cx="5663658" cy="690926"/>
            <a:chOff x="0" y="-1"/>
            <a:chExt cx="5663656" cy="690925"/>
          </a:xfrm>
        </p:grpSpPr>
        <p:sp>
          <p:nvSpPr>
            <p:cNvPr id="162" name="1. TR = (AR)(Q) = A(     OPBQ)"/>
            <p:cNvSpPr txBox="1"/>
            <p:nvPr/>
          </p:nvSpPr>
          <p:spPr>
            <a:xfrm>
              <a:off x="0" y="-1"/>
              <a:ext cx="5663656" cy="690925"/>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rmAutofit/>
            </a:bodyPr>
            <a:lstStyle>
              <a:lvl1pPr algn="l">
                <a:defRPr sz="2700" b="0">
                  <a:latin typeface="+mn-lt"/>
                  <a:ea typeface="+mn-ea"/>
                  <a:cs typeface="+mn-cs"/>
                  <a:sym typeface="Helvetica Neue Medium"/>
                </a:defRPr>
              </a:lvl1pPr>
            </a:lstStyle>
            <a:p>
              <a:r>
                <a:rPr sz="2800">
                  <a:latin typeface="Times New Roman" panose="02020603050405020304" pitchFamily="18" charset="0"/>
                  <a:cs typeface="Times New Roman" panose="02020603050405020304" pitchFamily="18" charset="0"/>
                </a:rPr>
                <a:t>1. TR = (AR)(Q) = A(     OPBQ)</a:t>
              </a:r>
            </a:p>
          </p:txBody>
        </p:sp>
        <p:sp>
          <p:nvSpPr>
            <p:cNvPr id="163" name="Rectangle"/>
            <p:cNvSpPr/>
            <p:nvPr/>
          </p:nvSpPr>
          <p:spPr>
            <a:xfrm>
              <a:off x="3278172" y="342318"/>
              <a:ext cx="227626" cy="196607"/>
            </a:xfrm>
            <a:prstGeom prst="rect">
              <a:avLst/>
            </a:prstGeom>
            <a:noFill/>
            <a:ln w="50800" cap="flat">
              <a:solidFill>
                <a:srgbClr val="000000"/>
              </a:solidFill>
              <a:prstDash val="solid"/>
              <a:miter lim="400000"/>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sz="2800">
                <a:latin typeface="Times New Roman" panose="02020603050405020304" pitchFamily="18" charset="0"/>
                <a:cs typeface="Times New Roman" panose="02020603050405020304" pitchFamily="18" charset="0"/>
              </a:endParaRPr>
            </a:p>
          </p:txBody>
        </p:sp>
      </p:grpSp>
      <p:grpSp>
        <p:nvGrpSpPr>
          <p:cNvPr id="172" name="Group"/>
          <p:cNvGrpSpPr/>
          <p:nvPr/>
        </p:nvGrpSpPr>
        <p:grpSpPr>
          <a:xfrm>
            <a:off x="7123472" y="4771453"/>
            <a:ext cx="4353232" cy="621131"/>
            <a:chOff x="-111966" y="0"/>
            <a:chExt cx="4353231" cy="690924"/>
          </a:xfrm>
        </p:grpSpPr>
        <p:sp>
          <p:nvSpPr>
            <p:cNvPr id="168" name="6. A(     TBC)  =  A(     APT)"/>
            <p:cNvSpPr txBox="1"/>
            <p:nvPr/>
          </p:nvSpPr>
          <p:spPr>
            <a:xfrm>
              <a:off x="-111966" y="0"/>
              <a:ext cx="4353231" cy="690924"/>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rmAutofit/>
            </a:bodyPr>
            <a:lstStyle>
              <a:lvl1pPr algn="l">
                <a:defRPr sz="2500" b="0">
                  <a:latin typeface="+mn-lt"/>
                  <a:ea typeface="+mn-ea"/>
                  <a:cs typeface="+mn-cs"/>
                  <a:sym typeface="Helvetica Neue Medium"/>
                </a:defRPr>
              </a:lvl1pPr>
            </a:lstStyle>
            <a:p>
              <a:r>
                <a:rPr sz="2400">
                  <a:latin typeface="Times New Roman" panose="02020603050405020304" pitchFamily="18" charset="0"/>
                  <a:cs typeface="Times New Roman" panose="02020603050405020304" pitchFamily="18" charset="0"/>
                </a:rPr>
                <a:t>6. A(     TBC)  =  A(     APT)</a:t>
              </a:r>
            </a:p>
          </p:txBody>
        </p:sp>
        <p:grpSp>
          <p:nvGrpSpPr>
            <p:cNvPr id="171" name="Group"/>
            <p:cNvGrpSpPr/>
            <p:nvPr/>
          </p:nvGrpSpPr>
          <p:grpSpPr>
            <a:xfrm>
              <a:off x="578370" y="356746"/>
              <a:ext cx="2183607" cy="225346"/>
              <a:chOff x="-205271" y="0"/>
              <a:chExt cx="2183606" cy="225345"/>
            </a:xfrm>
          </p:grpSpPr>
          <p:sp>
            <p:nvSpPr>
              <p:cNvPr id="169" name="Triangle"/>
              <p:cNvSpPr/>
              <p:nvPr/>
            </p:nvSpPr>
            <p:spPr>
              <a:xfrm>
                <a:off x="-205271" y="0"/>
                <a:ext cx="335795" cy="225345"/>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21600" y="21600"/>
                    </a:lnTo>
                    <a:lnTo>
                      <a:pt x="0" y="21600"/>
                    </a:lnTo>
                    <a:close/>
                  </a:path>
                </a:pathLst>
              </a:custGeom>
              <a:solidFill>
                <a:schemeClr val="accent3"/>
              </a:solidFill>
              <a:ln w="63500" cap="flat">
                <a:solidFill>
                  <a:srgbClr val="000000"/>
                </a:solidFill>
                <a:prstDash val="solid"/>
                <a:miter lim="400000"/>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a:latin typeface="Times New Roman" panose="02020603050405020304" pitchFamily="18" charset="0"/>
                  <a:cs typeface="Times New Roman" panose="02020603050405020304" pitchFamily="18" charset="0"/>
                </a:endParaRPr>
              </a:p>
            </p:txBody>
          </p:sp>
          <p:sp>
            <p:nvSpPr>
              <p:cNvPr id="170" name="Triangle"/>
              <p:cNvSpPr/>
              <p:nvPr/>
            </p:nvSpPr>
            <p:spPr>
              <a:xfrm>
                <a:off x="1663370" y="9713"/>
                <a:ext cx="314965" cy="204736"/>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21600" y="21600"/>
                    </a:lnTo>
                    <a:lnTo>
                      <a:pt x="0" y="21600"/>
                    </a:lnTo>
                    <a:close/>
                  </a:path>
                </a:pathLst>
              </a:custGeom>
              <a:solidFill>
                <a:schemeClr val="accent1"/>
              </a:solidFill>
              <a:ln w="63500" cap="flat">
                <a:solidFill>
                  <a:srgbClr val="000000"/>
                </a:solidFill>
                <a:prstDash val="solid"/>
                <a:miter lim="400000"/>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a:latin typeface="Times New Roman" panose="02020603050405020304" pitchFamily="18" charset="0"/>
                  <a:cs typeface="Times New Roman" panose="02020603050405020304" pitchFamily="18" charset="0"/>
                </a:endParaRPr>
              </a:p>
            </p:txBody>
          </p:sp>
        </p:grpSp>
      </p:grpSp>
      <p:grpSp>
        <p:nvGrpSpPr>
          <p:cNvPr id="177" name="Group"/>
          <p:cNvGrpSpPr/>
          <p:nvPr/>
        </p:nvGrpSpPr>
        <p:grpSpPr>
          <a:xfrm>
            <a:off x="7123473" y="5619932"/>
            <a:ext cx="3742846" cy="527948"/>
            <a:chOff x="1" y="0"/>
            <a:chExt cx="3742845" cy="527947"/>
          </a:xfrm>
        </p:grpSpPr>
        <mc:AlternateContent xmlns:mc="http://schemas.openxmlformats.org/markup-compatibility/2006" xmlns:a14="http://schemas.microsoft.com/office/drawing/2010/main">
          <mc:Choice Requires="a14">
            <p:sp>
              <p:nvSpPr>
                <p:cNvPr id="173" name="7. (     TBC)  similar  (       TPA)"/>
                <p:cNvSpPr txBox="1"/>
                <p:nvPr/>
              </p:nvSpPr>
              <p:spPr>
                <a:xfrm>
                  <a:off x="1" y="0"/>
                  <a:ext cx="3742845" cy="527947"/>
                </a:xfrm>
                <a:prstGeom prst="rect">
                  <a:avLst/>
                </a:prstGeom>
                <a:noFill/>
                <a:ln w="12700" cap="flat">
                  <a:noFill/>
                  <a:miter lim="400000"/>
                </a:ln>
                <a:effectLst/>
                <a:extLst>
                  <a:ext uri="{C572A759-6A51-4108-AA02-DFA0A04FC94B}">
                    <ma14:wrappingTextBoxFlag xmlns="" xmlns:ma14="http://schemas.microsoft.com/office/mac/drawingml/2011/main" xmlns:m="http://schemas.openxmlformats.org/officeDocument/2006/math" val="1"/>
                  </a:ext>
                </a:extLst>
              </p:spPr>
              <p:txBody>
                <a:bodyPr wrap="square" lIns="50800" tIns="50800" rIns="50800" bIns="50800" numCol="1" anchor="b">
                  <a:normAutofit fontScale="92500" lnSpcReduction="20000"/>
                </a:bodyPr>
                <a:lstStyle>
                  <a:lvl1pPr algn="l">
                    <a:defRPr sz="2500" b="0">
                      <a:latin typeface="+mn-lt"/>
                      <a:ea typeface="+mn-ea"/>
                      <a:cs typeface="+mn-cs"/>
                      <a:sym typeface="Helvetica Neue Medium"/>
                    </a:defRPr>
                  </a:lvl1pPr>
                </a:lstStyle>
                <a:p>
                  <a:r>
                    <a:rPr sz="2400">
                      <a:latin typeface="Times New Roman" panose="02020603050405020304" pitchFamily="18" charset="0"/>
                      <a:cs typeface="Times New Roman" panose="02020603050405020304" pitchFamily="18" charset="0"/>
                    </a:rPr>
                    <a:t>7. (     TBC) </a:t>
                  </a:r>
                  <a:r>
                    <a:rPr sz="3600">
                      <a:latin typeface="Times New Roman" panose="02020603050405020304" pitchFamily="18" charset="0"/>
                      <a:cs typeface="Times New Roman" panose="02020603050405020304" pitchFamily="18" charset="0"/>
                    </a:rPr>
                    <a:t> </a:t>
                  </a:r>
                  <a14:m>
                    <m:oMath xmlns:m="http://schemas.openxmlformats.org/officeDocument/2006/math">
                      <m:r>
                        <a:rPr lang="en-IN" sz="3600" i="1" dirty="0" smtClean="0">
                          <a:latin typeface="Cambria Math" panose="02040503050406030204" pitchFamily="18" charset="0"/>
                          <a:ea typeface="Cambria Math" panose="02040503050406030204" pitchFamily="18" charset="0"/>
                          <a:cs typeface="Times New Roman" panose="02020603050405020304" pitchFamily="18" charset="0"/>
                        </a:rPr>
                        <m:t>∼</m:t>
                      </m:r>
                    </m:oMath>
                  </a14:m>
                  <a:r>
                    <a:rPr sz="3600">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       TPA)</a:t>
                  </a:r>
                  <a:r>
                    <a:rPr lang="en-US" sz="2400">
                      <a:latin typeface="Times New Roman" panose="02020603050405020304" pitchFamily="18" charset="0"/>
                      <a:cs typeface="Times New Roman" panose="02020603050405020304" pitchFamily="18" charset="0"/>
                    </a:rPr>
                    <a:t>  </a:t>
                  </a:r>
                  <a:endParaRPr sz="2400">
                    <a:latin typeface="Times New Roman" panose="02020603050405020304" pitchFamily="18" charset="0"/>
                    <a:cs typeface="Times New Roman" panose="02020603050405020304" pitchFamily="18" charset="0"/>
                  </a:endParaRPr>
                </a:p>
              </p:txBody>
            </p:sp>
          </mc:Choice>
          <mc:Fallback xmlns="">
            <p:sp>
              <p:nvSpPr>
                <p:cNvPr id="173" name="7. (     TBC)  similar  (       TPA)"/>
                <p:cNvSpPr txBox="1">
                  <a:spLocks noRot="1" noChangeAspect="1" noMove="1" noResize="1" noEditPoints="1" noAdjustHandles="1" noChangeArrowheads="1" noChangeShapeType="1" noTextEdit="1"/>
                </p:cNvSpPr>
                <p:nvPr/>
              </p:nvSpPr>
              <p:spPr>
                <a:xfrm>
                  <a:off x="1" y="0"/>
                  <a:ext cx="3742845" cy="527947"/>
                </a:xfrm>
                <a:prstGeom prst="rect">
                  <a:avLst/>
                </a:prstGeom>
                <a:blipFill>
                  <a:blip r:embed="rId2"/>
                  <a:stretch>
                    <a:fillRect l="-3390" b="-13953"/>
                  </a:stretch>
                </a:blipFill>
                <a:ln w="12700" cap="flat">
                  <a:noFill/>
                  <a:miter lim="400000"/>
                </a:ln>
                <a:effectLst/>
                <a:extLst>
                  <a:ext uri="{C572A759-6A51-4108-AA02-DFA0A04FC94B}">
                    <ma14:wrappingTextBoxFlag xmlns:a14="http://schemas.microsoft.com/office/drawing/2010/main" xmlns:m="http://schemas.openxmlformats.org/officeDocument/2006/math" xmlns:ma14="http://schemas.microsoft.com/office/mac/drawingml/2011/main" xmlns="" val="1"/>
                  </a:ext>
                </a:extLst>
              </p:spPr>
              <p:txBody>
                <a:bodyPr/>
                <a:lstStyle/>
                <a:p>
                  <a:r>
                    <a:rPr lang="en-US">
                      <a:noFill/>
                    </a:rPr>
                    <a:t> </a:t>
                  </a:r>
                </a:p>
              </p:txBody>
            </p:sp>
          </mc:Fallback>
        </mc:AlternateContent>
        <p:grpSp>
          <p:nvGrpSpPr>
            <p:cNvPr id="176" name="Group"/>
            <p:cNvGrpSpPr/>
            <p:nvPr/>
          </p:nvGrpSpPr>
          <p:grpSpPr>
            <a:xfrm>
              <a:off x="511536" y="134514"/>
              <a:ext cx="2144000" cy="322463"/>
              <a:chOff x="-93305" y="-53732"/>
              <a:chExt cx="2143998" cy="322461"/>
            </a:xfrm>
          </p:grpSpPr>
          <p:sp>
            <p:nvSpPr>
              <p:cNvPr id="174" name="Triangle"/>
              <p:cNvSpPr/>
              <p:nvPr/>
            </p:nvSpPr>
            <p:spPr>
              <a:xfrm>
                <a:off x="-93305" y="0"/>
                <a:ext cx="314411" cy="268729"/>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21600" y="21600"/>
                    </a:lnTo>
                    <a:lnTo>
                      <a:pt x="0" y="21600"/>
                    </a:lnTo>
                    <a:close/>
                  </a:path>
                </a:pathLst>
              </a:custGeom>
              <a:solidFill>
                <a:schemeClr val="accent3"/>
              </a:solidFill>
              <a:ln w="63500" cap="flat">
                <a:solidFill>
                  <a:srgbClr val="000000"/>
                </a:solidFill>
                <a:prstDash val="solid"/>
                <a:miter lim="400000"/>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a:latin typeface="Times New Roman" panose="02020603050405020304" pitchFamily="18" charset="0"/>
                  <a:cs typeface="Times New Roman" panose="02020603050405020304" pitchFamily="18" charset="0"/>
                </a:endParaRPr>
              </a:p>
            </p:txBody>
          </p:sp>
          <p:sp>
            <p:nvSpPr>
              <p:cNvPr id="175" name="Triangle"/>
              <p:cNvSpPr/>
              <p:nvPr/>
            </p:nvSpPr>
            <p:spPr>
              <a:xfrm>
                <a:off x="1699039" y="-53732"/>
                <a:ext cx="351654" cy="249540"/>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21600" y="21600"/>
                    </a:lnTo>
                    <a:lnTo>
                      <a:pt x="0" y="21600"/>
                    </a:lnTo>
                    <a:close/>
                  </a:path>
                </a:pathLst>
              </a:custGeom>
              <a:solidFill>
                <a:schemeClr val="accent1"/>
              </a:solidFill>
              <a:ln w="63500" cap="flat">
                <a:solidFill>
                  <a:srgbClr val="000000"/>
                </a:solidFill>
                <a:prstDash val="solid"/>
                <a:miter lim="400000"/>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a:latin typeface="Times New Roman" panose="02020603050405020304" pitchFamily="18" charset="0"/>
                  <a:cs typeface="Times New Roman" panose="02020603050405020304" pitchFamily="18" charset="0"/>
                </a:endParaRPr>
              </a:p>
            </p:txBody>
          </p:sp>
        </p:grpSp>
      </p:grpSp>
      <p:grpSp>
        <p:nvGrpSpPr>
          <p:cNvPr id="182" name="Group"/>
          <p:cNvGrpSpPr/>
          <p:nvPr/>
        </p:nvGrpSpPr>
        <p:grpSpPr>
          <a:xfrm>
            <a:off x="7172268" y="6334081"/>
            <a:ext cx="5511456" cy="527948"/>
            <a:chOff x="0" y="0"/>
            <a:chExt cx="5511455" cy="527947"/>
          </a:xfrm>
        </p:grpSpPr>
        <mc:AlternateContent xmlns:mc="http://schemas.openxmlformats.org/markup-compatibility/2006" xmlns:a14="http://schemas.microsoft.com/office/drawing/2010/main">
          <mc:Choice Requires="a14">
            <p:sp>
              <p:nvSpPr>
                <p:cNvPr id="178" name="8. Thus, (     TBC)  congruent  (      APT)"/>
                <p:cNvSpPr txBox="1"/>
                <p:nvPr/>
              </p:nvSpPr>
              <p:spPr>
                <a:xfrm>
                  <a:off x="0" y="0"/>
                  <a:ext cx="5511455" cy="527947"/>
                </a:xfrm>
                <a:prstGeom prst="rect">
                  <a:avLst/>
                </a:prstGeom>
                <a:noFill/>
                <a:ln w="12700" cap="flat">
                  <a:noFill/>
                  <a:miter lim="400000"/>
                </a:ln>
                <a:effectLst/>
                <a:extLst>
                  <a:ext uri="{C572A759-6A51-4108-AA02-DFA0A04FC94B}">
                    <ma14:wrappingTextBoxFlag xmlns="" xmlns:ma14="http://schemas.microsoft.com/office/mac/drawingml/2011/main" xmlns:m="http://schemas.openxmlformats.org/officeDocument/2006/math" val="1"/>
                  </a:ext>
                </a:extLst>
              </p:spPr>
              <p:txBody>
                <a:bodyPr wrap="square" lIns="50800" tIns="50800" rIns="50800" bIns="50800" numCol="1" anchor="b">
                  <a:normAutofit fontScale="92500" lnSpcReduction="20000"/>
                </a:bodyPr>
                <a:lstStyle>
                  <a:lvl1pPr algn="l">
                    <a:defRPr sz="2500" b="0">
                      <a:latin typeface="+mn-lt"/>
                      <a:ea typeface="+mn-ea"/>
                      <a:cs typeface="+mn-cs"/>
                      <a:sym typeface="Helvetica Neue Medium"/>
                    </a:defRPr>
                  </a:lvl1pPr>
                </a:lstStyle>
                <a:p>
                  <a:r>
                    <a:rPr lang="en-IN" sz="2400" dirty="0">
                      <a:latin typeface="Times New Roman" panose="02020603050405020304" pitchFamily="18" charset="0"/>
                      <a:cs typeface="Times New Roman" panose="02020603050405020304" pitchFamily="18" charset="0"/>
                    </a:rPr>
                    <a:t>8. Thus (       TBC)</a:t>
                  </a:r>
                  <a:r>
                    <a:rPr lang="en-IN" sz="3600" dirty="0">
                      <a:latin typeface="Times New Roman" panose="02020603050405020304" pitchFamily="18" charset="0"/>
                      <a:cs typeface="Times New Roman" panose="02020603050405020304" pitchFamily="18" charset="0"/>
                    </a:rPr>
                    <a:t> </a:t>
                  </a:r>
                  <a14:m>
                    <m:oMath xmlns:m="http://schemas.openxmlformats.org/officeDocument/2006/math">
                      <m:r>
                        <a:rPr lang="en-IN" sz="3600" i="1" smtClean="0">
                          <a:latin typeface="Cambria Math" panose="02040503050406030204" pitchFamily="18" charset="0"/>
                          <a:ea typeface="Cambria Math" panose="02040503050406030204" pitchFamily="18" charset="0"/>
                          <a:cs typeface="Times New Roman" panose="02020603050405020304" pitchFamily="18" charset="0"/>
                        </a:rPr>
                        <m:t>≅</m:t>
                      </m:r>
                      <m:r>
                        <a:rPr lang="en-IN" sz="3600" b="0" i="1" smtClean="0">
                          <a:latin typeface="Cambria Math" panose="02040503050406030204" pitchFamily="18" charset="0"/>
                          <a:ea typeface="Cambria Math" panose="02040503050406030204" pitchFamily="18" charset="0"/>
                          <a:cs typeface="Times New Roman" panose="02020603050405020304" pitchFamily="18" charset="0"/>
                        </a:rPr>
                        <m:t> </m:t>
                      </m:r>
                      <m:r>
                        <a:rPr lang="en-US" sz="3600" b="0" i="1" smtClean="0">
                          <a:latin typeface="Cambria Math" panose="02040503050406030204" pitchFamily="18" charset="0"/>
                          <a:ea typeface="Cambria Math" panose="02040503050406030204" pitchFamily="18" charset="0"/>
                          <a:cs typeface="Times New Roman" panose="02020603050405020304" pitchFamily="18" charset="0"/>
                        </a:rPr>
                        <m:t> </m:t>
                      </m:r>
                    </m:oMath>
                  </a14:m>
                  <a:r>
                    <a:rPr lang="en-IN" sz="2400" dirty="0">
                      <a:latin typeface="Times New Roman" panose="02020603050405020304" pitchFamily="18" charset="0"/>
                      <a:cs typeface="Times New Roman" panose="02020603050405020304" pitchFamily="18" charset="0"/>
                    </a:rPr>
                    <a:t>(       APT)</a:t>
                  </a:r>
                  <a:endParaRPr sz="2400" dirty="0">
                    <a:latin typeface="Times New Roman" panose="02020603050405020304" pitchFamily="18" charset="0"/>
                    <a:cs typeface="Times New Roman" panose="02020603050405020304" pitchFamily="18" charset="0"/>
                  </a:endParaRPr>
                </a:p>
              </p:txBody>
            </p:sp>
          </mc:Choice>
          <mc:Fallback xmlns="">
            <p:sp>
              <p:nvSpPr>
                <p:cNvPr id="178" name="8. Thus, (     TBC)  congruent  (      APT)"/>
                <p:cNvSpPr txBox="1">
                  <a:spLocks noRot="1" noChangeAspect="1" noMove="1" noResize="1" noEditPoints="1" noAdjustHandles="1" noChangeArrowheads="1" noChangeShapeType="1" noTextEdit="1"/>
                </p:cNvSpPr>
                <p:nvPr/>
              </p:nvSpPr>
              <p:spPr>
                <a:xfrm>
                  <a:off x="0" y="0"/>
                  <a:ext cx="5511455" cy="527947"/>
                </a:xfrm>
                <a:prstGeom prst="rect">
                  <a:avLst/>
                </a:prstGeom>
                <a:blipFill>
                  <a:blip r:embed="rId3"/>
                  <a:stretch>
                    <a:fillRect l="-2069" t="-9302" b="-27907"/>
                  </a:stretch>
                </a:blipFill>
                <a:ln w="12700" cap="flat">
                  <a:noFill/>
                  <a:miter lim="400000"/>
                </a:ln>
                <a:effectLst/>
                <a:extLst>
                  <a:ext uri="{C572A759-6A51-4108-AA02-DFA0A04FC94B}">
                    <ma14:wrappingTextBoxFlag xmlns="" xmlns:ma14="http://schemas.microsoft.com/office/mac/drawingml/2011/main" xmlns:m="http://schemas.openxmlformats.org/officeDocument/2006/math" xmlns:a14="http://schemas.microsoft.com/office/drawing/2010/main" val="1"/>
                  </a:ext>
                </a:extLst>
              </p:spPr>
              <p:txBody>
                <a:bodyPr/>
                <a:lstStyle/>
                <a:p>
                  <a:r>
                    <a:rPr lang="en-US">
                      <a:noFill/>
                    </a:rPr>
                    <a:t> </a:t>
                  </a:r>
                </a:p>
              </p:txBody>
            </p:sp>
          </mc:Fallback>
        </mc:AlternateContent>
        <p:grpSp>
          <p:nvGrpSpPr>
            <p:cNvPr id="181" name="Group"/>
            <p:cNvGrpSpPr/>
            <p:nvPr/>
          </p:nvGrpSpPr>
          <p:grpSpPr>
            <a:xfrm>
              <a:off x="1083524" y="168668"/>
              <a:ext cx="2186340" cy="247731"/>
              <a:chOff x="-388898" y="-4099"/>
              <a:chExt cx="2186339" cy="247729"/>
            </a:xfrm>
          </p:grpSpPr>
          <p:sp>
            <p:nvSpPr>
              <p:cNvPr id="179" name="Triangle"/>
              <p:cNvSpPr/>
              <p:nvPr/>
            </p:nvSpPr>
            <p:spPr>
              <a:xfrm>
                <a:off x="-388898" y="-4099"/>
                <a:ext cx="351349" cy="229853"/>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21600" y="21600"/>
                    </a:lnTo>
                    <a:lnTo>
                      <a:pt x="0" y="21600"/>
                    </a:lnTo>
                    <a:close/>
                  </a:path>
                </a:pathLst>
              </a:custGeom>
              <a:solidFill>
                <a:schemeClr val="accent3"/>
              </a:solidFill>
              <a:ln w="63500" cap="flat">
                <a:solidFill>
                  <a:srgbClr val="000000"/>
                </a:solidFill>
                <a:prstDash val="solid"/>
                <a:miter lim="400000"/>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dirty="0">
                  <a:latin typeface="Times New Roman" panose="02020603050405020304" pitchFamily="18" charset="0"/>
                  <a:cs typeface="Times New Roman" panose="02020603050405020304" pitchFamily="18" charset="0"/>
                </a:endParaRPr>
              </a:p>
            </p:txBody>
          </p:sp>
          <p:sp>
            <p:nvSpPr>
              <p:cNvPr id="180" name="Triangle"/>
              <p:cNvSpPr/>
              <p:nvPr/>
            </p:nvSpPr>
            <p:spPr>
              <a:xfrm>
                <a:off x="1434038" y="-101"/>
                <a:ext cx="363403" cy="243731"/>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21600" y="21600"/>
                    </a:lnTo>
                    <a:lnTo>
                      <a:pt x="0" y="21600"/>
                    </a:lnTo>
                    <a:close/>
                  </a:path>
                </a:pathLst>
              </a:custGeom>
              <a:solidFill>
                <a:schemeClr val="accent1"/>
              </a:solidFill>
              <a:ln w="63500" cap="flat">
                <a:solidFill>
                  <a:srgbClr val="000000"/>
                </a:solidFill>
                <a:prstDash val="solid"/>
                <a:miter lim="400000"/>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a:latin typeface="Times New Roman" panose="02020603050405020304" pitchFamily="18" charset="0"/>
                  <a:cs typeface="Times New Roman" panose="02020603050405020304" pitchFamily="18" charset="0"/>
                </a:endParaRPr>
              </a:p>
            </p:txBody>
          </p:sp>
        </p:grpSp>
      </p:grpSp>
      <mc:AlternateContent xmlns:mc="http://schemas.openxmlformats.org/markup-compatibility/2006" xmlns:a14="http://schemas.microsoft.com/office/drawing/2010/main">
        <mc:Choice Requires="a14">
          <p:sp>
            <p:nvSpPr>
              <p:cNvPr id="183" name="9. Thus, PT  congruent TB"/>
              <p:cNvSpPr txBox="1"/>
              <p:nvPr/>
            </p:nvSpPr>
            <p:spPr>
              <a:xfrm>
                <a:off x="7151229" y="7802479"/>
                <a:ext cx="5728891" cy="527947"/>
              </a:xfrm>
              <a:prstGeom prst="rect">
                <a:avLst/>
              </a:prstGeom>
              <a:ln w="12700">
                <a:miter lim="400000"/>
              </a:ln>
              <a:extLst>
                <a:ext uri="{C572A759-6A51-4108-AA02-DFA0A04FC94B}">
                  <ma14:wrappingTextBoxFlag xmlns="" xmlns:ma14="http://schemas.microsoft.com/office/mac/drawingml/2011/main" xmlns:m="http://schemas.openxmlformats.org/officeDocument/2006/math" val="1"/>
                </a:ext>
              </a:extLst>
            </p:spPr>
            <p:txBody>
              <a:bodyPr lIns="50800" tIns="50800" rIns="50800" bIns="50800" anchor="b">
                <a:normAutofit fontScale="92500" lnSpcReduction="20000"/>
              </a:bodyPr>
              <a:lstStyle>
                <a:lvl1pPr algn="l" defTabSz="467359">
                  <a:defRPr sz="2800">
                    <a:solidFill>
                      <a:srgbClr val="B51A00"/>
                    </a:solidFill>
                  </a:defRPr>
                </a:lvl1pPr>
              </a:lstStyle>
              <a:p>
                <a:r>
                  <a:rPr lang="en-IN" sz="2400">
                    <a:solidFill>
                      <a:srgbClr val="0070C0"/>
                    </a:solidFill>
                    <a:latin typeface="Times New Roman" panose="02020603050405020304" pitchFamily="18" charset="0"/>
                    <a:cs typeface="Times New Roman" panose="02020603050405020304" pitchFamily="18" charset="0"/>
                  </a:rPr>
                  <a:t>9. Thus, PT </a:t>
                </a:r>
                <a14:m>
                  <m:oMath xmlns:m="http://schemas.openxmlformats.org/officeDocument/2006/math">
                    <m:r>
                      <a:rPr lang="en-IN" sz="36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m:t>
                    </m:r>
                  </m:oMath>
                </a14:m>
                <a:r>
                  <a:rPr lang="en-IN" sz="2400">
                    <a:solidFill>
                      <a:srgbClr val="0070C0"/>
                    </a:solidFill>
                    <a:latin typeface="Times New Roman" panose="02020603050405020304" pitchFamily="18" charset="0"/>
                    <a:cs typeface="Times New Roman" panose="02020603050405020304" pitchFamily="18" charset="0"/>
                  </a:rPr>
                  <a:t> TB          </a:t>
                </a:r>
                <a:r>
                  <a:rPr lang="en-IN" sz="2400" err="1">
                    <a:solidFill>
                      <a:srgbClr val="0070C0"/>
                    </a:solidFill>
                    <a:latin typeface="Times New Roman" panose="02020603050405020304" pitchFamily="18" charset="0"/>
                    <a:cs typeface="Times New Roman" panose="02020603050405020304" pitchFamily="18" charset="0"/>
                  </a:rPr>
                  <a:t>csct</a:t>
                </a:r>
                <a:r>
                  <a:rPr lang="en-IN" sz="2400">
                    <a:solidFill>
                      <a:srgbClr val="0070C0"/>
                    </a:solidFill>
                    <a:latin typeface="Times New Roman" panose="02020603050405020304" pitchFamily="18" charset="0"/>
                    <a:cs typeface="Times New Roman" panose="02020603050405020304" pitchFamily="18" charset="0"/>
                  </a:rPr>
                  <a:t> from 8</a:t>
                </a:r>
              </a:p>
            </p:txBody>
          </p:sp>
        </mc:Choice>
        <mc:Fallback xmlns="">
          <p:sp>
            <p:nvSpPr>
              <p:cNvPr id="183" name="9. Thus, PT  congruent TB"/>
              <p:cNvSpPr txBox="1">
                <a:spLocks noRot="1" noChangeAspect="1" noMove="1" noResize="1" noEditPoints="1" noAdjustHandles="1" noChangeArrowheads="1" noChangeShapeType="1" noTextEdit="1"/>
              </p:cNvSpPr>
              <p:nvPr/>
            </p:nvSpPr>
            <p:spPr>
              <a:xfrm>
                <a:off x="7151229" y="7802479"/>
                <a:ext cx="5728891" cy="527947"/>
              </a:xfrm>
              <a:prstGeom prst="rect">
                <a:avLst/>
              </a:prstGeom>
              <a:blipFill>
                <a:blip r:embed="rId4"/>
                <a:stretch>
                  <a:fillRect l="-2212" b="-16279"/>
                </a:stretch>
              </a:blipFill>
              <a:ln w="12700">
                <a:miter lim="400000"/>
              </a:ln>
              <a:extLst>
                <a:ext uri="{C572A759-6A51-4108-AA02-DFA0A04FC94B}">
                  <ma14:wrappingTextBoxFlag xmlns:a14="http://schemas.microsoft.com/office/drawing/2010/main" xmlns:m="http://schemas.openxmlformats.org/officeDocument/2006/math" xmlns:ma14="http://schemas.microsoft.com/office/mac/drawingml/2011/main" xmlns="" val="1"/>
                </a:ext>
              </a:extLst>
            </p:spPr>
            <p:txBody>
              <a:bodyPr/>
              <a:lstStyle/>
              <a:p>
                <a:r>
                  <a:rPr lang="en-US">
                    <a:noFill/>
                  </a:rPr>
                  <a:t> </a:t>
                </a:r>
              </a:p>
            </p:txBody>
          </p:sp>
        </mc:Fallback>
      </mc:AlternateContent>
      <p:sp>
        <p:nvSpPr>
          <p:cNvPr id="184" name="AR - MR relationship"/>
          <p:cNvSpPr txBox="1"/>
          <p:nvPr/>
        </p:nvSpPr>
        <p:spPr>
          <a:xfrm>
            <a:off x="1424416" y="90800"/>
            <a:ext cx="11463555" cy="64354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b">
            <a:normAutofit/>
          </a:bodyPr>
          <a:lstStyle>
            <a:lvl1pPr>
              <a:defRPr sz="4000" b="0">
                <a:solidFill>
                  <a:srgbClr val="61187C"/>
                </a:solidFill>
                <a:latin typeface="+mn-lt"/>
                <a:ea typeface="+mn-ea"/>
                <a:cs typeface="+mn-cs"/>
                <a:sym typeface="Helvetica Neue Medium"/>
              </a:defRPr>
            </a:lvl1pPr>
          </a:lstStyle>
          <a:p>
            <a:r>
              <a:rPr sz="3200" b="1">
                <a:latin typeface="Times New Roman" panose="02020603050405020304" pitchFamily="18" charset="0"/>
                <a:cs typeface="Times New Roman" panose="02020603050405020304" pitchFamily="18" charset="0"/>
              </a:rPr>
              <a:t>AR - MR relationship</a:t>
            </a:r>
            <a:r>
              <a:rPr lang="en-US" sz="3200" b="1">
                <a:latin typeface="Times New Roman" panose="02020603050405020304" pitchFamily="18" charset="0"/>
                <a:cs typeface="Times New Roman" panose="02020603050405020304" pitchFamily="18" charset="0"/>
              </a:rPr>
              <a:t>  </a:t>
            </a:r>
            <a:r>
              <a:rPr lang="en-US" sz="3200" b="1">
                <a:solidFill>
                  <a:srgbClr val="FF0000"/>
                </a:solidFill>
                <a:latin typeface="Times New Roman" panose="02020603050405020304" pitchFamily="18" charset="0"/>
                <a:cs typeface="Times New Roman" panose="02020603050405020304" pitchFamily="18" charset="0"/>
              </a:rPr>
              <a:t>(given, AR and MR are Linear Functions)</a:t>
            </a:r>
            <a:r>
              <a:rPr sz="3200" b="1">
                <a:solidFill>
                  <a:srgbClr val="FF0000"/>
                </a:solidFill>
                <a:latin typeface="Times New Roman" panose="02020603050405020304" pitchFamily="18" charset="0"/>
                <a:cs typeface="Times New Roman" panose="02020603050405020304" pitchFamily="18" charset="0"/>
              </a:rPr>
              <a:t> </a:t>
            </a:r>
          </a:p>
        </p:txBody>
      </p:sp>
      <p:grpSp>
        <p:nvGrpSpPr>
          <p:cNvPr id="193" name="Group"/>
          <p:cNvGrpSpPr/>
          <p:nvPr/>
        </p:nvGrpSpPr>
        <p:grpSpPr>
          <a:xfrm>
            <a:off x="4271492" y="3321419"/>
            <a:ext cx="9269957" cy="837196"/>
            <a:chOff x="0" y="0"/>
            <a:chExt cx="6783339" cy="837194"/>
          </a:xfrm>
        </p:grpSpPr>
        <p:grpSp>
          <p:nvGrpSpPr>
            <p:cNvPr id="191" name="Group"/>
            <p:cNvGrpSpPr/>
            <p:nvPr/>
          </p:nvGrpSpPr>
          <p:grpSpPr>
            <a:xfrm>
              <a:off x="0" y="0"/>
              <a:ext cx="6783339" cy="837194"/>
              <a:chOff x="0" y="0"/>
              <a:chExt cx="6783338" cy="837193"/>
            </a:xfrm>
          </p:grpSpPr>
          <p:sp>
            <p:nvSpPr>
              <p:cNvPr id="185" name="5. A(     OPTCQ) + A(     TBC)"/>
              <p:cNvSpPr txBox="1"/>
              <p:nvPr/>
            </p:nvSpPr>
            <p:spPr>
              <a:xfrm>
                <a:off x="0" y="0"/>
                <a:ext cx="4033035" cy="837193"/>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rmAutofit/>
              </a:bodyPr>
              <a:lstStyle>
                <a:lvl1pPr algn="l">
                  <a:defRPr sz="1900" b="0">
                    <a:latin typeface="+mn-lt"/>
                    <a:ea typeface="+mn-ea"/>
                    <a:cs typeface="+mn-cs"/>
                    <a:sym typeface="Helvetica Neue Medium"/>
                  </a:defRPr>
                </a:lvl1pPr>
              </a:lstStyle>
              <a:p>
                <a:r>
                  <a:rPr sz="2400">
                    <a:latin typeface="Times New Roman" panose="02020603050405020304" pitchFamily="18" charset="0"/>
                    <a:cs typeface="Times New Roman" panose="02020603050405020304" pitchFamily="18" charset="0"/>
                  </a:rPr>
                  <a:t>         5. A(     OPTCQ) + A(     TBC)</a:t>
                </a:r>
              </a:p>
            </p:txBody>
          </p:sp>
          <p:sp>
            <p:nvSpPr>
              <p:cNvPr id="186" name="= A(      OPTCQ) + A(      APT)"/>
              <p:cNvSpPr txBox="1"/>
              <p:nvPr/>
            </p:nvSpPr>
            <p:spPr>
              <a:xfrm>
                <a:off x="3331098" y="0"/>
                <a:ext cx="3452240" cy="837193"/>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rmAutofit/>
              </a:bodyPr>
              <a:lstStyle>
                <a:lvl1pPr algn="l">
                  <a:defRPr sz="1900" b="0">
                    <a:latin typeface="+mn-lt"/>
                    <a:ea typeface="+mn-ea"/>
                    <a:cs typeface="+mn-cs"/>
                    <a:sym typeface="Helvetica Neue Medium"/>
                  </a:defRPr>
                </a:lvl1pPr>
              </a:lstStyle>
              <a:p>
                <a:r>
                  <a:rPr sz="2400">
                    <a:latin typeface="Times New Roman" panose="02020603050405020304" pitchFamily="18" charset="0"/>
                    <a:cs typeface="Times New Roman" panose="02020603050405020304" pitchFamily="18" charset="0"/>
                  </a:rPr>
                  <a:t> = A(      OPTCQ) + A(      APT)</a:t>
                </a:r>
              </a:p>
            </p:txBody>
          </p:sp>
          <p:grpSp>
            <p:nvGrpSpPr>
              <p:cNvPr id="189" name="Group"/>
              <p:cNvGrpSpPr/>
              <p:nvPr/>
            </p:nvGrpSpPr>
            <p:grpSpPr>
              <a:xfrm>
                <a:off x="3885071" y="472268"/>
                <a:ext cx="1869912" cy="268812"/>
                <a:chOff x="-469760" y="-1"/>
                <a:chExt cx="1869911" cy="268810"/>
              </a:xfrm>
            </p:grpSpPr>
            <p:sp>
              <p:nvSpPr>
                <p:cNvPr id="187" name="Triangle"/>
                <p:cNvSpPr/>
                <p:nvPr/>
              </p:nvSpPr>
              <p:spPr>
                <a:xfrm>
                  <a:off x="1150536" y="-1"/>
                  <a:ext cx="249615" cy="268810"/>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21600" y="21600"/>
                      </a:lnTo>
                      <a:lnTo>
                        <a:pt x="0" y="21600"/>
                      </a:lnTo>
                      <a:close/>
                    </a:path>
                  </a:pathLst>
                </a:custGeom>
                <a:solidFill>
                  <a:schemeClr val="accent1"/>
                </a:solidFill>
                <a:ln w="63500" cap="flat">
                  <a:solidFill>
                    <a:srgbClr val="000000"/>
                  </a:solidFill>
                  <a:prstDash val="solid"/>
                  <a:miter lim="400000"/>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a:latin typeface="Times New Roman" panose="02020603050405020304" pitchFamily="18" charset="0"/>
                    <a:cs typeface="Times New Roman" panose="02020603050405020304" pitchFamily="18" charset="0"/>
                  </a:endParaRPr>
                </a:p>
              </p:txBody>
            </p:sp>
            <p:sp>
              <p:nvSpPr>
                <p:cNvPr id="188" name="Group"/>
                <p:cNvSpPr/>
                <p:nvPr/>
              </p:nvSpPr>
              <p:spPr>
                <a:xfrm>
                  <a:off x="-469760" y="-1"/>
                  <a:ext cx="254104" cy="246198"/>
                </a:xfrm>
                <a:prstGeom prst="pentagon">
                  <a:avLst/>
                </a:prstGeom>
                <a:solidFill>
                  <a:schemeClr val="accent4">
                    <a:hueOff val="366961"/>
                    <a:satOff val="4172"/>
                    <a:lumOff val="11129"/>
                  </a:schemeClr>
                </a:solidFill>
                <a:ln w="50800" cap="flat">
                  <a:solidFill>
                    <a:srgbClr val="000000"/>
                  </a:solidFill>
                  <a:prstDash val="solid"/>
                  <a:miter lim="400000"/>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a:latin typeface="Times New Roman" panose="02020603050405020304" pitchFamily="18" charset="0"/>
                    <a:cs typeface="Times New Roman" panose="02020603050405020304" pitchFamily="18" charset="0"/>
                  </a:endParaRPr>
                </a:p>
              </p:txBody>
            </p:sp>
          </p:grpSp>
          <p:sp>
            <p:nvSpPr>
              <p:cNvPr id="190" name="Group"/>
              <p:cNvSpPr/>
              <p:nvPr/>
            </p:nvSpPr>
            <p:spPr>
              <a:xfrm>
                <a:off x="994233" y="506603"/>
                <a:ext cx="254104" cy="246198"/>
              </a:xfrm>
              <a:prstGeom prst="pentagon">
                <a:avLst/>
              </a:prstGeom>
              <a:solidFill>
                <a:schemeClr val="accent4">
                  <a:hueOff val="366961"/>
                  <a:satOff val="4172"/>
                  <a:lumOff val="11129"/>
                </a:schemeClr>
              </a:solidFill>
              <a:ln w="50800" cap="flat">
                <a:solidFill>
                  <a:srgbClr val="000000"/>
                </a:solidFill>
                <a:prstDash val="solid"/>
                <a:miter lim="400000"/>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a:latin typeface="Times New Roman" panose="02020603050405020304" pitchFamily="18" charset="0"/>
                  <a:cs typeface="Times New Roman" panose="02020603050405020304" pitchFamily="18" charset="0"/>
                </a:endParaRPr>
              </a:p>
            </p:txBody>
          </p:sp>
        </p:grpSp>
        <p:sp>
          <p:nvSpPr>
            <p:cNvPr id="192" name="Triangle"/>
            <p:cNvSpPr/>
            <p:nvPr/>
          </p:nvSpPr>
          <p:spPr>
            <a:xfrm>
              <a:off x="2536761" y="510922"/>
              <a:ext cx="305860" cy="255308"/>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21600" y="21600"/>
                  </a:lnTo>
                  <a:lnTo>
                    <a:pt x="0" y="21600"/>
                  </a:lnTo>
                  <a:close/>
                </a:path>
              </a:pathLst>
            </a:custGeom>
            <a:solidFill>
              <a:schemeClr val="accent3"/>
            </a:solidFill>
            <a:ln w="63500" cap="flat">
              <a:solidFill>
                <a:srgbClr val="000000"/>
              </a:solidFill>
              <a:prstDash val="solid"/>
              <a:miter lim="400000"/>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a:latin typeface="Times New Roman" panose="02020603050405020304" pitchFamily="18" charset="0"/>
                <a:cs typeface="Times New Roman" panose="02020603050405020304" pitchFamily="18" charset="0"/>
              </a:endParaRPr>
            </a:p>
          </p:txBody>
        </p:sp>
      </p:grpSp>
      <p:grpSp>
        <p:nvGrpSpPr>
          <p:cNvPr id="3" name="Group 2">
            <a:extLst>
              <a:ext uri="{FF2B5EF4-FFF2-40B4-BE49-F238E27FC236}">
                <a16:creationId xmlns:a16="http://schemas.microsoft.com/office/drawing/2014/main" id="{9C8F4AD3-623C-D74C-96DE-EA50E53E2720}"/>
              </a:ext>
            </a:extLst>
          </p:cNvPr>
          <p:cNvGrpSpPr/>
          <p:nvPr/>
        </p:nvGrpSpPr>
        <p:grpSpPr>
          <a:xfrm>
            <a:off x="6092243" y="3712955"/>
            <a:ext cx="4594274" cy="546970"/>
            <a:chOff x="6332120" y="3808207"/>
            <a:chExt cx="4594274" cy="546970"/>
          </a:xfrm>
        </p:grpSpPr>
        <p:grpSp>
          <p:nvGrpSpPr>
            <p:cNvPr id="167" name="Group"/>
            <p:cNvGrpSpPr/>
            <p:nvPr/>
          </p:nvGrpSpPr>
          <p:grpSpPr>
            <a:xfrm>
              <a:off x="6332120" y="3827230"/>
              <a:ext cx="781237" cy="527947"/>
              <a:chOff x="34416" y="0"/>
              <a:chExt cx="781235" cy="527946"/>
            </a:xfrm>
          </p:grpSpPr>
          <p:sp>
            <p:nvSpPr>
              <p:cNvPr id="165" name="Line"/>
              <p:cNvSpPr/>
              <p:nvPr/>
            </p:nvSpPr>
            <p:spPr>
              <a:xfrm>
                <a:off x="42747" y="19021"/>
                <a:ext cx="764576" cy="489904"/>
              </a:xfrm>
              <a:prstGeom prst="line">
                <a:avLst/>
              </a:prstGeom>
              <a:noFill/>
              <a:ln w="63500" cap="flat">
                <a:solidFill>
                  <a:srgbClr val="000000"/>
                </a:solidFill>
                <a:prstDash val="solid"/>
                <a:miter lim="400000"/>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a:p>
            </p:txBody>
          </p:sp>
          <p:sp>
            <p:nvSpPr>
              <p:cNvPr id="166" name="Line"/>
              <p:cNvSpPr/>
              <p:nvPr/>
            </p:nvSpPr>
            <p:spPr>
              <a:xfrm flipH="1">
                <a:off x="34416" y="-1"/>
                <a:ext cx="781237" cy="527948"/>
              </a:xfrm>
              <a:prstGeom prst="line">
                <a:avLst/>
              </a:prstGeom>
              <a:noFill/>
              <a:ln w="63500" cap="flat">
                <a:solidFill>
                  <a:srgbClr val="000000"/>
                </a:solidFill>
                <a:prstDash val="solid"/>
                <a:miter lim="400000"/>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a:p>
            </p:txBody>
          </p:sp>
        </p:grpSp>
        <p:grpSp>
          <p:nvGrpSpPr>
            <p:cNvPr id="196" name="Group"/>
            <p:cNvGrpSpPr/>
            <p:nvPr/>
          </p:nvGrpSpPr>
          <p:grpSpPr>
            <a:xfrm>
              <a:off x="10145155" y="3808207"/>
              <a:ext cx="781239" cy="527949"/>
              <a:chOff x="596249" y="-19023"/>
              <a:chExt cx="781237" cy="527948"/>
            </a:xfrm>
          </p:grpSpPr>
          <p:sp>
            <p:nvSpPr>
              <p:cNvPr id="194" name="Line"/>
              <p:cNvSpPr/>
              <p:nvPr/>
            </p:nvSpPr>
            <p:spPr>
              <a:xfrm>
                <a:off x="604580" y="-1"/>
                <a:ext cx="764576" cy="489904"/>
              </a:xfrm>
              <a:prstGeom prst="line">
                <a:avLst/>
              </a:prstGeom>
              <a:noFill/>
              <a:ln w="63500" cap="flat">
                <a:solidFill>
                  <a:srgbClr val="000000"/>
                </a:solidFill>
                <a:prstDash val="solid"/>
                <a:miter lim="400000"/>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a:p>
            </p:txBody>
          </p:sp>
          <p:sp>
            <p:nvSpPr>
              <p:cNvPr id="195" name="Line"/>
              <p:cNvSpPr/>
              <p:nvPr/>
            </p:nvSpPr>
            <p:spPr>
              <a:xfrm flipH="1">
                <a:off x="596249" y="-19023"/>
                <a:ext cx="781237" cy="527948"/>
              </a:xfrm>
              <a:prstGeom prst="line">
                <a:avLst/>
              </a:prstGeom>
              <a:noFill/>
              <a:ln w="63500" cap="flat">
                <a:solidFill>
                  <a:srgbClr val="000000"/>
                </a:solidFill>
                <a:prstDash val="solid"/>
                <a:miter lim="400000"/>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a:p>
            </p:txBody>
          </p:sp>
        </p:grpSp>
      </p:grpSp>
      <p:sp>
        <p:nvSpPr>
          <p:cNvPr id="2" name="Slide Number Placeholder 1">
            <a:extLst>
              <a:ext uri="{FF2B5EF4-FFF2-40B4-BE49-F238E27FC236}">
                <a16:creationId xmlns:a16="http://schemas.microsoft.com/office/drawing/2014/main" id="{3D860594-4AB6-CE49-830B-B976D618C6E3}"/>
              </a:ext>
            </a:extLst>
          </p:cNvPr>
          <p:cNvSpPr>
            <a:spLocks noGrp="1"/>
          </p:cNvSpPr>
          <p:nvPr>
            <p:ph type="sldNum" sz="quarter" idx="2"/>
          </p:nvPr>
        </p:nvSpPr>
        <p:spPr/>
        <p:txBody>
          <a:bodyPr/>
          <a:lstStyle/>
          <a:p>
            <a:fld id="{86CB4B4D-7CA3-9044-876B-883B54F8677D}" type="slidenum">
              <a:rPr lang="en-IN" smtClean="0"/>
              <a:t>15</a:t>
            </a:fld>
            <a:endParaRPr lang="en-IN"/>
          </a:p>
        </p:txBody>
      </p:sp>
      <p:sp>
        <p:nvSpPr>
          <p:cNvPr id="202" name="9. Thus, PT  congruent TB">
            <a:extLst>
              <a:ext uri="{FF2B5EF4-FFF2-40B4-BE49-F238E27FC236}">
                <a16:creationId xmlns:a16="http://schemas.microsoft.com/office/drawing/2014/main" id="{251EF6CC-3435-924A-BC3F-FD2624C66535}"/>
              </a:ext>
            </a:extLst>
          </p:cNvPr>
          <p:cNvSpPr txBox="1"/>
          <p:nvPr/>
        </p:nvSpPr>
        <p:spPr>
          <a:xfrm>
            <a:off x="7395986" y="6853248"/>
            <a:ext cx="5728891" cy="663993"/>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b">
            <a:normAutofit/>
          </a:bodyPr>
          <a:lstStyle>
            <a:lvl1pPr algn="l" defTabSz="467359">
              <a:defRPr sz="2800">
                <a:solidFill>
                  <a:srgbClr val="B51A00"/>
                </a:solidFill>
              </a:defRPr>
            </a:lvl1pPr>
          </a:lstStyle>
          <a:p>
            <a:r>
              <a:rPr sz="1800">
                <a:latin typeface="Times New Roman" panose="02020603050405020304" pitchFamily="18" charset="0"/>
                <a:cs typeface="Times New Roman" panose="02020603050405020304" pitchFamily="18" charset="0"/>
              </a:rPr>
              <a:t> </a:t>
            </a:r>
            <a:r>
              <a:rPr lang="en-US" sz="1800">
                <a:latin typeface="Times New Roman" panose="02020603050405020304" pitchFamily="18" charset="0"/>
                <a:cs typeface="Times New Roman" panose="02020603050405020304" pitchFamily="18" charset="0"/>
              </a:rPr>
              <a:t>from 6 &amp; 7, if similar triangles have equal areas, the triangles are congruent. </a:t>
            </a:r>
            <a:endParaRPr sz="1800">
              <a:latin typeface="Times New Roman" panose="02020603050405020304" pitchFamily="18" charset="0"/>
              <a:cs typeface="Times New Roman" panose="02020603050405020304" pitchFamily="18" charset="0"/>
            </a:endParaRPr>
          </a:p>
        </p:txBody>
      </p:sp>
      <p:grpSp>
        <p:nvGrpSpPr>
          <p:cNvPr id="4" name="Group 3">
            <a:extLst>
              <a:ext uri="{FF2B5EF4-FFF2-40B4-BE49-F238E27FC236}">
                <a16:creationId xmlns:a16="http://schemas.microsoft.com/office/drawing/2014/main" id="{74B69C9E-4DBC-0A4F-972D-6CB9510F8B82}"/>
              </a:ext>
            </a:extLst>
          </p:cNvPr>
          <p:cNvGrpSpPr/>
          <p:nvPr/>
        </p:nvGrpSpPr>
        <p:grpSpPr>
          <a:xfrm>
            <a:off x="7173561" y="2107825"/>
            <a:ext cx="5010455" cy="534114"/>
            <a:chOff x="5994619" y="2407852"/>
            <a:chExt cx="5010455" cy="788508"/>
          </a:xfrm>
        </p:grpSpPr>
        <mc:AlternateContent xmlns:mc="http://schemas.openxmlformats.org/markup-compatibility/2006" xmlns:a14="http://schemas.microsoft.com/office/drawing/2010/main">
          <mc:Choice Requires="a14">
            <p:sp>
              <p:nvSpPr>
                <p:cNvPr id="152" name="3. TR =    MR d(Q) = A(     OACQ)"/>
                <p:cNvSpPr txBox="1"/>
                <p:nvPr/>
              </p:nvSpPr>
              <p:spPr>
                <a:xfrm>
                  <a:off x="5994619" y="2407852"/>
                  <a:ext cx="5010455" cy="788508"/>
                </a:xfrm>
                <a:prstGeom prst="rect">
                  <a:avLst/>
                </a:prstGeom>
                <a:noFill/>
                <a:ln w="12700" cap="flat">
                  <a:noFill/>
                  <a:miter lim="400000"/>
                </a:ln>
                <a:effectLst/>
                <a:extLst>
                  <a:ext uri="{C572A759-6A51-4108-AA02-DFA0A04FC94B}">
                    <ma14:wrappingTextBoxFlag xmlns="" xmlns:ma14="http://schemas.microsoft.com/office/mac/drawingml/2011/main" xmlns:m="http://schemas.openxmlformats.org/officeDocument/2006/math" val="1"/>
                  </a:ext>
                </a:extLst>
              </p:spPr>
              <p:txBody>
                <a:bodyPr wrap="square" lIns="50800" tIns="50800" rIns="50800" bIns="50800" numCol="1" anchor="b">
                  <a:normAutofit/>
                </a:bodyPr>
                <a:lstStyle>
                  <a:lvl1pPr algn="l">
                    <a:defRPr sz="2500" b="0">
                      <a:latin typeface="+mn-lt"/>
                      <a:ea typeface="+mn-ea"/>
                      <a:cs typeface="+mn-cs"/>
                      <a:sym typeface="Helvetica Neue Medium"/>
                    </a:defRPr>
                  </a:lvl1pPr>
                </a:lstStyle>
                <a:p>
                  <a:r>
                    <a:rPr lang="en-IN" sz="2400">
                      <a:latin typeface="Times New Roman" panose="02020603050405020304" pitchFamily="18" charset="0"/>
                      <a:cs typeface="Times New Roman" panose="02020603050405020304" pitchFamily="18" charset="0"/>
                    </a:rPr>
                    <a:t>3. TR =  </a:t>
                  </a:r>
                  <a14:m>
                    <m:oMath xmlns:m="http://schemas.openxmlformats.org/officeDocument/2006/math">
                      <m:nary>
                        <m:naryPr>
                          <m:limLoc m:val="undOvr"/>
                          <m:subHide m:val="on"/>
                          <m:supHide m:val="on"/>
                          <m:ctrlPr>
                            <a:rPr lang="ar-AE" sz="2400" b="1" i="1" smtClean="0">
                              <a:latin typeface="Cambria Math" panose="02040503050406030204" pitchFamily="18" charset="0"/>
                            </a:rPr>
                          </m:ctrlPr>
                        </m:naryPr>
                        <m:sub/>
                        <m:sup/>
                        <m:e>
                          <m:r>
                            <a:rPr lang="ar-AE" sz="2400" b="1" i="1" smtClean="0">
                              <a:latin typeface="Cambria Math" panose="02040503050406030204" pitchFamily="18" charset="0"/>
                            </a:rPr>
                            <m:t>𝑴</m:t>
                          </m:r>
                          <m:r>
                            <a:rPr lang="en-US" sz="2400" b="1" i="1" smtClean="0">
                              <a:latin typeface="Cambria Math" panose="02040503050406030204" pitchFamily="18" charset="0"/>
                            </a:rPr>
                            <m:t>𝑹</m:t>
                          </m:r>
                          <m:r>
                            <a:rPr lang="en-US" sz="2400" b="1" i="1" smtClean="0">
                              <a:latin typeface="Cambria Math" panose="02040503050406030204" pitchFamily="18" charset="0"/>
                            </a:rPr>
                            <m:t> </m:t>
                          </m:r>
                          <m:r>
                            <a:rPr lang="en-US" sz="2400" b="1" i="1" smtClean="0">
                              <a:latin typeface="Cambria Math" panose="02040503050406030204" pitchFamily="18" charset="0"/>
                            </a:rPr>
                            <m:t>𝒅</m:t>
                          </m:r>
                          <m:r>
                            <a:rPr lang="en-US" sz="2400" b="1" i="1" smtClean="0">
                              <a:latin typeface="Cambria Math" panose="02040503050406030204" pitchFamily="18" charset="0"/>
                            </a:rPr>
                            <m:t>(</m:t>
                          </m:r>
                          <m:r>
                            <a:rPr lang="en-US" sz="2400" b="1" i="1" smtClean="0">
                              <a:latin typeface="Cambria Math" panose="02040503050406030204" pitchFamily="18" charset="0"/>
                            </a:rPr>
                            <m:t>𝑸</m:t>
                          </m:r>
                          <m:r>
                            <a:rPr lang="en-US" sz="2400" b="1" i="1" smtClean="0">
                              <a:latin typeface="Cambria Math" panose="02040503050406030204" pitchFamily="18" charset="0"/>
                            </a:rPr>
                            <m:t>)</m:t>
                          </m:r>
                        </m:e>
                      </m:nary>
                    </m:oMath>
                  </a14:m>
                  <a:r>
                    <a:rPr lang="en-IN" sz="2400">
                      <a:latin typeface="Times New Roman" panose="02020603050405020304" pitchFamily="18" charset="0"/>
                      <a:cs typeface="Times New Roman" panose="02020603050405020304" pitchFamily="18" charset="0"/>
                    </a:rPr>
                    <a:t> = A(     OACQ)</a:t>
                  </a:r>
                  <a:endParaRPr sz="2400">
                    <a:latin typeface="Times New Roman" panose="02020603050405020304" pitchFamily="18" charset="0"/>
                    <a:cs typeface="Times New Roman" panose="02020603050405020304" pitchFamily="18" charset="0"/>
                  </a:endParaRPr>
                </a:p>
              </p:txBody>
            </p:sp>
          </mc:Choice>
          <mc:Fallback xmlns="">
            <p:sp>
              <p:nvSpPr>
                <p:cNvPr id="152" name="3. TR =    MR d(Q) = A(     OACQ)"/>
                <p:cNvSpPr txBox="1">
                  <a:spLocks noRot="1" noChangeAspect="1" noMove="1" noResize="1" noEditPoints="1" noAdjustHandles="1" noChangeArrowheads="1" noChangeShapeType="1" noTextEdit="1"/>
                </p:cNvSpPr>
                <p:nvPr/>
              </p:nvSpPr>
              <p:spPr>
                <a:xfrm>
                  <a:off x="5994619" y="2407852"/>
                  <a:ext cx="5010455" cy="788508"/>
                </a:xfrm>
                <a:prstGeom prst="rect">
                  <a:avLst/>
                </a:prstGeom>
                <a:blipFill>
                  <a:blip r:embed="rId5"/>
                  <a:stretch>
                    <a:fillRect l="-2778" t="-138095" b="-200000"/>
                  </a:stretch>
                </a:blipFill>
                <a:ln w="12700" cap="flat">
                  <a:noFill/>
                  <a:miter lim="400000"/>
                </a:ln>
                <a:effectLst/>
                <a:extLst>
                  <a:ext uri="{C572A759-6A51-4108-AA02-DFA0A04FC94B}">
                    <ma14:wrappingTextBoxFlag xmlns:a14="http://schemas.microsoft.com/office/drawing/2010/main" xmlns:m="http://schemas.openxmlformats.org/officeDocument/2006/math" xmlns:ma14="http://schemas.microsoft.com/office/mac/drawingml/2011/main" xmlns="" val="1"/>
                  </a:ext>
                </a:extLst>
              </p:spPr>
              <p:txBody>
                <a:bodyPr/>
                <a:lstStyle/>
                <a:p>
                  <a:r>
                    <a:rPr lang="en-US">
                      <a:noFill/>
                    </a:rPr>
                    <a:t> </a:t>
                  </a:r>
                </a:p>
              </p:txBody>
            </p:sp>
          </mc:Fallback>
        </mc:AlternateContent>
        <p:sp>
          <p:nvSpPr>
            <p:cNvPr id="205" name="Rectangle">
              <a:extLst>
                <a:ext uri="{FF2B5EF4-FFF2-40B4-BE49-F238E27FC236}">
                  <a16:creationId xmlns:a16="http://schemas.microsoft.com/office/drawing/2014/main" id="{AEE8D533-D8AF-4F42-9060-B1BC6EEAD248}"/>
                </a:ext>
              </a:extLst>
            </p:cNvPr>
            <p:cNvSpPr/>
            <p:nvPr/>
          </p:nvSpPr>
          <p:spPr>
            <a:xfrm>
              <a:off x="9299234" y="2649550"/>
              <a:ext cx="180451" cy="361498"/>
            </a:xfrm>
            <a:prstGeom prst="rect">
              <a:avLst/>
            </a:prstGeom>
            <a:noFill/>
            <a:ln w="50800" cap="flat">
              <a:solidFill>
                <a:srgbClr val="000000"/>
              </a:solidFill>
              <a:prstDash val="solid"/>
              <a:miter lim="400000"/>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sz="2800">
                <a:latin typeface="Times New Roman" panose="02020603050405020304" pitchFamily="18" charset="0"/>
                <a:cs typeface="Times New Roman" panose="02020603050405020304" pitchFamily="18" charset="0"/>
              </a:endParaRPr>
            </a:p>
          </p:txBody>
        </p:sp>
      </p:grpSp>
      <p:sp>
        <p:nvSpPr>
          <p:cNvPr id="206" name="9. Thus, PT  congruent TB">
            <a:extLst>
              <a:ext uri="{FF2B5EF4-FFF2-40B4-BE49-F238E27FC236}">
                <a16:creationId xmlns:a16="http://schemas.microsoft.com/office/drawing/2014/main" id="{7069271C-1B63-5445-BB22-5F2765F6C62A}"/>
              </a:ext>
            </a:extLst>
          </p:cNvPr>
          <p:cNvSpPr txBox="1"/>
          <p:nvPr/>
        </p:nvSpPr>
        <p:spPr>
          <a:xfrm>
            <a:off x="11335538" y="4175726"/>
            <a:ext cx="1601170" cy="39928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b">
            <a:normAutofit/>
          </a:bodyPr>
          <a:lstStyle>
            <a:lvl1pPr algn="l" defTabSz="467359">
              <a:defRPr sz="2800">
                <a:solidFill>
                  <a:srgbClr val="B51A00"/>
                </a:solidFill>
              </a:defRPr>
            </a:lvl1pPr>
          </a:lstStyle>
          <a:p>
            <a:r>
              <a:rPr sz="1800">
                <a:latin typeface="Times New Roman" panose="02020603050405020304" pitchFamily="18" charset="0"/>
                <a:cs typeface="Times New Roman" panose="02020603050405020304" pitchFamily="18" charset="0"/>
              </a:rPr>
              <a:t> </a:t>
            </a:r>
            <a:r>
              <a:rPr lang="en-US" sz="1800">
                <a:latin typeface="Times New Roman" panose="02020603050405020304" pitchFamily="18" charset="0"/>
                <a:cs typeface="Times New Roman" panose="02020603050405020304" pitchFamily="18" charset="0"/>
              </a:rPr>
              <a:t>from 2 and 4</a:t>
            </a:r>
            <a:endParaRPr sz="1800">
              <a:latin typeface="Times New Roman" panose="02020603050405020304" pitchFamily="18" charset="0"/>
              <a:cs typeface="Times New Roman" panose="02020603050405020304" pitchFamily="18" charset="0"/>
            </a:endParaRPr>
          </a:p>
        </p:txBody>
      </p:sp>
      <p:sp>
        <p:nvSpPr>
          <p:cNvPr id="207" name="9. Thus, PT  congruent TB">
            <a:extLst>
              <a:ext uri="{FF2B5EF4-FFF2-40B4-BE49-F238E27FC236}">
                <a16:creationId xmlns:a16="http://schemas.microsoft.com/office/drawing/2014/main" id="{E0FBE341-0D5F-504D-AAE0-BA6F3C3A1BE6}"/>
              </a:ext>
            </a:extLst>
          </p:cNvPr>
          <p:cNvSpPr txBox="1"/>
          <p:nvPr/>
        </p:nvSpPr>
        <p:spPr>
          <a:xfrm>
            <a:off x="11446175" y="5669312"/>
            <a:ext cx="1203735" cy="35078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b">
            <a:normAutofit lnSpcReduction="10000"/>
          </a:bodyPr>
          <a:lstStyle>
            <a:lvl1pPr algn="l" defTabSz="467359">
              <a:defRPr sz="2800">
                <a:solidFill>
                  <a:srgbClr val="B51A00"/>
                </a:solidFill>
              </a:defRPr>
            </a:lvl1pPr>
          </a:lstStyle>
          <a:p>
            <a:r>
              <a:rPr sz="1800">
                <a:latin typeface="Times New Roman" panose="02020603050405020304" pitchFamily="18" charset="0"/>
                <a:cs typeface="Times New Roman" panose="02020603050405020304" pitchFamily="18" charset="0"/>
              </a:rPr>
              <a:t> </a:t>
            </a:r>
            <a:r>
              <a:rPr lang="en-US" sz="1800">
                <a:latin typeface="Times New Roman" panose="02020603050405020304" pitchFamily="18" charset="0"/>
                <a:cs typeface="Times New Roman" panose="02020603050405020304" pitchFamily="18" charset="0"/>
              </a:rPr>
              <a:t>AA test </a:t>
            </a:r>
            <a:endParaRPr sz="1800">
              <a:latin typeface="Times New Roman" panose="02020603050405020304" pitchFamily="18" charset="0"/>
              <a:cs typeface="Times New Roman" panose="02020603050405020304" pitchFamily="18" charset="0"/>
            </a:endParaRPr>
          </a:p>
        </p:txBody>
      </p:sp>
      <p:sp>
        <p:nvSpPr>
          <p:cNvPr id="208" name="9. Thus, PT  congruent TB">
            <a:extLst>
              <a:ext uri="{FF2B5EF4-FFF2-40B4-BE49-F238E27FC236}">
                <a16:creationId xmlns:a16="http://schemas.microsoft.com/office/drawing/2014/main" id="{120440AB-4FBE-E440-945C-9B6C58CBF463}"/>
              </a:ext>
            </a:extLst>
          </p:cNvPr>
          <p:cNvSpPr txBox="1"/>
          <p:nvPr/>
        </p:nvSpPr>
        <p:spPr>
          <a:xfrm>
            <a:off x="11335538" y="5003203"/>
            <a:ext cx="1203735" cy="35078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b">
            <a:normAutofit lnSpcReduction="10000"/>
          </a:bodyPr>
          <a:lstStyle>
            <a:lvl1pPr algn="l" defTabSz="467359">
              <a:defRPr sz="2800">
                <a:solidFill>
                  <a:srgbClr val="B51A00"/>
                </a:solidFill>
              </a:defRPr>
            </a:lvl1pPr>
          </a:lstStyle>
          <a:p>
            <a:r>
              <a:rPr sz="1800">
                <a:latin typeface="Times New Roman" panose="02020603050405020304" pitchFamily="18" charset="0"/>
                <a:cs typeface="Times New Roman" panose="02020603050405020304" pitchFamily="18" charset="0"/>
              </a:rPr>
              <a:t> </a:t>
            </a:r>
            <a:r>
              <a:rPr lang="en-US" sz="1800">
                <a:latin typeface="Times New Roman" panose="02020603050405020304" pitchFamily="18" charset="0"/>
                <a:cs typeface="Times New Roman" panose="02020603050405020304" pitchFamily="18" charset="0"/>
              </a:rPr>
              <a:t>from 5 </a:t>
            </a:r>
            <a:endParaRPr sz="1800">
              <a:latin typeface="Times New Roman" panose="02020603050405020304" pitchFamily="18" charset="0"/>
              <a:cs typeface="Times New Roman" panose="02020603050405020304" pitchFamily="18" charset="0"/>
            </a:endParaRPr>
          </a:p>
        </p:txBody>
      </p:sp>
      <p:sp>
        <p:nvSpPr>
          <p:cNvPr id="209" name="Proof of 50 - 50…">
            <a:extLst>
              <a:ext uri="{FF2B5EF4-FFF2-40B4-BE49-F238E27FC236}">
                <a16:creationId xmlns:a16="http://schemas.microsoft.com/office/drawing/2014/main" id="{BC5AAE39-F707-474E-993D-CFCC29D35618}"/>
              </a:ext>
            </a:extLst>
          </p:cNvPr>
          <p:cNvSpPr txBox="1">
            <a:spLocks/>
          </p:cNvSpPr>
          <p:nvPr/>
        </p:nvSpPr>
        <p:spPr>
          <a:xfrm>
            <a:off x="486248" y="8490381"/>
            <a:ext cx="12518552" cy="54658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b">
            <a:noAutofit/>
          </a:bodyPr>
          <a:lstStyle>
            <a:lvl1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1pPr>
            <a:lvl2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2pPr>
            <a:lvl3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3pPr>
            <a:lvl4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4pPr>
            <a:lvl5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5pPr>
            <a:lvl6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6pPr>
            <a:lvl7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7pPr>
            <a:lvl8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8pPr>
            <a:lvl9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9pPr>
          </a:lstStyle>
          <a:p>
            <a:pPr algn="just" defTabSz="549148" hangingPunct="1">
              <a:defRPr sz="7519"/>
            </a:pPr>
            <a:br>
              <a:rPr lang="en-US" sz="2200" b="1" i="1" dirty="0">
                <a:solidFill>
                  <a:srgbClr val="FF0000"/>
                </a:solidFill>
                <a:latin typeface="Times New Roman" panose="02020603050405020304" pitchFamily="18" charset="0"/>
                <a:cs typeface="Times New Roman" panose="02020603050405020304" pitchFamily="18" charset="0"/>
              </a:rPr>
            </a:br>
            <a:r>
              <a:rPr lang="en-US" sz="2200" b="1" i="1" dirty="0">
                <a:solidFill>
                  <a:srgbClr val="FF0000"/>
                </a:solidFill>
                <a:latin typeface="Times New Roman" panose="02020603050405020304" pitchFamily="18" charset="0"/>
                <a:cs typeface="Times New Roman" panose="02020603050405020304" pitchFamily="18" charset="0"/>
              </a:rPr>
              <a:t>Thus, the MR curve bisects the horizontal perpendicular between the AR curve and the vertical axis </a:t>
            </a:r>
          </a:p>
        </p:txBody>
      </p:sp>
      <p:sp>
        <p:nvSpPr>
          <p:cNvPr id="210" name="9. Thus, PT  congruent TB">
            <a:extLst>
              <a:ext uri="{FF2B5EF4-FFF2-40B4-BE49-F238E27FC236}">
                <a16:creationId xmlns:a16="http://schemas.microsoft.com/office/drawing/2014/main" id="{FB28C3AE-F407-6049-A93D-09C5ED3E89F5}"/>
              </a:ext>
            </a:extLst>
          </p:cNvPr>
          <p:cNvSpPr txBox="1"/>
          <p:nvPr/>
        </p:nvSpPr>
        <p:spPr>
          <a:xfrm>
            <a:off x="2106693" y="715167"/>
            <a:ext cx="4040827" cy="785837"/>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b">
            <a:normAutofit lnSpcReduction="10000"/>
          </a:bodyPr>
          <a:lstStyle>
            <a:lvl1pPr algn="l" defTabSz="467359">
              <a:defRPr sz="2800">
                <a:solidFill>
                  <a:srgbClr val="B51A00"/>
                </a:solidFill>
              </a:defRPr>
            </a:lvl1pPr>
          </a:lstStyle>
          <a:p>
            <a:r>
              <a:rPr lang="en-IN" sz="2400">
                <a:solidFill>
                  <a:schemeClr val="tx1"/>
                </a:solidFill>
                <a:latin typeface="Times New Roman" panose="02020603050405020304" pitchFamily="18" charset="0"/>
                <a:cs typeface="Times New Roman" panose="02020603050405020304" pitchFamily="18" charset="0"/>
              </a:rPr>
              <a:t>Let the Price = OP and the corresponding Qty = OQ</a:t>
            </a:r>
          </a:p>
        </p:txBody>
      </p:sp>
      <mc:AlternateContent xmlns:mc="http://schemas.openxmlformats.org/markup-compatibility/2006" xmlns:p14="http://schemas.microsoft.com/office/powerpoint/2010/main">
        <mc:Choice Requires="p14">
          <p:contentPart p14:bwMode="auto" r:id="rId6">
            <p14:nvContentPartPr>
              <p14:cNvPr id="35" name="Ink 34">
                <a:extLst>
                  <a:ext uri="{FF2B5EF4-FFF2-40B4-BE49-F238E27FC236}">
                    <a16:creationId xmlns:a16="http://schemas.microsoft.com/office/drawing/2014/main" id="{8A20A3CD-244A-2C43-BE1B-38091B5CAF2F}"/>
                  </a:ext>
                </a:extLst>
              </p14:cNvPr>
              <p14:cNvContentPartPr/>
              <p14:nvPr/>
            </p14:nvContentPartPr>
            <p14:xfrm>
              <a:off x="515120" y="-270565"/>
              <a:ext cx="45360" cy="15480"/>
            </p14:xfrm>
          </p:contentPart>
        </mc:Choice>
        <mc:Fallback xmlns="">
          <p:pic>
            <p:nvPicPr>
              <p:cNvPr id="35" name="Ink 34">
                <a:extLst>
                  <a:ext uri="{FF2B5EF4-FFF2-40B4-BE49-F238E27FC236}">
                    <a16:creationId xmlns:a16="http://schemas.microsoft.com/office/drawing/2014/main" id="{8A20A3CD-244A-2C43-BE1B-38091B5CAF2F}"/>
                  </a:ext>
                </a:extLst>
              </p:cNvPr>
              <p:cNvPicPr/>
              <p:nvPr/>
            </p:nvPicPr>
            <p:blipFill>
              <a:blip r:embed="rId7"/>
              <a:stretch>
                <a:fillRect/>
              </a:stretch>
            </p:blipFill>
            <p:spPr>
              <a:xfrm>
                <a:off x="473752" y="-311605"/>
                <a:ext cx="128097" cy="97560"/>
              </a:xfrm>
              <a:prstGeom prst="rect">
                <a:avLst/>
              </a:prstGeom>
            </p:spPr>
          </p:pic>
        </mc:Fallback>
      </mc:AlternateContent>
    </p:spTree>
    <p:extLst>
      <p:ext uri="{BB962C8B-B14F-4D97-AF65-F5344CB8AC3E}">
        <p14:creationId xmlns:p14="http://schemas.microsoft.com/office/powerpoint/2010/main" val="2707344559"/>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16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15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p:tmAbs val="0"/>
                                  </p:iterate>
                                  <p:childTnLst>
                                    <p:set>
                                      <p:cBhvr>
                                        <p:cTn id="18" fill="hold"/>
                                        <p:tgtEl>
                                          <p:spTgt spid="16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iterate>
                                    <p:tmAbs val="0"/>
                                  </p:iterate>
                                  <p:childTnLst>
                                    <p:set>
                                      <p:cBhvr>
                                        <p:cTn id="22" fill="hold"/>
                                        <p:tgtEl>
                                          <p:spTgt spid="19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iterate>
                                    <p:tmAbs val="0"/>
                                  </p:iterate>
                                  <p:childTnLst>
                                    <p:set>
                                      <p:cBhvr>
                                        <p:cTn id="26" fill="hold"/>
                                        <p:tgtEl>
                                          <p:spTgt spid="20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iterate>
                                    <p:tmAbs val="0"/>
                                  </p:iterate>
                                  <p:childTnLst>
                                    <p:set>
                                      <p:cBhvr>
                                        <p:cTn id="34" fill="hold"/>
                                        <p:tgtEl>
                                          <p:spTgt spid="17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iterate>
                                    <p:tmAbs val="0"/>
                                  </p:iterate>
                                  <p:childTnLst>
                                    <p:set>
                                      <p:cBhvr>
                                        <p:cTn id="38" fill="hold"/>
                                        <p:tgtEl>
                                          <p:spTgt spid="20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iterate>
                                    <p:tmAbs val="0"/>
                                  </p:iterate>
                                  <p:childTnLst>
                                    <p:set>
                                      <p:cBhvr>
                                        <p:cTn id="42" fill="hold"/>
                                        <p:tgtEl>
                                          <p:spTgt spid="17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iterate>
                                    <p:tmAbs val="0"/>
                                  </p:iterate>
                                  <p:childTnLst>
                                    <p:set>
                                      <p:cBhvr>
                                        <p:cTn id="46" fill="hold"/>
                                        <p:tgtEl>
                                          <p:spTgt spid="20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iterate>
                                    <p:tmAbs val="0"/>
                                  </p:iterate>
                                  <p:childTnLst>
                                    <p:set>
                                      <p:cBhvr>
                                        <p:cTn id="50" fill="hold"/>
                                        <p:tgtEl>
                                          <p:spTgt spid="18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iterate>
                                    <p:tmAbs val="0"/>
                                  </p:iterate>
                                  <p:childTnLst>
                                    <p:set>
                                      <p:cBhvr>
                                        <p:cTn id="54" fill="hold"/>
                                        <p:tgtEl>
                                          <p:spTgt spid="20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iterate>
                                    <p:tmAbs val="0"/>
                                  </p:iterate>
                                  <p:childTnLst>
                                    <p:set>
                                      <p:cBhvr>
                                        <p:cTn id="58" fill="hold"/>
                                        <p:tgtEl>
                                          <p:spTgt spid="183"/>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 grpId="0" animBg="1" advAuto="0"/>
      <p:bldP spid="161" grpId="0" animBg="1" advAuto="0"/>
      <p:bldP spid="164" grpId="0" animBg="1" advAuto="0"/>
      <p:bldP spid="172" grpId="0" animBg="1" advAuto="0"/>
      <p:bldP spid="177" grpId="0" animBg="1" advAuto="0"/>
      <p:bldP spid="182" grpId="0" animBg="1" advAuto="0"/>
      <p:bldP spid="183" grpId="0" animBg="1" advAuto="0"/>
      <p:bldP spid="193" grpId="0" animBg="1" advAuto="0"/>
      <p:bldP spid="202" grpId="0" animBg="1" advAuto="0"/>
      <p:bldP spid="206" grpId="0" animBg="1" advAuto="0"/>
      <p:bldP spid="207" grpId="0" animBg="1" advAuto="0"/>
      <p:bldP spid="208" grpId="0" animBg="1" advAuto="0"/>
      <p:bldP spid="20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 name="2. TR = A(       OPTCQ) + A(     TBC)"/>
          <p:cNvSpPr txBox="1"/>
          <p:nvPr/>
        </p:nvSpPr>
        <p:spPr>
          <a:xfrm>
            <a:off x="3589871" y="3459516"/>
            <a:ext cx="7346993" cy="579456"/>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b">
            <a:noAutofit/>
          </a:bodyPr>
          <a:lstStyle>
            <a:lvl1pPr algn="l">
              <a:defRPr sz="2500" b="0">
                <a:latin typeface="+mn-lt"/>
                <a:ea typeface="+mn-ea"/>
                <a:cs typeface="+mn-cs"/>
                <a:sym typeface="Helvetica Neue Medium"/>
              </a:defRPr>
            </a:lvl1pPr>
          </a:lstStyle>
          <a:p>
            <a:r>
              <a:rPr lang="en-US" sz="2800" b="1" dirty="0">
                <a:latin typeface="Times New Roman" panose="02020603050405020304" pitchFamily="18" charset="0"/>
                <a:cs typeface="Times New Roman" panose="02020603050405020304" pitchFamily="18" charset="0"/>
              </a:rPr>
              <a:t>  5</a:t>
            </a:r>
            <a:r>
              <a:rPr sz="2800" b="1"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 </a:t>
            </a:r>
            <a:r>
              <a:rPr lang="en-US" sz="2800" b="1" dirty="0">
                <a:solidFill>
                  <a:srgbClr val="0070C0"/>
                </a:solidFill>
                <a:latin typeface="Times New Roman" panose="02020603050405020304" pitchFamily="18" charset="0"/>
                <a:cs typeface="Times New Roman" panose="02020603050405020304" pitchFamily="18" charset="0"/>
              </a:rPr>
              <a:t>AR:    p = a – (OP)(OQ</a:t>
            </a:r>
            <a:r>
              <a:rPr lang="en-US" sz="2800" b="1" baseline="-25000" dirty="0">
                <a:solidFill>
                  <a:srgbClr val="0070C0"/>
                </a:solidFill>
                <a:latin typeface="Times New Roman" panose="02020603050405020304" pitchFamily="18" charset="0"/>
                <a:cs typeface="Times New Roman" panose="02020603050405020304" pitchFamily="18" charset="0"/>
              </a:rPr>
              <a:t>2</a:t>
            </a:r>
            <a:r>
              <a:rPr lang="en-US" sz="2800" b="1" dirty="0">
                <a:solidFill>
                  <a:srgbClr val="0070C0"/>
                </a:solidFill>
                <a:latin typeface="Times New Roman" panose="02020603050405020304" pitchFamily="18" charset="0"/>
                <a:cs typeface="Times New Roman" panose="02020603050405020304" pitchFamily="18" charset="0"/>
              </a:rPr>
              <a:t>)</a:t>
            </a:r>
            <a:r>
              <a:rPr lang="en-US" sz="2800" b="1" dirty="0">
                <a:latin typeface="Times New Roman" panose="02020603050405020304" pitchFamily="18" charset="0"/>
                <a:cs typeface="Times New Roman" panose="02020603050405020304" pitchFamily="18" charset="0"/>
              </a:rPr>
              <a:t>       (From 0, 1, 3)</a:t>
            </a:r>
            <a:endParaRPr sz="2800" b="1" dirty="0">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3D860594-4AB6-CE49-830B-B976D618C6E3}"/>
              </a:ext>
            </a:extLst>
          </p:cNvPr>
          <p:cNvSpPr>
            <a:spLocks noGrp="1"/>
          </p:cNvSpPr>
          <p:nvPr>
            <p:ph type="sldNum" sz="quarter" idx="2"/>
          </p:nvPr>
        </p:nvSpPr>
        <p:spPr>
          <a:xfrm>
            <a:off x="12511166" y="9283221"/>
            <a:ext cx="359073" cy="348813"/>
          </a:xfrm>
        </p:spPr>
        <p:txBody>
          <a:bodyPr/>
          <a:lstStyle/>
          <a:p>
            <a:fld id="{86CB4B4D-7CA3-9044-876B-883B54F8677D}" type="slidenum">
              <a:rPr lang="en-IN" smtClean="0">
                <a:latin typeface="Times New Roman" panose="02020603050405020304" pitchFamily="18" charset="0"/>
                <a:cs typeface="Times New Roman" panose="02020603050405020304" pitchFamily="18" charset="0"/>
              </a:rPr>
              <a:t>16</a:t>
            </a:fld>
            <a:r>
              <a:rPr lang="en-IN" dirty="0">
                <a:latin typeface="Times New Roman" panose="02020603050405020304" pitchFamily="18" charset="0"/>
                <a:cs typeface="Times New Roman" panose="02020603050405020304" pitchFamily="18" charset="0"/>
              </a:rPr>
              <a:t> </a:t>
            </a:r>
          </a:p>
        </p:txBody>
      </p:sp>
      <p:sp>
        <p:nvSpPr>
          <p:cNvPr id="79" name="2. TR = A(       OPTCQ) + A(     TBC)">
            <a:extLst>
              <a:ext uri="{FF2B5EF4-FFF2-40B4-BE49-F238E27FC236}">
                <a16:creationId xmlns:a16="http://schemas.microsoft.com/office/drawing/2014/main" id="{00F156BF-7434-ED45-8E32-C868C8C37773}"/>
              </a:ext>
            </a:extLst>
          </p:cNvPr>
          <p:cNvSpPr txBox="1"/>
          <p:nvPr/>
        </p:nvSpPr>
        <p:spPr>
          <a:xfrm>
            <a:off x="3571872" y="2955862"/>
            <a:ext cx="8114158" cy="579456"/>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b">
            <a:noAutofit/>
          </a:bodyPr>
          <a:lstStyle>
            <a:lvl1pPr algn="l">
              <a:defRPr sz="2500" b="0">
                <a:latin typeface="+mn-lt"/>
                <a:ea typeface="+mn-ea"/>
                <a:cs typeface="+mn-cs"/>
                <a:sym typeface="Helvetica Neue Medium"/>
              </a:defRPr>
            </a:lvl1pPr>
          </a:lstStyle>
          <a:p>
            <a:r>
              <a:rPr lang="en-US" sz="2800" b="1" dirty="0">
                <a:latin typeface="Times New Roman" panose="02020603050405020304" pitchFamily="18" charset="0"/>
                <a:cs typeface="Times New Roman" panose="02020603050405020304" pitchFamily="18" charset="0"/>
              </a:rPr>
              <a:t>  4</a:t>
            </a:r>
            <a:r>
              <a:rPr sz="2800" b="1" dirty="0">
                <a:latin typeface="Times New Roman" panose="02020603050405020304" pitchFamily="18" charset="0"/>
                <a:cs typeface="Times New Roman" panose="02020603050405020304" pitchFamily="18" charset="0"/>
              </a:rPr>
              <a:t>.</a:t>
            </a:r>
            <a:r>
              <a:rPr lang="en-US" sz="2800" b="1" dirty="0">
                <a:latin typeface="Times New Roman" panose="02020603050405020304" pitchFamily="18" charset="0"/>
                <a:cs typeface="Times New Roman" panose="02020603050405020304" pitchFamily="18" charset="0"/>
              </a:rPr>
              <a:t>  </a:t>
            </a:r>
            <a:r>
              <a:rPr lang="en-US" sz="2800" b="1" dirty="0">
                <a:solidFill>
                  <a:schemeClr val="accent3">
                    <a:lumMod val="50000"/>
                  </a:schemeClr>
                </a:solidFill>
                <a:latin typeface="Times New Roman" panose="02020603050405020304" pitchFamily="18" charset="0"/>
                <a:cs typeface="Times New Roman" panose="02020603050405020304" pitchFamily="18" charset="0"/>
              </a:rPr>
              <a:t>MR:   </a:t>
            </a:r>
            <a:r>
              <a:rPr sz="2800" b="1" dirty="0">
                <a:solidFill>
                  <a:schemeClr val="accent3">
                    <a:lumMod val="50000"/>
                  </a:schemeClr>
                </a:solidFill>
                <a:latin typeface="Times New Roman" panose="02020603050405020304" pitchFamily="18" charset="0"/>
                <a:cs typeface="Times New Roman" panose="02020603050405020304" pitchFamily="18" charset="0"/>
              </a:rPr>
              <a:t> </a:t>
            </a:r>
            <a:r>
              <a:rPr lang="en-US" sz="2800" b="1" dirty="0">
                <a:solidFill>
                  <a:schemeClr val="accent3">
                    <a:lumMod val="50000"/>
                  </a:schemeClr>
                </a:solidFill>
                <a:latin typeface="Times New Roman" panose="02020603050405020304" pitchFamily="18" charset="0"/>
                <a:cs typeface="Times New Roman" panose="02020603050405020304" pitchFamily="18" charset="0"/>
              </a:rPr>
              <a:t>R’ = a – 2(OP)(OQ</a:t>
            </a:r>
            <a:r>
              <a:rPr lang="en-US" sz="2800" b="1" baseline="-25000" dirty="0">
                <a:solidFill>
                  <a:schemeClr val="accent3">
                    <a:lumMod val="50000"/>
                  </a:schemeClr>
                </a:solidFill>
                <a:latin typeface="Times New Roman" panose="02020603050405020304" pitchFamily="18" charset="0"/>
                <a:cs typeface="Times New Roman" panose="02020603050405020304" pitchFamily="18" charset="0"/>
              </a:rPr>
              <a:t>1</a:t>
            </a:r>
            <a:r>
              <a:rPr lang="en-US" sz="2800" b="1" dirty="0">
                <a:solidFill>
                  <a:schemeClr val="accent3">
                    <a:lumMod val="50000"/>
                  </a:schemeClr>
                </a:solidFill>
                <a:latin typeface="Times New Roman" panose="02020603050405020304" pitchFamily="18" charset="0"/>
                <a:cs typeface="Times New Roman" panose="02020603050405020304" pitchFamily="18" charset="0"/>
              </a:rPr>
              <a:t>)</a:t>
            </a:r>
            <a:r>
              <a:rPr lang="en-US" sz="2800" b="1" dirty="0">
                <a:latin typeface="Times New Roman" panose="02020603050405020304" pitchFamily="18" charset="0"/>
                <a:cs typeface="Times New Roman" panose="02020603050405020304" pitchFamily="18" charset="0"/>
              </a:rPr>
              <a:t>  (From 0, 1, 2)</a:t>
            </a:r>
            <a:endParaRPr sz="2800" b="1" dirty="0">
              <a:latin typeface="Times New Roman" panose="02020603050405020304" pitchFamily="18" charset="0"/>
              <a:cs typeface="Times New Roman" panose="02020603050405020304" pitchFamily="18" charset="0"/>
            </a:endParaRPr>
          </a:p>
        </p:txBody>
      </p:sp>
      <p:grpSp>
        <p:nvGrpSpPr>
          <p:cNvPr id="17" name="Group 16">
            <a:extLst>
              <a:ext uri="{FF2B5EF4-FFF2-40B4-BE49-F238E27FC236}">
                <a16:creationId xmlns:a16="http://schemas.microsoft.com/office/drawing/2014/main" id="{16816D4F-F6A1-2D58-21D0-B9A2874EA410}"/>
              </a:ext>
            </a:extLst>
          </p:cNvPr>
          <p:cNvGrpSpPr/>
          <p:nvPr/>
        </p:nvGrpSpPr>
        <p:grpSpPr>
          <a:xfrm>
            <a:off x="44038" y="937664"/>
            <a:ext cx="4854549" cy="5248265"/>
            <a:chOff x="591657" y="1056766"/>
            <a:chExt cx="5153312" cy="5116952"/>
          </a:xfrm>
        </p:grpSpPr>
        <p:grpSp>
          <p:nvGrpSpPr>
            <p:cNvPr id="146" name="Group"/>
            <p:cNvGrpSpPr/>
            <p:nvPr/>
          </p:nvGrpSpPr>
          <p:grpSpPr>
            <a:xfrm>
              <a:off x="591657" y="1056766"/>
              <a:ext cx="5153312" cy="5116952"/>
              <a:chOff x="81623" y="0"/>
              <a:chExt cx="5153310" cy="5116950"/>
            </a:xfrm>
          </p:grpSpPr>
          <p:sp>
            <p:nvSpPr>
              <p:cNvPr id="121" name="Line"/>
              <p:cNvSpPr/>
              <p:nvPr/>
            </p:nvSpPr>
            <p:spPr>
              <a:xfrm flipV="1">
                <a:off x="862937" y="0"/>
                <a:ext cx="1" cy="5116950"/>
              </a:xfrm>
              <a:prstGeom prst="line">
                <a:avLst/>
              </a:prstGeom>
              <a:noFill/>
              <a:ln w="63500" cap="flat">
                <a:solidFill>
                  <a:srgbClr val="000000"/>
                </a:solidFill>
                <a:prstDash val="solid"/>
                <a:miter lim="400000"/>
                <a:headEnd type="triangle" w="med" len="med"/>
                <a:tailEnd type="triangle" w="med" len="med"/>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sz="2000">
                  <a:latin typeface="Times New Roman" panose="02020603050405020304" pitchFamily="18" charset="0"/>
                  <a:cs typeface="Times New Roman" panose="02020603050405020304" pitchFamily="18" charset="0"/>
                </a:endParaRPr>
              </a:p>
            </p:txBody>
          </p:sp>
          <p:sp>
            <p:nvSpPr>
              <p:cNvPr id="122" name="Line"/>
              <p:cNvSpPr/>
              <p:nvPr/>
            </p:nvSpPr>
            <p:spPr>
              <a:xfrm flipV="1">
                <a:off x="566929" y="4611693"/>
                <a:ext cx="4251007" cy="7811"/>
              </a:xfrm>
              <a:prstGeom prst="line">
                <a:avLst/>
              </a:prstGeom>
              <a:noFill/>
              <a:ln w="63500" cap="flat">
                <a:solidFill>
                  <a:srgbClr val="000000"/>
                </a:solidFill>
                <a:prstDash val="solid"/>
                <a:miter lim="400000"/>
                <a:headEnd type="triangle" w="med" len="med"/>
                <a:tailEnd type="triangle" w="med" len="med"/>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sz="2000">
                  <a:latin typeface="Times New Roman" panose="02020603050405020304" pitchFamily="18" charset="0"/>
                  <a:cs typeface="Times New Roman" panose="02020603050405020304" pitchFamily="18" charset="0"/>
                </a:endParaRPr>
              </a:p>
            </p:txBody>
          </p:sp>
          <p:sp>
            <p:nvSpPr>
              <p:cNvPr id="123" name="AR, MR"/>
              <p:cNvSpPr txBox="1"/>
              <p:nvPr/>
            </p:nvSpPr>
            <p:spPr>
              <a:xfrm>
                <a:off x="81623" y="16648"/>
                <a:ext cx="774658" cy="79632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b">
                <a:noAutofit/>
              </a:bodyPr>
              <a:lstStyle>
                <a:lvl1pPr defTabSz="426466">
                  <a:defRPr sz="2190" b="0">
                    <a:latin typeface="+mn-lt"/>
                    <a:ea typeface="+mn-ea"/>
                    <a:cs typeface="+mn-cs"/>
                    <a:sym typeface="Helvetica Neue Medium"/>
                  </a:defRPr>
                </a:lvl1pPr>
              </a:lstStyle>
              <a:p>
                <a:r>
                  <a:rPr sz="2000">
                    <a:latin typeface="Times New Roman" panose="02020603050405020304" pitchFamily="18" charset="0"/>
                    <a:cs typeface="Times New Roman" panose="02020603050405020304" pitchFamily="18" charset="0"/>
                  </a:rPr>
                  <a:t>AR, MR</a:t>
                </a:r>
              </a:p>
            </p:txBody>
          </p:sp>
          <p:sp>
            <p:nvSpPr>
              <p:cNvPr id="124" name="Qty"/>
              <p:cNvSpPr txBox="1"/>
              <p:nvPr/>
            </p:nvSpPr>
            <p:spPr>
              <a:xfrm>
                <a:off x="4573604" y="4519576"/>
                <a:ext cx="661329" cy="470842"/>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b">
                <a:noAutofit/>
              </a:bodyPr>
              <a:lstStyle>
                <a:lvl1pPr defTabSz="467359">
                  <a:defRPr b="0">
                    <a:latin typeface="+mn-lt"/>
                    <a:ea typeface="+mn-ea"/>
                    <a:cs typeface="+mn-cs"/>
                    <a:sym typeface="Helvetica Neue Medium"/>
                  </a:defRPr>
                </a:lvl1pPr>
              </a:lstStyle>
              <a:p>
                <a:r>
                  <a:rPr sz="2000" dirty="0">
                    <a:latin typeface="Times New Roman" panose="02020603050405020304" pitchFamily="18" charset="0"/>
                    <a:cs typeface="Times New Roman" panose="02020603050405020304" pitchFamily="18" charset="0"/>
                  </a:rPr>
                  <a:t>Qty</a:t>
                </a:r>
              </a:p>
            </p:txBody>
          </p:sp>
          <p:sp>
            <p:nvSpPr>
              <p:cNvPr id="125" name="Line"/>
              <p:cNvSpPr/>
              <p:nvPr/>
            </p:nvSpPr>
            <p:spPr>
              <a:xfrm flipH="1" flipV="1">
                <a:off x="874655" y="631530"/>
                <a:ext cx="2920167" cy="3292013"/>
              </a:xfrm>
              <a:prstGeom prst="line">
                <a:avLst/>
              </a:prstGeom>
              <a:noFill/>
              <a:ln w="63500" cap="flat">
                <a:solidFill>
                  <a:srgbClr val="38571A"/>
                </a:solidFill>
                <a:prstDash val="solid"/>
                <a:miter lim="400000"/>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sz="2000">
                  <a:latin typeface="Times New Roman" panose="02020603050405020304" pitchFamily="18" charset="0"/>
                  <a:cs typeface="Times New Roman" panose="02020603050405020304" pitchFamily="18" charset="0"/>
                </a:endParaRPr>
              </a:p>
            </p:txBody>
          </p:sp>
          <p:sp>
            <p:nvSpPr>
              <p:cNvPr id="126" name="Line"/>
              <p:cNvSpPr/>
              <p:nvPr/>
            </p:nvSpPr>
            <p:spPr>
              <a:xfrm flipH="1" flipV="1">
                <a:off x="3716720" y="3854406"/>
                <a:ext cx="638394" cy="719686"/>
              </a:xfrm>
              <a:prstGeom prst="line">
                <a:avLst/>
              </a:prstGeom>
              <a:noFill/>
              <a:ln w="88900" cap="rnd">
                <a:solidFill>
                  <a:srgbClr val="38571A"/>
                </a:solidFill>
                <a:custDash>
                  <a:ds d="100000" sp="200000"/>
                </a:custDash>
                <a:miter lim="400000"/>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sz="2000">
                  <a:latin typeface="Times New Roman" panose="02020603050405020304" pitchFamily="18" charset="0"/>
                  <a:cs typeface="Times New Roman" panose="02020603050405020304" pitchFamily="18" charset="0"/>
                </a:endParaRPr>
              </a:p>
            </p:txBody>
          </p:sp>
          <p:sp>
            <p:nvSpPr>
              <p:cNvPr id="127" name="Line"/>
              <p:cNvSpPr/>
              <p:nvPr/>
            </p:nvSpPr>
            <p:spPr>
              <a:xfrm flipH="1" flipV="1">
                <a:off x="900009" y="739450"/>
                <a:ext cx="1635852" cy="3868335"/>
              </a:xfrm>
              <a:prstGeom prst="line">
                <a:avLst/>
              </a:prstGeom>
              <a:noFill/>
              <a:ln w="63500" cap="flat">
                <a:solidFill>
                  <a:srgbClr val="A96800"/>
                </a:solidFill>
                <a:prstDash val="solid"/>
                <a:miter lim="400000"/>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sz="2000">
                  <a:latin typeface="Times New Roman" panose="02020603050405020304" pitchFamily="18" charset="0"/>
                  <a:cs typeface="Times New Roman" panose="02020603050405020304" pitchFamily="18" charset="0"/>
                </a:endParaRPr>
              </a:p>
            </p:txBody>
          </p:sp>
          <p:sp>
            <p:nvSpPr>
              <p:cNvPr id="128" name="Line"/>
              <p:cNvSpPr/>
              <p:nvPr/>
            </p:nvSpPr>
            <p:spPr>
              <a:xfrm flipV="1">
                <a:off x="1741494" y="1632082"/>
                <a:ext cx="1" cy="2960821"/>
              </a:xfrm>
              <a:prstGeom prst="line">
                <a:avLst/>
              </a:prstGeom>
              <a:noFill/>
              <a:ln w="63500" cap="flat">
                <a:solidFill>
                  <a:srgbClr val="000000"/>
                </a:solidFill>
                <a:prstDash val="sysDot"/>
                <a:miter lim="400000"/>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sz="2000">
                  <a:latin typeface="Times New Roman" panose="02020603050405020304" pitchFamily="18" charset="0"/>
                  <a:cs typeface="Times New Roman" panose="02020603050405020304" pitchFamily="18" charset="0"/>
                </a:endParaRPr>
              </a:p>
            </p:txBody>
          </p:sp>
          <p:sp>
            <p:nvSpPr>
              <p:cNvPr id="129" name="Line"/>
              <p:cNvSpPr/>
              <p:nvPr/>
            </p:nvSpPr>
            <p:spPr>
              <a:xfrm flipH="1">
                <a:off x="809660" y="1657170"/>
                <a:ext cx="908275" cy="1"/>
              </a:xfrm>
              <a:prstGeom prst="line">
                <a:avLst/>
              </a:prstGeom>
              <a:noFill/>
              <a:ln w="63500" cap="flat">
                <a:solidFill>
                  <a:srgbClr val="000000"/>
                </a:solidFill>
                <a:prstDash val="sysDot"/>
                <a:miter lim="400000"/>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sz="2000">
                  <a:latin typeface="Times New Roman" panose="02020603050405020304" pitchFamily="18" charset="0"/>
                  <a:cs typeface="Times New Roman" panose="02020603050405020304" pitchFamily="18" charset="0"/>
                </a:endParaRPr>
              </a:p>
            </p:txBody>
          </p:sp>
          <p:sp>
            <p:nvSpPr>
              <p:cNvPr id="137" name="A"/>
              <p:cNvSpPr txBox="1"/>
              <p:nvPr/>
            </p:nvSpPr>
            <p:spPr>
              <a:xfrm>
                <a:off x="785030" y="101613"/>
                <a:ext cx="555636" cy="62639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b">
                <a:normAutofit/>
              </a:bodyPr>
              <a:lstStyle>
                <a:lvl1pPr>
                  <a:defRPr sz="3000" b="0">
                    <a:latin typeface="+mn-lt"/>
                    <a:ea typeface="+mn-ea"/>
                    <a:cs typeface="+mn-cs"/>
                    <a:sym typeface="Helvetica Neue Medium"/>
                  </a:defRPr>
                </a:lvl1pPr>
              </a:lstStyle>
              <a:p>
                <a:r>
                  <a:rPr sz="2000">
                    <a:latin typeface="Times New Roman" panose="02020603050405020304" pitchFamily="18" charset="0"/>
                    <a:cs typeface="Times New Roman" panose="02020603050405020304" pitchFamily="18" charset="0"/>
                  </a:rPr>
                  <a:t>A</a:t>
                </a:r>
              </a:p>
            </p:txBody>
          </p:sp>
          <p:sp>
            <p:nvSpPr>
              <p:cNvPr id="138" name="B"/>
              <p:cNvSpPr txBox="1"/>
              <p:nvPr/>
            </p:nvSpPr>
            <p:spPr>
              <a:xfrm>
                <a:off x="1717934" y="1103968"/>
                <a:ext cx="555637" cy="62639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b">
                <a:normAutofit/>
              </a:bodyPr>
              <a:lstStyle>
                <a:lvl1pPr>
                  <a:defRPr sz="3000" b="0">
                    <a:latin typeface="+mn-lt"/>
                    <a:ea typeface="+mn-ea"/>
                    <a:cs typeface="+mn-cs"/>
                    <a:sym typeface="Helvetica Neue Medium"/>
                  </a:defRPr>
                </a:lvl1pPr>
              </a:lstStyle>
              <a:p>
                <a:r>
                  <a:rPr sz="2000">
                    <a:latin typeface="Times New Roman" panose="02020603050405020304" pitchFamily="18" charset="0"/>
                    <a:cs typeface="Times New Roman" panose="02020603050405020304" pitchFamily="18" charset="0"/>
                  </a:rPr>
                  <a:t>B</a:t>
                </a:r>
              </a:p>
            </p:txBody>
          </p:sp>
          <p:sp>
            <p:nvSpPr>
              <p:cNvPr id="139" name="P"/>
              <p:cNvSpPr txBox="1"/>
              <p:nvPr/>
            </p:nvSpPr>
            <p:spPr>
              <a:xfrm>
                <a:off x="340443" y="1318887"/>
                <a:ext cx="555637" cy="62639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b">
                <a:normAutofit/>
              </a:bodyPr>
              <a:lstStyle>
                <a:lvl1pPr>
                  <a:defRPr sz="3000" b="0">
                    <a:latin typeface="+mn-lt"/>
                    <a:ea typeface="+mn-ea"/>
                    <a:cs typeface="+mn-cs"/>
                    <a:sym typeface="Helvetica Neue Medium"/>
                  </a:defRPr>
                </a:lvl1pPr>
              </a:lstStyle>
              <a:p>
                <a:r>
                  <a:rPr sz="2000">
                    <a:latin typeface="Times New Roman" panose="02020603050405020304" pitchFamily="18" charset="0"/>
                    <a:cs typeface="Times New Roman" panose="02020603050405020304" pitchFamily="18" charset="0"/>
                  </a:rPr>
                  <a:t>P</a:t>
                </a:r>
              </a:p>
            </p:txBody>
          </p:sp>
          <p:sp>
            <p:nvSpPr>
              <p:cNvPr id="140" name="T"/>
              <p:cNvSpPr txBox="1"/>
              <p:nvPr/>
            </p:nvSpPr>
            <p:spPr>
              <a:xfrm>
                <a:off x="1062847" y="1057034"/>
                <a:ext cx="555637" cy="62639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b">
                <a:normAutofit/>
              </a:bodyPr>
              <a:lstStyle>
                <a:lvl1pPr>
                  <a:defRPr sz="3000" b="0">
                    <a:latin typeface="+mn-lt"/>
                    <a:ea typeface="+mn-ea"/>
                    <a:cs typeface="+mn-cs"/>
                    <a:sym typeface="Helvetica Neue Medium"/>
                  </a:defRPr>
                </a:lvl1pPr>
              </a:lstStyle>
              <a:p>
                <a:r>
                  <a:rPr sz="2000">
                    <a:latin typeface="Times New Roman" panose="02020603050405020304" pitchFamily="18" charset="0"/>
                    <a:cs typeface="Times New Roman" panose="02020603050405020304" pitchFamily="18" charset="0"/>
                  </a:rPr>
                  <a:t>T</a:t>
                </a:r>
              </a:p>
            </p:txBody>
          </p:sp>
          <p:sp>
            <p:nvSpPr>
              <p:cNvPr id="141" name="C"/>
              <p:cNvSpPr txBox="1"/>
              <p:nvPr/>
            </p:nvSpPr>
            <p:spPr>
              <a:xfrm>
                <a:off x="947129" y="4544930"/>
                <a:ext cx="555637" cy="53359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b">
                <a:noAutofit/>
              </a:bodyPr>
              <a:lstStyle>
                <a:lvl1pPr>
                  <a:defRPr sz="3000" b="0">
                    <a:latin typeface="+mn-lt"/>
                    <a:ea typeface="+mn-ea"/>
                    <a:cs typeface="+mn-cs"/>
                    <a:sym typeface="Helvetica Neue Medium"/>
                  </a:defRPr>
                </a:lvl1pPr>
              </a:lstStyle>
              <a:p>
                <a:r>
                  <a:rPr lang="en-US" sz="2000">
                    <a:latin typeface="Times New Roman" panose="02020603050405020304" pitchFamily="18" charset="0"/>
                    <a:cs typeface="Times New Roman" panose="02020603050405020304" pitchFamily="18" charset="0"/>
                  </a:rPr>
                  <a:t>Q</a:t>
                </a:r>
                <a:r>
                  <a:rPr lang="en-US" sz="2000" baseline="-25000">
                    <a:latin typeface="Times New Roman" panose="02020603050405020304" pitchFamily="18" charset="0"/>
                    <a:cs typeface="Times New Roman" panose="02020603050405020304" pitchFamily="18" charset="0"/>
                  </a:rPr>
                  <a:t>1</a:t>
                </a:r>
                <a:endParaRPr sz="2000" baseline="-25000">
                  <a:latin typeface="Times New Roman" panose="02020603050405020304" pitchFamily="18" charset="0"/>
                  <a:cs typeface="Times New Roman" panose="02020603050405020304" pitchFamily="18" charset="0"/>
                </a:endParaRPr>
              </a:p>
            </p:txBody>
          </p:sp>
          <p:sp>
            <p:nvSpPr>
              <p:cNvPr id="143" name="D"/>
              <p:cNvSpPr txBox="1"/>
              <p:nvPr/>
            </p:nvSpPr>
            <p:spPr>
              <a:xfrm>
                <a:off x="4133902" y="4452138"/>
                <a:ext cx="555637" cy="62639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b">
                <a:normAutofit/>
              </a:bodyPr>
              <a:lstStyle>
                <a:lvl1pPr>
                  <a:defRPr sz="3000" b="0">
                    <a:latin typeface="+mn-lt"/>
                    <a:ea typeface="+mn-ea"/>
                    <a:cs typeface="+mn-cs"/>
                    <a:sym typeface="Helvetica Neue Medium"/>
                  </a:defRPr>
                </a:lvl1pPr>
              </a:lstStyle>
              <a:p>
                <a:r>
                  <a:rPr sz="2000" dirty="0">
                    <a:latin typeface="Times New Roman" panose="02020603050405020304" pitchFamily="18" charset="0"/>
                    <a:cs typeface="Times New Roman" panose="02020603050405020304" pitchFamily="18" charset="0"/>
                  </a:rPr>
                  <a:t>D</a:t>
                </a:r>
              </a:p>
            </p:txBody>
          </p:sp>
          <p:sp>
            <p:nvSpPr>
              <p:cNvPr id="144" name="ARc"/>
              <p:cNvSpPr txBox="1"/>
              <p:nvPr/>
            </p:nvSpPr>
            <p:spPr>
              <a:xfrm>
                <a:off x="3716719" y="3526279"/>
                <a:ext cx="555637" cy="62639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b">
                <a:noAutofit/>
              </a:bodyPr>
              <a:lstStyle/>
              <a:p>
                <a:pPr defTabSz="397256">
                  <a:defRPr sz="2040" b="0">
                    <a:latin typeface="+mn-lt"/>
                    <a:ea typeface="+mn-ea"/>
                    <a:cs typeface="+mn-cs"/>
                    <a:sym typeface="Helvetica Neue Medium"/>
                  </a:defRPr>
                </a:pPr>
                <a:r>
                  <a:rPr sz="2000" dirty="0" err="1">
                    <a:latin typeface="Times New Roman" panose="02020603050405020304" pitchFamily="18" charset="0"/>
                    <a:cs typeface="Times New Roman" panose="02020603050405020304" pitchFamily="18" charset="0"/>
                  </a:rPr>
                  <a:t>AR</a:t>
                </a:r>
                <a:r>
                  <a:rPr sz="2000" baseline="-5999" dirty="0" err="1">
                    <a:latin typeface="Times New Roman" panose="02020603050405020304" pitchFamily="18" charset="0"/>
                    <a:cs typeface="Times New Roman" panose="02020603050405020304" pitchFamily="18" charset="0"/>
                  </a:rPr>
                  <a:t>c</a:t>
                </a:r>
                <a:endParaRPr sz="2000" baseline="-5999" dirty="0">
                  <a:latin typeface="Times New Roman" panose="02020603050405020304" pitchFamily="18" charset="0"/>
                  <a:cs typeface="Times New Roman" panose="02020603050405020304" pitchFamily="18" charset="0"/>
                </a:endParaRPr>
              </a:p>
            </p:txBody>
          </p:sp>
          <p:sp>
            <p:nvSpPr>
              <p:cNvPr id="145" name="MRc"/>
              <p:cNvSpPr txBox="1"/>
              <p:nvPr/>
            </p:nvSpPr>
            <p:spPr>
              <a:xfrm>
                <a:off x="2442387" y="3864171"/>
                <a:ext cx="671975" cy="62639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b">
                <a:noAutofit/>
              </a:bodyPr>
              <a:lstStyle/>
              <a:p>
                <a:pPr defTabSz="350520">
                  <a:defRPr sz="1800" b="0">
                    <a:latin typeface="+mn-lt"/>
                    <a:ea typeface="+mn-ea"/>
                    <a:cs typeface="+mn-cs"/>
                    <a:sym typeface="Helvetica Neue Medium"/>
                  </a:defRPr>
                </a:pPr>
                <a:r>
                  <a:rPr sz="2000" err="1">
                    <a:latin typeface="Times New Roman" panose="02020603050405020304" pitchFamily="18" charset="0"/>
                    <a:cs typeface="Times New Roman" panose="02020603050405020304" pitchFamily="18" charset="0"/>
                  </a:rPr>
                  <a:t>MR</a:t>
                </a:r>
                <a:r>
                  <a:rPr sz="2000" baseline="-5999" err="1">
                    <a:latin typeface="Times New Roman" panose="02020603050405020304" pitchFamily="18" charset="0"/>
                    <a:cs typeface="Times New Roman" panose="02020603050405020304" pitchFamily="18" charset="0"/>
                  </a:rPr>
                  <a:t>c</a:t>
                </a:r>
                <a:endParaRPr sz="2000" baseline="-5999">
                  <a:latin typeface="Times New Roman" panose="02020603050405020304" pitchFamily="18" charset="0"/>
                  <a:cs typeface="Times New Roman" panose="02020603050405020304" pitchFamily="18" charset="0"/>
                </a:endParaRPr>
              </a:p>
            </p:txBody>
          </p:sp>
        </p:grpSp>
        <p:sp>
          <p:nvSpPr>
            <p:cNvPr id="80" name="Line">
              <a:extLst>
                <a:ext uri="{FF2B5EF4-FFF2-40B4-BE49-F238E27FC236}">
                  <a16:creationId xmlns:a16="http://schemas.microsoft.com/office/drawing/2014/main" id="{9C87E325-18A6-7D49-98BC-9C193C56ECFB}"/>
                </a:ext>
              </a:extLst>
            </p:cNvPr>
            <p:cNvSpPr/>
            <p:nvPr/>
          </p:nvSpPr>
          <p:spPr>
            <a:xfrm flipV="1">
              <a:off x="1778240" y="2682753"/>
              <a:ext cx="1" cy="2960822"/>
            </a:xfrm>
            <a:prstGeom prst="line">
              <a:avLst/>
            </a:prstGeom>
            <a:noFill/>
            <a:ln w="63500" cap="flat">
              <a:solidFill>
                <a:srgbClr val="000000"/>
              </a:solidFill>
              <a:prstDash val="sysDot"/>
              <a:miter lim="400000"/>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sz="2000">
                <a:latin typeface="Times New Roman" panose="02020603050405020304" pitchFamily="18" charset="0"/>
                <a:cs typeface="Times New Roman" panose="02020603050405020304" pitchFamily="18" charset="0"/>
              </a:endParaRPr>
            </a:p>
          </p:txBody>
        </p:sp>
      </p:grpSp>
      <p:sp>
        <p:nvSpPr>
          <p:cNvPr id="82" name="2. TR = A(       OPTCQ) + A(     TBC)">
            <a:extLst>
              <a:ext uri="{FF2B5EF4-FFF2-40B4-BE49-F238E27FC236}">
                <a16:creationId xmlns:a16="http://schemas.microsoft.com/office/drawing/2014/main" id="{CD8EC1FE-ADCF-8149-B313-137142C0D167}"/>
              </a:ext>
            </a:extLst>
          </p:cNvPr>
          <p:cNvSpPr txBox="1"/>
          <p:nvPr/>
        </p:nvSpPr>
        <p:spPr>
          <a:xfrm>
            <a:off x="3495512" y="1748251"/>
            <a:ext cx="7441353" cy="62852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b">
            <a:noAutofit/>
          </a:bodyPr>
          <a:lstStyle>
            <a:lvl1pPr algn="l">
              <a:defRPr sz="2500" b="0">
                <a:latin typeface="+mn-lt"/>
                <a:ea typeface="+mn-ea"/>
                <a:cs typeface="+mn-cs"/>
                <a:sym typeface="Helvetica Neue Medium"/>
              </a:defRPr>
            </a:lvl1pPr>
          </a:lstStyle>
          <a:p>
            <a:r>
              <a:rPr lang="en-US" sz="2800" b="1" dirty="0">
                <a:latin typeface="Times New Roman" panose="02020603050405020304" pitchFamily="18" charset="0"/>
                <a:cs typeface="Times New Roman" panose="02020603050405020304" pitchFamily="18" charset="0"/>
              </a:rPr>
              <a:t>  2</a:t>
            </a:r>
            <a:r>
              <a:rPr sz="2800" b="1" dirty="0">
                <a:latin typeface="Times New Roman" panose="02020603050405020304" pitchFamily="18" charset="0"/>
                <a:cs typeface="Times New Roman" panose="02020603050405020304" pitchFamily="18" charset="0"/>
              </a:rPr>
              <a:t>.</a:t>
            </a:r>
            <a:r>
              <a:rPr lang="en-US" sz="2800" b="1" dirty="0">
                <a:latin typeface="Times New Roman" panose="02020603050405020304" pitchFamily="18" charset="0"/>
                <a:cs typeface="Times New Roman" panose="02020603050405020304" pitchFamily="18" charset="0"/>
              </a:rPr>
              <a:t>  At Price OP, qty signified by </a:t>
            </a:r>
            <a:r>
              <a:rPr lang="en-US" sz="2800" b="1" dirty="0">
                <a:solidFill>
                  <a:schemeClr val="accent3">
                    <a:lumMod val="50000"/>
                  </a:schemeClr>
                </a:solidFill>
                <a:latin typeface="Times New Roman" panose="02020603050405020304" pitchFamily="18" charset="0"/>
                <a:cs typeface="Times New Roman" panose="02020603050405020304" pitchFamily="18" charset="0"/>
              </a:rPr>
              <a:t>MR</a:t>
            </a:r>
            <a:r>
              <a:rPr lang="en-US" sz="2800" b="1" dirty="0">
                <a:latin typeface="Times New Roman" panose="02020603050405020304" pitchFamily="18" charset="0"/>
                <a:cs typeface="Times New Roman" panose="02020603050405020304" pitchFamily="18" charset="0"/>
              </a:rPr>
              <a:t> is OQ</a:t>
            </a:r>
            <a:r>
              <a:rPr lang="en-US" sz="2800" b="1" baseline="-25000" dirty="0">
                <a:latin typeface="Times New Roman" panose="02020603050405020304" pitchFamily="18" charset="0"/>
                <a:cs typeface="Times New Roman" panose="02020603050405020304" pitchFamily="18" charset="0"/>
              </a:rPr>
              <a:t>1</a:t>
            </a:r>
            <a:endParaRPr sz="2800" b="1" baseline="-25000" dirty="0">
              <a:latin typeface="Times New Roman" panose="02020603050405020304" pitchFamily="18" charset="0"/>
              <a:cs typeface="Times New Roman" panose="02020603050405020304" pitchFamily="18" charset="0"/>
            </a:endParaRPr>
          </a:p>
        </p:txBody>
      </p:sp>
      <p:sp>
        <p:nvSpPr>
          <p:cNvPr id="83" name="2. TR = A(       OPTCQ) + A(     TBC)">
            <a:extLst>
              <a:ext uri="{FF2B5EF4-FFF2-40B4-BE49-F238E27FC236}">
                <a16:creationId xmlns:a16="http://schemas.microsoft.com/office/drawing/2014/main" id="{98D5FA93-03C0-5540-99CE-B0870A112316}"/>
              </a:ext>
            </a:extLst>
          </p:cNvPr>
          <p:cNvSpPr txBox="1"/>
          <p:nvPr/>
        </p:nvSpPr>
        <p:spPr>
          <a:xfrm>
            <a:off x="3516937" y="2299855"/>
            <a:ext cx="7421954" cy="6693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b">
            <a:noAutofit/>
          </a:bodyPr>
          <a:lstStyle>
            <a:lvl1pPr algn="l">
              <a:defRPr sz="2500" b="0">
                <a:latin typeface="+mn-lt"/>
                <a:ea typeface="+mn-ea"/>
                <a:cs typeface="+mn-cs"/>
                <a:sym typeface="Helvetica Neue Medium"/>
              </a:defRPr>
            </a:lvl1pPr>
          </a:lstStyle>
          <a:p>
            <a:r>
              <a:rPr lang="en-US" sz="2800" b="1" dirty="0">
                <a:latin typeface="Times New Roman" panose="02020603050405020304" pitchFamily="18" charset="0"/>
                <a:cs typeface="Times New Roman" panose="02020603050405020304" pitchFamily="18" charset="0"/>
              </a:rPr>
              <a:t>  3</a:t>
            </a:r>
            <a:r>
              <a:rPr sz="2800" b="1" dirty="0">
                <a:latin typeface="Times New Roman" panose="02020603050405020304" pitchFamily="18" charset="0"/>
                <a:cs typeface="Times New Roman" panose="02020603050405020304" pitchFamily="18" charset="0"/>
              </a:rPr>
              <a:t>.</a:t>
            </a:r>
            <a:r>
              <a:rPr lang="en-US" sz="2800" b="1" dirty="0">
                <a:latin typeface="Times New Roman" panose="02020603050405020304" pitchFamily="18" charset="0"/>
                <a:cs typeface="Times New Roman" panose="02020603050405020304" pitchFamily="18" charset="0"/>
              </a:rPr>
              <a:t>  At Price OP, qty signified by </a:t>
            </a:r>
            <a:r>
              <a:rPr lang="en-US" sz="2800" b="1" dirty="0">
                <a:solidFill>
                  <a:srgbClr val="0070C0"/>
                </a:solidFill>
                <a:latin typeface="Times New Roman" panose="02020603050405020304" pitchFamily="18" charset="0"/>
                <a:cs typeface="Times New Roman" panose="02020603050405020304" pitchFamily="18" charset="0"/>
              </a:rPr>
              <a:t>AR</a:t>
            </a:r>
            <a:r>
              <a:rPr lang="en-US" sz="2800" b="1" dirty="0">
                <a:latin typeface="Times New Roman" panose="02020603050405020304" pitchFamily="18" charset="0"/>
                <a:cs typeface="Times New Roman" panose="02020603050405020304" pitchFamily="18" charset="0"/>
              </a:rPr>
              <a:t> is OQ</a:t>
            </a:r>
            <a:r>
              <a:rPr lang="en-US" sz="2800" b="1" baseline="-25000" dirty="0">
                <a:latin typeface="Times New Roman" panose="02020603050405020304" pitchFamily="18" charset="0"/>
                <a:cs typeface="Times New Roman" panose="02020603050405020304" pitchFamily="18" charset="0"/>
              </a:rPr>
              <a:t>2</a:t>
            </a:r>
            <a:endParaRPr sz="2800" b="1" baseline="-25000" dirty="0">
              <a:latin typeface="Times New Roman" panose="02020603050405020304" pitchFamily="18" charset="0"/>
              <a:cs typeface="Times New Roman" panose="02020603050405020304" pitchFamily="18" charset="0"/>
            </a:endParaRPr>
          </a:p>
        </p:txBody>
      </p:sp>
      <p:sp>
        <p:nvSpPr>
          <p:cNvPr id="86" name="2. TR = A(       OPTCQ) + A(     TBC)">
            <a:extLst>
              <a:ext uri="{FF2B5EF4-FFF2-40B4-BE49-F238E27FC236}">
                <a16:creationId xmlns:a16="http://schemas.microsoft.com/office/drawing/2014/main" id="{73EA929C-58E3-3646-9278-40F3B6036661}"/>
              </a:ext>
            </a:extLst>
          </p:cNvPr>
          <p:cNvSpPr txBox="1"/>
          <p:nvPr/>
        </p:nvSpPr>
        <p:spPr>
          <a:xfrm>
            <a:off x="4923458" y="5118820"/>
            <a:ext cx="6374897" cy="609456"/>
          </a:xfrm>
          <a:prstGeom prst="rect">
            <a:avLst/>
          </a:prstGeom>
          <a:noFill/>
          <a:ln w="12700" cap="flat">
            <a:noFill/>
            <a:miter lim="400000"/>
          </a:ln>
          <a:effectLst/>
          <a:extLst>
            <a:ext uri="{C572A759-6A51-4108-AA02-DFA0A04FC94B}">
              <ma14:wrappingTextBoxFlag xmlns:mc="http://schemas.openxmlformats.org/markup-compatibility/2006" xmlns:a14="http://schemas.microsoft.com/office/drawing/2010/main" xmlns:ma14="http://schemas.microsoft.com/office/mac/drawingml/2011/main" xmlns:m="http://schemas.openxmlformats.org/officeDocument/2006/math" xmlns="" val="1"/>
            </a:ext>
          </a:extLst>
        </p:spPr>
        <p:txBody>
          <a:bodyPr wrap="square" lIns="50800" tIns="50800" rIns="50800" bIns="50800" numCol="1" anchor="b">
            <a:noAutofit/>
          </a:bodyPr>
          <a:lstStyle>
            <a:lvl1pPr algn="l">
              <a:defRPr sz="2500" b="0">
                <a:latin typeface="+mn-lt"/>
                <a:ea typeface="+mn-ea"/>
                <a:cs typeface="+mn-cs"/>
                <a:sym typeface="Helvetica Neue Medium"/>
              </a:defRPr>
            </a:lvl1pPr>
          </a:lstStyle>
          <a:p>
            <a:pPr>
              <a:spcAft>
                <a:spcPts val="600"/>
              </a:spcAft>
            </a:pPr>
            <a:r>
              <a:rPr lang="en-US" sz="2800" b="1" dirty="0">
                <a:latin typeface="Times New Roman" panose="02020603050405020304" pitchFamily="18" charset="0"/>
                <a:cs typeface="Times New Roman" panose="02020603050405020304" pitchFamily="18" charset="0"/>
              </a:rPr>
              <a:t>  7.   Hence, </a:t>
            </a:r>
            <a:r>
              <a:rPr lang="en-US" sz="2800" b="1" dirty="0">
                <a:solidFill>
                  <a:schemeClr val="accent3">
                    <a:lumMod val="50000"/>
                  </a:schemeClr>
                </a:solidFill>
                <a:latin typeface="Times New Roman" panose="02020603050405020304" pitchFamily="18" charset="0"/>
                <a:cs typeface="Times New Roman" panose="02020603050405020304" pitchFamily="18" charset="0"/>
              </a:rPr>
              <a:t>2(OQ</a:t>
            </a:r>
            <a:r>
              <a:rPr lang="en-US" sz="2800" b="1" baseline="-25000" dirty="0">
                <a:solidFill>
                  <a:schemeClr val="accent3">
                    <a:lumMod val="50000"/>
                  </a:schemeClr>
                </a:solidFill>
                <a:latin typeface="Times New Roman" panose="02020603050405020304" pitchFamily="18" charset="0"/>
                <a:cs typeface="Times New Roman" panose="02020603050405020304" pitchFamily="18" charset="0"/>
              </a:rPr>
              <a:t>1</a:t>
            </a:r>
            <a:r>
              <a:rPr lang="en-US" sz="2800" b="1" dirty="0">
                <a:solidFill>
                  <a:schemeClr val="accent3">
                    <a:lumMod val="50000"/>
                  </a:schemeClr>
                </a:solidFill>
                <a:latin typeface="Times New Roman" panose="02020603050405020304" pitchFamily="18" charset="0"/>
                <a:cs typeface="Times New Roman" panose="02020603050405020304" pitchFamily="18" charset="0"/>
              </a:rPr>
              <a:t>)</a:t>
            </a:r>
            <a:r>
              <a:rPr lang="en-US" sz="2800" b="1" baseline="-25000" dirty="0">
                <a:solidFill>
                  <a:schemeClr val="accent3">
                    <a:lumMod val="50000"/>
                  </a:schemeClr>
                </a:solidFill>
                <a:latin typeface="Times New Roman" panose="02020603050405020304" pitchFamily="18" charset="0"/>
                <a:cs typeface="Times New Roman" panose="02020603050405020304" pitchFamily="18" charset="0"/>
              </a:rPr>
              <a:t> </a:t>
            </a:r>
            <a:r>
              <a:rPr lang="en-US" sz="2800" b="1" dirty="0">
                <a:solidFill>
                  <a:schemeClr val="accent3">
                    <a:lumMod val="50000"/>
                  </a:schemeClr>
                </a:solidFill>
                <a:latin typeface="Times New Roman" panose="02020603050405020304" pitchFamily="18" charset="0"/>
                <a:cs typeface="Times New Roman" panose="02020603050405020304" pitchFamily="18" charset="0"/>
              </a:rPr>
              <a:t>= </a:t>
            </a:r>
            <a:r>
              <a:rPr lang="en-US" sz="2800" b="1" dirty="0">
                <a:solidFill>
                  <a:srgbClr val="0070C0"/>
                </a:solidFill>
                <a:latin typeface="Times New Roman" panose="02020603050405020304" pitchFamily="18" charset="0"/>
                <a:cs typeface="Times New Roman" panose="02020603050405020304" pitchFamily="18" charset="0"/>
              </a:rPr>
              <a:t>(OQ</a:t>
            </a:r>
            <a:r>
              <a:rPr lang="en-US" sz="2800" b="1" baseline="-25000" dirty="0">
                <a:solidFill>
                  <a:srgbClr val="0070C0"/>
                </a:solidFill>
                <a:latin typeface="Times New Roman" panose="02020603050405020304" pitchFamily="18" charset="0"/>
                <a:cs typeface="Times New Roman" panose="02020603050405020304" pitchFamily="18" charset="0"/>
              </a:rPr>
              <a:t>2</a:t>
            </a:r>
            <a:r>
              <a:rPr lang="en-US" sz="2800" b="1" dirty="0">
                <a:solidFill>
                  <a:srgbClr val="0070C0"/>
                </a:solidFill>
                <a:latin typeface="Times New Roman" panose="02020603050405020304" pitchFamily="18" charset="0"/>
                <a:cs typeface="Times New Roman" panose="02020603050405020304" pitchFamily="18" charset="0"/>
              </a:rPr>
              <a:t>)</a:t>
            </a:r>
            <a:r>
              <a:rPr lang="en-US" sz="2800" b="1" dirty="0">
                <a:solidFill>
                  <a:schemeClr val="accent3">
                    <a:lumMod val="50000"/>
                  </a:schemeClr>
                </a:solidFill>
                <a:latin typeface="Times New Roman" panose="02020603050405020304" pitchFamily="18" charset="0"/>
                <a:cs typeface="Times New Roman" panose="02020603050405020304" pitchFamily="18" charset="0"/>
              </a:rPr>
              <a:t>    (From 6)</a:t>
            </a:r>
            <a:endParaRPr lang="en-US" sz="2800" b="1" dirty="0">
              <a:solidFill>
                <a:srgbClr val="0070C0"/>
              </a:solidFill>
              <a:latin typeface="Times New Roman" panose="02020603050405020304" pitchFamily="18" charset="0"/>
              <a:cs typeface="Times New Roman" panose="02020603050405020304" pitchFamily="18" charset="0"/>
            </a:endParaRPr>
          </a:p>
        </p:txBody>
      </p:sp>
      <p:sp>
        <p:nvSpPr>
          <p:cNvPr id="32" name="C">
            <a:extLst>
              <a:ext uri="{FF2B5EF4-FFF2-40B4-BE49-F238E27FC236}">
                <a16:creationId xmlns:a16="http://schemas.microsoft.com/office/drawing/2014/main" id="{053CB115-9697-CB47-9CC7-EBA86C1A15FA}"/>
              </a:ext>
            </a:extLst>
          </p:cNvPr>
          <p:cNvSpPr txBox="1"/>
          <p:nvPr/>
        </p:nvSpPr>
        <p:spPr>
          <a:xfrm>
            <a:off x="1368637" y="5601599"/>
            <a:ext cx="555637" cy="53359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b">
            <a:noAutofit/>
          </a:bodyPr>
          <a:lstStyle>
            <a:lvl1pPr>
              <a:defRPr sz="3000" b="0">
                <a:latin typeface="+mn-lt"/>
                <a:ea typeface="+mn-ea"/>
                <a:cs typeface="+mn-cs"/>
                <a:sym typeface="Helvetica Neue Medium"/>
              </a:defRPr>
            </a:lvl1pPr>
          </a:lstStyle>
          <a:p>
            <a:r>
              <a:rPr lang="en-US" sz="2000" dirty="0">
                <a:latin typeface="Times New Roman" panose="02020603050405020304" pitchFamily="18" charset="0"/>
                <a:cs typeface="Times New Roman" panose="02020603050405020304" pitchFamily="18" charset="0"/>
              </a:rPr>
              <a:t>Q</a:t>
            </a:r>
            <a:r>
              <a:rPr lang="en-US" sz="2000" baseline="-25000" dirty="0">
                <a:latin typeface="Times New Roman" panose="02020603050405020304" pitchFamily="18" charset="0"/>
                <a:cs typeface="Times New Roman" panose="02020603050405020304" pitchFamily="18" charset="0"/>
              </a:rPr>
              <a:t>2</a:t>
            </a:r>
            <a:endParaRPr sz="2000" baseline="-25000" dirty="0">
              <a:latin typeface="Times New Roman" panose="02020603050405020304" pitchFamily="18" charset="0"/>
              <a:cs typeface="Times New Roman" panose="02020603050405020304" pitchFamily="18" charset="0"/>
            </a:endParaRPr>
          </a:p>
        </p:txBody>
      </p:sp>
      <p:sp>
        <p:nvSpPr>
          <p:cNvPr id="33" name="Proof of 50 - 50…">
            <a:extLst>
              <a:ext uri="{FF2B5EF4-FFF2-40B4-BE49-F238E27FC236}">
                <a16:creationId xmlns:a16="http://schemas.microsoft.com/office/drawing/2014/main" id="{A07D4245-4942-EA42-94A6-A943B8D67873}"/>
              </a:ext>
            </a:extLst>
          </p:cNvPr>
          <p:cNvSpPr txBox="1">
            <a:spLocks/>
          </p:cNvSpPr>
          <p:nvPr/>
        </p:nvSpPr>
        <p:spPr>
          <a:xfrm>
            <a:off x="46996" y="7962"/>
            <a:ext cx="8499841" cy="6044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b">
            <a:normAutofit/>
          </a:bodyPr>
          <a:lstStyle>
            <a:lvl1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1pPr>
            <a:lvl2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2pPr>
            <a:lvl3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3pPr>
            <a:lvl4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4pPr>
            <a:lvl5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5pPr>
            <a:lvl6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6pPr>
            <a:lvl7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7pPr>
            <a:lvl8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8pPr>
            <a:lvl9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9pPr>
          </a:lstStyle>
          <a:p>
            <a:pPr algn="l" defTabSz="549148" hangingPunct="1">
              <a:defRPr sz="7519"/>
            </a:pPr>
            <a:r>
              <a:rPr lang="en-IN" sz="2400" b="1" dirty="0">
                <a:latin typeface="Times New Roman" panose="02020603050405020304" pitchFamily="18" charset="0"/>
                <a:cs typeface="Times New Roman" panose="02020603050405020304" pitchFamily="18" charset="0"/>
              </a:rPr>
              <a:t>Linear AR - MR Relationship  (Proof of 50 – 50, </a:t>
            </a:r>
            <a:r>
              <a:rPr lang="en-IN" sz="2400" b="1" dirty="0">
                <a:solidFill>
                  <a:srgbClr val="FF0000"/>
                </a:solidFill>
                <a:latin typeface="Times New Roman" panose="02020603050405020304" pitchFamily="18" charset="0"/>
                <a:cs typeface="Times New Roman" panose="02020603050405020304" pitchFamily="18" charset="0"/>
              </a:rPr>
              <a:t>via Functions</a:t>
            </a:r>
            <a:r>
              <a:rPr lang="en-IN" sz="2400" b="1" dirty="0">
                <a:latin typeface="Times New Roman" panose="02020603050405020304" pitchFamily="18" charset="0"/>
                <a:cs typeface="Times New Roman" panose="02020603050405020304" pitchFamily="18" charset="0"/>
              </a:rPr>
              <a:t> )</a:t>
            </a:r>
            <a:endParaRPr lang="en-IN" sz="2400" b="1" dirty="0">
              <a:solidFill>
                <a:srgbClr val="FF0000"/>
              </a:solidFill>
              <a:latin typeface="Times New Roman" panose="02020603050405020304" pitchFamily="18" charset="0"/>
              <a:cs typeface="Times New Roman" panose="02020603050405020304" pitchFamily="18" charset="0"/>
            </a:endParaRPr>
          </a:p>
        </p:txBody>
      </p:sp>
      <p:sp>
        <p:nvSpPr>
          <p:cNvPr id="112" name="2. TR = A(       OPTCQ) + A(     TBC)">
            <a:extLst>
              <a:ext uri="{FF2B5EF4-FFF2-40B4-BE49-F238E27FC236}">
                <a16:creationId xmlns:a16="http://schemas.microsoft.com/office/drawing/2014/main" id="{2AB45004-7792-C54D-B8E5-A4DF50EC33F4}"/>
              </a:ext>
            </a:extLst>
          </p:cNvPr>
          <p:cNvSpPr txBox="1"/>
          <p:nvPr/>
        </p:nvSpPr>
        <p:spPr>
          <a:xfrm>
            <a:off x="5123723" y="7554140"/>
            <a:ext cx="7746516" cy="57655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b">
            <a:normAutofit/>
          </a:bodyPr>
          <a:lstStyle>
            <a:lvl1pPr algn="l">
              <a:defRPr sz="2500" b="0">
                <a:latin typeface="+mn-lt"/>
                <a:ea typeface="+mn-ea"/>
                <a:cs typeface="+mn-cs"/>
                <a:sym typeface="Helvetica Neue Medium"/>
              </a:defRPr>
            </a:lvl1pPr>
          </a:lstStyle>
          <a:p>
            <a:pPr>
              <a:spcAft>
                <a:spcPts val="600"/>
              </a:spcAft>
            </a:pPr>
            <a:r>
              <a:rPr lang="en-US" sz="2800" b="1" dirty="0">
                <a:latin typeface="Times New Roman" panose="02020603050405020304" pitchFamily="18" charset="0"/>
                <a:cs typeface="Times New Roman" panose="02020603050405020304" pitchFamily="18" charset="0"/>
              </a:rPr>
              <a:t>  8</a:t>
            </a:r>
            <a:r>
              <a:rPr sz="2800" b="1"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  PT</a:t>
            </a:r>
            <a:r>
              <a:rPr lang="en-US" sz="2800" b="1" baseline="-250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 TB         </a:t>
            </a:r>
            <a:r>
              <a:rPr lang="en-US" sz="2400" b="1" dirty="0">
                <a:latin typeface="Times New Roman" panose="02020603050405020304" pitchFamily="18" charset="0"/>
                <a:cs typeface="Times New Roman" panose="02020603050405020304" pitchFamily="18" charset="0"/>
              </a:rPr>
              <a:t>From 7c, Rectangular Property </a:t>
            </a:r>
          </a:p>
        </p:txBody>
      </p:sp>
      <p:sp>
        <p:nvSpPr>
          <p:cNvPr id="113" name="Proof of 50 - 50…">
            <a:extLst>
              <a:ext uri="{FF2B5EF4-FFF2-40B4-BE49-F238E27FC236}">
                <a16:creationId xmlns:a16="http://schemas.microsoft.com/office/drawing/2014/main" id="{F6BE5BC7-7CCC-3A43-877A-582870E2EA7C}"/>
              </a:ext>
            </a:extLst>
          </p:cNvPr>
          <p:cNvSpPr txBox="1">
            <a:spLocks/>
          </p:cNvSpPr>
          <p:nvPr/>
        </p:nvSpPr>
        <p:spPr>
          <a:xfrm>
            <a:off x="287853" y="8407856"/>
            <a:ext cx="12505987" cy="94701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b">
            <a:noAutofit/>
          </a:bodyPr>
          <a:lstStyle>
            <a:lvl1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1pPr>
            <a:lvl2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2pPr>
            <a:lvl3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3pPr>
            <a:lvl4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4pPr>
            <a:lvl5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5pPr>
            <a:lvl6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6pPr>
            <a:lvl7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7pPr>
            <a:lvl8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8pPr>
            <a:lvl9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9pPr>
          </a:lstStyle>
          <a:p>
            <a:pPr algn="just" defTabSz="549148" hangingPunct="1">
              <a:defRPr sz="7519"/>
            </a:pPr>
            <a:br>
              <a:rPr lang="en-US" sz="2800" b="1" dirty="0">
                <a:solidFill>
                  <a:srgbClr val="FF0000"/>
                </a:solidFill>
                <a:latin typeface="Times New Roman" panose="02020603050405020304" pitchFamily="18" charset="0"/>
                <a:cs typeface="Times New Roman" panose="02020603050405020304" pitchFamily="18" charset="0"/>
              </a:rPr>
            </a:br>
            <a:r>
              <a:rPr lang="en-US" sz="2800" b="1" dirty="0">
                <a:solidFill>
                  <a:srgbClr val="FF0000"/>
                </a:solidFill>
                <a:latin typeface="Times New Roman" panose="02020603050405020304" pitchFamily="18" charset="0"/>
                <a:cs typeface="Times New Roman" panose="02020603050405020304" pitchFamily="18" charset="0"/>
              </a:rPr>
              <a:t>Thus, the MR curve bisects the horizontal perpendicular drawn between the AR curve and the vertical axis </a:t>
            </a:r>
          </a:p>
        </p:txBody>
      </p:sp>
      <p:sp>
        <p:nvSpPr>
          <p:cNvPr id="81" name="2. TR = A(       OPTCQ) + A(     TBC)">
            <a:extLst>
              <a:ext uri="{FF2B5EF4-FFF2-40B4-BE49-F238E27FC236}">
                <a16:creationId xmlns:a16="http://schemas.microsoft.com/office/drawing/2014/main" id="{14CA4E72-B526-6443-97A2-D99561FD10C8}"/>
              </a:ext>
            </a:extLst>
          </p:cNvPr>
          <p:cNvSpPr txBox="1"/>
          <p:nvPr/>
        </p:nvSpPr>
        <p:spPr>
          <a:xfrm>
            <a:off x="3502722" y="1292731"/>
            <a:ext cx="7158679" cy="579456"/>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b">
            <a:normAutofit/>
          </a:bodyPr>
          <a:lstStyle>
            <a:lvl1pPr algn="l">
              <a:defRPr sz="2500" b="0">
                <a:latin typeface="+mn-lt"/>
                <a:ea typeface="+mn-ea"/>
                <a:cs typeface="+mn-cs"/>
                <a:sym typeface="Helvetica Neue Medium"/>
              </a:defRPr>
            </a:lvl1pPr>
          </a:lstStyle>
          <a:p>
            <a:r>
              <a:rPr lang="en-US" sz="2800" b="1" dirty="0">
                <a:latin typeface="Times New Roman" panose="02020603050405020304" pitchFamily="18" charset="0"/>
                <a:cs typeface="Times New Roman" panose="02020603050405020304" pitchFamily="18" charset="0"/>
              </a:rPr>
              <a:t>  1</a:t>
            </a:r>
            <a:r>
              <a:rPr sz="2800" b="1" dirty="0">
                <a:latin typeface="Times New Roman" panose="02020603050405020304" pitchFamily="18" charset="0"/>
                <a:cs typeface="Times New Roman" panose="02020603050405020304" pitchFamily="18" charset="0"/>
              </a:rPr>
              <a:t>.</a:t>
            </a:r>
            <a:r>
              <a:rPr lang="en-US" sz="2800" b="1" dirty="0">
                <a:latin typeface="Times New Roman" panose="02020603050405020304" pitchFamily="18" charset="0"/>
                <a:cs typeface="Times New Roman" panose="02020603050405020304" pitchFamily="18" charset="0"/>
              </a:rPr>
              <a:t>  At Price OP, </a:t>
            </a:r>
            <a:r>
              <a:rPr lang="en-US" sz="2800" b="1" dirty="0">
                <a:solidFill>
                  <a:schemeClr val="accent3">
                    <a:lumMod val="50000"/>
                  </a:schemeClr>
                </a:solidFill>
                <a:latin typeface="Times New Roman" panose="02020603050405020304" pitchFamily="18" charset="0"/>
                <a:cs typeface="Times New Roman" panose="02020603050405020304" pitchFamily="18" charset="0"/>
              </a:rPr>
              <a:t>MR</a:t>
            </a:r>
            <a:r>
              <a:rPr lang="en-US" sz="2800" b="1" dirty="0">
                <a:latin typeface="Times New Roman" panose="02020603050405020304" pitchFamily="18" charset="0"/>
                <a:cs typeface="Times New Roman" panose="02020603050405020304" pitchFamily="18" charset="0"/>
              </a:rPr>
              <a:t> = </a:t>
            </a:r>
            <a:r>
              <a:rPr lang="en-US" sz="2800" b="1" dirty="0">
                <a:solidFill>
                  <a:srgbClr val="0070C0"/>
                </a:solidFill>
                <a:latin typeface="Times New Roman" panose="02020603050405020304" pitchFamily="18" charset="0"/>
                <a:cs typeface="Times New Roman" panose="02020603050405020304" pitchFamily="18" charset="0"/>
              </a:rPr>
              <a:t>AR</a:t>
            </a:r>
            <a:r>
              <a:rPr lang="en-US" sz="2800" b="1" dirty="0">
                <a:latin typeface="Times New Roman" panose="02020603050405020304" pitchFamily="18" charset="0"/>
                <a:cs typeface="Times New Roman" panose="02020603050405020304" pitchFamily="18" charset="0"/>
              </a:rPr>
              <a:t>; TQ</a:t>
            </a:r>
            <a:r>
              <a:rPr lang="en-US" sz="2800" b="1" baseline="-25000" dirty="0">
                <a:latin typeface="Times New Roman" panose="02020603050405020304" pitchFamily="18" charset="0"/>
                <a:cs typeface="Times New Roman" panose="02020603050405020304" pitchFamily="18" charset="0"/>
              </a:rPr>
              <a:t>1</a:t>
            </a:r>
            <a:r>
              <a:rPr lang="en-US" sz="2800" b="1" dirty="0">
                <a:latin typeface="Times New Roman" panose="02020603050405020304" pitchFamily="18" charset="0"/>
                <a:cs typeface="Times New Roman" panose="02020603050405020304" pitchFamily="18" charset="0"/>
              </a:rPr>
              <a:t> = BQ</a:t>
            </a:r>
            <a:r>
              <a:rPr lang="en-US" sz="2800" b="1" baseline="-25000" dirty="0">
                <a:latin typeface="Times New Roman" panose="02020603050405020304" pitchFamily="18" charset="0"/>
                <a:cs typeface="Times New Roman" panose="02020603050405020304" pitchFamily="18" charset="0"/>
              </a:rPr>
              <a:t>2</a:t>
            </a:r>
            <a:r>
              <a:rPr lang="en-US" sz="2800" b="1" dirty="0">
                <a:latin typeface="Times New Roman" panose="02020603050405020304" pitchFamily="18" charset="0"/>
                <a:cs typeface="Times New Roman" panose="02020603050405020304" pitchFamily="18" charset="0"/>
              </a:rPr>
              <a:t> = OP </a:t>
            </a:r>
            <a:endParaRPr sz="2800" b="1" baseline="-25000" dirty="0">
              <a:latin typeface="Times New Roman" panose="02020603050405020304" pitchFamily="18" charset="0"/>
              <a:cs typeface="Times New Roman" panose="02020603050405020304" pitchFamily="18" charset="0"/>
            </a:endParaRPr>
          </a:p>
        </p:txBody>
      </p:sp>
      <p:sp>
        <p:nvSpPr>
          <p:cNvPr id="84" name="2. TR = A(       OPTCQ) + A(     TBC)">
            <a:extLst>
              <a:ext uri="{FF2B5EF4-FFF2-40B4-BE49-F238E27FC236}">
                <a16:creationId xmlns:a16="http://schemas.microsoft.com/office/drawing/2014/main" id="{6D79759A-A12D-4A43-90F8-E0E1D4530BA2}"/>
              </a:ext>
            </a:extLst>
          </p:cNvPr>
          <p:cNvSpPr txBox="1"/>
          <p:nvPr/>
        </p:nvSpPr>
        <p:spPr>
          <a:xfrm>
            <a:off x="3579155" y="4103266"/>
            <a:ext cx="8499831" cy="1323174"/>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b">
            <a:noAutofit/>
          </a:bodyPr>
          <a:lstStyle>
            <a:lvl1pPr algn="l">
              <a:defRPr sz="2500" b="0">
                <a:latin typeface="+mn-lt"/>
                <a:ea typeface="+mn-ea"/>
                <a:cs typeface="+mn-cs"/>
                <a:sym typeface="Helvetica Neue Medium"/>
              </a:defRPr>
            </a:lvl1pPr>
          </a:lstStyle>
          <a:p>
            <a:pPr>
              <a:spcAft>
                <a:spcPts val="600"/>
              </a:spcAft>
            </a:pPr>
            <a:r>
              <a:rPr lang="en-US" sz="2800" b="1" dirty="0">
                <a:latin typeface="Times New Roman" panose="02020603050405020304" pitchFamily="18" charset="0"/>
                <a:cs typeface="Times New Roman" panose="02020603050405020304" pitchFamily="18" charset="0"/>
              </a:rPr>
              <a:t>  6</a:t>
            </a:r>
            <a:r>
              <a:rPr sz="2800" b="1"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  At Price OP, from steps 1, 4 &amp; 5 it follows that:</a:t>
            </a:r>
          </a:p>
          <a:p>
            <a:r>
              <a:rPr lang="en-US" sz="2800" b="1" dirty="0">
                <a:latin typeface="Times New Roman" panose="02020603050405020304" pitchFamily="18" charset="0"/>
                <a:cs typeface="Times New Roman" panose="02020603050405020304" pitchFamily="18" charset="0"/>
              </a:rPr>
              <a:t>          </a:t>
            </a:r>
            <a:r>
              <a:rPr lang="en-US" sz="2800" b="1" dirty="0">
                <a:solidFill>
                  <a:schemeClr val="accent3">
                    <a:lumMod val="50000"/>
                  </a:schemeClr>
                </a:solidFill>
                <a:latin typeface="Times New Roman" panose="02020603050405020304" pitchFamily="18" charset="0"/>
                <a:cs typeface="Times New Roman" panose="02020603050405020304" pitchFamily="18" charset="0"/>
              </a:rPr>
              <a:t>a – 2(OP)(OQ</a:t>
            </a:r>
            <a:r>
              <a:rPr lang="en-US" sz="2800" b="1" baseline="-25000" dirty="0">
                <a:solidFill>
                  <a:schemeClr val="accent3">
                    <a:lumMod val="50000"/>
                  </a:schemeClr>
                </a:solidFill>
                <a:latin typeface="Times New Roman" panose="02020603050405020304" pitchFamily="18" charset="0"/>
                <a:cs typeface="Times New Roman" panose="02020603050405020304" pitchFamily="18" charset="0"/>
              </a:rPr>
              <a:t>1</a:t>
            </a:r>
            <a:r>
              <a:rPr lang="en-US" sz="2800" b="1" dirty="0">
                <a:solidFill>
                  <a:schemeClr val="accent3">
                    <a:lumMod val="50000"/>
                  </a:schemeClr>
                </a:solidFill>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 </a:t>
            </a:r>
            <a:r>
              <a:rPr lang="en-US" sz="2800" b="1" dirty="0">
                <a:solidFill>
                  <a:srgbClr val="0070C0"/>
                </a:solidFill>
                <a:latin typeface="Times New Roman" panose="02020603050405020304" pitchFamily="18" charset="0"/>
                <a:cs typeface="Times New Roman" panose="02020603050405020304" pitchFamily="18" charset="0"/>
              </a:rPr>
              <a:t>a – (OP)(OQ</a:t>
            </a:r>
            <a:r>
              <a:rPr lang="en-US" sz="2800" b="1" baseline="-25000" dirty="0">
                <a:solidFill>
                  <a:srgbClr val="0070C0"/>
                </a:solidFill>
                <a:latin typeface="Times New Roman" panose="02020603050405020304" pitchFamily="18" charset="0"/>
                <a:cs typeface="Times New Roman" panose="02020603050405020304" pitchFamily="18" charset="0"/>
              </a:rPr>
              <a:t>2</a:t>
            </a:r>
            <a:r>
              <a:rPr lang="en-US" sz="2800" b="1" dirty="0">
                <a:solidFill>
                  <a:srgbClr val="0070C0"/>
                </a:solidFill>
                <a:latin typeface="Times New Roman" panose="02020603050405020304" pitchFamily="18" charset="0"/>
                <a:cs typeface="Times New Roman" panose="02020603050405020304" pitchFamily="18" charset="0"/>
              </a:rPr>
              <a:t>)</a:t>
            </a:r>
          </a:p>
          <a:p>
            <a:endParaRPr sz="2800" b="1" baseline="-25000" dirty="0">
              <a:latin typeface="Times New Roman" panose="02020603050405020304" pitchFamily="18" charset="0"/>
              <a:cs typeface="Times New Roman" panose="02020603050405020304" pitchFamily="18" charset="0"/>
            </a:endParaRPr>
          </a:p>
        </p:txBody>
      </p:sp>
      <p:grpSp>
        <p:nvGrpSpPr>
          <p:cNvPr id="18" name="Group 17">
            <a:extLst>
              <a:ext uri="{FF2B5EF4-FFF2-40B4-BE49-F238E27FC236}">
                <a16:creationId xmlns:a16="http://schemas.microsoft.com/office/drawing/2014/main" id="{9AEE5625-9220-3B90-A758-65D44E63917C}"/>
              </a:ext>
            </a:extLst>
          </p:cNvPr>
          <p:cNvGrpSpPr/>
          <p:nvPr/>
        </p:nvGrpSpPr>
        <p:grpSpPr>
          <a:xfrm>
            <a:off x="4420595" y="4744782"/>
            <a:ext cx="3987460" cy="289308"/>
            <a:chOff x="4685585" y="4918867"/>
            <a:chExt cx="3987460" cy="289308"/>
          </a:xfrm>
        </p:grpSpPr>
        <p:grpSp>
          <p:nvGrpSpPr>
            <p:cNvPr id="8" name="Group 7">
              <a:extLst>
                <a:ext uri="{FF2B5EF4-FFF2-40B4-BE49-F238E27FC236}">
                  <a16:creationId xmlns:a16="http://schemas.microsoft.com/office/drawing/2014/main" id="{6A7563AA-93E8-6540-A1D7-9A03177ABFB6}"/>
                </a:ext>
              </a:extLst>
            </p:cNvPr>
            <p:cNvGrpSpPr/>
            <p:nvPr/>
          </p:nvGrpSpPr>
          <p:grpSpPr>
            <a:xfrm>
              <a:off x="5608340" y="4918867"/>
              <a:ext cx="3064705" cy="289308"/>
              <a:chOff x="7947896" y="5056525"/>
              <a:chExt cx="2410261" cy="361212"/>
            </a:xfrm>
          </p:grpSpPr>
          <p:grpSp>
            <p:nvGrpSpPr>
              <p:cNvPr id="6" name="Group 5">
                <a:extLst>
                  <a:ext uri="{FF2B5EF4-FFF2-40B4-BE49-F238E27FC236}">
                    <a16:creationId xmlns:a16="http://schemas.microsoft.com/office/drawing/2014/main" id="{8E6C8FD8-9FD3-9B4F-A8F9-4A5AE17CDD6D}"/>
                  </a:ext>
                </a:extLst>
              </p:cNvPr>
              <p:cNvGrpSpPr/>
              <p:nvPr/>
            </p:nvGrpSpPr>
            <p:grpSpPr>
              <a:xfrm>
                <a:off x="7947896" y="5056525"/>
                <a:ext cx="382290" cy="307650"/>
                <a:chOff x="765969" y="7283014"/>
                <a:chExt cx="382290" cy="307650"/>
              </a:xfrm>
            </p:grpSpPr>
            <p:sp>
              <p:nvSpPr>
                <p:cNvPr id="42" name="Line">
                  <a:extLst>
                    <a:ext uri="{FF2B5EF4-FFF2-40B4-BE49-F238E27FC236}">
                      <a16:creationId xmlns:a16="http://schemas.microsoft.com/office/drawing/2014/main" id="{C05238C7-218F-9949-B621-1E9C1FDBA735}"/>
                    </a:ext>
                  </a:extLst>
                </p:cNvPr>
                <p:cNvSpPr/>
                <p:nvPr/>
              </p:nvSpPr>
              <p:spPr>
                <a:xfrm>
                  <a:off x="765970" y="7309816"/>
                  <a:ext cx="382289" cy="238316"/>
                </a:xfrm>
                <a:prstGeom prst="line">
                  <a:avLst/>
                </a:prstGeom>
                <a:noFill/>
                <a:ln w="63500" cap="flat">
                  <a:solidFill>
                    <a:srgbClr val="FF0000"/>
                  </a:solidFill>
                  <a:prstDash val="solid"/>
                  <a:miter lim="400000"/>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a:latin typeface="Times New Roman" panose="02020603050405020304" pitchFamily="18" charset="0"/>
                    <a:cs typeface="Times New Roman" panose="02020603050405020304" pitchFamily="18" charset="0"/>
                  </a:endParaRPr>
                </a:p>
              </p:txBody>
            </p:sp>
            <p:sp>
              <p:nvSpPr>
                <p:cNvPr id="43" name="Line">
                  <a:extLst>
                    <a:ext uri="{FF2B5EF4-FFF2-40B4-BE49-F238E27FC236}">
                      <a16:creationId xmlns:a16="http://schemas.microsoft.com/office/drawing/2014/main" id="{711108E1-1CB6-994A-BBD8-FF6C49840C05}"/>
                    </a:ext>
                  </a:extLst>
                </p:cNvPr>
                <p:cNvSpPr/>
                <p:nvPr/>
              </p:nvSpPr>
              <p:spPr>
                <a:xfrm flipH="1">
                  <a:off x="765969" y="7283014"/>
                  <a:ext cx="357027" cy="307650"/>
                </a:xfrm>
                <a:prstGeom prst="line">
                  <a:avLst/>
                </a:prstGeom>
                <a:noFill/>
                <a:ln w="63500" cap="flat">
                  <a:solidFill>
                    <a:srgbClr val="FF0000"/>
                  </a:solidFill>
                  <a:prstDash val="solid"/>
                  <a:miter lim="400000"/>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a:latin typeface="Times New Roman" panose="02020603050405020304" pitchFamily="18" charset="0"/>
                    <a:cs typeface="Times New Roman" panose="02020603050405020304" pitchFamily="18" charset="0"/>
                  </a:endParaRPr>
                </a:p>
              </p:txBody>
            </p:sp>
          </p:grpSp>
          <p:grpSp>
            <p:nvGrpSpPr>
              <p:cNvPr id="7" name="Group 6">
                <a:extLst>
                  <a:ext uri="{FF2B5EF4-FFF2-40B4-BE49-F238E27FC236}">
                    <a16:creationId xmlns:a16="http://schemas.microsoft.com/office/drawing/2014/main" id="{2ACBF265-EB10-EF46-9511-B5F570912ECF}"/>
                  </a:ext>
                </a:extLst>
              </p:cNvPr>
              <p:cNvGrpSpPr/>
              <p:nvPr/>
            </p:nvGrpSpPr>
            <p:grpSpPr>
              <a:xfrm>
                <a:off x="9975868" y="5110087"/>
                <a:ext cx="382289" cy="307650"/>
                <a:chOff x="9975868" y="5110087"/>
                <a:chExt cx="382289" cy="307650"/>
              </a:xfrm>
            </p:grpSpPr>
            <p:sp>
              <p:nvSpPr>
                <p:cNvPr id="45" name="Line">
                  <a:extLst>
                    <a:ext uri="{FF2B5EF4-FFF2-40B4-BE49-F238E27FC236}">
                      <a16:creationId xmlns:a16="http://schemas.microsoft.com/office/drawing/2014/main" id="{5420C381-634D-6245-8CD5-85AEB449BF20}"/>
                    </a:ext>
                  </a:extLst>
                </p:cNvPr>
                <p:cNvSpPr/>
                <p:nvPr/>
              </p:nvSpPr>
              <p:spPr>
                <a:xfrm>
                  <a:off x="9975868" y="5136889"/>
                  <a:ext cx="382289" cy="238316"/>
                </a:xfrm>
                <a:prstGeom prst="line">
                  <a:avLst/>
                </a:prstGeom>
                <a:noFill/>
                <a:ln w="63500" cap="flat">
                  <a:solidFill>
                    <a:srgbClr val="FF0000"/>
                  </a:solidFill>
                  <a:prstDash val="solid"/>
                  <a:miter lim="400000"/>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a:latin typeface="Times New Roman" panose="02020603050405020304" pitchFamily="18" charset="0"/>
                    <a:cs typeface="Times New Roman" panose="02020603050405020304" pitchFamily="18" charset="0"/>
                  </a:endParaRPr>
                </a:p>
              </p:txBody>
            </p:sp>
            <p:sp>
              <p:nvSpPr>
                <p:cNvPr id="46" name="Line">
                  <a:extLst>
                    <a:ext uri="{FF2B5EF4-FFF2-40B4-BE49-F238E27FC236}">
                      <a16:creationId xmlns:a16="http://schemas.microsoft.com/office/drawing/2014/main" id="{089FACD1-4115-E84A-8D88-D9C54A488A0A}"/>
                    </a:ext>
                  </a:extLst>
                </p:cNvPr>
                <p:cNvSpPr/>
                <p:nvPr/>
              </p:nvSpPr>
              <p:spPr>
                <a:xfrm flipH="1">
                  <a:off x="9975872" y="5110087"/>
                  <a:ext cx="357027" cy="307650"/>
                </a:xfrm>
                <a:prstGeom prst="line">
                  <a:avLst/>
                </a:prstGeom>
                <a:noFill/>
                <a:ln w="63500" cap="flat">
                  <a:solidFill>
                    <a:srgbClr val="FF0000"/>
                  </a:solidFill>
                  <a:prstDash val="solid"/>
                  <a:miter lim="400000"/>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a:latin typeface="Times New Roman" panose="02020603050405020304" pitchFamily="18" charset="0"/>
                    <a:cs typeface="Times New Roman" panose="02020603050405020304" pitchFamily="18" charset="0"/>
                  </a:endParaRPr>
                </a:p>
              </p:txBody>
            </p:sp>
          </p:grpSp>
        </p:grpSp>
        <p:grpSp>
          <p:nvGrpSpPr>
            <p:cNvPr id="49" name="Group 48">
              <a:extLst>
                <a:ext uri="{FF2B5EF4-FFF2-40B4-BE49-F238E27FC236}">
                  <a16:creationId xmlns:a16="http://schemas.microsoft.com/office/drawing/2014/main" id="{15EAFB52-E868-6949-8CA9-0ECA10B1EA31}"/>
                </a:ext>
              </a:extLst>
            </p:cNvPr>
            <p:cNvGrpSpPr/>
            <p:nvPr/>
          </p:nvGrpSpPr>
          <p:grpSpPr>
            <a:xfrm>
              <a:off x="4685585" y="4954012"/>
              <a:ext cx="3156034" cy="252179"/>
              <a:chOff x="7881243" y="5080096"/>
              <a:chExt cx="2482088" cy="314855"/>
            </a:xfrm>
          </p:grpSpPr>
          <p:grpSp>
            <p:nvGrpSpPr>
              <p:cNvPr id="50" name="Group 49">
                <a:extLst>
                  <a:ext uri="{FF2B5EF4-FFF2-40B4-BE49-F238E27FC236}">
                    <a16:creationId xmlns:a16="http://schemas.microsoft.com/office/drawing/2014/main" id="{4975B1D7-953E-5041-A36D-56A7E561BA26}"/>
                  </a:ext>
                </a:extLst>
              </p:cNvPr>
              <p:cNvGrpSpPr/>
              <p:nvPr/>
            </p:nvGrpSpPr>
            <p:grpSpPr>
              <a:xfrm>
                <a:off x="7881243" y="5087301"/>
                <a:ext cx="382289" cy="307650"/>
                <a:chOff x="699316" y="7313790"/>
                <a:chExt cx="382289" cy="307650"/>
              </a:xfrm>
            </p:grpSpPr>
            <p:sp>
              <p:nvSpPr>
                <p:cNvPr id="54" name="Line">
                  <a:extLst>
                    <a:ext uri="{FF2B5EF4-FFF2-40B4-BE49-F238E27FC236}">
                      <a16:creationId xmlns:a16="http://schemas.microsoft.com/office/drawing/2014/main" id="{7DAAD9CE-B2BF-FD49-B699-034F33077197}"/>
                    </a:ext>
                  </a:extLst>
                </p:cNvPr>
                <p:cNvSpPr/>
                <p:nvPr/>
              </p:nvSpPr>
              <p:spPr>
                <a:xfrm>
                  <a:off x="699316" y="7340592"/>
                  <a:ext cx="382289" cy="238316"/>
                </a:xfrm>
                <a:prstGeom prst="line">
                  <a:avLst/>
                </a:prstGeom>
                <a:noFill/>
                <a:ln w="63500" cap="flat">
                  <a:solidFill>
                    <a:srgbClr val="FF0000"/>
                  </a:solidFill>
                  <a:prstDash val="solid"/>
                  <a:miter lim="400000"/>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a:latin typeface="Times New Roman" panose="02020603050405020304" pitchFamily="18" charset="0"/>
                    <a:cs typeface="Times New Roman" panose="02020603050405020304" pitchFamily="18" charset="0"/>
                  </a:endParaRPr>
                </a:p>
              </p:txBody>
            </p:sp>
            <p:sp>
              <p:nvSpPr>
                <p:cNvPr id="55" name="Line">
                  <a:extLst>
                    <a:ext uri="{FF2B5EF4-FFF2-40B4-BE49-F238E27FC236}">
                      <a16:creationId xmlns:a16="http://schemas.microsoft.com/office/drawing/2014/main" id="{E1FA08D4-E82B-0340-B916-61AA82147DE5}"/>
                    </a:ext>
                  </a:extLst>
                </p:cNvPr>
                <p:cNvSpPr/>
                <p:nvPr/>
              </p:nvSpPr>
              <p:spPr>
                <a:xfrm flipH="1">
                  <a:off x="699318" y="7313790"/>
                  <a:ext cx="357027" cy="307650"/>
                </a:xfrm>
                <a:prstGeom prst="line">
                  <a:avLst/>
                </a:prstGeom>
                <a:noFill/>
                <a:ln w="63500" cap="flat">
                  <a:solidFill>
                    <a:srgbClr val="FF0000"/>
                  </a:solidFill>
                  <a:prstDash val="solid"/>
                  <a:miter lim="400000"/>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a:latin typeface="Times New Roman" panose="02020603050405020304" pitchFamily="18" charset="0"/>
                    <a:cs typeface="Times New Roman" panose="02020603050405020304" pitchFamily="18" charset="0"/>
                  </a:endParaRPr>
                </a:p>
              </p:txBody>
            </p:sp>
          </p:grpSp>
          <p:grpSp>
            <p:nvGrpSpPr>
              <p:cNvPr id="51" name="Group 50">
                <a:extLst>
                  <a:ext uri="{FF2B5EF4-FFF2-40B4-BE49-F238E27FC236}">
                    <a16:creationId xmlns:a16="http://schemas.microsoft.com/office/drawing/2014/main" id="{30C6C5BE-91ED-8349-81B9-30AE644AAF50}"/>
                  </a:ext>
                </a:extLst>
              </p:cNvPr>
              <p:cNvGrpSpPr/>
              <p:nvPr/>
            </p:nvGrpSpPr>
            <p:grpSpPr>
              <a:xfrm>
                <a:off x="9981041" y="5080096"/>
                <a:ext cx="382290" cy="307650"/>
                <a:chOff x="9981041" y="5080096"/>
                <a:chExt cx="382290" cy="307650"/>
              </a:xfrm>
            </p:grpSpPr>
            <p:sp>
              <p:nvSpPr>
                <p:cNvPr id="52" name="Line">
                  <a:extLst>
                    <a:ext uri="{FF2B5EF4-FFF2-40B4-BE49-F238E27FC236}">
                      <a16:creationId xmlns:a16="http://schemas.microsoft.com/office/drawing/2014/main" id="{AC4AE303-C33E-AD47-8ECD-2EAB25B2D663}"/>
                    </a:ext>
                  </a:extLst>
                </p:cNvPr>
                <p:cNvSpPr/>
                <p:nvPr/>
              </p:nvSpPr>
              <p:spPr>
                <a:xfrm>
                  <a:off x="9981042" y="5106901"/>
                  <a:ext cx="382289" cy="238316"/>
                </a:xfrm>
                <a:prstGeom prst="line">
                  <a:avLst/>
                </a:prstGeom>
                <a:noFill/>
                <a:ln w="63500" cap="flat">
                  <a:solidFill>
                    <a:srgbClr val="FF0000"/>
                  </a:solidFill>
                  <a:prstDash val="solid"/>
                  <a:miter lim="400000"/>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a:latin typeface="Times New Roman" panose="02020603050405020304" pitchFamily="18" charset="0"/>
                    <a:cs typeface="Times New Roman" panose="02020603050405020304" pitchFamily="18" charset="0"/>
                  </a:endParaRPr>
                </a:p>
              </p:txBody>
            </p:sp>
            <p:sp>
              <p:nvSpPr>
                <p:cNvPr id="53" name="Line">
                  <a:extLst>
                    <a:ext uri="{FF2B5EF4-FFF2-40B4-BE49-F238E27FC236}">
                      <a16:creationId xmlns:a16="http://schemas.microsoft.com/office/drawing/2014/main" id="{1B8465D2-EE8F-4148-8C61-6031D01E14E0}"/>
                    </a:ext>
                  </a:extLst>
                </p:cNvPr>
                <p:cNvSpPr/>
                <p:nvPr/>
              </p:nvSpPr>
              <p:spPr>
                <a:xfrm flipH="1">
                  <a:off x="9981041" y="5080096"/>
                  <a:ext cx="357027" cy="307650"/>
                </a:xfrm>
                <a:prstGeom prst="line">
                  <a:avLst/>
                </a:prstGeom>
                <a:noFill/>
                <a:ln w="63500" cap="flat">
                  <a:solidFill>
                    <a:srgbClr val="FF0000"/>
                  </a:solidFill>
                  <a:prstDash val="solid"/>
                  <a:miter lim="400000"/>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a:latin typeface="Times New Roman" panose="02020603050405020304" pitchFamily="18" charset="0"/>
                    <a:cs typeface="Times New Roman" panose="02020603050405020304" pitchFamily="18" charset="0"/>
                  </a:endParaRPr>
                </a:p>
              </p:txBody>
            </p:sp>
          </p:grpSp>
        </p:grpSp>
      </p:grpSp>
      <mc:AlternateContent xmlns:mc="http://schemas.openxmlformats.org/markup-compatibility/2006" xmlns:a14="http://schemas.microsoft.com/office/drawing/2010/main">
        <mc:Choice Requires="a14">
          <p:sp>
            <p:nvSpPr>
              <p:cNvPr id="57" name="Rectangle 56">
                <a:extLst>
                  <a:ext uri="{FF2B5EF4-FFF2-40B4-BE49-F238E27FC236}">
                    <a16:creationId xmlns:a16="http://schemas.microsoft.com/office/drawing/2014/main" id="{8490D7F5-AF05-354F-99FF-04D47789658F}"/>
                  </a:ext>
                </a:extLst>
              </p:cNvPr>
              <p:cNvSpPr/>
              <p:nvPr/>
            </p:nvSpPr>
            <p:spPr>
              <a:xfrm>
                <a:off x="3468391" y="662170"/>
                <a:ext cx="8499831" cy="523220"/>
              </a:xfrm>
              <a:prstGeom prst="rect">
                <a:avLst/>
              </a:prstGeom>
            </p:spPr>
            <p:txBody>
              <a:bodyPr wrap="square">
                <a:spAutoFit/>
              </a:bodyPr>
              <a:lstStyle/>
              <a:p>
                <a14:m>
                  <m:oMath xmlns:m="http://schemas.openxmlformats.org/officeDocument/2006/math">
                    <m:r>
                      <a:rPr lang="en-US" sz="2800" b="0" i="0" smtClean="0">
                        <a:solidFill>
                          <a:schemeClr val="tx1"/>
                        </a:solidFill>
                        <a:latin typeface="Cambria Math" panose="02040503050406030204" pitchFamily="18" charset="0"/>
                      </a:rPr>
                      <m:t>0.  </m:t>
                    </m:r>
                    <m:r>
                      <a:rPr lang="en-US" sz="2800" b="1" i="0" smtClean="0">
                        <a:solidFill>
                          <a:schemeClr val="accent6">
                            <a:lumMod val="75000"/>
                          </a:schemeClr>
                        </a:solidFill>
                        <a:latin typeface="Cambria Math" panose="02040503050406030204" pitchFamily="18" charset="0"/>
                      </a:rPr>
                      <m:t>𝐓𝐑</m:t>
                    </m:r>
                    <m:r>
                      <a:rPr lang="en-US" sz="2800" b="1" i="0">
                        <a:solidFill>
                          <a:schemeClr val="accent6">
                            <a:lumMod val="75000"/>
                          </a:schemeClr>
                        </a:solidFill>
                        <a:latin typeface="Cambria Math" panose="02040503050406030204" pitchFamily="18" charset="0"/>
                      </a:rPr>
                      <m:t>=</m:t>
                    </m:r>
                    <m:r>
                      <a:rPr lang="en-US" sz="2800" b="1" i="0">
                        <a:solidFill>
                          <a:schemeClr val="accent6">
                            <a:lumMod val="75000"/>
                          </a:schemeClr>
                        </a:solidFill>
                        <a:latin typeface="Cambria Math" panose="02040503050406030204" pitchFamily="18" charset="0"/>
                      </a:rPr>
                      <m:t>𝐚𝐪</m:t>
                    </m:r>
                    <m:r>
                      <a:rPr lang="en-US" sz="2800" b="1" i="0">
                        <a:solidFill>
                          <a:schemeClr val="accent6">
                            <a:lumMod val="75000"/>
                          </a:schemeClr>
                        </a:solidFill>
                        <a:latin typeface="Cambria Math" panose="02040503050406030204" pitchFamily="18" charset="0"/>
                      </a:rPr>
                      <m:t> −</m:t>
                    </m:r>
                    <m:r>
                      <a:rPr lang="en-US" sz="2800" b="1" i="0">
                        <a:solidFill>
                          <a:schemeClr val="accent6">
                            <a:lumMod val="75000"/>
                          </a:schemeClr>
                        </a:solidFill>
                        <a:latin typeface="Cambria Math" panose="02040503050406030204" pitchFamily="18" charset="0"/>
                      </a:rPr>
                      <m:t>𝐩𝐪𝟐</m:t>
                    </m:r>
                    <m:r>
                      <a:rPr lang="en-US" sz="2800" b="0" i="1" smtClean="0">
                        <a:solidFill>
                          <a:schemeClr val="accent6">
                            <a:lumMod val="75000"/>
                          </a:schemeClr>
                        </a:solidFill>
                        <a:latin typeface="Cambria Math" panose="02040503050406030204" pitchFamily="18" charset="0"/>
                      </a:rPr>
                      <m:t>;  </m:t>
                    </m:r>
                    <m:r>
                      <a:rPr lang="en-US" sz="2800" b="1" i="0" smtClean="0">
                        <a:solidFill>
                          <a:srgbClr val="0070C0"/>
                        </a:solidFill>
                        <a:latin typeface="Cambria Math" panose="02040503050406030204" pitchFamily="18" charset="0"/>
                      </a:rPr>
                      <m:t>𝐀</m:t>
                    </m:r>
                    <m:r>
                      <a:rPr lang="en-US" sz="2800" b="1" i="1">
                        <a:solidFill>
                          <a:srgbClr val="0070C0"/>
                        </a:solidFill>
                        <a:latin typeface="Cambria Math" panose="02040503050406030204" pitchFamily="18" charset="0"/>
                      </a:rPr>
                      <m:t>𝐑</m:t>
                    </m:r>
                    <m:r>
                      <a:rPr lang="en-US" sz="2800" b="1">
                        <a:solidFill>
                          <a:srgbClr val="0070C0"/>
                        </a:solidFill>
                        <a:latin typeface="Cambria Math" panose="02040503050406030204" pitchFamily="18" charset="0"/>
                      </a:rPr>
                      <m:t>=</m:t>
                    </m:r>
                    <m:r>
                      <a:rPr lang="en-US" sz="2800" b="1" i="1">
                        <a:solidFill>
                          <a:srgbClr val="0070C0"/>
                        </a:solidFill>
                        <a:latin typeface="Cambria Math" panose="02040503050406030204" pitchFamily="18" charset="0"/>
                      </a:rPr>
                      <m:t>𝐚</m:t>
                    </m:r>
                    <m:r>
                      <a:rPr lang="en-US" sz="2800" b="1">
                        <a:solidFill>
                          <a:srgbClr val="0070C0"/>
                        </a:solidFill>
                        <a:latin typeface="Cambria Math" panose="02040503050406030204" pitchFamily="18" charset="0"/>
                      </a:rPr>
                      <m:t> −</m:t>
                    </m:r>
                    <m:r>
                      <a:rPr lang="en-US" sz="2800" b="1" i="1">
                        <a:solidFill>
                          <a:srgbClr val="0070C0"/>
                        </a:solidFill>
                        <a:latin typeface="Cambria Math" panose="02040503050406030204" pitchFamily="18" charset="0"/>
                      </a:rPr>
                      <m:t>𝐩𝐪</m:t>
                    </m:r>
                  </m:oMath>
                </a14:m>
                <a:r>
                  <a:rPr lang="en-US" sz="2800" dirty="0">
                    <a:solidFill>
                      <a:srgbClr val="0070C0"/>
                    </a:solidFill>
                    <a:latin typeface="Times New Roman" panose="02020603050405020304" pitchFamily="18" charset="0"/>
                    <a:cs typeface="Times New Roman" panose="02020603050405020304" pitchFamily="18" charset="0"/>
                  </a:rPr>
                  <a:t>;   </a:t>
                </a:r>
                <a14:m>
                  <m:oMath xmlns:m="http://schemas.openxmlformats.org/officeDocument/2006/math">
                    <m:r>
                      <a:rPr lang="en-US" sz="2800" b="1" i="0" smtClean="0">
                        <a:solidFill>
                          <a:schemeClr val="accent3">
                            <a:lumMod val="50000"/>
                          </a:schemeClr>
                        </a:solidFill>
                        <a:latin typeface="Cambria Math" panose="02040503050406030204" pitchFamily="18" charset="0"/>
                      </a:rPr>
                      <m:t>𝐌</m:t>
                    </m:r>
                    <m:r>
                      <a:rPr lang="en-US" sz="2800" b="1" i="1">
                        <a:solidFill>
                          <a:schemeClr val="accent3">
                            <a:lumMod val="50000"/>
                          </a:schemeClr>
                        </a:solidFill>
                        <a:latin typeface="Cambria Math" panose="02040503050406030204" pitchFamily="18" charset="0"/>
                      </a:rPr>
                      <m:t>𝐑</m:t>
                    </m:r>
                    <m:r>
                      <a:rPr lang="en-US" sz="2800" b="1">
                        <a:solidFill>
                          <a:schemeClr val="accent3">
                            <a:lumMod val="50000"/>
                          </a:schemeClr>
                        </a:solidFill>
                        <a:latin typeface="Cambria Math" panose="02040503050406030204" pitchFamily="18" charset="0"/>
                      </a:rPr>
                      <m:t>=</m:t>
                    </m:r>
                    <m:r>
                      <a:rPr lang="en-US" sz="2800" b="1" i="1">
                        <a:solidFill>
                          <a:schemeClr val="accent3">
                            <a:lumMod val="50000"/>
                          </a:schemeClr>
                        </a:solidFill>
                        <a:latin typeface="Cambria Math" panose="02040503050406030204" pitchFamily="18" charset="0"/>
                      </a:rPr>
                      <m:t>𝐚</m:t>
                    </m:r>
                    <m:r>
                      <a:rPr lang="en-US" sz="2800" b="1">
                        <a:solidFill>
                          <a:schemeClr val="accent3">
                            <a:lumMod val="50000"/>
                          </a:schemeClr>
                        </a:solidFill>
                        <a:latin typeface="Cambria Math" panose="02040503050406030204" pitchFamily="18" charset="0"/>
                      </a:rPr>
                      <m:t> −</m:t>
                    </m:r>
                    <m:r>
                      <a:rPr lang="en-US" sz="2800" b="1" i="0" smtClean="0">
                        <a:solidFill>
                          <a:schemeClr val="accent3">
                            <a:lumMod val="50000"/>
                          </a:schemeClr>
                        </a:solidFill>
                        <a:latin typeface="Cambria Math" panose="02040503050406030204" pitchFamily="18" charset="0"/>
                      </a:rPr>
                      <m:t>𝟐</m:t>
                    </m:r>
                    <m:r>
                      <a:rPr lang="en-US" sz="2800" b="1" i="1">
                        <a:solidFill>
                          <a:schemeClr val="accent3">
                            <a:lumMod val="50000"/>
                          </a:schemeClr>
                        </a:solidFill>
                        <a:latin typeface="Cambria Math" panose="02040503050406030204" pitchFamily="18" charset="0"/>
                      </a:rPr>
                      <m:t>𝐩𝐪</m:t>
                    </m:r>
                  </m:oMath>
                </a14:m>
                <a:endParaRPr lang="en-US" sz="28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57" name="Rectangle 56">
                <a:extLst>
                  <a:ext uri="{FF2B5EF4-FFF2-40B4-BE49-F238E27FC236}">
                    <a16:creationId xmlns:a16="http://schemas.microsoft.com/office/drawing/2014/main" id="{8490D7F5-AF05-354F-99FF-04D47789658F}"/>
                  </a:ext>
                </a:extLst>
              </p:cNvPr>
              <p:cNvSpPr>
                <a:spLocks noRot="1" noChangeAspect="1" noMove="1" noResize="1" noEditPoints="1" noAdjustHandles="1" noChangeArrowheads="1" noChangeShapeType="1" noTextEdit="1"/>
              </p:cNvSpPr>
              <p:nvPr/>
            </p:nvSpPr>
            <p:spPr>
              <a:xfrm>
                <a:off x="3468391" y="662170"/>
                <a:ext cx="8499831" cy="523220"/>
              </a:xfrm>
              <a:prstGeom prst="rect">
                <a:avLst/>
              </a:prstGeom>
              <a:blipFill>
                <a:blip r:embed="rId2"/>
                <a:stretch>
                  <a:fillRect t="-11905" b="-3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8E24E252-5D29-9694-957F-A6703AEE3E4B}"/>
                  </a:ext>
                </a:extLst>
              </p:cNvPr>
              <p:cNvSpPr txBox="1"/>
              <p:nvPr/>
            </p:nvSpPr>
            <p:spPr>
              <a:xfrm>
                <a:off x="4777808" y="5856241"/>
                <a:ext cx="8124467" cy="5232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r>
                  <a:rPr lang="en-US" sz="2800" b="1" baseline="-25000" dirty="0">
                    <a:solidFill>
                      <a:schemeClr val="accent3">
                        <a:lumMod val="50000"/>
                      </a:schemeClr>
                    </a:solidFill>
                    <a:latin typeface="Times New Roman" panose="02020603050405020304" pitchFamily="18" charset="0"/>
                    <a:cs typeface="Times New Roman" panose="02020603050405020304" pitchFamily="18" charset="0"/>
                  </a:rPr>
                  <a:t> </a:t>
                </a:r>
                <a:r>
                  <a:rPr lang="en-US" sz="2800" b="1" dirty="0">
                    <a:solidFill>
                      <a:schemeClr val="tx1"/>
                    </a:solidFill>
                    <a:latin typeface="Times New Roman" panose="02020603050405020304" pitchFamily="18" charset="0"/>
                    <a:cs typeface="Times New Roman" panose="02020603050405020304" pitchFamily="18" charset="0"/>
                  </a:rPr>
                  <a:t>7a. </a:t>
                </a:r>
                <a:r>
                  <a:rPr lang="en-US" sz="2800" b="1" dirty="0">
                    <a:solidFill>
                      <a:schemeClr val="accent3">
                        <a:lumMod val="50000"/>
                      </a:schemeClr>
                    </a:solidFill>
                    <a:latin typeface="Times New Roman" panose="02020603050405020304" pitchFamily="18" charset="0"/>
                    <a:cs typeface="Times New Roman" panose="02020603050405020304" pitchFamily="18" charset="0"/>
                  </a:rPr>
                  <a:t>   </a:t>
                </a:r>
                <a:r>
                  <a:rPr lang="en-US" sz="2800" b="1" dirty="0">
                    <a:solidFill>
                      <a:schemeClr val="tx1"/>
                    </a:solidFill>
                    <a:latin typeface="Times New Roman" panose="02020603050405020304" pitchFamily="18" charset="0"/>
                    <a:cs typeface="Times New Roman" panose="02020603050405020304" pitchFamily="18" charset="0"/>
                  </a:rPr>
                  <a:t>So,</a:t>
                </a:r>
                <a:r>
                  <a:rPr lang="en-US" sz="2800" b="1" dirty="0">
                    <a:latin typeface="Times New Roman" panose="02020603050405020304" pitchFamily="18" charset="0"/>
                    <a:cs typeface="Times New Roman" panose="02020603050405020304" pitchFamily="18" charset="0"/>
                  </a:rPr>
                  <a:t> </a:t>
                </a:r>
                <a:r>
                  <a:rPr lang="en-US" sz="2800" dirty="0">
                    <a:solidFill>
                      <a:schemeClr val="accent3">
                        <a:lumMod val="50000"/>
                      </a:schemeClr>
                    </a:solidFill>
                    <a:latin typeface="Times New Roman" panose="02020603050405020304" pitchFamily="18" charset="0"/>
                    <a:cs typeface="Times New Roman" panose="02020603050405020304" pitchFamily="18" charset="0"/>
                  </a:rPr>
                  <a:t>2</a:t>
                </a:r>
                <a:r>
                  <a:rPr lang="en-US" sz="2800" b="1" dirty="0">
                    <a:solidFill>
                      <a:schemeClr val="accent3">
                        <a:lumMod val="50000"/>
                      </a:schemeClr>
                    </a:solidFill>
                    <a:latin typeface="Times New Roman" panose="02020603050405020304" pitchFamily="18" charset="0"/>
                    <a:cs typeface="Times New Roman" panose="02020603050405020304" pitchFamily="18" charset="0"/>
                  </a:rPr>
                  <a:t>(OQ</a:t>
                </a:r>
                <a:r>
                  <a:rPr lang="en-US" sz="2800" b="1" baseline="-25000" dirty="0">
                    <a:solidFill>
                      <a:schemeClr val="accent3">
                        <a:lumMod val="50000"/>
                      </a:schemeClr>
                    </a:solidFill>
                    <a:latin typeface="Times New Roman" panose="02020603050405020304" pitchFamily="18" charset="0"/>
                    <a:cs typeface="Times New Roman" panose="02020603050405020304" pitchFamily="18" charset="0"/>
                  </a:rPr>
                  <a:t>1</a:t>
                </a:r>
                <a:r>
                  <a:rPr lang="en-US" sz="2800" b="1" dirty="0">
                    <a:solidFill>
                      <a:schemeClr val="accent3">
                        <a:lumMod val="50000"/>
                      </a:schemeClr>
                    </a:solidFill>
                    <a:latin typeface="Times New Roman" panose="02020603050405020304" pitchFamily="18" charset="0"/>
                    <a:cs typeface="Times New Roman" panose="02020603050405020304" pitchFamily="18" charset="0"/>
                  </a:rPr>
                  <a:t>)</a:t>
                </a:r>
                <a:r>
                  <a:rPr lang="en-US" sz="2800" b="1" baseline="-25000" dirty="0">
                    <a:solidFill>
                      <a:schemeClr val="accent6">
                        <a:lumMod val="75000"/>
                      </a:schemeClr>
                    </a:solidFill>
                    <a:latin typeface="Times New Roman" panose="02020603050405020304" pitchFamily="18" charset="0"/>
                    <a:cs typeface="Times New Roman" panose="02020603050405020304" pitchFamily="18" charset="0"/>
                  </a:rPr>
                  <a:t> </a:t>
                </a:r>
                <a:r>
                  <a:rPr lang="en-US" sz="2800" dirty="0">
                    <a:solidFill>
                      <a:schemeClr val="accent6">
                        <a:lumMod val="75000"/>
                      </a:schemeClr>
                    </a:solidFill>
                    <a:latin typeface="Times New Roman" panose="02020603050405020304" pitchFamily="18" charset="0"/>
                    <a:cs typeface="Times New Roman" panose="02020603050405020304" pitchFamily="18" charset="0"/>
                  </a:rPr>
                  <a:t>= </a:t>
                </a:r>
                <a14:m>
                  <m:oMath xmlns:m="http://schemas.openxmlformats.org/officeDocument/2006/math">
                    <m:r>
                      <a:rPr lang="en-US" sz="2800" i="1" dirty="0" smtClean="0">
                        <a:solidFill>
                          <a:srgbClr val="0070C0"/>
                        </a:solidFill>
                        <a:latin typeface="Cambria Math" panose="02040503050406030204" pitchFamily="18" charset="0"/>
                      </a:rPr>
                      <m:t>𝑶</m:t>
                    </m:r>
                    <m:r>
                      <a:rPr lang="ar-AE" sz="2800" i="1" dirty="0">
                        <a:solidFill>
                          <a:srgbClr val="0070C0"/>
                        </a:solidFill>
                        <a:latin typeface="Cambria Math" panose="02040503050406030204" pitchFamily="18" charset="0"/>
                      </a:rPr>
                      <m:t>𝑸</m:t>
                    </m:r>
                    <m:r>
                      <a:rPr lang="en-US" sz="2800" i="1" baseline="-25000" dirty="0">
                        <a:solidFill>
                          <a:srgbClr val="0070C0"/>
                        </a:solidFill>
                        <a:latin typeface="Cambria Math" panose="02040503050406030204" pitchFamily="18" charset="0"/>
                      </a:rPr>
                      <m:t>𝟏</m:t>
                    </m:r>
                    <m:r>
                      <a:rPr lang="en-US" sz="2800" i="1" dirty="0">
                        <a:solidFill>
                          <a:schemeClr val="accent6">
                            <a:lumMod val="75000"/>
                          </a:schemeClr>
                        </a:solidFill>
                        <a:latin typeface="Cambria Math" panose="02040503050406030204" pitchFamily="18" charset="0"/>
                      </a:rPr>
                      <m:t>+</m:t>
                    </m:r>
                    <m:r>
                      <a:rPr lang="ar-AE" sz="2800" i="1" dirty="0">
                        <a:solidFill>
                          <a:schemeClr val="accent6">
                            <a:lumMod val="75000"/>
                          </a:schemeClr>
                        </a:solidFill>
                        <a:latin typeface="Cambria Math" panose="02040503050406030204" pitchFamily="18" charset="0"/>
                      </a:rPr>
                      <m:t>𝑸</m:t>
                    </m:r>
                    <m:r>
                      <a:rPr lang="en-US" sz="2800" i="1" baseline="-25000" dirty="0">
                        <a:solidFill>
                          <a:schemeClr val="accent6">
                            <a:lumMod val="75000"/>
                          </a:schemeClr>
                        </a:solidFill>
                        <a:latin typeface="Cambria Math" panose="02040503050406030204" pitchFamily="18" charset="0"/>
                      </a:rPr>
                      <m:t>𝟏</m:t>
                    </m:r>
                    <m:r>
                      <a:rPr lang="ar-AE" sz="2800" i="1" dirty="0">
                        <a:solidFill>
                          <a:schemeClr val="accent6">
                            <a:lumMod val="75000"/>
                          </a:schemeClr>
                        </a:solidFill>
                        <a:latin typeface="Cambria Math" panose="02040503050406030204" pitchFamily="18" charset="0"/>
                      </a:rPr>
                      <m:t>𝑸</m:t>
                    </m:r>
                    <m:r>
                      <a:rPr lang="en-US" sz="2800" i="1" baseline="-25000" dirty="0">
                        <a:solidFill>
                          <a:schemeClr val="accent6">
                            <a:lumMod val="75000"/>
                          </a:schemeClr>
                        </a:solidFill>
                        <a:latin typeface="Cambria Math" panose="02040503050406030204" pitchFamily="18" charset="0"/>
                      </a:rPr>
                      <m:t>𝟐</m:t>
                    </m:r>
                  </m:oMath>
                </a14:m>
                <a:r>
                  <a:rPr lang="en-US" sz="2800" dirty="0"/>
                  <a:t>     </a:t>
                </a:r>
                <a:r>
                  <a:rPr lang="en-US" dirty="0">
                    <a:latin typeface="Times New Roman" panose="02020603050405020304" pitchFamily="18" charset="0"/>
                    <a:cs typeface="Times New Roman" panose="02020603050405020304" pitchFamily="18" charset="0"/>
                  </a:rPr>
                  <a:t>(From 7, O - Q</a:t>
                </a:r>
                <a:r>
                  <a:rPr lang="en-US" baseline="-25000" dirty="0">
                    <a:latin typeface="Times New Roman" panose="02020603050405020304" pitchFamily="18" charset="0"/>
                    <a:cs typeface="Times New Roman" panose="02020603050405020304" pitchFamily="18" charset="0"/>
                  </a:rPr>
                  <a:t>1</a:t>
                </a:r>
                <a:r>
                  <a:rPr lang="en-US" dirty="0">
                    <a:latin typeface="Times New Roman" panose="02020603050405020304" pitchFamily="18" charset="0"/>
                    <a:cs typeface="Times New Roman" panose="02020603050405020304" pitchFamily="18" charset="0"/>
                  </a:rPr>
                  <a:t>- Q</a:t>
                </a:r>
                <a:r>
                  <a:rPr lang="en-US" baseline="-25000" dirty="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a:t>
                </a:r>
              </a:p>
            </p:txBody>
          </p:sp>
        </mc:Choice>
        <mc:Fallback xmlns="">
          <p:sp>
            <p:nvSpPr>
              <p:cNvPr id="14" name="TextBox 13">
                <a:extLst>
                  <a:ext uri="{FF2B5EF4-FFF2-40B4-BE49-F238E27FC236}">
                    <a16:creationId xmlns:a16="http://schemas.microsoft.com/office/drawing/2014/main" id="{8E24E252-5D29-9694-957F-A6703AEE3E4B}"/>
                  </a:ext>
                </a:extLst>
              </p:cNvPr>
              <p:cNvSpPr txBox="1">
                <a:spLocks noRot="1" noChangeAspect="1" noMove="1" noResize="1" noEditPoints="1" noAdjustHandles="1" noChangeArrowheads="1" noChangeShapeType="1" noTextEdit="1"/>
              </p:cNvSpPr>
              <p:nvPr/>
            </p:nvSpPr>
            <p:spPr>
              <a:xfrm>
                <a:off x="4777808" y="5856241"/>
                <a:ext cx="8124467" cy="523220"/>
              </a:xfrm>
              <a:prstGeom prst="rect">
                <a:avLst/>
              </a:prstGeom>
              <a:blipFill>
                <a:blip r:embed="rId3"/>
                <a:stretch>
                  <a:fillRect l="-936" t="-11905" r="-468" b="-30952"/>
                </a:stretch>
              </a:blipFill>
              <a:ln w="12700" cap="flat">
                <a:noFill/>
                <a:miter lim="400000"/>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8DAD9DF2-5F43-A88A-96F6-85BD78A5858F}"/>
                  </a:ext>
                </a:extLst>
              </p:cNvPr>
              <p:cNvSpPr txBox="1"/>
              <p:nvPr/>
            </p:nvSpPr>
            <p:spPr>
              <a:xfrm>
                <a:off x="4777808" y="6427693"/>
                <a:ext cx="7472459" cy="5232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r>
                  <a:rPr lang="en-US" sz="2800" b="1" baseline="-25000" dirty="0">
                    <a:solidFill>
                      <a:schemeClr val="accent3">
                        <a:lumMod val="50000"/>
                      </a:schemeClr>
                    </a:solidFill>
                    <a:latin typeface="Times New Roman" panose="02020603050405020304" pitchFamily="18" charset="0"/>
                    <a:cs typeface="Times New Roman" panose="02020603050405020304" pitchFamily="18" charset="0"/>
                  </a:rPr>
                  <a:t> </a:t>
                </a:r>
                <a:r>
                  <a:rPr lang="en-US" sz="2800" b="1" dirty="0">
                    <a:solidFill>
                      <a:schemeClr val="tx1"/>
                    </a:solidFill>
                    <a:latin typeface="Times New Roman" panose="02020603050405020304" pitchFamily="18" charset="0"/>
                    <a:cs typeface="Times New Roman" panose="02020603050405020304" pitchFamily="18" charset="0"/>
                  </a:rPr>
                  <a:t>7b. </a:t>
                </a:r>
                <a:r>
                  <a:rPr lang="en-US" sz="2800" b="1" dirty="0">
                    <a:solidFill>
                      <a:schemeClr val="accent3">
                        <a:lumMod val="50000"/>
                      </a:schemeClr>
                    </a:solidFill>
                    <a:latin typeface="Times New Roman" panose="02020603050405020304" pitchFamily="18" charset="0"/>
                    <a:cs typeface="Times New Roman" panose="02020603050405020304" pitchFamily="18" charset="0"/>
                  </a:rPr>
                  <a:t>   </a:t>
                </a:r>
                <a:r>
                  <a:rPr lang="en-US" sz="2800" b="1" dirty="0">
                    <a:solidFill>
                      <a:schemeClr val="tx1"/>
                    </a:solidFill>
                    <a:latin typeface="Times New Roman" panose="02020603050405020304" pitchFamily="18" charset="0"/>
                    <a:cs typeface="Times New Roman" panose="02020603050405020304" pitchFamily="18" charset="0"/>
                  </a:rPr>
                  <a:t>So,</a:t>
                </a:r>
                <a:r>
                  <a:rPr lang="en-US" sz="2800" b="1" dirty="0">
                    <a:latin typeface="Times New Roman" panose="02020603050405020304" pitchFamily="18" charset="0"/>
                    <a:cs typeface="Times New Roman" panose="02020603050405020304" pitchFamily="18" charset="0"/>
                  </a:rPr>
                  <a:t> </a:t>
                </a:r>
                <a:r>
                  <a:rPr lang="en-US" sz="2800" dirty="0">
                    <a:solidFill>
                      <a:schemeClr val="accent3">
                        <a:lumMod val="50000"/>
                      </a:schemeClr>
                    </a:solidFill>
                    <a:latin typeface="Times New Roman" panose="02020603050405020304" pitchFamily="18" charset="0"/>
                    <a:cs typeface="Times New Roman" panose="02020603050405020304" pitchFamily="18" charset="0"/>
                  </a:rPr>
                  <a:t>2</a:t>
                </a:r>
                <a:r>
                  <a:rPr lang="en-US" sz="2800" b="1" dirty="0">
                    <a:solidFill>
                      <a:schemeClr val="accent3">
                        <a:lumMod val="50000"/>
                      </a:schemeClr>
                    </a:solidFill>
                    <a:latin typeface="Times New Roman" panose="02020603050405020304" pitchFamily="18" charset="0"/>
                    <a:cs typeface="Times New Roman" panose="02020603050405020304" pitchFamily="18" charset="0"/>
                  </a:rPr>
                  <a:t>(OQ</a:t>
                </a:r>
                <a:r>
                  <a:rPr lang="en-US" sz="2800" b="1" baseline="-25000" dirty="0">
                    <a:solidFill>
                      <a:schemeClr val="accent3">
                        <a:lumMod val="50000"/>
                      </a:schemeClr>
                    </a:solidFill>
                    <a:latin typeface="Times New Roman" panose="02020603050405020304" pitchFamily="18" charset="0"/>
                    <a:cs typeface="Times New Roman" panose="02020603050405020304" pitchFamily="18" charset="0"/>
                  </a:rPr>
                  <a:t>1</a:t>
                </a:r>
                <a:r>
                  <a:rPr lang="en-US" sz="2800" b="1" dirty="0">
                    <a:solidFill>
                      <a:schemeClr val="accent3">
                        <a:lumMod val="50000"/>
                      </a:schemeClr>
                    </a:solidFill>
                    <a:latin typeface="Times New Roman" panose="02020603050405020304" pitchFamily="18" charset="0"/>
                    <a:cs typeface="Times New Roman" panose="02020603050405020304" pitchFamily="18" charset="0"/>
                  </a:rPr>
                  <a:t>)</a:t>
                </a:r>
                <a:r>
                  <a:rPr lang="en-US" sz="2800" b="1" dirty="0">
                    <a:solidFill>
                      <a:schemeClr val="accent6">
                        <a:lumMod val="75000"/>
                      </a:schemeClr>
                    </a:solidFill>
                    <a:latin typeface="Times New Roman" panose="02020603050405020304" pitchFamily="18" charset="0"/>
                    <a:cs typeface="Times New Roman" panose="02020603050405020304" pitchFamily="18" charset="0"/>
                  </a:rPr>
                  <a:t> - </a:t>
                </a:r>
                <a14:m>
                  <m:oMath xmlns:m="http://schemas.openxmlformats.org/officeDocument/2006/math">
                    <m:r>
                      <a:rPr lang="en-US" sz="2800" i="1" dirty="0" smtClean="0">
                        <a:solidFill>
                          <a:srgbClr val="0070C0"/>
                        </a:solidFill>
                        <a:latin typeface="Cambria Math" panose="02040503050406030204" pitchFamily="18" charset="0"/>
                      </a:rPr>
                      <m:t>𝑶</m:t>
                    </m:r>
                    <m:r>
                      <a:rPr lang="ar-AE" sz="2800" i="1" dirty="0">
                        <a:solidFill>
                          <a:srgbClr val="0070C0"/>
                        </a:solidFill>
                        <a:latin typeface="Cambria Math" panose="02040503050406030204" pitchFamily="18" charset="0"/>
                      </a:rPr>
                      <m:t>𝑸</m:t>
                    </m:r>
                    <m:r>
                      <a:rPr lang="en-US" sz="2800" i="1" baseline="-25000" dirty="0">
                        <a:solidFill>
                          <a:srgbClr val="0070C0"/>
                        </a:solidFill>
                        <a:latin typeface="Cambria Math" panose="02040503050406030204" pitchFamily="18" charset="0"/>
                      </a:rPr>
                      <m:t>𝟏</m:t>
                    </m:r>
                  </m:oMath>
                </a14:m>
                <a:r>
                  <a:rPr lang="en-US" sz="2800" b="1" dirty="0">
                    <a:solidFill>
                      <a:srgbClr val="0070C0"/>
                    </a:solidFill>
                    <a:latin typeface="Times New Roman" panose="02020603050405020304" pitchFamily="18" charset="0"/>
                    <a:cs typeface="Times New Roman" panose="02020603050405020304" pitchFamily="18" charset="0"/>
                  </a:rPr>
                  <a:t> </a:t>
                </a:r>
                <a:r>
                  <a:rPr lang="en-US" sz="2800" b="1" baseline="-25000" dirty="0">
                    <a:solidFill>
                      <a:srgbClr val="0070C0"/>
                    </a:solidFill>
                    <a:latin typeface="Times New Roman" panose="02020603050405020304" pitchFamily="18" charset="0"/>
                    <a:cs typeface="Times New Roman" panose="02020603050405020304" pitchFamily="18" charset="0"/>
                  </a:rPr>
                  <a:t> </a:t>
                </a:r>
                <a:r>
                  <a:rPr lang="en-US" sz="2800" dirty="0">
                    <a:solidFill>
                      <a:schemeClr val="accent6">
                        <a:lumMod val="75000"/>
                      </a:schemeClr>
                    </a:solidFill>
                    <a:latin typeface="Times New Roman" panose="02020603050405020304" pitchFamily="18" charset="0"/>
                    <a:cs typeface="Times New Roman" panose="02020603050405020304" pitchFamily="18" charset="0"/>
                  </a:rPr>
                  <a:t>=</a:t>
                </a:r>
                <a14:m>
                  <m:oMath xmlns:m="http://schemas.openxmlformats.org/officeDocument/2006/math">
                    <m:r>
                      <a:rPr lang="en-US" sz="2800" b="1" i="0" dirty="0" smtClean="0">
                        <a:solidFill>
                          <a:schemeClr val="accent6">
                            <a:lumMod val="75000"/>
                          </a:schemeClr>
                        </a:solidFill>
                        <a:latin typeface="Cambria Math" panose="02040503050406030204" pitchFamily="18" charset="0"/>
                      </a:rPr>
                      <m:t> </m:t>
                    </m:r>
                    <m:r>
                      <a:rPr lang="ar-AE" sz="2800" i="1" dirty="0">
                        <a:solidFill>
                          <a:schemeClr val="accent6">
                            <a:lumMod val="75000"/>
                          </a:schemeClr>
                        </a:solidFill>
                        <a:latin typeface="Cambria Math" panose="02040503050406030204" pitchFamily="18" charset="0"/>
                      </a:rPr>
                      <m:t>𝑸</m:t>
                    </m:r>
                    <m:r>
                      <a:rPr lang="en-US" sz="2800" i="1" baseline="-25000" dirty="0">
                        <a:solidFill>
                          <a:schemeClr val="accent6">
                            <a:lumMod val="75000"/>
                          </a:schemeClr>
                        </a:solidFill>
                        <a:latin typeface="Cambria Math" panose="02040503050406030204" pitchFamily="18" charset="0"/>
                      </a:rPr>
                      <m:t>𝟏</m:t>
                    </m:r>
                    <m:r>
                      <a:rPr lang="ar-AE" sz="2800" i="1" dirty="0">
                        <a:solidFill>
                          <a:schemeClr val="accent6">
                            <a:lumMod val="75000"/>
                          </a:schemeClr>
                        </a:solidFill>
                        <a:latin typeface="Cambria Math" panose="02040503050406030204" pitchFamily="18" charset="0"/>
                      </a:rPr>
                      <m:t>𝑸</m:t>
                    </m:r>
                    <m:r>
                      <a:rPr lang="en-US" sz="2800" i="1" baseline="-25000" dirty="0">
                        <a:solidFill>
                          <a:schemeClr val="accent6">
                            <a:lumMod val="75000"/>
                          </a:schemeClr>
                        </a:solidFill>
                        <a:latin typeface="Cambria Math" panose="02040503050406030204" pitchFamily="18" charset="0"/>
                      </a:rPr>
                      <m:t>𝟐</m:t>
                    </m:r>
                  </m:oMath>
                </a14:m>
                <a:r>
                  <a:rPr lang="en-US" sz="2800" dirty="0"/>
                  <a:t>      </a:t>
                </a:r>
                <a:r>
                  <a:rPr lang="en-US" dirty="0">
                    <a:latin typeface="Times New Roman" panose="02020603050405020304" pitchFamily="18" charset="0"/>
                    <a:cs typeface="Times New Roman" panose="02020603050405020304" pitchFamily="18" charset="0"/>
                  </a:rPr>
                  <a:t>(From 7a)</a:t>
                </a:r>
                <a:endParaRPr lang="en-US" dirty="0"/>
              </a:p>
            </p:txBody>
          </p:sp>
        </mc:Choice>
        <mc:Fallback xmlns="">
          <p:sp>
            <p:nvSpPr>
              <p:cNvPr id="15" name="TextBox 14">
                <a:extLst>
                  <a:ext uri="{FF2B5EF4-FFF2-40B4-BE49-F238E27FC236}">
                    <a16:creationId xmlns:a16="http://schemas.microsoft.com/office/drawing/2014/main" id="{8DAD9DF2-5F43-A88A-96F6-85BD78A5858F}"/>
                  </a:ext>
                </a:extLst>
              </p:cNvPr>
              <p:cNvSpPr txBox="1">
                <a:spLocks noRot="1" noChangeAspect="1" noMove="1" noResize="1" noEditPoints="1" noAdjustHandles="1" noChangeArrowheads="1" noChangeShapeType="1" noTextEdit="1"/>
              </p:cNvSpPr>
              <p:nvPr/>
            </p:nvSpPr>
            <p:spPr>
              <a:xfrm>
                <a:off x="4777808" y="6427693"/>
                <a:ext cx="7472459" cy="523220"/>
              </a:xfrm>
              <a:prstGeom prst="rect">
                <a:avLst/>
              </a:prstGeom>
              <a:blipFill>
                <a:blip r:embed="rId4"/>
                <a:stretch>
                  <a:fillRect l="-1019" t="-9302" b="-32558"/>
                </a:stretch>
              </a:blipFill>
              <a:ln w="12700" cap="flat">
                <a:noFill/>
                <a:miter lim="400000"/>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557E70C0-7135-5D5D-1913-23BDADF5AA31}"/>
                  </a:ext>
                </a:extLst>
              </p:cNvPr>
              <p:cNvSpPr txBox="1"/>
              <p:nvPr/>
            </p:nvSpPr>
            <p:spPr>
              <a:xfrm>
                <a:off x="4828466" y="6995967"/>
                <a:ext cx="7592597" cy="5232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r>
                  <a:rPr lang="en-US" sz="2800" b="1" baseline="-25000" dirty="0">
                    <a:solidFill>
                      <a:schemeClr val="accent3">
                        <a:lumMod val="50000"/>
                      </a:schemeClr>
                    </a:solidFill>
                    <a:latin typeface="Times New Roman" panose="02020603050405020304" pitchFamily="18" charset="0"/>
                    <a:cs typeface="Times New Roman" panose="02020603050405020304" pitchFamily="18" charset="0"/>
                  </a:rPr>
                  <a:t> </a:t>
                </a:r>
                <a:r>
                  <a:rPr lang="en-US" sz="2800" b="1" dirty="0">
                    <a:solidFill>
                      <a:schemeClr val="tx1"/>
                    </a:solidFill>
                    <a:latin typeface="Times New Roman" panose="02020603050405020304" pitchFamily="18" charset="0"/>
                    <a:cs typeface="Times New Roman" panose="02020603050405020304" pitchFamily="18" charset="0"/>
                  </a:rPr>
                  <a:t>7c. </a:t>
                </a:r>
                <a:r>
                  <a:rPr lang="en-US" sz="2800" b="1" dirty="0">
                    <a:solidFill>
                      <a:schemeClr val="accent3">
                        <a:lumMod val="50000"/>
                      </a:schemeClr>
                    </a:solidFill>
                    <a:latin typeface="Times New Roman" panose="02020603050405020304" pitchFamily="18" charset="0"/>
                    <a:cs typeface="Times New Roman" panose="02020603050405020304" pitchFamily="18" charset="0"/>
                  </a:rPr>
                  <a:t>   </a:t>
                </a:r>
                <a:r>
                  <a:rPr lang="en-US" sz="2800" b="1" dirty="0">
                    <a:solidFill>
                      <a:schemeClr val="tx1"/>
                    </a:solidFill>
                    <a:latin typeface="Times New Roman" panose="02020603050405020304" pitchFamily="18" charset="0"/>
                    <a:cs typeface="Times New Roman" panose="02020603050405020304" pitchFamily="18" charset="0"/>
                  </a:rPr>
                  <a:t>So,</a:t>
                </a:r>
                <a:r>
                  <a:rPr lang="en-US" sz="2800" b="1" dirty="0">
                    <a:latin typeface="Times New Roman" panose="02020603050405020304" pitchFamily="18" charset="0"/>
                    <a:cs typeface="Times New Roman" panose="02020603050405020304" pitchFamily="18" charset="0"/>
                  </a:rPr>
                  <a:t> </a:t>
                </a:r>
                <a:r>
                  <a:rPr lang="en-US" sz="2800" b="1" dirty="0">
                    <a:solidFill>
                      <a:schemeClr val="accent3">
                        <a:lumMod val="50000"/>
                      </a:schemeClr>
                    </a:solidFill>
                    <a:latin typeface="Times New Roman" panose="02020603050405020304" pitchFamily="18" charset="0"/>
                    <a:cs typeface="Times New Roman" panose="02020603050405020304" pitchFamily="18" charset="0"/>
                  </a:rPr>
                  <a:t>OQ</a:t>
                </a:r>
                <a:r>
                  <a:rPr lang="en-US" sz="2800" b="1" baseline="-25000" dirty="0">
                    <a:solidFill>
                      <a:schemeClr val="accent3">
                        <a:lumMod val="50000"/>
                      </a:schemeClr>
                    </a:solidFill>
                    <a:latin typeface="Times New Roman" panose="02020603050405020304" pitchFamily="18" charset="0"/>
                    <a:cs typeface="Times New Roman" panose="02020603050405020304" pitchFamily="18" charset="0"/>
                  </a:rPr>
                  <a:t>1</a:t>
                </a:r>
                <a:r>
                  <a:rPr lang="en-US" sz="2800" b="1" dirty="0">
                    <a:solidFill>
                      <a:schemeClr val="accent3">
                        <a:lumMod val="50000"/>
                      </a:schemeClr>
                    </a:solidFill>
                    <a:latin typeface="Times New Roman" panose="02020603050405020304" pitchFamily="18" charset="0"/>
                    <a:cs typeface="Times New Roman" panose="02020603050405020304" pitchFamily="18" charset="0"/>
                  </a:rPr>
                  <a:t> </a:t>
                </a:r>
                <a:r>
                  <a:rPr lang="en-US" sz="2800" b="1" baseline="-25000" dirty="0">
                    <a:solidFill>
                      <a:schemeClr val="accent6">
                        <a:lumMod val="75000"/>
                      </a:schemeClr>
                    </a:solidFill>
                    <a:latin typeface="Times New Roman" panose="02020603050405020304" pitchFamily="18" charset="0"/>
                    <a:cs typeface="Times New Roman" panose="02020603050405020304" pitchFamily="18" charset="0"/>
                  </a:rPr>
                  <a:t> </a:t>
                </a:r>
                <a:r>
                  <a:rPr lang="en-US" sz="2800" dirty="0">
                    <a:solidFill>
                      <a:schemeClr val="accent6">
                        <a:lumMod val="75000"/>
                      </a:schemeClr>
                    </a:solidFill>
                    <a:latin typeface="Times New Roman" panose="02020603050405020304" pitchFamily="18" charset="0"/>
                    <a:cs typeface="Times New Roman" panose="02020603050405020304" pitchFamily="18" charset="0"/>
                  </a:rPr>
                  <a:t>=</a:t>
                </a:r>
                <a14:m>
                  <m:oMath xmlns:m="http://schemas.openxmlformats.org/officeDocument/2006/math">
                    <m:r>
                      <a:rPr lang="en-US" sz="2800" b="1" i="0" dirty="0" smtClean="0">
                        <a:solidFill>
                          <a:schemeClr val="accent6">
                            <a:lumMod val="75000"/>
                          </a:schemeClr>
                        </a:solidFill>
                        <a:latin typeface="Cambria Math" panose="02040503050406030204" pitchFamily="18" charset="0"/>
                      </a:rPr>
                      <m:t> </m:t>
                    </m:r>
                    <m:r>
                      <a:rPr lang="ar-AE" sz="2800" i="1" dirty="0">
                        <a:solidFill>
                          <a:schemeClr val="accent6">
                            <a:lumMod val="75000"/>
                          </a:schemeClr>
                        </a:solidFill>
                        <a:latin typeface="Cambria Math" panose="02040503050406030204" pitchFamily="18" charset="0"/>
                      </a:rPr>
                      <m:t>𝑸</m:t>
                    </m:r>
                    <m:r>
                      <a:rPr lang="en-US" sz="2800" i="1" baseline="-25000" dirty="0">
                        <a:solidFill>
                          <a:schemeClr val="accent6">
                            <a:lumMod val="75000"/>
                          </a:schemeClr>
                        </a:solidFill>
                        <a:latin typeface="Cambria Math" panose="02040503050406030204" pitchFamily="18" charset="0"/>
                      </a:rPr>
                      <m:t>𝟏</m:t>
                    </m:r>
                    <m:r>
                      <a:rPr lang="ar-AE" sz="2800" i="1" dirty="0">
                        <a:solidFill>
                          <a:schemeClr val="accent6">
                            <a:lumMod val="75000"/>
                          </a:schemeClr>
                        </a:solidFill>
                        <a:latin typeface="Cambria Math" panose="02040503050406030204" pitchFamily="18" charset="0"/>
                      </a:rPr>
                      <m:t>𝑸</m:t>
                    </m:r>
                    <m:r>
                      <a:rPr lang="en-US" sz="2800" i="1" baseline="-25000" dirty="0">
                        <a:solidFill>
                          <a:schemeClr val="accent6">
                            <a:lumMod val="75000"/>
                          </a:schemeClr>
                        </a:solidFill>
                        <a:latin typeface="Cambria Math" panose="02040503050406030204" pitchFamily="18" charset="0"/>
                      </a:rPr>
                      <m:t>𝟐</m:t>
                    </m:r>
                    <m:r>
                      <a:rPr lang="en-US" sz="2800" b="1" i="1" baseline="-25000" dirty="0" smtClean="0">
                        <a:solidFill>
                          <a:schemeClr val="accent6">
                            <a:lumMod val="75000"/>
                          </a:schemeClr>
                        </a:solidFill>
                        <a:latin typeface="Cambria Math" panose="02040503050406030204" pitchFamily="18" charset="0"/>
                      </a:rPr>
                      <m:t> </m:t>
                    </m:r>
                  </m:oMath>
                </a14:m>
                <a:r>
                  <a:rPr lang="en-US" sz="280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(From 7b)</a:t>
                </a:r>
                <a:endParaRPr lang="en-US" dirty="0"/>
              </a:p>
            </p:txBody>
          </p:sp>
        </mc:Choice>
        <mc:Fallback xmlns="">
          <p:sp>
            <p:nvSpPr>
              <p:cNvPr id="16" name="TextBox 15">
                <a:extLst>
                  <a:ext uri="{FF2B5EF4-FFF2-40B4-BE49-F238E27FC236}">
                    <a16:creationId xmlns:a16="http://schemas.microsoft.com/office/drawing/2014/main" id="{557E70C0-7135-5D5D-1913-23BDADF5AA31}"/>
                  </a:ext>
                </a:extLst>
              </p:cNvPr>
              <p:cNvSpPr txBox="1">
                <a:spLocks noRot="1" noChangeAspect="1" noMove="1" noResize="1" noEditPoints="1" noAdjustHandles="1" noChangeArrowheads="1" noChangeShapeType="1" noTextEdit="1"/>
              </p:cNvSpPr>
              <p:nvPr/>
            </p:nvSpPr>
            <p:spPr>
              <a:xfrm>
                <a:off x="4828466" y="6995967"/>
                <a:ext cx="7592597" cy="523220"/>
              </a:xfrm>
              <a:prstGeom prst="rect">
                <a:avLst/>
              </a:prstGeom>
              <a:blipFill>
                <a:blip r:embed="rId5"/>
                <a:stretch>
                  <a:fillRect l="-1002" t="-14634" b="-39024"/>
                </a:stretch>
              </a:blipFill>
              <a:ln w="12700" cap="flat">
                <a:noFill/>
                <a:miter lim="400000"/>
              </a:ln>
              <a:effectLst/>
            </p:spPr>
            <p:txBody>
              <a:bodyPr/>
              <a:lstStyle/>
              <a:p>
                <a:r>
                  <a:rPr lang="en-US">
                    <a:noFill/>
                  </a:rPr>
                  <a:t> </a:t>
                </a:r>
              </a:p>
            </p:txBody>
          </p:sp>
        </mc:Fallback>
      </mc:AlternateContent>
    </p:spTree>
    <p:extLst>
      <p:ext uri="{BB962C8B-B14F-4D97-AF65-F5344CB8AC3E}">
        <p14:creationId xmlns:p14="http://schemas.microsoft.com/office/powerpoint/2010/main" val="3326272039"/>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1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 grpId="0"/>
      <p:bldP spid="79" grpId="0"/>
      <p:bldP spid="82" grpId="0"/>
      <p:bldP spid="83" grpId="0"/>
      <p:bldP spid="86" grpId="0"/>
      <p:bldP spid="112" grpId="0"/>
      <p:bldP spid="113" grpId="0" animBg="1"/>
      <p:bldP spid="81" grpId="0"/>
      <p:bldP spid="84" grpId="0"/>
      <p:bldP spid="57" grpId="0"/>
      <p:bldP spid="14" grpId="0"/>
      <p:bldP spid="15" grpId="0"/>
      <p:bldP spid="1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CF6206-D0E3-8D84-42E1-A00CC7E6AB9A}"/>
            </a:ext>
          </a:extLst>
        </p:cNvPr>
        <p:cNvGrpSpPr/>
        <p:nvPr/>
      </p:nvGrpSpPr>
      <p:grpSpPr>
        <a:xfrm>
          <a:off x="0" y="0"/>
          <a:ext cx="0" cy="0"/>
          <a:chOff x="0" y="0"/>
          <a:chExt cx="0" cy="0"/>
        </a:xfrm>
      </p:grpSpPr>
      <p:sp>
        <p:nvSpPr>
          <p:cNvPr id="184" name="AR - MR relationship">
            <a:extLst>
              <a:ext uri="{FF2B5EF4-FFF2-40B4-BE49-F238E27FC236}">
                <a16:creationId xmlns:a16="http://schemas.microsoft.com/office/drawing/2014/main" id="{8A6FBF68-C43B-1D5C-156E-48158314A119}"/>
              </a:ext>
            </a:extLst>
          </p:cNvPr>
          <p:cNvSpPr txBox="1"/>
          <p:nvPr/>
        </p:nvSpPr>
        <p:spPr>
          <a:xfrm>
            <a:off x="3316245" y="382404"/>
            <a:ext cx="6353717" cy="565636"/>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50800" tIns="50800" rIns="50800" bIns="50800" anchor="b">
            <a:noAutofit/>
          </a:bodyPr>
          <a:lstStyle>
            <a:lvl1pPr>
              <a:defRPr sz="4000" b="0">
                <a:solidFill>
                  <a:srgbClr val="61187C"/>
                </a:solidFill>
                <a:latin typeface="+mn-lt"/>
                <a:ea typeface="+mn-ea"/>
                <a:cs typeface="+mn-cs"/>
                <a:sym typeface="Helvetica Neue Medium"/>
              </a:defRPr>
            </a:lvl1pPr>
          </a:lstStyle>
          <a:p>
            <a:r>
              <a:rPr lang="en-US" sz="2800" b="1" dirty="0">
                <a:solidFill>
                  <a:schemeClr val="accent3">
                    <a:lumMod val="50000"/>
                  </a:schemeClr>
                </a:solidFill>
                <a:latin typeface="Times New Roman" panose="02020603050405020304" pitchFamily="18" charset="0"/>
                <a:cs typeface="Times New Roman" panose="02020603050405020304" pitchFamily="18" charset="0"/>
              </a:rPr>
              <a:t>Relationship b/w Non-Linear </a:t>
            </a:r>
            <a:r>
              <a:rPr sz="2800" b="1" dirty="0">
                <a:solidFill>
                  <a:schemeClr val="accent3">
                    <a:lumMod val="50000"/>
                  </a:schemeClr>
                </a:solidFill>
                <a:latin typeface="Times New Roman" panose="02020603050405020304" pitchFamily="18" charset="0"/>
                <a:cs typeface="Times New Roman" panose="02020603050405020304" pitchFamily="18" charset="0"/>
              </a:rPr>
              <a:t>AR - MR</a:t>
            </a:r>
          </a:p>
        </p:txBody>
      </p:sp>
      <p:sp>
        <p:nvSpPr>
          <p:cNvPr id="202" name="C">
            <a:extLst>
              <a:ext uri="{FF2B5EF4-FFF2-40B4-BE49-F238E27FC236}">
                <a16:creationId xmlns:a16="http://schemas.microsoft.com/office/drawing/2014/main" id="{0A94CCC4-444C-B4FF-6F38-446897E56DEA}"/>
              </a:ext>
            </a:extLst>
          </p:cNvPr>
          <p:cNvSpPr txBox="1"/>
          <p:nvPr/>
        </p:nvSpPr>
        <p:spPr>
          <a:xfrm>
            <a:off x="6535739" y="1571915"/>
            <a:ext cx="6203567" cy="796321"/>
          </a:xfrm>
          <a:prstGeom prst="rect">
            <a:avLst/>
          </a:prstGeom>
          <a:noFill/>
          <a:ln w="12700" cap="flat">
            <a:noFill/>
            <a:miter lim="400000"/>
          </a:ln>
          <a:effectLst/>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50800" tIns="50800" rIns="50800" bIns="50800" numCol="1" anchor="b">
            <a:noAutofit/>
          </a:bodyPr>
          <a:lstStyle>
            <a:lvl1pPr>
              <a:defRPr sz="3000" b="0">
                <a:latin typeface="+mn-lt"/>
                <a:ea typeface="+mn-ea"/>
                <a:cs typeface="+mn-cs"/>
                <a:sym typeface="Helvetica Neue Medium"/>
              </a:defRPr>
            </a:lvl1pPr>
          </a:lstStyle>
          <a:p>
            <a:r>
              <a:rPr lang="en-US" sz="2400" b="1" dirty="0">
                <a:latin typeface="Times New Roman" panose="02020603050405020304" pitchFamily="18" charset="0"/>
                <a:cs typeface="Times New Roman" panose="02020603050405020304" pitchFamily="18" charset="0"/>
              </a:rPr>
              <a:t>If the AR &amp; MR curves are </a:t>
            </a:r>
            <a:r>
              <a:rPr lang="en-US" sz="2400" b="1" dirty="0">
                <a:solidFill>
                  <a:srgbClr val="FF0000"/>
                </a:solidFill>
                <a:latin typeface="Times New Roman" panose="02020603050405020304" pitchFamily="18" charset="0"/>
                <a:cs typeface="Times New Roman" panose="02020603050405020304" pitchFamily="18" charset="0"/>
              </a:rPr>
              <a:t>CONVEX</a:t>
            </a:r>
            <a:endParaRPr lang="en-US" sz="2400" b="1"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64F230AD-9D83-E5C5-2F35-A3CD785FECCA}"/>
              </a:ext>
            </a:extLst>
          </p:cNvPr>
          <p:cNvSpPr>
            <a:spLocks noGrp="1"/>
          </p:cNvSpPr>
          <p:nvPr>
            <p:ph type="sldNum" sz="quarter" idx="2"/>
          </p:nvPr>
        </p:nvSpPr>
        <p:spPr/>
        <p:txBody>
          <a:bodyPr/>
          <a:lstStyle/>
          <a:p>
            <a:fld id="{86CB4B4D-7CA3-9044-876B-883B54F8677D}" type="slidenum">
              <a:rPr lang="en-IN" smtClean="0"/>
              <a:t>17</a:t>
            </a:fld>
            <a:endParaRPr lang="en-IN"/>
          </a:p>
        </p:txBody>
      </p:sp>
      <p:sp>
        <p:nvSpPr>
          <p:cNvPr id="121" name="Line">
            <a:extLst>
              <a:ext uri="{FF2B5EF4-FFF2-40B4-BE49-F238E27FC236}">
                <a16:creationId xmlns:a16="http://schemas.microsoft.com/office/drawing/2014/main" id="{16F181CC-1FFD-D5E6-D378-C1D70E013E52}"/>
              </a:ext>
            </a:extLst>
          </p:cNvPr>
          <p:cNvSpPr/>
          <p:nvPr/>
        </p:nvSpPr>
        <p:spPr>
          <a:xfrm flipV="1">
            <a:off x="1060790" y="3077892"/>
            <a:ext cx="1" cy="5116952"/>
          </a:xfrm>
          <a:prstGeom prst="line">
            <a:avLst/>
          </a:prstGeom>
          <a:noFill/>
          <a:ln w="19050" cap="flat">
            <a:solidFill>
              <a:srgbClr val="000000"/>
            </a:solidFill>
            <a:prstDash val="solid"/>
            <a:miter lim="400000"/>
            <a:headEnd type="triangle" w="med" len="med"/>
            <a:tailEnd type="triangle" w="med" len="med"/>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sz="2000">
              <a:latin typeface="Times New Roman" panose="02020603050405020304" pitchFamily="18" charset="0"/>
              <a:cs typeface="Times New Roman" panose="02020603050405020304" pitchFamily="18" charset="0"/>
            </a:endParaRPr>
          </a:p>
        </p:txBody>
      </p:sp>
      <p:sp>
        <p:nvSpPr>
          <p:cNvPr id="122" name="Line">
            <a:extLst>
              <a:ext uri="{FF2B5EF4-FFF2-40B4-BE49-F238E27FC236}">
                <a16:creationId xmlns:a16="http://schemas.microsoft.com/office/drawing/2014/main" id="{BD9AD968-5385-DF2B-E451-1BE0C1CFD756}"/>
              </a:ext>
            </a:extLst>
          </p:cNvPr>
          <p:cNvSpPr/>
          <p:nvPr/>
        </p:nvSpPr>
        <p:spPr>
          <a:xfrm>
            <a:off x="197853" y="7697399"/>
            <a:ext cx="5440413" cy="1"/>
          </a:xfrm>
          <a:prstGeom prst="line">
            <a:avLst/>
          </a:prstGeom>
          <a:noFill/>
          <a:ln w="19050" cap="flat">
            <a:solidFill>
              <a:srgbClr val="000000"/>
            </a:solidFill>
            <a:prstDash val="solid"/>
            <a:miter lim="400000"/>
            <a:headEnd type="triangle" w="med" len="med"/>
            <a:tailEnd type="triangle" w="med" len="med"/>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sz="2000">
              <a:latin typeface="Times New Roman" panose="02020603050405020304" pitchFamily="18" charset="0"/>
              <a:cs typeface="Times New Roman" panose="02020603050405020304" pitchFamily="18" charset="0"/>
            </a:endParaRPr>
          </a:p>
        </p:txBody>
      </p:sp>
      <p:sp>
        <p:nvSpPr>
          <p:cNvPr id="123" name="AR, MR">
            <a:extLst>
              <a:ext uri="{FF2B5EF4-FFF2-40B4-BE49-F238E27FC236}">
                <a16:creationId xmlns:a16="http://schemas.microsoft.com/office/drawing/2014/main" id="{CC238DE1-55D3-D6A6-C31B-23E994D3B35B}"/>
              </a:ext>
            </a:extLst>
          </p:cNvPr>
          <p:cNvSpPr txBox="1"/>
          <p:nvPr/>
        </p:nvSpPr>
        <p:spPr>
          <a:xfrm>
            <a:off x="279476" y="3094540"/>
            <a:ext cx="774658" cy="796320"/>
          </a:xfrm>
          <a:prstGeom prst="rect">
            <a:avLst/>
          </a:prstGeom>
          <a:noFill/>
          <a:ln w="12700" cap="flat">
            <a:noFill/>
            <a:miter lim="400000"/>
          </a:ln>
          <a:effectLst/>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50800" tIns="50800" rIns="50800" bIns="50800" numCol="1" anchor="b">
            <a:noAutofit/>
          </a:bodyPr>
          <a:lstStyle>
            <a:lvl1pPr defTabSz="426466">
              <a:defRPr sz="2190" b="0">
                <a:latin typeface="+mn-lt"/>
                <a:ea typeface="+mn-ea"/>
                <a:cs typeface="+mn-cs"/>
                <a:sym typeface="Helvetica Neue Medium"/>
              </a:defRPr>
            </a:lvl1pPr>
          </a:lstStyle>
          <a:p>
            <a:r>
              <a:rPr sz="2000">
                <a:latin typeface="Times New Roman" panose="02020603050405020304" pitchFamily="18" charset="0"/>
                <a:cs typeface="Times New Roman" panose="02020603050405020304" pitchFamily="18" charset="0"/>
              </a:rPr>
              <a:t>AR, MR</a:t>
            </a:r>
          </a:p>
        </p:txBody>
      </p:sp>
      <p:sp>
        <p:nvSpPr>
          <p:cNvPr id="124" name="Qty">
            <a:extLst>
              <a:ext uri="{FF2B5EF4-FFF2-40B4-BE49-F238E27FC236}">
                <a16:creationId xmlns:a16="http://schemas.microsoft.com/office/drawing/2014/main" id="{58BE53B2-2001-9D2F-DB56-161C89D7B3CA}"/>
              </a:ext>
            </a:extLst>
          </p:cNvPr>
          <p:cNvSpPr txBox="1"/>
          <p:nvPr/>
        </p:nvSpPr>
        <p:spPr>
          <a:xfrm>
            <a:off x="5116705" y="7724002"/>
            <a:ext cx="661329" cy="470842"/>
          </a:xfrm>
          <a:prstGeom prst="rect">
            <a:avLst/>
          </a:prstGeom>
          <a:noFill/>
          <a:ln w="12700" cap="flat">
            <a:noFill/>
            <a:miter lim="400000"/>
          </a:ln>
          <a:effectLst/>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50800" tIns="50800" rIns="50800" bIns="50800" numCol="1" anchor="b">
            <a:noAutofit/>
          </a:bodyPr>
          <a:lstStyle>
            <a:lvl1pPr defTabSz="467359">
              <a:defRPr b="0">
                <a:latin typeface="+mn-lt"/>
                <a:ea typeface="+mn-ea"/>
                <a:cs typeface="+mn-cs"/>
                <a:sym typeface="Helvetica Neue Medium"/>
              </a:defRPr>
            </a:lvl1pPr>
          </a:lstStyle>
          <a:p>
            <a:r>
              <a:rPr sz="2000">
                <a:latin typeface="Times New Roman" panose="02020603050405020304" pitchFamily="18" charset="0"/>
                <a:cs typeface="Times New Roman" panose="02020603050405020304" pitchFamily="18" charset="0"/>
              </a:rPr>
              <a:t>Qty</a:t>
            </a:r>
          </a:p>
        </p:txBody>
      </p:sp>
      <p:grpSp>
        <p:nvGrpSpPr>
          <p:cNvPr id="23" name="Group 22">
            <a:extLst>
              <a:ext uri="{FF2B5EF4-FFF2-40B4-BE49-F238E27FC236}">
                <a16:creationId xmlns:a16="http://schemas.microsoft.com/office/drawing/2014/main" id="{B9046817-5494-106D-8CC2-44286C13CBFD}"/>
              </a:ext>
            </a:extLst>
          </p:cNvPr>
          <p:cNvGrpSpPr/>
          <p:nvPr/>
        </p:nvGrpSpPr>
        <p:grpSpPr>
          <a:xfrm>
            <a:off x="449207" y="5233115"/>
            <a:ext cx="3639732" cy="952162"/>
            <a:chOff x="538195" y="6366788"/>
            <a:chExt cx="3639732" cy="952162"/>
          </a:xfrm>
        </p:grpSpPr>
        <p:cxnSp>
          <p:nvCxnSpPr>
            <p:cNvPr id="4" name="Straight Connector 3">
              <a:extLst>
                <a:ext uri="{FF2B5EF4-FFF2-40B4-BE49-F238E27FC236}">
                  <a16:creationId xmlns:a16="http://schemas.microsoft.com/office/drawing/2014/main" id="{6289B994-8691-5A47-E6C0-D223ED31560A}"/>
                </a:ext>
              </a:extLst>
            </p:cNvPr>
            <p:cNvCxnSpPr>
              <a:cxnSpLocks/>
            </p:cNvCxnSpPr>
            <p:nvPr/>
          </p:nvCxnSpPr>
          <p:spPr>
            <a:xfrm flipV="1">
              <a:off x="2357052" y="6669618"/>
              <a:ext cx="0" cy="311149"/>
            </a:xfrm>
            <a:prstGeom prst="line">
              <a:avLst/>
            </a:prstGeom>
            <a:noFill/>
            <a:ln w="38100" cap="flat">
              <a:solidFill>
                <a:srgbClr val="FF0000"/>
              </a:solidFill>
              <a:prstDash val="solid"/>
              <a:miter lim="400000"/>
            </a:ln>
            <a:effectLst/>
            <a:sp3d/>
          </p:spPr>
          <p:style>
            <a:lnRef idx="0">
              <a:scrgbClr r="0" g="0" b="0"/>
            </a:lnRef>
            <a:fillRef idx="0">
              <a:scrgbClr r="0" g="0" b="0"/>
            </a:fillRef>
            <a:effectRef idx="0">
              <a:scrgbClr r="0" g="0" b="0"/>
            </a:effectRef>
            <a:fontRef idx="none"/>
          </p:style>
        </p:cxnSp>
        <p:grpSp>
          <p:nvGrpSpPr>
            <p:cNvPr id="19" name="Group 18">
              <a:extLst>
                <a:ext uri="{FF2B5EF4-FFF2-40B4-BE49-F238E27FC236}">
                  <a16:creationId xmlns:a16="http://schemas.microsoft.com/office/drawing/2014/main" id="{8A824A7A-E1AD-A250-495B-B40FE8941377}"/>
                </a:ext>
              </a:extLst>
            </p:cNvPr>
            <p:cNvGrpSpPr/>
            <p:nvPr/>
          </p:nvGrpSpPr>
          <p:grpSpPr>
            <a:xfrm>
              <a:off x="538195" y="6366788"/>
              <a:ext cx="3639732" cy="952162"/>
              <a:chOff x="518393" y="5244405"/>
              <a:chExt cx="3639732" cy="952162"/>
            </a:xfrm>
          </p:grpSpPr>
          <p:sp>
            <p:nvSpPr>
              <p:cNvPr id="129" name="Line">
                <a:extLst>
                  <a:ext uri="{FF2B5EF4-FFF2-40B4-BE49-F238E27FC236}">
                    <a16:creationId xmlns:a16="http://schemas.microsoft.com/office/drawing/2014/main" id="{A7BA8D4E-6D46-F4BB-41FF-69C347105088}"/>
                  </a:ext>
                </a:extLst>
              </p:cNvPr>
              <p:cNvSpPr/>
              <p:nvPr/>
            </p:nvSpPr>
            <p:spPr>
              <a:xfrm flipH="1" flipV="1">
                <a:off x="1096808" y="5693479"/>
                <a:ext cx="2529009" cy="3"/>
              </a:xfrm>
              <a:prstGeom prst="line">
                <a:avLst/>
              </a:prstGeom>
              <a:noFill/>
              <a:ln w="63500" cap="flat">
                <a:solidFill>
                  <a:srgbClr val="000000"/>
                </a:solidFill>
                <a:prstDash val="sysDot"/>
                <a:miter lim="400000"/>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sz="2000">
                  <a:latin typeface="Times New Roman" panose="02020603050405020304" pitchFamily="18" charset="0"/>
                  <a:cs typeface="Times New Roman" panose="02020603050405020304" pitchFamily="18" charset="0"/>
                </a:endParaRPr>
              </a:p>
            </p:txBody>
          </p:sp>
          <p:sp>
            <p:nvSpPr>
              <p:cNvPr id="137" name="A">
                <a:extLst>
                  <a:ext uri="{FF2B5EF4-FFF2-40B4-BE49-F238E27FC236}">
                    <a16:creationId xmlns:a16="http://schemas.microsoft.com/office/drawing/2014/main" id="{2A9ABD04-D5E2-4E68-93FC-492BB016781E}"/>
                  </a:ext>
                </a:extLst>
              </p:cNvPr>
              <p:cNvSpPr txBox="1"/>
              <p:nvPr/>
            </p:nvSpPr>
            <p:spPr>
              <a:xfrm>
                <a:off x="518393" y="5244405"/>
                <a:ext cx="555636" cy="626390"/>
              </a:xfrm>
              <a:prstGeom prst="rect">
                <a:avLst/>
              </a:prstGeom>
              <a:noFill/>
              <a:ln w="12700" cap="flat">
                <a:noFill/>
                <a:miter lim="400000"/>
              </a:ln>
              <a:effectLst/>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50800" tIns="50800" rIns="50800" bIns="50800" numCol="1" anchor="b">
                <a:normAutofit/>
              </a:bodyPr>
              <a:lstStyle>
                <a:lvl1pPr>
                  <a:defRPr sz="3000" b="0">
                    <a:latin typeface="+mn-lt"/>
                    <a:ea typeface="+mn-ea"/>
                    <a:cs typeface="+mn-cs"/>
                    <a:sym typeface="Helvetica Neue Medium"/>
                  </a:defRPr>
                </a:lvl1pPr>
              </a:lstStyle>
              <a:p>
                <a:r>
                  <a:rPr lang="en-US" sz="2000" dirty="0">
                    <a:latin typeface="Times New Roman" panose="02020603050405020304" pitchFamily="18" charset="0"/>
                    <a:cs typeface="Times New Roman" panose="02020603050405020304" pitchFamily="18" charset="0"/>
                  </a:rPr>
                  <a:t>P</a:t>
                </a:r>
                <a:endParaRPr sz="2000" dirty="0">
                  <a:latin typeface="Times New Roman" panose="02020603050405020304" pitchFamily="18" charset="0"/>
                  <a:cs typeface="Times New Roman" panose="02020603050405020304" pitchFamily="18" charset="0"/>
                </a:endParaRPr>
              </a:p>
            </p:txBody>
          </p:sp>
          <p:sp>
            <p:nvSpPr>
              <p:cNvPr id="140" name="T">
                <a:extLst>
                  <a:ext uri="{FF2B5EF4-FFF2-40B4-BE49-F238E27FC236}">
                    <a16:creationId xmlns:a16="http://schemas.microsoft.com/office/drawing/2014/main" id="{F6ED86C9-2F92-A618-3697-6D3CF47B31DD}"/>
                  </a:ext>
                </a:extLst>
              </p:cNvPr>
              <p:cNvSpPr txBox="1"/>
              <p:nvPr/>
            </p:nvSpPr>
            <p:spPr>
              <a:xfrm>
                <a:off x="2002772" y="5570177"/>
                <a:ext cx="555637" cy="626390"/>
              </a:xfrm>
              <a:prstGeom prst="rect">
                <a:avLst/>
              </a:prstGeom>
              <a:noFill/>
              <a:ln w="12700" cap="flat">
                <a:noFill/>
                <a:miter lim="400000"/>
              </a:ln>
              <a:effectLst/>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50800" tIns="50800" rIns="50800" bIns="50800" numCol="1" anchor="b">
                <a:normAutofit/>
              </a:bodyPr>
              <a:lstStyle>
                <a:lvl1pPr>
                  <a:defRPr sz="3000" b="0">
                    <a:latin typeface="+mn-lt"/>
                    <a:ea typeface="+mn-ea"/>
                    <a:cs typeface="+mn-cs"/>
                    <a:sym typeface="Helvetica Neue Medium"/>
                  </a:defRPr>
                </a:lvl1pPr>
              </a:lstStyle>
              <a:p>
                <a:r>
                  <a:rPr sz="2000" dirty="0">
                    <a:solidFill>
                      <a:srgbClr val="FF0000"/>
                    </a:solidFill>
                    <a:latin typeface="Times New Roman" panose="02020603050405020304" pitchFamily="18" charset="0"/>
                    <a:cs typeface="Times New Roman" panose="02020603050405020304" pitchFamily="18" charset="0"/>
                  </a:rPr>
                  <a:t>T</a:t>
                </a:r>
              </a:p>
            </p:txBody>
          </p:sp>
          <p:sp>
            <p:nvSpPr>
              <p:cNvPr id="141" name="C">
                <a:extLst>
                  <a:ext uri="{FF2B5EF4-FFF2-40B4-BE49-F238E27FC236}">
                    <a16:creationId xmlns:a16="http://schemas.microsoft.com/office/drawing/2014/main" id="{B8AB79E0-6105-8BC3-A618-5D82918071E0}"/>
                  </a:ext>
                </a:extLst>
              </p:cNvPr>
              <p:cNvSpPr txBox="1"/>
              <p:nvPr/>
            </p:nvSpPr>
            <p:spPr>
              <a:xfrm>
                <a:off x="3602488" y="5259500"/>
                <a:ext cx="555637" cy="626390"/>
              </a:xfrm>
              <a:prstGeom prst="rect">
                <a:avLst/>
              </a:prstGeom>
              <a:noFill/>
              <a:ln w="12700" cap="flat">
                <a:noFill/>
                <a:miter lim="400000"/>
              </a:ln>
              <a:effectLst/>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50800" tIns="50800" rIns="50800" bIns="50800" numCol="1" anchor="b">
                <a:normAutofit/>
              </a:bodyPr>
              <a:lstStyle>
                <a:lvl1pPr>
                  <a:defRPr sz="3000" b="0">
                    <a:latin typeface="+mn-lt"/>
                    <a:ea typeface="+mn-ea"/>
                    <a:cs typeface="+mn-cs"/>
                    <a:sym typeface="Helvetica Neue Medium"/>
                  </a:defRPr>
                </a:lvl1pPr>
              </a:lstStyle>
              <a:p>
                <a:r>
                  <a:rPr lang="en-US" sz="2000" dirty="0">
                    <a:latin typeface="Times New Roman" panose="02020603050405020304" pitchFamily="18" charset="0"/>
                    <a:cs typeface="Times New Roman" panose="02020603050405020304" pitchFamily="18" charset="0"/>
                  </a:rPr>
                  <a:t>B</a:t>
                </a:r>
                <a:endParaRPr sz="2000" dirty="0">
                  <a:latin typeface="Times New Roman" panose="02020603050405020304" pitchFamily="18" charset="0"/>
                  <a:cs typeface="Times New Roman" panose="02020603050405020304" pitchFamily="18" charset="0"/>
                </a:endParaRPr>
              </a:p>
            </p:txBody>
          </p:sp>
        </p:grpSp>
      </p:grpSp>
      <p:grpSp>
        <p:nvGrpSpPr>
          <p:cNvPr id="20" name="Group 19">
            <a:extLst>
              <a:ext uri="{FF2B5EF4-FFF2-40B4-BE49-F238E27FC236}">
                <a16:creationId xmlns:a16="http://schemas.microsoft.com/office/drawing/2014/main" id="{6881A652-ED62-F4A0-A5BF-93812B9A4F36}"/>
              </a:ext>
            </a:extLst>
          </p:cNvPr>
          <p:cNvGrpSpPr/>
          <p:nvPr/>
        </p:nvGrpSpPr>
        <p:grpSpPr>
          <a:xfrm>
            <a:off x="1060866" y="4550024"/>
            <a:ext cx="3097259" cy="3011923"/>
            <a:chOff x="1060866" y="4550024"/>
            <a:chExt cx="3097259" cy="3011923"/>
          </a:xfrm>
        </p:grpSpPr>
        <p:sp>
          <p:nvSpPr>
            <p:cNvPr id="143" name="D">
              <a:extLst>
                <a:ext uri="{FF2B5EF4-FFF2-40B4-BE49-F238E27FC236}">
                  <a16:creationId xmlns:a16="http://schemas.microsoft.com/office/drawing/2014/main" id="{7609CFF7-B75A-95ED-068D-B618802285E2}"/>
                </a:ext>
              </a:extLst>
            </p:cNvPr>
            <p:cNvSpPr txBox="1"/>
            <p:nvPr/>
          </p:nvSpPr>
          <p:spPr>
            <a:xfrm>
              <a:off x="2434946" y="5075487"/>
              <a:ext cx="555637" cy="626390"/>
            </a:xfrm>
            <a:prstGeom prst="rect">
              <a:avLst/>
            </a:prstGeom>
            <a:noFill/>
            <a:ln w="12700" cap="flat">
              <a:noFill/>
              <a:miter lim="400000"/>
            </a:ln>
            <a:effectLst/>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50800" tIns="50800" rIns="50800" bIns="50800" numCol="1" anchor="b">
              <a:normAutofit/>
            </a:bodyPr>
            <a:lstStyle>
              <a:lvl1pPr>
                <a:defRPr sz="3000" b="0">
                  <a:latin typeface="+mn-lt"/>
                  <a:ea typeface="+mn-ea"/>
                  <a:cs typeface="+mn-cs"/>
                  <a:sym typeface="Helvetica Neue Medium"/>
                </a:defRPr>
              </a:lvl1pPr>
            </a:lstStyle>
            <a:p>
              <a:r>
                <a:rPr sz="2000" dirty="0">
                  <a:solidFill>
                    <a:srgbClr val="0070C0"/>
                  </a:solidFill>
                  <a:latin typeface="Times New Roman" panose="02020603050405020304" pitchFamily="18" charset="0"/>
                  <a:cs typeface="Times New Roman" panose="02020603050405020304" pitchFamily="18" charset="0"/>
                </a:rPr>
                <a:t>D</a:t>
              </a:r>
            </a:p>
          </p:txBody>
        </p:sp>
        <p:grpSp>
          <p:nvGrpSpPr>
            <p:cNvPr id="8" name="Group 7">
              <a:extLst>
                <a:ext uri="{FF2B5EF4-FFF2-40B4-BE49-F238E27FC236}">
                  <a16:creationId xmlns:a16="http://schemas.microsoft.com/office/drawing/2014/main" id="{6600A6AA-393F-AC9A-7446-064F65A5C283}"/>
                </a:ext>
              </a:extLst>
            </p:cNvPr>
            <p:cNvGrpSpPr/>
            <p:nvPr/>
          </p:nvGrpSpPr>
          <p:grpSpPr>
            <a:xfrm>
              <a:off x="1060866" y="4550024"/>
              <a:ext cx="3097259" cy="3011923"/>
              <a:chOff x="1060866" y="4550024"/>
              <a:chExt cx="3097259" cy="3011923"/>
            </a:xfrm>
          </p:grpSpPr>
          <p:sp>
            <p:nvSpPr>
              <p:cNvPr id="106" name="Arc 1">
                <a:extLst>
                  <a:ext uri="{FF2B5EF4-FFF2-40B4-BE49-F238E27FC236}">
                    <a16:creationId xmlns:a16="http://schemas.microsoft.com/office/drawing/2014/main" id="{3BCDBAA1-D299-18DC-63C2-3E4CBE6F1EF2}"/>
                  </a:ext>
                </a:extLst>
              </p:cNvPr>
              <p:cNvSpPr/>
              <p:nvPr/>
            </p:nvSpPr>
            <p:spPr>
              <a:xfrm>
                <a:off x="1060866" y="4550024"/>
                <a:ext cx="2386165" cy="2671513"/>
              </a:xfrm>
              <a:custGeom>
                <a:avLst/>
                <a:gdLst>
                  <a:gd name="connsiteX0" fmla="*/ 2413079 w 4826159"/>
                  <a:gd name="connsiteY0" fmla="*/ 0 h 3192433"/>
                  <a:gd name="connsiteX1" fmla="*/ 4778067 w 4826159"/>
                  <a:gd name="connsiteY1" fmla="*/ 1279126 h 3192433"/>
                  <a:gd name="connsiteX2" fmla="*/ 2413080 w 4826159"/>
                  <a:gd name="connsiteY2" fmla="*/ 1596217 h 3192433"/>
                  <a:gd name="connsiteX3" fmla="*/ 2413079 w 4826159"/>
                  <a:gd name="connsiteY3" fmla="*/ 0 h 3192433"/>
                  <a:gd name="connsiteX0" fmla="*/ 2413079 w 4826159"/>
                  <a:gd name="connsiteY0" fmla="*/ 0 h 3192433"/>
                  <a:gd name="connsiteX1" fmla="*/ 4778067 w 4826159"/>
                  <a:gd name="connsiteY1" fmla="*/ 1279126 h 3192433"/>
                  <a:gd name="connsiteX0" fmla="*/ 0 w 3351106"/>
                  <a:gd name="connsiteY0" fmla="*/ 0 h 2121809"/>
                  <a:gd name="connsiteX1" fmla="*/ 2364988 w 3351106"/>
                  <a:gd name="connsiteY1" fmla="*/ 1279126 h 2121809"/>
                  <a:gd name="connsiteX2" fmla="*/ 1 w 3351106"/>
                  <a:gd name="connsiteY2" fmla="*/ 1596217 h 2121809"/>
                  <a:gd name="connsiteX3" fmla="*/ 0 w 3351106"/>
                  <a:gd name="connsiteY3" fmla="*/ 0 h 2121809"/>
                  <a:gd name="connsiteX0" fmla="*/ 0 w 3351106"/>
                  <a:gd name="connsiteY0" fmla="*/ 0 h 2121809"/>
                  <a:gd name="connsiteX1" fmla="*/ 3351106 w 3351106"/>
                  <a:gd name="connsiteY1" fmla="*/ 2121809 h 2121809"/>
                </a:gdLst>
                <a:ahLst/>
                <a:cxnLst>
                  <a:cxn ang="0">
                    <a:pos x="connsiteX0" y="connsiteY0"/>
                  </a:cxn>
                  <a:cxn ang="0">
                    <a:pos x="connsiteX1" y="connsiteY1"/>
                  </a:cxn>
                </a:cxnLst>
                <a:rect l="l" t="t" r="r" b="b"/>
                <a:pathLst>
                  <a:path w="3351106" h="2121809" stroke="0" extrusionOk="0">
                    <a:moveTo>
                      <a:pt x="0" y="0"/>
                    </a:moveTo>
                    <a:cubicBezTo>
                      <a:pt x="1147924" y="0"/>
                      <a:pt x="2136951" y="534925"/>
                      <a:pt x="2364988" y="1279126"/>
                    </a:cubicBezTo>
                    <a:lnTo>
                      <a:pt x="1" y="1596217"/>
                    </a:lnTo>
                    <a:cubicBezTo>
                      <a:pt x="1" y="1064145"/>
                      <a:pt x="0" y="532072"/>
                      <a:pt x="0" y="0"/>
                    </a:cubicBezTo>
                    <a:close/>
                  </a:path>
                  <a:path w="3351106" h="2121809" fill="none">
                    <a:moveTo>
                      <a:pt x="0" y="0"/>
                    </a:moveTo>
                    <a:cubicBezTo>
                      <a:pt x="1147924" y="0"/>
                      <a:pt x="3123069" y="1377608"/>
                      <a:pt x="3351106" y="2121809"/>
                    </a:cubicBezTo>
                  </a:path>
                </a:pathLst>
              </a:custGeom>
              <a:noFill/>
              <a:ln w="57150" cap="flat">
                <a:solidFill>
                  <a:schemeClr val="accent3">
                    <a:lumMod val="50000"/>
                  </a:schemeClr>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2000" b="0" i="0" u="none" strike="noStrike" cap="none" spc="0" normalizeH="0" baseline="0">
                  <a:ln>
                    <a:noFill/>
                  </a:ln>
                  <a:solidFill>
                    <a:schemeClr val="accent3">
                      <a:lumMod val="50000"/>
                    </a:schemeClr>
                  </a:solidFill>
                  <a:effectLst/>
                  <a:uFillTx/>
                  <a:latin typeface="Times New Roman" panose="02020603050405020304" pitchFamily="18" charset="0"/>
                  <a:cs typeface="Times New Roman" panose="02020603050405020304" pitchFamily="18" charset="0"/>
                </a:endParaRPr>
              </a:p>
            </p:txBody>
          </p:sp>
          <p:sp>
            <p:nvSpPr>
              <p:cNvPr id="145" name="MRc">
                <a:extLst>
                  <a:ext uri="{FF2B5EF4-FFF2-40B4-BE49-F238E27FC236}">
                    <a16:creationId xmlns:a16="http://schemas.microsoft.com/office/drawing/2014/main" id="{0B699E45-4F52-F596-C533-501488913237}"/>
                  </a:ext>
                </a:extLst>
              </p:cNvPr>
              <p:cNvSpPr txBox="1"/>
              <p:nvPr/>
            </p:nvSpPr>
            <p:spPr>
              <a:xfrm>
                <a:off x="3316245" y="6935557"/>
                <a:ext cx="841880" cy="626390"/>
              </a:xfrm>
              <a:prstGeom prst="rect">
                <a:avLst/>
              </a:prstGeom>
              <a:noFill/>
              <a:ln w="12700" cap="flat">
                <a:noFill/>
                <a:miter lim="400000"/>
              </a:ln>
              <a:effectLst/>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50800" tIns="50800" rIns="50800" bIns="50800" numCol="1" anchor="b">
                <a:noAutofit/>
              </a:bodyPr>
              <a:lstStyle/>
              <a:p>
                <a:pPr defTabSz="350520">
                  <a:defRPr sz="1800" b="0">
                    <a:latin typeface="+mn-lt"/>
                    <a:ea typeface="+mn-ea"/>
                    <a:cs typeface="+mn-cs"/>
                    <a:sym typeface="Helvetica Neue Medium"/>
                  </a:defRPr>
                </a:pPr>
                <a:r>
                  <a:rPr sz="2000" err="1">
                    <a:latin typeface="Times New Roman" panose="02020603050405020304" pitchFamily="18" charset="0"/>
                    <a:cs typeface="Times New Roman" panose="02020603050405020304" pitchFamily="18" charset="0"/>
                  </a:rPr>
                  <a:t>MR</a:t>
                </a:r>
                <a:r>
                  <a:rPr sz="2000" baseline="-5999" err="1">
                    <a:latin typeface="Times New Roman" panose="02020603050405020304" pitchFamily="18" charset="0"/>
                    <a:cs typeface="Times New Roman" panose="02020603050405020304" pitchFamily="18" charset="0"/>
                  </a:rPr>
                  <a:t>c</a:t>
                </a:r>
                <a:endParaRPr sz="2000" baseline="-5999">
                  <a:latin typeface="Times New Roman" panose="02020603050405020304" pitchFamily="18" charset="0"/>
                  <a:cs typeface="Times New Roman" panose="02020603050405020304" pitchFamily="18" charset="0"/>
                </a:endParaRPr>
              </a:p>
            </p:txBody>
          </p:sp>
        </p:grpSp>
      </p:grpSp>
      <p:grpSp>
        <p:nvGrpSpPr>
          <p:cNvPr id="17" name="Group 16">
            <a:extLst>
              <a:ext uri="{FF2B5EF4-FFF2-40B4-BE49-F238E27FC236}">
                <a16:creationId xmlns:a16="http://schemas.microsoft.com/office/drawing/2014/main" id="{FD7B4851-05BB-3C94-6ECB-A8048355B298}"/>
              </a:ext>
            </a:extLst>
          </p:cNvPr>
          <p:cNvGrpSpPr/>
          <p:nvPr/>
        </p:nvGrpSpPr>
        <p:grpSpPr>
          <a:xfrm>
            <a:off x="538195" y="4088894"/>
            <a:ext cx="4370384" cy="2998910"/>
            <a:chOff x="538195" y="4088894"/>
            <a:chExt cx="4370384" cy="2998910"/>
          </a:xfrm>
        </p:grpSpPr>
        <p:sp>
          <p:nvSpPr>
            <p:cNvPr id="139" name="P">
              <a:extLst>
                <a:ext uri="{FF2B5EF4-FFF2-40B4-BE49-F238E27FC236}">
                  <a16:creationId xmlns:a16="http://schemas.microsoft.com/office/drawing/2014/main" id="{7196A364-1C6F-8A39-52C9-7C56C28635FA}"/>
                </a:ext>
              </a:extLst>
            </p:cNvPr>
            <p:cNvSpPr txBox="1"/>
            <p:nvPr/>
          </p:nvSpPr>
          <p:spPr>
            <a:xfrm>
              <a:off x="538195" y="4088894"/>
              <a:ext cx="555637" cy="626390"/>
            </a:xfrm>
            <a:prstGeom prst="rect">
              <a:avLst/>
            </a:prstGeom>
            <a:noFill/>
            <a:ln w="12700" cap="flat">
              <a:noFill/>
              <a:miter lim="400000"/>
            </a:ln>
            <a:effectLst/>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50800" tIns="50800" rIns="50800" bIns="50800" numCol="1" anchor="b">
              <a:normAutofit/>
            </a:bodyPr>
            <a:lstStyle>
              <a:lvl1pPr>
                <a:defRPr sz="3000" b="0">
                  <a:latin typeface="+mn-lt"/>
                  <a:ea typeface="+mn-ea"/>
                  <a:cs typeface="+mn-cs"/>
                  <a:sym typeface="Helvetica Neue Medium"/>
                </a:defRPr>
              </a:lvl1pPr>
            </a:lstStyle>
            <a:p>
              <a:r>
                <a:rPr lang="en-US" sz="2000" dirty="0">
                  <a:latin typeface="Times New Roman" panose="02020603050405020304" pitchFamily="18" charset="0"/>
                  <a:cs typeface="Times New Roman" panose="02020603050405020304" pitchFamily="18" charset="0"/>
                </a:rPr>
                <a:t>A</a:t>
              </a:r>
              <a:endParaRPr sz="2000" dirty="0">
                <a:latin typeface="Times New Roman" panose="02020603050405020304" pitchFamily="18" charset="0"/>
                <a:cs typeface="Times New Roman" panose="02020603050405020304" pitchFamily="18" charset="0"/>
              </a:endParaRPr>
            </a:p>
          </p:txBody>
        </p:sp>
        <p:grpSp>
          <p:nvGrpSpPr>
            <p:cNvPr id="6" name="Group 5">
              <a:extLst>
                <a:ext uri="{FF2B5EF4-FFF2-40B4-BE49-F238E27FC236}">
                  <a16:creationId xmlns:a16="http://schemas.microsoft.com/office/drawing/2014/main" id="{CEE40A9E-1C92-E8FB-DB27-3955BC074F22}"/>
                </a:ext>
              </a:extLst>
            </p:cNvPr>
            <p:cNvGrpSpPr/>
            <p:nvPr/>
          </p:nvGrpSpPr>
          <p:grpSpPr>
            <a:xfrm>
              <a:off x="1097199" y="4517348"/>
              <a:ext cx="3811380" cy="2570456"/>
              <a:chOff x="1097199" y="4517348"/>
              <a:chExt cx="3811380" cy="2570456"/>
            </a:xfrm>
          </p:grpSpPr>
          <p:sp>
            <p:nvSpPr>
              <p:cNvPr id="144" name="ARc">
                <a:extLst>
                  <a:ext uri="{FF2B5EF4-FFF2-40B4-BE49-F238E27FC236}">
                    <a16:creationId xmlns:a16="http://schemas.microsoft.com/office/drawing/2014/main" id="{1E7E971A-A03F-C0EC-2BA8-662E566BD7BA}"/>
                  </a:ext>
                </a:extLst>
              </p:cNvPr>
              <p:cNvSpPr txBox="1"/>
              <p:nvPr/>
            </p:nvSpPr>
            <p:spPr>
              <a:xfrm>
                <a:off x="4352942" y="6461414"/>
                <a:ext cx="555637" cy="626390"/>
              </a:xfrm>
              <a:prstGeom prst="rect">
                <a:avLst/>
              </a:prstGeom>
              <a:noFill/>
              <a:ln w="12700" cap="flat">
                <a:noFill/>
                <a:miter lim="400000"/>
              </a:ln>
              <a:effectLst/>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50800" tIns="50800" rIns="50800" bIns="50800" numCol="1" anchor="b">
                <a:noAutofit/>
              </a:bodyPr>
              <a:lstStyle/>
              <a:p>
                <a:pPr defTabSz="397256">
                  <a:defRPr sz="2040" b="0">
                    <a:latin typeface="+mn-lt"/>
                    <a:ea typeface="+mn-ea"/>
                    <a:cs typeface="+mn-cs"/>
                    <a:sym typeface="Helvetica Neue Medium"/>
                  </a:defRPr>
                </a:pPr>
                <a:r>
                  <a:rPr sz="2000">
                    <a:latin typeface="Times New Roman" panose="02020603050405020304" pitchFamily="18" charset="0"/>
                    <a:cs typeface="Times New Roman" panose="02020603050405020304" pitchFamily="18" charset="0"/>
                  </a:rPr>
                  <a:t>AR</a:t>
                </a:r>
                <a:r>
                  <a:rPr sz="2000" baseline="-5999">
                    <a:latin typeface="Times New Roman" panose="02020603050405020304" pitchFamily="18" charset="0"/>
                    <a:cs typeface="Times New Roman" panose="02020603050405020304" pitchFamily="18" charset="0"/>
                  </a:rPr>
                  <a:t>c</a:t>
                </a:r>
              </a:p>
            </p:txBody>
          </p:sp>
          <p:sp>
            <p:nvSpPr>
              <p:cNvPr id="2" name="Arc 1">
                <a:extLst>
                  <a:ext uri="{FF2B5EF4-FFF2-40B4-BE49-F238E27FC236}">
                    <a16:creationId xmlns:a16="http://schemas.microsoft.com/office/drawing/2014/main" id="{7F94C28F-7AD3-8AA2-6663-6481337F9837}"/>
                  </a:ext>
                </a:extLst>
              </p:cNvPr>
              <p:cNvSpPr/>
              <p:nvPr/>
            </p:nvSpPr>
            <p:spPr>
              <a:xfrm>
                <a:off x="1097199" y="4517348"/>
                <a:ext cx="3351106" cy="2121809"/>
              </a:xfrm>
              <a:custGeom>
                <a:avLst/>
                <a:gdLst>
                  <a:gd name="connsiteX0" fmla="*/ 2413079 w 4826159"/>
                  <a:gd name="connsiteY0" fmla="*/ 0 h 3192433"/>
                  <a:gd name="connsiteX1" fmla="*/ 4778067 w 4826159"/>
                  <a:gd name="connsiteY1" fmla="*/ 1279126 h 3192433"/>
                  <a:gd name="connsiteX2" fmla="*/ 2413080 w 4826159"/>
                  <a:gd name="connsiteY2" fmla="*/ 1596217 h 3192433"/>
                  <a:gd name="connsiteX3" fmla="*/ 2413079 w 4826159"/>
                  <a:gd name="connsiteY3" fmla="*/ 0 h 3192433"/>
                  <a:gd name="connsiteX0" fmla="*/ 2413079 w 4826159"/>
                  <a:gd name="connsiteY0" fmla="*/ 0 h 3192433"/>
                  <a:gd name="connsiteX1" fmla="*/ 4778067 w 4826159"/>
                  <a:gd name="connsiteY1" fmla="*/ 1279126 h 3192433"/>
                  <a:gd name="connsiteX0" fmla="*/ 0 w 3351106"/>
                  <a:gd name="connsiteY0" fmla="*/ 0 h 2121809"/>
                  <a:gd name="connsiteX1" fmla="*/ 2364988 w 3351106"/>
                  <a:gd name="connsiteY1" fmla="*/ 1279126 h 2121809"/>
                  <a:gd name="connsiteX2" fmla="*/ 1 w 3351106"/>
                  <a:gd name="connsiteY2" fmla="*/ 1596217 h 2121809"/>
                  <a:gd name="connsiteX3" fmla="*/ 0 w 3351106"/>
                  <a:gd name="connsiteY3" fmla="*/ 0 h 2121809"/>
                  <a:gd name="connsiteX0" fmla="*/ 0 w 3351106"/>
                  <a:gd name="connsiteY0" fmla="*/ 0 h 2121809"/>
                  <a:gd name="connsiteX1" fmla="*/ 3351106 w 3351106"/>
                  <a:gd name="connsiteY1" fmla="*/ 2121809 h 2121809"/>
                </a:gdLst>
                <a:ahLst/>
                <a:cxnLst>
                  <a:cxn ang="0">
                    <a:pos x="connsiteX0" y="connsiteY0"/>
                  </a:cxn>
                  <a:cxn ang="0">
                    <a:pos x="connsiteX1" y="connsiteY1"/>
                  </a:cxn>
                </a:cxnLst>
                <a:rect l="l" t="t" r="r" b="b"/>
                <a:pathLst>
                  <a:path w="3351106" h="2121809" stroke="0" extrusionOk="0">
                    <a:moveTo>
                      <a:pt x="0" y="0"/>
                    </a:moveTo>
                    <a:cubicBezTo>
                      <a:pt x="1147924" y="0"/>
                      <a:pt x="2136951" y="534925"/>
                      <a:pt x="2364988" y="1279126"/>
                    </a:cubicBezTo>
                    <a:lnTo>
                      <a:pt x="1" y="1596217"/>
                    </a:lnTo>
                    <a:cubicBezTo>
                      <a:pt x="1" y="1064145"/>
                      <a:pt x="0" y="532072"/>
                      <a:pt x="0" y="0"/>
                    </a:cubicBezTo>
                    <a:close/>
                  </a:path>
                  <a:path w="3351106" h="2121809" fill="none">
                    <a:moveTo>
                      <a:pt x="0" y="0"/>
                    </a:moveTo>
                    <a:cubicBezTo>
                      <a:pt x="1147924" y="0"/>
                      <a:pt x="3123069" y="1377608"/>
                      <a:pt x="3351106" y="2121809"/>
                    </a:cubicBezTo>
                  </a:path>
                </a:pathLst>
              </a:custGeom>
              <a:noFill/>
              <a:ln w="57150" cap="flat">
                <a:solidFill>
                  <a:schemeClr val="accent1"/>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2000" b="0" i="0" u="none" strike="noStrike" cap="none" spc="0" normalizeH="0" baseline="0">
                  <a:ln>
                    <a:noFill/>
                  </a:ln>
                  <a:solidFill>
                    <a:srgbClr val="000000"/>
                  </a:solidFill>
                  <a:effectLst/>
                  <a:uFillTx/>
                  <a:latin typeface="Times New Roman" panose="02020603050405020304" pitchFamily="18" charset="0"/>
                  <a:cs typeface="Times New Roman" panose="02020603050405020304" pitchFamily="18" charset="0"/>
                </a:endParaRPr>
              </a:p>
            </p:txBody>
          </p:sp>
        </p:grpSp>
      </p:grpSp>
      <p:sp>
        <p:nvSpPr>
          <p:cNvPr id="111" name="Line">
            <a:extLst>
              <a:ext uri="{FF2B5EF4-FFF2-40B4-BE49-F238E27FC236}">
                <a16:creationId xmlns:a16="http://schemas.microsoft.com/office/drawing/2014/main" id="{27CEEC25-681C-7C10-16EC-D9DD986AAA4B}"/>
              </a:ext>
            </a:extLst>
          </p:cNvPr>
          <p:cNvSpPr/>
          <p:nvPr/>
        </p:nvSpPr>
        <p:spPr>
          <a:xfrm flipV="1">
            <a:off x="7532080" y="3132860"/>
            <a:ext cx="1" cy="5116952"/>
          </a:xfrm>
          <a:prstGeom prst="line">
            <a:avLst/>
          </a:prstGeom>
          <a:noFill/>
          <a:ln w="19050" cap="flat">
            <a:solidFill>
              <a:srgbClr val="000000"/>
            </a:solidFill>
            <a:prstDash val="solid"/>
            <a:miter lim="400000"/>
            <a:headEnd type="triangle" w="med" len="med"/>
            <a:tailEnd type="triangle" w="med" len="med"/>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sz="2000">
              <a:latin typeface="Times New Roman" panose="02020603050405020304" pitchFamily="18" charset="0"/>
              <a:cs typeface="Times New Roman" panose="02020603050405020304" pitchFamily="18" charset="0"/>
            </a:endParaRPr>
          </a:p>
        </p:txBody>
      </p:sp>
      <p:sp>
        <p:nvSpPr>
          <p:cNvPr id="112" name="Line">
            <a:extLst>
              <a:ext uri="{FF2B5EF4-FFF2-40B4-BE49-F238E27FC236}">
                <a16:creationId xmlns:a16="http://schemas.microsoft.com/office/drawing/2014/main" id="{EF69DE9E-F036-0864-5F9B-058D3B1E201C}"/>
              </a:ext>
            </a:extLst>
          </p:cNvPr>
          <p:cNvSpPr/>
          <p:nvPr/>
        </p:nvSpPr>
        <p:spPr>
          <a:xfrm>
            <a:off x="6669143" y="7752367"/>
            <a:ext cx="5440413" cy="1"/>
          </a:xfrm>
          <a:prstGeom prst="line">
            <a:avLst/>
          </a:prstGeom>
          <a:noFill/>
          <a:ln w="19050" cap="flat">
            <a:solidFill>
              <a:srgbClr val="000000"/>
            </a:solidFill>
            <a:prstDash val="solid"/>
            <a:miter lim="400000"/>
            <a:headEnd type="triangle" w="med" len="med"/>
            <a:tailEnd type="triangle" w="med" len="med"/>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sz="2000">
              <a:latin typeface="Times New Roman" panose="02020603050405020304" pitchFamily="18" charset="0"/>
              <a:cs typeface="Times New Roman" panose="02020603050405020304" pitchFamily="18" charset="0"/>
            </a:endParaRPr>
          </a:p>
        </p:txBody>
      </p:sp>
      <p:sp>
        <p:nvSpPr>
          <p:cNvPr id="113" name="AR, MR">
            <a:extLst>
              <a:ext uri="{FF2B5EF4-FFF2-40B4-BE49-F238E27FC236}">
                <a16:creationId xmlns:a16="http://schemas.microsoft.com/office/drawing/2014/main" id="{9725B750-C1F4-022F-D44C-5EA140551BA2}"/>
              </a:ext>
            </a:extLst>
          </p:cNvPr>
          <p:cNvSpPr txBox="1"/>
          <p:nvPr/>
        </p:nvSpPr>
        <p:spPr>
          <a:xfrm>
            <a:off x="6750766" y="3149508"/>
            <a:ext cx="774658" cy="796320"/>
          </a:xfrm>
          <a:prstGeom prst="rect">
            <a:avLst/>
          </a:prstGeom>
          <a:noFill/>
          <a:ln w="12700" cap="flat">
            <a:noFill/>
            <a:miter lim="400000"/>
          </a:ln>
          <a:effectLst/>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50800" tIns="50800" rIns="50800" bIns="50800" numCol="1" anchor="b">
            <a:noAutofit/>
          </a:bodyPr>
          <a:lstStyle>
            <a:lvl1pPr defTabSz="426466">
              <a:defRPr sz="2190" b="0">
                <a:latin typeface="+mn-lt"/>
                <a:ea typeface="+mn-ea"/>
                <a:cs typeface="+mn-cs"/>
                <a:sym typeface="Helvetica Neue Medium"/>
              </a:defRPr>
            </a:lvl1pPr>
          </a:lstStyle>
          <a:p>
            <a:r>
              <a:rPr sz="2000">
                <a:latin typeface="Times New Roman" panose="02020603050405020304" pitchFamily="18" charset="0"/>
                <a:cs typeface="Times New Roman" panose="02020603050405020304" pitchFamily="18" charset="0"/>
              </a:rPr>
              <a:t>AR, MR</a:t>
            </a:r>
          </a:p>
        </p:txBody>
      </p:sp>
      <p:sp>
        <p:nvSpPr>
          <p:cNvPr id="114" name="Qty">
            <a:extLst>
              <a:ext uri="{FF2B5EF4-FFF2-40B4-BE49-F238E27FC236}">
                <a16:creationId xmlns:a16="http://schemas.microsoft.com/office/drawing/2014/main" id="{BB76C6F4-2C5F-A3B1-E5BF-E4103D56F9B7}"/>
              </a:ext>
            </a:extLst>
          </p:cNvPr>
          <p:cNvSpPr txBox="1"/>
          <p:nvPr/>
        </p:nvSpPr>
        <p:spPr>
          <a:xfrm>
            <a:off x="11587995" y="7778970"/>
            <a:ext cx="661329" cy="470842"/>
          </a:xfrm>
          <a:prstGeom prst="rect">
            <a:avLst/>
          </a:prstGeom>
          <a:noFill/>
          <a:ln w="12700" cap="flat">
            <a:noFill/>
            <a:miter lim="400000"/>
          </a:ln>
          <a:effectLst/>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50800" tIns="50800" rIns="50800" bIns="50800" numCol="1" anchor="b">
            <a:noAutofit/>
          </a:bodyPr>
          <a:lstStyle>
            <a:lvl1pPr defTabSz="467359">
              <a:defRPr b="0">
                <a:latin typeface="+mn-lt"/>
                <a:ea typeface="+mn-ea"/>
                <a:cs typeface="+mn-cs"/>
                <a:sym typeface="Helvetica Neue Medium"/>
              </a:defRPr>
            </a:lvl1pPr>
          </a:lstStyle>
          <a:p>
            <a:r>
              <a:rPr sz="2000">
                <a:latin typeface="Times New Roman" panose="02020603050405020304" pitchFamily="18" charset="0"/>
                <a:cs typeface="Times New Roman" panose="02020603050405020304" pitchFamily="18" charset="0"/>
              </a:rPr>
              <a:t>Qty</a:t>
            </a:r>
          </a:p>
        </p:txBody>
      </p:sp>
      <p:grpSp>
        <p:nvGrpSpPr>
          <p:cNvPr id="18" name="Group 17">
            <a:extLst>
              <a:ext uri="{FF2B5EF4-FFF2-40B4-BE49-F238E27FC236}">
                <a16:creationId xmlns:a16="http://schemas.microsoft.com/office/drawing/2014/main" id="{872F0C2B-D4B9-0B5C-BAD0-536E8A638707}"/>
              </a:ext>
            </a:extLst>
          </p:cNvPr>
          <p:cNvGrpSpPr/>
          <p:nvPr/>
        </p:nvGrpSpPr>
        <p:grpSpPr>
          <a:xfrm>
            <a:off x="7009586" y="4451748"/>
            <a:ext cx="5140780" cy="1700319"/>
            <a:chOff x="7009586" y="4451748"/>
            <a:chExt cx="5140780" cy="1700319"/>
          </a:xfrm>
        </p:grpSpPr>
        <p:sp>
          <p:nvSpPr>
            <p:cNvPr id="117" name="P">
              <a:extLst>
                <a:ext uri="{FF2B5EF4-FFF2-40B4-BE49-F238E27FC236}">
                  <a16:creationId xmlns:a16="http://schemas.microsoft.com/office/drawing/2014/main" id="{12DEF456-BF8E-07FC-829B-728AE61034BF}"/>
                </a:ext>
              </a:extLst>
            </p:cNvPr>
            <p:cNvSpPr txBox="1"/>
            <p:nvPr/>
          </p:nvSpPr>
          <p:spPr>
            <a:xfrm>
              <a:off x="7009586" y="4451748"/>
              <a:ext cx="555637" cy="626390"/>
            </a:xfrm>
            <a:prstGeom prst="rect">
              <a:avLst/>
            </a:prstGeom>
            <a:noFill/>
            <a:ln w="12700" cap="flat">
              <a:noFill/>
              <a:miter lim="400000"/>
            </a:ln>
            <a:effectLst/>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50800" tIns="50800" rIns="50800" bIns="50800" numCol="1" anchor="b">
              <a:normAutofit/>
            </a:bodyPr>
            <a:lstStyle>
              <a:lvl1pPr>
                <a:defRPr sz="3000" b="0">
                  <a:latin typeface="+mn-lt"/>
                  <a:ea typeface="+mn-ea"/>
                  <a:cs typeface="+mn-cs"/>
                  <a:sym typeface="Helvetica Neue Medium"/>
                </a:defRPr>
              </a:lvl1pPr>
            </a:lstStyle>
            <a:p>
              <a:r>
                <a:rPr lang="en-US" sz="2000" dirty="0">
                  <a:latin typeface="Times New Roman" panose="02020603050405020304" pitchFamily="18" charset="0"/>
                  <a:cs typeface="Times New Roman" panose="02020603050405020304" pitchFamily="18" charset="0"/>
                </a:rPr>
                <a:t>A</a:t>
              </a:r>
              <a:endParaRPr sz="2000" dirty="0">
                <a:latin typeface="Times New Roman" panose="02020603050405020304" pitchFamily="18" charset="0"/>
                <a:cs typeface="Times New Roman" panose="02020603050405020304" pitchFamily="18" charset="0"/>
              </a:endParaRPr>
            </a:p>
          </p:txBody>
        </p:sp>
        <p:grpSp>
          <p:nvGrpSpPr>
            <p:cNvPr id="12" name="Group 11">
              <a:extLst>
                <a:ext uri="{FF2B5EF4-FFF2-40B4-BE49-F238E27FC236}">
                  <a16:creationId xmlns:a16="http://schemas.microsoft.com/office/drawing/2014/main" id="{24613DE1-21C2-99A1-C4F6-85C63FD27834}"/>
                </a:ext>
              </a:extLst>
            </p:cNvPr>
            <p:cNvGrpSpPr/>
            <p:nvPr/>
          </p:nvGrpSpPr>
          <p:grpSpPr>
            <a:xfrm>
              <a:off x="7571957" y="4586534"/>
              <a:ext cx="4578409" cy="1565533"/>
              <a:chOff x="7571957" y="4586534"/>
              <a:chExt cx="4578409" cy="1565533"/>
            </a:xfrm>
          </p:grpSpPr>
          <p:sp>
            <p:nvSpPr>
              <p:cNvPr id="153" name="ARc">
                <a:extLst>
                  <a:ext uri="{FF2B5EF4-FFF2-40B4-BE49-F238E27FC236}">
                    <a16:creationId xmlns:a16="http://schemas.microsoft.com/office/drawing/2014/main" id="{C5DEDC38-F53D-19EF-7309-EFEC0FEFDC2A}"/>
                  </a:ext>
                </a:extLst>
              </p:cNvPr>
              <p:cNvSpPr txBox="1"/>
              <p:nvPr/>
            </p:nvSpPr>
            <p:spPr>
              <a:xfrm>
                <a:off x="11594729" y="5525677"/>
                <a:ext cx="555637" cy="626390"/>
              </a:xfrm>
              <a:prstGeom prst="rect">
                <a:avLst/>
              </a:prstGeom>
              <a:noFill/>
              <a:ln w="12700" cap="flat">
                <a:noFill/>
                <a:miter lim="400000"/>
              </a:ln>
              <a:effectLst/>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50800" tIns="50800" rIns="50800" bIns="50800" numCol="1" anchor="b">
                <a:noAutofit/>
              </a:bodyPr>
              <a:lstStyle/>
              <a:p>
                <a:pPr defTabSz="397256">
                  <a:defRPr sz="2040" b="0">
                    <a:latin typeface="+mn-lt"/>
                    <a:ea typeface="+mn-ea"/>
                    <a:cs typeface="+mn-cs"/>
                    <a:sym typeface="Helvetica Neue Medium"/>
                  </a:defRPr>
                </a:pPr>
                <a:r>
                  <a:rPr sz="2000">
                    <a:latin typeface="Times New Roman" panose="02020603050405020304" pitchFamily="18" charset="0"/>
                    <a:cs typeface="Times New Roman" panose="02020603050405020304" pitchFamily="18" charset="0"/>
                  </a:rPr>
                  <a:t>AR</a:t>
                </a:r>
                <a:r>
                  <a:rPr sz="2000" baseline="-5999">
                    <a:latin typeface="Times New Roman" panose="02020603050405020304" pitchFamily="18" charset="0"/>
                    <a:cs typeface="Times New Roman" panose="02020603050405020304" pitchFamily="18" charset="0"/>
                  </a:rPr>
                  <a:t>c</a:t>
                </a:r>
              </a:p>
            </p:txBody>
          </p:sp>
          <p:sp>
            <p:nvSpPr>
              <p:cNvPr id="199" name="Arc 1">
                <a:extLst>
                  <a:ext uri="{FF2B5EF4-FFF2-40B4-BE49-F238E27FC236}">
                    <a16:creationId xmlns:a16="http://schemas.microsoft.com/office/drawing/2014/main" id="{420D0F5C-6814-8D19-68FE-02DB6FA18102}"/>
                  </a:ext>
                </a:extLst>
              </p:cNvPr>
              <p:cNvSpPr/>
              <p:nvPr/>
            </p:nvSpPr>
            <p:spPr>
              <a:xfrm rot="10800000">
                <a:off x="7571957" y="4586534"/>
                <a:ext cx="4016038" cy="1354323"/>
              </a:xfrm>
              <a:custGeom>
                <a:avLst/>
                <a:gdLst>
                  <a:gd name="connsiteX0" fmla="*/ 2413079 w 4826159"/>
                  <a:gd name="connsiteY0" fmla="*/ 0 h 3192433"/>
                  <a:gd name="connsiteX1" fmla="*/ 4778067 w 4826159"/>
                  <a:gd name="connsiteY1" fmla="*/ 1279126 h 3192433"/>
                  <a:gd name="connsiteX2" fmla="*/ 2413080 w 4826159"/>
                  <a:gd name="connsiteY2" fmla="*/ 1596217 h 3192433"/>
                  <a:gd name="connsiteX3" fmla="*/ 2413079 w 4826159"/>
                  <a:gd name="connsiteY3" fmla="*/ 0 h 3192433"/>
                  <a:gd name="connsiteX0" fmla="*/ 2413079 w 4826159"/>
                  <a:gd name="connsiteY0" fmla="*/ 0 h 3192433"/>
                  <a:gd name="connsiteX1" fmla="*/ 4778067 w 4826159"/>
                  <a:gd name="connsiteY1" fmla="*/ 1279126 h 3192433"/>
                  <a:gd name="connsiteX0" fmla="*/ 0 w 3351106"/>
                  <a:gd name="connsiteY0" fmla="*/ 0 h 2121809"/>
                  <a:gd name="connsiteX1" fmla="*/ 2364988 w 3351106"/>
                  <a:gd name="connsiteY1" fmla="*/ 1279126 h 2121809"/>
                  <a:gd name="connsiteX2" fmla="*/ 1 w 3351106"/>
                  <a:gd name="connsiteY2" fmla="*/ 1596217 h 2121809"/>
                  <a:gd name="connsiteX3" fmla="*/ 0 w 3351106"/>
                  <a:gd name="connsiteY3" fmla="*/ 0 h 2121809"/>
                  <a:gd name="connsiteX0" fmla="*/ 0 w 3351106"/>
                  <a:gd name="connsiteY0" fmla="*/ 0 h 2121809"/>
                  <a:gd name="connsiteX1" fmla="*/ 3351106 w 3351106"/>
                  <a:gd name="connsiteY1" fmla="*/ 2121809 h 2121809"/>
                </a:gdLst>
                <a:ahLst/>
                <a:cxnLst>
                  <a:cxn ang="0">
                    <a:pos x="connsiteX0" y="connsiteY0"/>
                  </a:cxn>
                  <a:cxn ang="0">
                    <a:pos x="connsiteX1" y="connsiteY1"/>
                  </a:cxn>
                </a:cxnLst>
                <a:rect l="l" t="t" r="r" b="b"/>
                <a:pathLst>
                  <a:path w="3351106" h="2121809" stroke="0" extrusionOk="0">
                    <a:moveTo>
                      <a:pt x="0" y="0"/>
                    </a:moveTo>
                    <a:cubicBezTo>
                      <a:pt x="1147924" y="0"/>
                      <a:pt x="2136951" y="534925"/>
                      <a:pt x="2364988" y="1279126"/>
                    </a:cubicBezTo>
                    <a:lnTo>
                      <a:pt x="1" y="1596217"/>
                    </a:lnTo>
                    <a:cubicBezTo>
                      <a:pt x="1" y="1064145"/>
                      <a:pt x="0" y="532072"/>
                      <a:pt x="0" y="0"/>
                    </a:cubicBezTo>
                    <a:close/>
                  </a:path>
                  <a:path w="3351106" h="2121809" fill="none">
                    <a:moveTo>
                      <a:pt x="0" y="0"/>
                    </a:moveTo>
                    <a:cubicBezTo>
                      <a:pt x="1147924" y="0"/>
                      <a:pt x="3123069" y="1377608"/>
                      <a:pt x="3351106" y="2121809"/>
                    </a:cubicBezTo>
                  </a:path>
                </a:pathLst>
              </a:custGeom>
              <a:noFill/>
              <a:ln w="57150" cap="flat">
                <a:solidFill>
                  <a:schemeClr val="accent1"/>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2000" b="0" i="0" u="none" strike="noStrike" cap="none" spc="0" normalizeH="0" baseline="0">
                  <a:ln>
                    <a:noFill/>
                  </a:ln>
                  <a:solidFill>
                    <a:srgbClr val="000000"/>
                  </a:solidFill>
                  <a:effectLst/>
                  <a:uFillTx/>
                  <a:latin typeface="Times New Roman" panose="02020603050405020304" pitchFamily="18" charset="0"/>
                  <a:cs typeface="Times New Roman" panose="02020603050405020304" pitchFamily="18" charset="0"/>
                </a:endParaRPr>
              </a:p>
            </p:txBody>
          </p:sp>
        </p:grpSp>
      </p:grpSp>
      <p:grpSp>
        <p:nvGrpSpPr>
          <p:cNvPr id="22" name="Group 21">
            <a:extLst>
              <a:ext uri="{FF2B5EF4-FFF2-40B4-BE49-F238E27FC236}">
                <a16:creationId xmlns:a16="http://schemas.microsoft.com/office/drawing/2014/main" id="{CFF6AF83-7BB9-1CFF-70EF-ADA87694B99B}"/>
              </a:ext>
            </a:extLst>
          </p:cNvPr>
          <p:cNvGrpSpPr/>
          <p:nvPr/>
        </p:nvGrpSpPr>
        <p:grpSpPr>
          <a:xfrm>
            <a:off x="7416779" y="4751346"/>
            <a:ext cx="2934811" cy="2942317"/>
            <a:chOff x="7416779" y="4751346"/>
            <a:chExt cx="2934811" cy="2942317"/>
          </a:xfrm>
        </p:grpSpPr>
        <p:grpSp>
          <p:nvGrpSpPr>
            <p:cNvPr id="14" name="Group 13">
              <a:extLst>
                <a:ext uri="{FF2B5EF4-FFF2-40B4-BE49-F238E27FC236}">
                  <a16:creationId xmlns:a16="http://schemas.microsoft.com/office/drawing/2014/main" id="{03298787-05C6-D463-77E7-ACFDABD868F2}"/>
                </a:ext>
              </a:extLst>
            </p:cNvPr>
            <p:cNvGrpSpPr/>
            <p:nvPr/>
          </p:nvGrpSpPr>
          <p:grpSpPr>
            <a:xfrm>
              <a:off x="7416779" y="4751346"/>
              <a:ext cx="2934811" cy="2942317"/>
              <a:chOff x="7416779" y="4751346"/>
              <a:chExt cx="2934811" cy="2942317"/>
            </a:xfrm>
          </p:grpSpPr>
          <p:sp>
            <p:nvSpPr>
              <p:cNvPr id="198" name="MRc">
                <a:extLst>
                  <a:ext uri="{FF2B5EF4-FFF2-40B4-BE49-F238E27FC236}">
                    <a16:creationId xmlns:a16="http://schemas.microsoft.com/office/drawing/2014/main" id="{AA319500-2347-D323-503F-322D07BC6387}"/>
                  </a:ext>
                </a:extLst>
              </p:cNvPr>
              <p:cNvSpPr txBox="1"/>
              <p:nvPr/>
            </p:nvSpPr>
            <p:spPr>
              <a:xfrm>
                <a:off x="9634244" y="7067273"/>
                <a:ext cx="717346" cy="626390"/>
              </a:xfrm>
              <a:prstGeom prst="rect">
                <a:avLst/>
              </a:prstGeom>
              <a:noFill/>
              <a:ln w="12700" cap="flat">
                <a:noFill/>
                <a:miter lim="400000"/>
              </a:ln>
              <a:effectLst/>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50800" tIns="50800" rIns="50800" bIns="50800" numCol="1" anchor="b">
                <a:noAutofit/>
              </a:bodyPr>
              <a:lstStyle/>
              <a:p>
                <a:pPr defTabSz="350520">
                  <a:defRPr sz="1800" b="0">
                    <a:latin typeface="+mn-lt"/>
                    <a:ea typeface="+mn-ea"/>
                    <a:cs typeface="+mn-cs"/>
                    <a:sym typeface="Helvetica Neue Medium"/>
                  </a:defRPr>
                </a:pPr>
                <a:r>
                  <a:rPr sz="2000" err="1">
                    <a:latin typeface="Times New Roman" panose="02020603050405020304" pitchFamily="18" charset="0"/>
                    <a:cs typeface="Times New Roman" panose="02020603050405020304" pitchFamily="18" charset="0"/>
                  </a:rPr>
                  <a:t>MR</a:t>
                </a:r>
                <a:r>
                  <a:rPr sz="2000" baseline="-5999" err="1">
                    <a:latin typeface="Times New Roman" panose="02020603050405020304" pitchFamily="18" charset="0"/>
                    <a:cs typeface="Times New Roman" panose="02020603050405020304" pitchFamily="18" charset="0"/>
                  </a:rPr>
                  <a:t>c</a:t>
                </a:r>
                <a:endParaRPr sz="2000" baseline="-5999">
                  <a:latin typeface="Times New Roman" panose="02020603050405020304" pitchFamily="18" charset="0"/>
                  <a:cs typeface="Times New Roman" panose="02020603050405020304" pitchFamily="18" charset="0"/>
                </a:endParaRPr>
              </a:p>
            </p:txBody>
          </p:sp>
          <p:sp>
            <p:nvSpPr>
              <p:cNvPr id="200" name="Arc 1">
                <a:extLst>
                  <a:ext uri="{FF2B5EF4-FFF2-40B4-BE49-F238E27FC236}">
                    <a16:creationId xmlns:a16="http://schemas.microsoft.com/office/drawing/2014/main" id="{FA929751-096A-4201-7028-00B195D6ACCD}"/>
                  </a:ext>
                </a:extLst>
              </p:cNvPr>
              <p:cNvSpPr/>
              <p:nvPr/>
            </p:nvSpPr>
            <p:spPr>
              <a:xfrm rot="11206584">
                <a:off x="7416779" y="4751346"/>
                <a:ext cx="2386165" cy="2671513"/>
              </a:xfrm>
              <a:custGeom>
                <a:avLst/>
                <a:gdLst>
                  <a:gd name="connsiteX0" fmla="*/ 2413079 w 4826159"/>
                  <a:gd name="connsiteY0" fmla="*/ 0 h 3192433"/>
                  <a:gd name="connsiteX1" fmla="*/ 4778067 w 4826159"/>
                  <a:gd name="connsiteY1" fmla="*/ 1279126 h 3192433"/>
                  <a:gd name="connsiteX2" fmla="*/ 2413080 w 4826159"/>
                  <a:gd name="connsiteY2" fmla="*/ 1596217 h 3192433"/>
                  <a:gd name="connsiteX3" fmla="*/ 2413079 w 4826159"/>
                  <a:gd name="connsiteY3" fmla="*/ 0 h 3192433"/>
                  <a:gd name="connsiteX0" fmla="*/ 2413079 w 4826159"/>
                  <a:gd name="connsiteY0" fmla="*/ 0 h 3192433"/>
                  <a:gd name="connsiteX1" fmla="*/ 4778067 w 4826159"/>
                  <a:gd name="connsiteY1" fmla="*/ 1279126 h 3192433"/>
                  <a:gd name="connsiteX0" fmla="*/ 0 w 3351106"/>
                  <a:gd name="connsiteY0" fmla="*/ 0 h 2121809"/>
                  <a:gd name="connsiteX1" fmla="*/ 2364988 w 3351106"/>
                  <a:gd name="connsiteY1" fmla="*/ 1279126 h 2121809"/>
                  <a:gd name="connsiteX2" fmla="*/ 1 w 3351106"/>
                  <a:gd name="connsiteY2" fmla="*/ 1596217 h 2121809"/>
                  <a:gd name="connsiteX3" fmla="*/ 0 w 3351106"/>
                  <a:gd name="connsiteY3" fmla="*/ 0 h 2121809"/>
                  <a:gd name="connsiteX0" fmla="*/ 0 w 3351106"/>
                  <a:gd name="connsiteY0" fmla="*/ 0 h 2121809"/>
                  <a:gd name="connsiteX1" fmla="*/ 3351106 w 3351106"/>
                  <a:gd name="connsiteY1" fmla="*/ 2121809 h 2121809"/>
                </a:gdLst>
                <a:ahLst/>
                <a:cxnLst>
                  <a:cxn ang="0">
                    <a:pos x="connsiteX0" y="connsiteY0"/>
                  </a:cxn>
                  <a:cxn ang="0">
                    <a:pos x="connsiteX1" y="connsiteY1"/>
                  </a:cxn>
                </a:cxnLst>
                <a:rect l="l" t="t" r="r" b="b"/>
                <a:pathLst>
                  <a:path w="3351106" h="2121809" stroke="0" extrusionOk="0">
                    <a:moveTo>
                      <a:pt x="0" y="0"/>
                    </a:moveTo>
                    <a:cubicBezTo>
                      <a:pt x="1147924" y="0"/>
                      <a:pt x="2136951" y="534925"/>
                      <a:pt x="2364988" y="1279126"/>
                    </a:cubicBezTo>
                    <a:lnTo>
                      <a:pt x="1" y="1596217"/>
                    </a:lnTo>
                    <a:cubicBezTo>
                      <a:pt x="1" y="1064145"/>
                      <a:pt x="0" y="532072"/>
                      <a:pt x="0" y="0"/>
                    </a:cubicBezTo>
                    <a:close/>
                  </a:path>
                  <a:path w="3351106" h="2121809" fill="none">
                    <a:moveTo>
                      <a:pt x="0" y="0"/>
                    </a:moveTo>
                    <a:cubicBezTo>
                      <a:pt x="1147924" y="0"/>
                      <a:pt x="3123069" y="1377608"/>
                      <a:pt x="3351106" y="2121809"/>
                    </a:cubicBezTo>
                  </a:path>
                </a:pathLst>
              </a:custGeom>
              <a:noFill/>
              <a:ln w="57150" cap="flat">
                <a:solidFill>
                  <a:schemeClr val="accent3">
                    <a:lumMod val="50000"/>
                  </a:schemeClr>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2000" i="0" u="none" strike="noStrike" cap="none" spc="0" normalizeH="0" baseline="0">
                  <a:ln>
                    <a:noFill/>
                  </a:ln>
                  <a:solidFill>
                    <a:schemeClr val="accent3">
                      <a:lumMod val="50000"/>
                    </a:schemeClr>
                  </a:solidFill>
                  <a:effectLst/>
                  <a:uFillTx/>
                  <a:latin typeface="Times New Roman" panose="02020603050405020304" pitchFamily="18" charset="0"/>
                  <a:cs typeface="Times New Roman" panose="02020603050405020304" pitchFamily="18" charset="0"/>
                </a:endParaRPr>
              </a:p>
            </p:txBody>
          </p:sp>
        </p:grpSp>
        <p:sp>
          <p:nvSpPr>
            <p:cNvPr id="120" name="D">
              <a:extLst>
                <a:ext uri="{FF2B5EF4-FFF2-40B4-BE49-F238E27FC236}">
                  <a16:creationId xmlns:a16="http://schemas.microsoft.com/office/drawing/2014/main" id="{45FD2995-B8C5-3726-6DFA-674CC19BE6A0}"/>
                </a:ext>
              </a:extLst>
            </p:cNvPr>
            <p:cNvSpPr txBox="1"/>
            <p:nvPr/>
          </p:nvSpPr>
          <p:spPr>
            <a:xfrm>
              <a:off x="7529750" y="5516915"/>
              <a:ext cx="555637" cy="626390"/>
            </a:xfrm>
            <a:prstGeom prst="rect">
              <a:avLst/>
            </a:prstGeom>
            <a:noFill/>
            <a:ln w="12700" cap="flat">
              <a:noFill/>
              <a:miter lim="400000"/>
            </a:ln>
            <a:effectLst/>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50800" tIns="50800" rIns="50800" bIns="50800" numCol="1" anchor="b">
              <a:normAutofit/>
            </a:bodyPr>
            <a:lstStyle>
              <a:lvl1pPr>
                <a:defRPr sz="3000" b="0">
                  <a:latin typeface="+mn-lt"/>
                  <a:ea typeface="+mn-ea"/>
                  <a:cs typeface="+mn-cs"/>
                  <a:sym typeface="Helvetica Neue Medium"/>
                </a:defRPr>
              </a:lvl1pPr>
            </a:lstStyle>
            <a:p>
              <a:r>
                <a:rPr sz="2000" dirty="0">
                  <a:solidFill>
                    <a:srgbClr val="0070C0"/>
                  </a:solidFill>
                  <a:latin typeface="Times New Roman" panose="02020603050405020304" pitchFamily="18" charset="0"/>
                  <a:cs typeface="Times New Roman" panose="02020603050405020304" pitchFamily="18" charset="0"/>
                </a:rPr>
                <a:t>D</a:t>
              </a:r>
            </a:p>
          </p:txBody>
        </p:sp>
      </p:grpSp>
      <p:grpSp>
        <p:nvGrpSpPr>
          <p:cNvPr id="21" name="Group 20">
            <a:extLst>
              <a:ext uri="{FF2B5EF4-FFF2-40B4-BE49-F238E27FC236}">
                <a16:creationId xmlns:a16="http://schemas.microsoft.com/office/drawing/2014/main" id="{B1DDB20E-F131-5CDF-33F2-01F74008F7DE}"/>
              </a:ext>
            </a:extLst>
          </p:cNvPr>
          <p:cNvGrpSpPr/>
          <p:nvPr/>
        </p:nvGrpSpPr>
        <p:grpSpPr>
          <a:xfrm>
            <a:off x="6989683" y="5187076"/>
            <a:ext cx="3639731" cy="1148762"/>
            <a:chOff x="6989683" y="5187076"/>
            <a:chExt cx="3639731" cy="1148762"/>
          </a:xfrm>
        </p:grpSpPr>
        <p:sp>
          <p:nvSpPr>
            <p:cNvPr id="115" name="Line">
              <a:extLst>
                <a:ext uri="{FF2B5EF4-FFF2-40B4-BE49-F238E27FC236}">
                  <a16:creationId xmlns:a16="http://schemas.microsoft.com/office/drawing/2014/main" id="{F2DF6176-2607-FCBF-4F79-EC07F91A54FB}"/>
                </a:ext>
              </a:extLst>
            </p:cNvPr>
            <p:cNvSpPr/>
            <p:nvPr/>
          </p:nvSpPr>
          <p:spPr>
            <a:xfrm flipH="1" flipV="1">
              <a:off x="7585357" y="5758544"/>
              <a:ext cx="2529009" cy="3"/>
            </a:xfrm>
            <a:prstGeom prst="line">
              <a:avLst/>
            </a:prstGeom>
            <a:noFill/>
            <a:ln w="63500" cap="flat">
              <a:solidFill>
                <a:srgbClr val="000000"/>
              </a:solidFill>
              <a:prstDash val="sysDot"/>
              <a:miter lim="400000"/>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sz="2000">
                <a:latin typeface="Times New Roman" panose="02020603050405020304" pitchFamily="18" charset="0"/>
                <a:cs typeface="Times New Roman" panose="02020603050405020304" pitchFamily="18" charset="0"/>
              </a:endParaRPr>
            </a:p>
          </p:txBody>
        </p:sp>
        <p:sp>
          <p:nvSpPr>
            <p:cNvPr id="116" name="A">
              <a:extLst>
                <a:ext uri="{FF2B5EF4-FFF2-40B4-BE49-F238E27FC236}">
                  <a16:creationId xmlns:a16="http://schemas.microsoft.com/office/drawing/2014/main" id="{713A7D81-32AB-60EA-F637-D6D35A84C250}"/>
                </a:ext>
              </a:extLst>
            </p:cNvPr>
            <p:cNvSpPr txBox="1"/>
            <p:nvPr/>
          </p:nvSpPr>
          <p:spPr>
            <a:xfrm>
              <a:off x="6989683" y="5299373"/>
              <a:ext cx="555636" cy="626390"/>
            </a:xfrm>
            <a:prstGeom prst="rect">
              <a:avLst/>
            </a:prstGeom>
            <a:noFill/>
            <a:ln w="12700" cap="flat">
              <a:noFill/>
              <a:miter lim="400000"/>
            </a:ln>
            <a:effectLst/>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50800" tIns="50800" rIns="50800" bIns="50800" numCol="1" anchor="b">
              <a:normAutofit/>
            </a:bodyPr>
            <a:lstStyle>
              <a:lvl1pPr>
                <a:defRPr sz="3000" b="0">
                  <a:latin typeface="+mn-lt"/>
                  <a:ea typeface="+mn-ea"/>
                  <a:cs typeface="+mn-cs"/>
                  <a:sym typeface="Helvetica Neue Medium"/>
                </a:defRPr>
              </a:lvl1pPr>
            </a:lstStyle>
            <a:p>
              <a:r>
                <a:rPr lang="en-US" sz="2000" dirty="0">
                  <a:latin typeface="Times New Roman" panose="02020603050405020304" pitchFamily="18" charset="0"/>
                  <a:cs typeface="Times New Roman" panose="02020603050405020304" pitchFamily="18" charset="0"/>
                </a:rPr>
                <a:t>P</a:t>
              </a:r>
              <a:endParaRPr sz="2000" dirty="0">
                <a:latin typeface="Times New Roman" panose="02020603050405020304" pitchFamily="18" charset="0"/>
                <a:cs typeface="Times New Roman" panose="02020603050405020304" pitchFamily="18" charset="0"/>
              </a:endParaRPr>
            </a:p>
          </p:txBody>
        </p:sp>
        <p:sp>
          <p:nvSpPr>
            <p:cNvPr id="118" name="T">
              <a:extLst>
                <a:ext uri="{FF2B5EF4-FFF2-40B4-BE49-F238E27FC236}">
                  <a16:creationId xmlns:a16="http://schemas.microsoft.com/office/drawing/2014/main" id="{8D2E4016-576B-0528-E3AB-1409989D7672}"/>
                </a:ext>
              </a:extLst>
            </p:cNvPr>
            <p:cNvSpPr txBox="1"/>
            <p:nvPr/>
          </p:nvSpPr>
          <p:spPr>
            <a:xfrm>
              <a:off x="8460824" y="5709448"/>
              <a:ext cx="555637" cy="626390"/>
            </a:xfrm>
            <a:prstGeom prst="rect">
              <a:avLst/>
            </a:prstGeom>
            <a:noFill/>
            <a:ln w="12700" cap="flat">
              <a:noFill/>
              <a:miter lim="400000"/>
            </a:ln>
            <a:effectLst/>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50800" tIns="50800" rIns="50800" bIns="50800" numCol="1" anchor="b">
              <a:normAutofit/>
            </a:bodyPr>
            <a:lstStyle>
              <a:lvl1pPr>
                <a:defRPr sz="3000" b="0">
                  <a:latin typeface="+mn-lt"/>
                  <a:ea typeface="+mn-ea"/>
                  <a:cs typeface="+mn-cs"/>
                  <a:sym typeface="Helvetica Neue Medium"/>
                </a:defRPr>
              </a:lvl1pPr>
            </a:lstStyle>
            <a:p>
              <a:r>
                <a:rPr sz="2000">
                  <a:solidFill>
                    <a:srgbClr val="FF0000"/>
                  </a:solidFill>
                  <a:latin typeface="Times New Roman" panose="02020603050405020304" pitchFamily="18" charset="0"/>
                  <a:cs typeface="Times New Roman" panose="02020603050405020304" pitchFamily="18" charset="0"/>
                </a:rPr>
                <a:t>T</a:t>
              </a:r>
            </a:p>
          </p:txBody>
        </p:sp>
        <p:sp>
          <p:nvSpPr>
            <p:cNvPr id="119" name="C">
              <a:extLst>
                <a:ext uri="{FF2B5EF4-FFF2-40B4-BE49-F238E27FC236}">
                  <a16:creationId xmlns:a16="http://schemas.microsoft.com/office/drawing/2014/main" id="{C03B53BF-0700-E04B-BEDC-E60A164EF5C0}"/>
                </a:ext>
              </a:extLst>
            </p:cNvPr>
            <p:cNvSpPr txBox="1"/>
            <p:nvPr/>
          </p:nvSpPr>
          <p:spPr>
            <a:xfrm>
              <a:off x="10073777" y="5187076"/>
              <a:ext cx="555637" cy="626390"/>
            </a:xfrm>
            <a:prstGeom prst="rect">
              <a:avLst/>
            </a:prstGeom>
            <a:noFill/>
            <a:ln w="12700" cap="flat">
              <a:noFill/>
              <a:miter lim="400000"/>
            </a:ln>
            <a:effectLst/>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50800" tIns="50800" rIns="50800" bIns="50800" numCol="1" anchor="b">
              <a:normAutofit/>
            </a:bodyPr>
            <a:lstStyle>
              <a:lvl1pPr>
                <a:defRPr sz="3000" b="0">
                  <a:latin typeface="+mn-lt"/>
                  <a:ea typeface="+mn-ea"/>
                  <a:cs typeface="+mn-cs"/>
                  <a:sym typeface="Helvetica Neue Medium"/>
                </a:defRPr>
              </a:lvl1pPr>
            </a:lstStyle>
            <a:p>
              <a:r>
                <a:rPr lang="en-US" sz="2000" dirty="0">
                  <a:latin typeface="Times New Roman" panose="02020603050405020304" pitchFamily="18" charset="0"/>
                  <a:cs typeface="Times New Roman" panose="02020603050405020304" pitchFamily="18" charset="0"/>
                </a:rPr>
                <a:t>B</a:t>
              </a:r>
              <a:endParaRPr sz="2000" dirty="0">
                <a:latin typeface="Times New Roman" panose="02020603050405020304" pitchFamily="18" charset="0"/>
                <a:cs typeface="Times New Roman" panose="02020603050405020304" pitchFamily="18" charset="0"/>
              </a:endParaRPr>
            </a:p>
          </p:txBody>
        </p:sp>
        <p:cxnSp>
          <p:nvCxnSpPr>
            <p:cNvPr id="201" name="Straight Connector 200">
              <a:extLst>
                <a:ext uri="{FF2B5EF4-FFF2-40B4-BE49-F238E27FC236}">
                  <a16:creationId xmlns:a16="http://schemas.microsoft.com/office/drawing/2014/main" id="{8073F090-A6DE-6DA8-E9D5-B4CBB16F25EB}"/>
                </a:ext>
              </a:extLst>
            </p:cNvPr>
            <p:cNvCxnSpPr/>
            <p:nvPr/>
          </p:nvCxnSpPr>
          <p:spPr>
            <a:xfrm>
              <a:off x="8738643" y="5566993"/>
              <a:ext cx="0" cy="313195"/>
            </a:xfrm>
            <a:prstGeom prst="line">
              <a:avLst/>
            </a:prstGeom>
            <a:noFill/>
            <a:ln w="38100" cap="flat">
              <a:solidFill>
                <a:srgbClr val="FF0000"/>
              </a:solidFill>
              <a:prstDash val="solid"/>
              <a:miter lim="400000"/>
            </a:ln>
            <a:effectLst/>
            <a:sp3d/>
          </p:spPr>
          <p:style>
            <a:lnRef idx="0">
              <a:scrgbClr r="0" g="0" b="0"/>
            </a:lnRef>
            <a:fillRef idx="0">
              <a:scrgbClr r="0" g="0" b="0"/>
            </a:fillRef>
            <a:effectRef idx="0">
              <a:scrgbClr r="0" g="0" b="0"/>
            </a:effectRef>
            <a:fontRef idx="none"/>
          </p:style>
        </p:cxnSp>
      </p:grpSp>
      <p:sp>
        <p:nvSpPr>
          <p:cNvPr id="46" name="C">
            <a:extLst>
              <a:ext uri="{FF2B5EF4-FFF2-40B4-BE49-F238E27FC236}">
                <a16:creationId xmlns:a16="http://schemas.microsoft.com/office/drawing/2014/main" id="{E4FA6785-0780-1B05-8A29-339E85FFD640}"/>
              </a:ext>
            </a:extLst>
          </p:cNvPr>
          <p:cNvSpPr txBox="1"/>
          <p:nvPr/>
        </p:nvSpPr>
        <p:spPr>
          <a:xfrm>
            <a:off x="197852" y="1539854"/>
            <a:ext cx="5982807" cy="826223"/>
          </a:xfrm>
          <a:prstGeom prst="rect">
            <a:avLst/>
          </a:prstGeom>
          <a:noFill/>
          <a:ln w="12700" cap="flat">
            <a:noFill/>
            <a:miter lim="400000"/>
          </a:ln>
          <a:effectLst/>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50800" tIns="50800" rIns="50800" bIns="50800" numCol="1" anchor="b">
            <a:noAutofit/>
          </a:bodyPr>
          <a:lstStyle>
            <a:lvl1pPr>
              <a:defRPr sz="3000" b="0">
                <a:latin typeface="+mn-lt"/>
                <a:ea typeface="+mn-ea"/>
                <a:cs typeface="+mn-cs"/>
                <a:sym typeface="Helvetica Neue Medium"/>
              </a:defRPr>
            </a:lvl1pPr>
          </a:lstStyle>
          <a:p>
            <a:r>
              <a:rPr lang="en-US" sz="2400" b="1" dirty="0">
                <a:latin typeface="Times New Roman" panose="02020603050405020304" pitchFamily="18" charset="0"/>
                <a:cs typeface="Times New Roman" panose="02020603050405020304" pitchFamily="18" charset="0"/>
              </a:rPr>
              <a:t>If the AR &amp; MR curves are </a:t>
            </a:r>
            <a:r>
              <a:rPr lang="en-US" sz="2400" b="1" dirty="0">
                <a:solidFill>
                  <a:srgbClr val="FF0000"/>
                </a:solidFill>
                <a:latin typeface="Times New Roman" panose="02020603050405020304" pitchFamily="18" charset="0"/>
                <a:cs typeface="Times New Roman" panose="02020603050405020304" pitchFamily="18" charset="0"/>
              </a:rPr>
              <a:t>CONCAVE</a:t>
            </a:r>
            <a:endParaRPr lang="en-US" sz="2400" b="1" dirty="0">
              <a:latin typeface="Times New Roman" panose="02020603050405020304" pitchFamily="18" charset="0"/>
              <a:cs typeface="Times New Roman" panose="02020603050405020304" pitchFamily="18" charset="0"/>
            </a:endParaRPr>
          </a:p>
        </p:txBody>
      </p:sp>
      <p:sp>
        <p:nvSpPr>
          <p:cNvPr id="24" name="C">
            <a:extLst>
              <a:ext uri="{FF2B5EF4-FFF2-40B4-BE49-F238E27FC236}">
                <a16:creationId xmlns:a16="http://schemas.microsoft.com/office/drawing/2014/main" id="{8EC15CB5-E7B0-C1E7-170B-037691B0C5B4}"/>
              </a:ext>
            </a:extLst>
          </p:cNvPr>
          <p:cNvSpPr txBox="1"/>
          <p:nvPr/>
        </p:nvSpPr>
        <p:spPr>
          <a:xfrm>
            <a:off x="538195" y="8376224"/>
            <a:ext cx="5387117" cy="826223"/>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Autofit/>
          </a:bodyPr>
          <a:lstStyle>
            <a:lvl1pPr>
              <a:defRPr sz="3000" b="0">
                <a:latin typeface="+mn-lt"/>
                <a:ea typeface="+mn-ea"/>
                <a:cs typeface="+mn-cs"/>
                <a:sym typeface="Helvetica Neue Medium"/>
              </a:defRPr>
            </a:lvl1pPr>
          </a:lstStyle>
          <a:p>
            <a:r>
              <a:rPr lang="en-US" sz="2400" dirty="0">
                <a:solidFill>
                  <a:srgbClr val="FF0000"/>
                </a:solidFill>
                <a:latin typeface="Times New Roman" panose="02020603050405020304" pitchFamily="18" charset="0"/>
                <a:cs typeface="Times New Roman" panose="02020603050405020304" pitchFamily="18" charset="0"/>
              </a:rPr>
              <a:t>MR intersects the horizontal perpendicular at MORE than the mid-point</a:t>
            </a:r>
            <a:endParaRPr lang="en-US" sz="2400" dirty="0">
              <a:latin typeface="Times New Roman" panose="02020603050405020304" pitchFamily="18" charset="0"/>
              <a:cs typeface="Times New Roman" panose="02020603050405020304" pitchFamily="18" charset="0"/>
            </a:endParaRPr>
          </a:p>
        </p:txBody>
      </p:sp>
      <p:sp>
        <p:nvSpPr>
          <p:cNvPr id="25" name="C">
            <a:extLst>
              <a:ext uri="{FF2B5EF4-FFF2-40B4-BE49-F238E27FC236}">
                <a16:creationId xmlns:a16="http://schemas.microsoft.com/office/drawing/2014/main" id="{4EC929C6-5132-47F2-0303-876E2B8A5E58}"/>
              </a:ext>
            </a:extLst>
          </p:cNvPr>
          <p:cNvSpPr txBox="1"/>
          <p:nvPr/>
        </p:nvSpPr>
        <p:spPr>
          <a:xfrm>
            <a:off x="7138095" y="8328383"/>
            <a:ext cx="5387117" cy="826223"/>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Autofit/>
          </a:bodyPr>
          <a:lstStyle>
            <a:lvl1pPr>
              <a:defRPr sz="3000" b="0">
                <a:latin typeface="+mn-lt"/>
                <a:ea typeface="+mn-ea"/>
                <a:cs typeface="+mn-cs"/>
                <a:sym typeface="Helvetica Neue Medium"/>
              </a:defRPr>
            </a:lvl1pPr>
          </a:lstStyle>
          <a:p>
            <a:r>
              <a:rPr lang="en-US" sz="2400" dirty="0">
                <a:solidFill>
                  <a:srgbClr val="FF0000"/>
                </a:solidFill>
                <a:latin typeface="Times New Roman" panose="02020603050405020304" pitchFamily="18" charset="0"/>
                <a:cs typeface="Times New Roman" panose="02020603050405020304" pitchFamily="18" charset="0"/>
              </a:rPr>
              <a:t>MR intersects the horizontal perpendicular at LESS than the mid-point</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56554934"/>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 name="AR - MR relationship"/>
          <p:cNvSpPr txBox="1"/>
          <p:nvPr/>
        </p:nvSpPr>
        <p:spPr>
          <a:xfrm>
            <a:off x="2585146" y="715124"/>
            <a:ext cx="3315526" cy="565636"/>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b">
            <a:normAutofit fontScale="92500"/>
          </a:bodyPr>
          <a:lstStyle>
            <a:lvl1pPr>
              <a:defRPr sz="4000" b="0">
                <a:solidFill>
                  <a:srgbClr val="61187C"/>
                </a:solidFill>
                <a:latin typeface="+mn-lt"/>
                <a:ea typeface="+mn-ea"/>
                <a:cs typeface="+mn-cs"/>
                <a:sym typeface="Helvetica Neue Medium"/>
              </a:defRPr>
            </a:lvl1pPr>
          </a:lstStyle>
          <a:p>
            <a:r>
              <a:rPr lang="en-US" sz="2800" b="1" dirty="0">
                <a:solidFill>
                  <a:schemeClr val="accent3">
                    <a:lumMod val="50000"/>
                  </a:schemeClr>
                </a:solidFill>
                <a:latin typeface="Times New Roman" panose="02020603050405020304" pitchFamily="18" charset="0"/>
                <a:cs typeface="Times New Roman" panose="02020603050405020304" pitchFamily="18" charset="0"/>
              </a:rPr>
              <a:t>Non-Linear </a:t>
            </a:r>
            <a:r>
              <a:rPr sz="2800" b="1" dirty="0">
                <a:solidFill>
                  <a:schemeClr val="accent3">
                    <a:lumMod val="50000"/>
                  </a:schemeClr>
                </a:solidFill>
                <a:latin typeface="Times New Roman" panose="02020603050405020304" pitchFamily="18" charset="0"/>
                <a:cs typeface="Times New Roman" panose="02020603050405020304" pitchFamily="18" charset="0"/>
              </a:rPr>
              <a:t>AR - MR</a:t>
            </a:r>
          </a:p>
        </p:txBody>
      </p:sp>
      <p:sp>
        <p:nvSpPr>
          <p:cNvPr id="202" name="C">
            <a:extLst>
              <a:ext uri="{FF2B5EF4-FFF2-40B4-BE49-F238E27FC236}">
                <a16:creationId xmlns:a16="http://schemas.microsoft.com/office/drawing/2014/main" id="{3194D71D-D964-CB4D-970F-F07308A86754}"/>
              </a:ext>
            </a:extLst>
          </p:cNvPr>
          <p:cNvSpPr txBox="1"/>
          <p:nvPr/>
        </p:nvSpPr>
        <p:spPr>
          <a:xfrm>
            <a:off x="5867663" y="1130362"/>
            <a:ext cx="1791671" cy="796321"/>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Autofit/>
          </a:bodyPr>
          <a:lstStyle>
            <a:lvl1pPr>
              <a:defRPr sz="3000" b="0">
                <a:latin typeface="+mn-lt"/>
                <a:ea typeface="+mn-ea"/>
                <a:cs typeface="+mn-cs"/>
                <a:sym typeface="Helvetica Neue Medium"/>
              </a:defRPr>
            </a:lvl1pPr>
          </a:lstStyle>
          <a:p>
            <a:r>
              <a:rPr lang="en-US" sz="2400" b="1" dirty="0">
                <a:solidFill>
                  <a:srgbClr val="FF0000"/>
                </a:solidFill>
                <a:latin typeface="Times New Roman" panose="02020603050405020304" pitchFamily="18" charset="0"/>
                <a:cs typeface="Times New Roman" panose="02020603050405020304" pitchFamily="18" charset="0"/>
              </a:rPr>
              <a:t>CONVEX</a:t>
            </a:r>
            <a:endParaRPr lang="en-US" sz="2400" b="1"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0C84A8EB-71DC-154F-851E-BE1DA9C7D324}"/>
              </a:ext>
            </a:extLst>
          </p:cNvPr>
          <p:cNvSpPr>
            <a:spLocks noGrp="1"/>
          </p:cNvSpPr>
          <p:nvPr>
            <p:ph type="sldNum" sz="quarter" idx="2"/>
          </p:nvPr>
        </p:nvSpPr>
        <p:spPr>
          <a:xfrm>
            <a:off x="12596324" y="9269065"/>
            <a:ext cx="340259" cy="324306"/>
          </a:xfrm>
        </p:spPr>
        <p:txBody>
          <a:bodyPr/>
          <a:lstStyle/>
          <a:p>
            <a:fld id="{86CB4B4D-7CA3-9044-876B-883B54F8677D}" type="slidenum">
              <a:rPr lang="en-IN" smtClean="0"/>
              <a:t>18</a:t>
            </a:fld>
            <a:endParaRPr lang="en-IN" dirty="0"/>
          </a:p>
        </p:txBody>
      </p:sp>
      <p:grpSp>
        <p:nvGrpSpPr>
          <p:cNvPr id="13" name="Group 12">
            <a:extLst>
              <a:ext uri="{FF2B5EF4-FFF2-40B4-BE49-F238E27FC236}">
                <a16:creationId xmlns:a16="http://schemas.microsoft.com/office/drawing/2014/main" id="{4792B70F-F8EF-4C45-94CC-28A2E5C4C618}"/>
              </a:ext>
            </a:extLst>
          </p:cNvPr>
          <p:cNvGrpSpPr/>
          <p:nvPr/>
        </p:nvGrpSpPr>
        <p:grpSpPr>
          <a:xfrm>
            <a:off x="1063470" y="2244534"/>
            <a:ext cx="3628972" cy="5161468"/>
            <a:chOff x="465661" y="2189522"/>
            <a:chExt cx="6742209" cy="5116952"/>
          </a:xfrm>
          <a:noFill/>
        </p:grpSpPr>
        <p:cxnSp>
          <p:nvCxnSpPr>
            <p:cNvPr id="4" name="Straight Connector 3">
              <a:extLst>
                <a:ext uri="{FF2B5EF4-FFF2-40B4-BE49-F238E27FC236}">
                  <a16:creationId xmlns:a16="http://schemas.microsoft.com/office/drawing/2014/main" id="{C078160F-5D31-ED4D-B6E5-9686360CA265}"/>
                </a:ext>
              </a:extLst>
            </p:cNvPr>
            <p:cNvCxnSpPr>
              <a:cxnSpLocks/>
            </p:cNvCxnSpPr>
            <p:nvPr/>
          </p:nvCxnSpPr>
          <p:spPr>
            <a:xfrm flipV="1">
              <a:off x="2476550" y="4647392"/>
              <a:ext cx="0" cy="311149"/>
            </a:xfrm>
            <a:prstGeom prst="line">
              <a:avLst/>
            </a:prstGeom>
            <a:grpFill/>
            <a:ln w="38100" cap="flat">
              <a:solidFill>
                <a:srgbClr val="FF0000"/>
              </a:solidFill>
              <a:prstDash val="solid"/>
              <a:miter lim="400000"/>
            </a:ln>
            <a:effectLst/>
            <a:sp3d/>
          </p:spPr>
          <p:style>
            <a:lnRef idx="0">
              <a:scrgbClr r="0" g="0" b="0"/>
            </a:lnRef>
            <a:fillRef idx="0">
              <a:scrgbClr r="0" g="0" b="0"/>
            </a:fillRef>
            <a:effectRef idx="0">
              <a:scrgbClr r="0" g="0" b="0"/>
            </a:effectRef>
            <a:fontRef idx="none"/>
          </p:style>
        </p:cxnSp>
        <p:grpSp>
          <p:nvGrpSpPr>
            <p:cNvPr id="11" name="Group 10">
              <a:extLst>
                <a:ext uri="{FF2B5EF4-FFF2-40B4-BE49-F238E27FC236}">
                  <a16:creationId xmlns:a16="http://schemas.microsoft.com/office/drawing/2014/main" id="{D86723B0-483E-FA45-A0D7-22AD0525F929}"/>
                </a:ext>
              </a:extLst>
            </p:cNvPr>
            <p:cNvGrpSpPr/>
            <p:nvPr/>
          </p:nvGrpSpPr>
          <p:grpSpPr>
            <a:xfrm>
              <a:off x="465661" y="2189522"/>
              <a:ext cx="6742209" cy="5116952"/>
              <a:chOff x="451574" y="2515132"/>
              <a:chExt cx="6742209" cy="5116952"/>
            </a:xfrm>
            <a:grpFill/>
          </p:grpSpPr>
          <p:sp>
            <p:nvSpPr>
              <p:cNvPr id="106" name="Arc 1">
                <a:extLst>
                  <a:ext uri="{FF2B5EF4-FFF2-40B4-BE49-F238E27FC236}">
                    <a16:creationId xmlns:a16="http://schemas.microsoft.com/office/drawing/2014/main" id="{990A617E-CE76-6640-8759-A4AA347937DD}"/>
                  </a:ext>
                </a:extLst>
              </p:cNvPr>
              <p:cNvSpPr/>
              <p:nvPr/>
            </p:nvSpPr>
            <p:spPr>
              <a:xfrm>
                <a:off x="1257717" y="3987264"/>
                <a:ext cx="2386165" cy="2671513"/>
              </a:xfrm>
              <a:custGeom>
                <a:avLst/>
                <a:gdLst>
                  <a:gd name="connsiteX0" fmla="*/ 2413079 w 4826159"/>
                  <a:gd name="connsiteY0" fmla="*/ 0 h 3192433"/>
                  <a:gd name="connsiteX1" fmla="*/ 4778067 w 4826159"/>
                  <a:gd name="connsiteY1" fmla="*/ 1279126 h 3192433"/>
                  <a:gd name="connsiteX2" fmla="*/ 2413080 w 4826159"/>
                  <a:gd name="connsiteY2" fmla="*/ 1596217 h 3192433"/>
                  <a:gd name="connsiteX3" fmla="*/ 2413079 w 4826159"/>
                  <a:gd name="connsiteY3" fmla="*/ 0 h 3192433"/>
                  <a:gd name="connsiteX0" fmla="*/ 2413079 w 4826159"/>
                  <a:gd name="connsiteY0" fmla="*/ 0 h 3192433"/>
                  <a:gd name="connsiteX1" fmla="*/ 4778067 w 4826159"/>
                  <a:gd name="connsiteY1" fmla="*/ 1279126 h 3192433"/>
                  <a:gd name="connsiteX0" fmla="*/ 0 w 3351106"/>
                  <a:gd name="connsiteY0" fmla="*/ 0 h 2121809"/>
                  <a:gd name="connsiteX1" fmla="*/ 2364988 w 3351106"/>
                  <a:gd name="connsiteY1" fmla="*/ 1279126 h 2121809"/>
                  <a:gd name="connsiteX2" fmla="*/ 1 w 3351106"/>
                  <a:gd name="connsiteY2" fmla="*/ 1596217 h 2121809"/>
                  <a:gd name="connsiteX3" fmla="*/ 0 w 3351106"/>
                  <a:gd name="connsiteY3" fmla="*/ 0 h 2121809"/>
                  <a:gd name="connsiteX0" fmla="*/ 0 w 3351106"/>
                  <a:gd name="connsiteY0" fmla="*/ 0 h 2121809"/>
                  <a:gd name="connsiteX1" fmla="*/ 3351106 w 3351106"/>
                  <a:gd name="connsiteY1" fmla="*/ 2121809 h 2121809"/>
                </a:gdLst>
                <a:ahLst/>
                <a:cxnLst>
                  <a:cxn ang="0">
                    <a:pos x="connsiteX0" y="connsiteY0"/>
                  </a:cxn>
                  <a:cxn ang="0">
                    <a:pos x="connsiteX1" y="connsiteY1"/>
                  </a:cxn>
                </a:cxnLst>
                <a:rect l="l" t="t" r="r" b="b"/>
                <a:pathLst>
                  <a:path w="3351106" h="2121809" stroke="0" extrusionOk="0">
                    <a:moveTo>
                      <a:pt x="0" y="0"/>
                    </a:moveTo>
                    <a:cubicBezTo>
                      <a:pt x="1147924" y="0"/>
                      <a:pt x="2136951" y="534925"/>
                      <a:pt x="2364988" y="1279126"/>
                    </a:cubicBezTo>
                    <a:lnTo>
                      <a:pt x="1" y="1596217"/>
                    </a:lnTo>
                    <a:cubicBezTo>
                      <a:pt x="1" y="1064145"/>
                      <a:pt x="0" y="532072"/>
                      <a:pt x="0" y="0"/>
                    </a:cubicBezTo>
                    <a:close/>
                  </a:path>
                  <a:path w="3351106" h="2121809" fill="none">
                    <a:moveTo>
                      <a:pt x="0" y="0"/>
                    </a:moveTo>
                    <a:cubicBezTo>
                      <a:pt x="1147924" y="0"/>
                      <a:pt x="3123069" y="1377608"/>
                      <a:pt x="3351106" y="2121809"/>
                    </a:cubicBezTo>
                  </a:path>
                </a:pathLst>
              </a:custGeom>
              <a:grpFill/>
              <a:ln w="57150" cap="flat">
                <a:solidFill>
                  <a:schemeClr val="accent3">
                    <a:lumMod val="50000"/>
                  </a:schemeClr>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200" b="0" i="0" u="none" strike="noStrike" cap="none" spc="0" normalizeH="0" baseline="0">
                  <a:ln>
                    <a:noFill/>
                  </a:ln>
                  <a:solidFill>
                    <a:schemeClr val="accent3">
                      <a:lumMod val="50000"/>
                    </a:schemeClr>
                  </a:solidFill>
                  <a:effectLst/>
                  <a:uFillTx/>
                  <a:latin typeface="Times New Roman" panose="02020603050405020304" pitchFamily="18" charset="0"/>
                  <a:cs typeface="Times New Roman" panose="02020603050405020304" pitchFamily="18" charset="0"/>
                </a:endParaRPr>
              </a:p>
            </p:txBody>
          </p:sp>
          <p:grpSp>
            <p:nvGrpSpPr>
              <p:cNvPr id="10" name="Group 9">
                <a:extLst>
                  <a:ext uri="{FF2B5EF4-FFF2-40B4-BE49-F238E27FC236}">
                    <a16:creationId xmlns:a16="http://schemas.microsoft.com/office/drawing/2014/main" id="{5F764B03-75F0-8545-B685-88BD46A5A128}"/>
                  </a:ext>
                </a:extLst>
              </p:cNvPr>
              <p:cNvGrpSpPr/>
              <p:nvPr/>
            </p:nvGrpSpPr>
            <p:grpSpPr>
              <a:xfrm>
                <a:off x="451574" y="2515132"/>
                <a:ext cx="6742209" cy="5116952"/>
                <a:chOff x="639506" y="2754054"/>
                <a:chExt cx="6742209" cy="5116952"/>
              </a:xfrm>
              <a:grpFill/>
            </p:grpSpPr>
            <p:grpSp>
              <p:nvGrpSpPr>
                <p:cNvPr id="5" name="Group 4">
                  <a:extLst>
                    <a:ext uri="{FF2B5EF4-FFF2-40B4-BE49-F238E27FC236}">
                      <a16:creationId xmlns:a16="http://schemas.microsoft.com/office/drawing/2014/main" id="{034B4981-243F-B447-B457-B41AFB64E28F}"/>
                    </a:ext>
                  </a:extLst>
                </p:cNvPr>
                <p:cNvGrpSpPr/>
                <p:nvPr/>
              </p:nvGrpSpPr>
              <p:grpSpPr>
                <a:xfrm>
                  <a:off x="639506" y="2754054"/>
                  <a:ext cx="6742209" cy="5116952"/>
                  <a:chOff x="668081" y="2254911"/>
                  <a:chExt cx="6742209" cy="5116952"/>
                </a:xfrm>
                <a:grpFill/>
              </p:grpSpPr>
              <p:sp>
                <p:nvSpPr>
                  <p:cNvPr id="121" name="Line"/>
                  <p:cNvSpPr/>
                  <p:nvPr/>
                </p:nvSpPr>
                <p:spPr>
                  <a:xfrm flipV="1">
                    <a:off x="1474148" y="2254911"/>
                    <a:ext cx="1" cy="5116952"/>
                  </a:xfrm>
                  <a:prstGeom prst="line">
                    <a:avLst/>
                  </a:prstGeom>
                  <a:grpFill/>
                  <a:ln w="63500" cap="flat">
                    <a:solidFill>
                      <a:srgbClr val="000000"/>
                    </a:solidFill>
                    <a:prstDash val="solid"/>
                    <a:miter lim="400000"/>
                    <a:headEnd type="triangle" w="med" len="med"/>
                    <a:tailEnd type="triangle" w="med" len="med"/>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sz="1200">
                      <a:latin typeface="Times New Roman" panose="02020603050405020304" pitchFamily="18" charset="0"/>
                      <a:cs typeface="Times New Roman" panose="02020603050405020304" pitchFamily="18" charset="0"/>
                    </a:endParaRPr>
                  </a:p>
                </p:txBody>
              </p:sp>
              <p:sp>
                <p:nvSpPr>
                  <p:cNvPr id="122" name="Line"/>
                  <p:cNvSpPr/>
                  <p:nvPr/>
                </p:nvSpPr>
                <p:spPr>
                  <a:xfrm flipV="1">
                    <a:off x="668081" y="6999693"/>
                    <a:ext cx="6742209" cy="0"/>
                  </a:xfrm>
                  <a:prstGeom prst="line">
                    <a:avLst/>
                  </a:prstGeom>
                  <a:grpFill/>
                  <a:ln w="63500" cap="flat">
                    <a:solidFill>
                      <a:srgbClr val="000000"/>
                    </a:solidFill>
                    <a:prstDash val="solid"/>
                    <a:miter lim="400000"/>
                    <a:headEnd type="triangle" w="med" len="med"/>
                    <a:tailEnd type="triangle" w="med" len="med"/>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sz="1200">
                      <a:latin typeface="Times New Roman" panose="02020603050405020304" pitchFamily="18" charset="0"/>
                      <a:cs typeface="Times New Roman" panose="02020603050405020304" pitchFamily="18" charset="0"/>
                    </a:endParaRPr>
                  </a:p>
                </p:txBody>
              </p:sp>
              <p:sp>
                <p:nvSpPr>
                  <p:cNvPr id="123" name="AR, MR"/>
                  <p:cNvSpPr txBox="1"/>
                  <p:nvPr/>
                </p:nvSpPr>
                <p:spPr>
                  <a:xfrm>
                    <a:off x="692834" y="2271559"/>
                    <a:ext cx="774658" cy="796320"/>
                  </a:xfrm>
                  <a:prstGeom prst="rect">
                    <a:avLst/>
                  </a:prstGeom>
                  <a:grp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Autofit/>
                  </a:bodyPr>
                  <a:lstStyle>
                    <a:lvl1pPr defTabSz="426466">
                      <a:defRPr sz="2190" b="0">
                        <a:latin typeface="+mn-lt"/>
                        <a:ea typeface="+mn-ea"/>
                        <a:cs typeface="+mn-cs"/>
                        <a:sym typeface="Helvetica Neue Medium"/>
                      </a:defRPr>
                    </a:lvl1pPr>
                  </a:lstStyle>
                  <a:p>
                    <a:r>
                      <a:rPr sz="1200">
                        <a:latin typeface="Times New Roman" panose="02020603050405020304" pitchFamily="18" charset="0"/>
                        <a:cs typeface="Times New Roman" panose="02020603050405020304" pitchFamily="18" charset="0"/>
                      </a:rPr>
                      <a:t>AR, MR</a:t>
                    </a:r>
                  </a:p>
                </p:txBody>
              </p:sp>
              <p:sp>
                <p:nvSpPr>
                  <p:cNvPr id="124" name="Qty"/>
                  <p:cNvSpPr txBox="1"/>
                  <p:nvPr/>
                </p:nvSpPr>
                <p:spPr>
                  <a:xfrm>
                    <a:off x="5530063" y="6901021"/>
                    <a:ext cx="661329" cy="470842"/>
                  </a:xfrm>
                  <a:prstGeom prst="rect">
                    <a:avLst/>
                  </a:prstGeom>
                  <a:grp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Autofit/>
                  </a:bodyPr>
                  <a:lstStyle>
                    <a:lvl1pPr defTabSz="467359">
                      <a:defRPr b="0">
                        <a:latin typeface="+mn-lt"/>
                        <a:ea typeface="+mn-ea"/>
                        <a:cs typeface="+mn-cs"/>
                        <a:sym typeface="Helvetica Neue Medium"/>
                      </a:defRPr>
                    </a:lvl1pPr>
                  </a:lstStyle>
                  <a:p>
                    <a:r>
                      <a:rPr sz="1200">
                        <a:latin typeface="Times New Roman" panose="02020603050405020304" pitchFamily="18" charset="0"/>
                        <a:cs typeface="Times New Roman" panose="02020603050405020304" pitchFamily="18" charset="0"/>
                      </a:rPr>
                      <a:t>Qty</a:t>
                    </a:r>
                  </a:p>
                </p:txBody>
              </p:sp>
              <p:sp>
                <p:nvSpPr>
                  <p:cNvPr id="129" name="Line"/>
                  <p:cNvSpPr/>
                  <p:nvPr/>
                </p:nvSpPr>
                <p:spPr>
                  <a:xfrm flipH="1" flipV="1">
                    <a:off x="1510166" y="4870498"/>
                    <a:ext cx="2529009" cy="3"/>
                  </a:xfrm>
                  <a:prstGeom prst="line">
                    <a:avLst/>
                  </a:prstGeom>
                  <a:grpFill/>
                  <a:ln w="63500" cap="flat">
                    <a:solidFill>
                      <a:srgbClr val="000000"/>
                    </a:solidFill>
                    <a:prstDash val="sysDot"/>
                    <a:miter lim="400000"/>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sz="1200">
                      <a:latin typeface="Times New Roman" panose="02020603050405020304" pitchFamily="18" charset="0"/>
                      <a:cs typeface="Times New Roman" panose="02020603050405020304" pitchFamily="18" charset="0"/>
                    </a:endParaRPr>
                  </a:p>
                </p:txBody>
              </p:sp>
              <p:sp>
                <p:nvSpPr>
                  <p:cNvPr id="137" name="A"/>
                  <p:cNvSpPr txBox="1"/>
                  <p:nvPr/>
                </p:nvSpPr>
                <p:spPr>
                  <a:xfrm>
                    <a:off x="931751" y="4421424"/>
                    <a:ext cx="555636" cy="626390"/>
                  </a:xfrm>
                  <a:prstGeom prst="rect">
                    <a:avLst/>
                  </a:prstGeom>
                  <a:grp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rmAutofit/>
                  </a:bodyPr>
                  <a:lstStyle>
                    <a:lvl1pPr>
                      <a:defRPr sz="3000" b="0">
                        <a:latin typeface="+mn-lt"/>
                        <a:ea typeface="+mn-ea"/>
                        <a:cs typeface="+mn-cs"/>
                        <a:sym typeface="Helvetica Neue Medium"/>
                      </a:defRPr>
                    </a:lvl1pPr>
                  </a:lstStyle>
                  <a:p>
                    <a:r>
                      <a:rPr lang="en-US" sz="1200" dirty="0">
                        <a:latin typeface="Times New Roman" panose="02020603050405020304" pitchFamily="18" charset="0"/>
                        <a:cs typeface="Times New Roman" panose="02020603050405020304" pitchFamily="18" charset="0"/>
                      </a:rPr>
                      <a:t>P</a:t>
                    </a:r>
                    <a:endParaRPr sz="1200" dirty="0">
                      <a:latin typeface="Times New Roman" panose="02020603050405020304" pitchFamily="18" charset="0"/>
                      <a:cs typeface="Times New Roman" panose="02020603050405020304" pitchFamily="18" charset="0"/>
                    </a:endParaRPr>
                  </a:p>
                </p:txBody>
              </p:sp>
              <p:sp>
                <p:nvSpPr>
                  <p:cNvPr id="139" name="P"/>
                  <p:cNvSpPr txBox="1"/>
                  <p:nvPr/>
                </p:nvSpPr>
                <p:spPr>
                  <a:xfrm>
                    <a:off x="951553" y="3265913"/>
                    <a:ext cx="555637" cy="626390"/>
                  </a:xfrm>
                  <a:prstGeom prst="rect">
                    <a:avLst/>
                  </a:prstGeom>
                  <a:grp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rmAutofit/>
                  </a:bodyPr>
                  <a:lstStyle>
                    <a:lvl1pPr>
                      <a:defRPr sz="3000" b="0">
                        <a:latin typeface="+mn-lt"/>
                        <a:ea typeface="+mn-ea"/>
                        <a:cs typeface="+mn-cs"/>
                        <a:sym typeface="Helvetica Neue Medium"/>
                      </a:defRPr>
                    </a:lvl1pPr>
                  </a:lstStyle>
                  <a:p>
                    <a:r>
                      <a:rPr lang="en-US" sz="1200" dirty="0">
                        <a:latin typeface="Times New Roman" panose="02020603050405020304" pitchFamily="18" charset="0"/>
                        <a:cs typeface="Times New Roman" panose="02020603050405020304" pitchFamily="18" charset="0"/>
                      </a:rPr>
                      <a:t>A</a:t>
                    </a:r>
                    <a:endParaRPr sz="1200" dirty="0">
                      <a:latin typeface="Times New Roman" panose="02020603050405020304" pitchFamily="18" charset="0"/>
                      <a:cs typeface="Times New Roman" panose="02020603050405020304" pitchFamily="18" charset="0"/>
                    </a:endParaRPr>
                  </a:p>
                </p:txBody>
              </p:sp>
              <p:sp>
                <p:nvSpPr>
                  <p:cNvPr id="140" name="T"/>
                  <p:cNvSpPr txBox="1"/>
                  <p:nvPr/>
                </p:nvSpPr>
                <p:spPr>
                  <a:xfrm>
                    <a:off x="2334707" y="4695990"/>
                    <a:ext cx="555637" cy="626390"/>
                  </a:xfrm>
                  <a:prstGeom prst="rect">
                    <a:avLst/>
                  </a:prstGeom>
                  <a:grp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rmAutofit/>
                  </a:bodyPr>
                  <a:lstStyle>
                    <a:lvl1pPr>
                      <a:defRPr sz="3000" b="0">
                        <a:latin typeface="+mn-lt"/>
                        <a:ea typeface="+mn-ea"/>
                        <a:cs typeface="+mn-cs"/>
                        <a:sym typeface="Helvetica Neue Medium"/>
                      </a:defRPr>
                    </a:lvl1pPr>
                  </a:lstStyle>
                  <a:p>
                    <a:r>
                      <a:rPr sz="1200">
                        <a:solidFill>
                          <a:srgbClr val="FF0000"/>
                        </a:solidFill>
                        <a:latin typeface="Times New Roman" panose="02020603050405020304" pitchFamily="18" charset="0"/>
                        <a:cs typeface="Times New Roman" panose="02020603050405020304" pitchFamily="18" charset="0"/>
                      </a:rPr>
                      <a:t>T</a:t>
                    </a:r>
                  </a:p>
                </p:txBody>
              </p:sp>
              <p:sp>
                <p:nvSpPr>
                  <p:cNvPr id="141" name="C"/>
                  <p:cNvSpPr txBox="1"/>
                  <p:nvPr/>
                </p:nvSpPr>
                <p:spPr>
                  <a:xfrm>
                    <a:off x="4144645" y="4372230"/>
                    <a:ext cx="555637" cy="626390"/>
                  </a:xfrm>
                  <a:prstGeom prst="rect">
                    <a:avLst/>
                  </a:prstGeom>
                  <a:grp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rmAutofit/>
                  </a:bodyPr>
                  <a:lstStyle>
                    <a:lvl1pPr>
                      <a:defRPr sz="3000" b="0">
                        <a:latin typeface="+mn-lt"/>
                        <a:ea typeface="+mn-ea"/>
                        <a:cs typeface="+mn-cs"/>
                        <a:sym typeface="Helvetica Neue Medium"/>
                      </a:defRPr>
                    </a:lvl1pPr>
                  </a:lstStyle>
                  <a:p>
                    <a:r>
                      <a:rPr lang="en-US" sz="1200" dirty="0">
                        <a:latin typeface="Times New Roman" panose="02020603050405020304" pitchFamily="18" charset="0"/>
                        <a:cs typeface="Times New Roman" panose="02020603050405020304" pitchFamily="18" charset="0"/>
                      </a:rPr>
                      <a:t>B</a:t>
                    </a:r>
                    <a:endParaRPr sz="1200" dirty="0">
                      <a:latin typeface="Times New Roman" panose="02020603050405020304" pitchFamily="18" charset="0"/>
                      <a:cs typeface="Times New Roman" panose="02020603050405020304" pitchFamily="18" charset="0"/>
                    </a:endParaRPr>
                  </a:p>
                </p:txBody>
              </p:sp>
              <p:sp>
                <p:nvSpPr>
                  <p:cNvPr id="143" name="D"/>
                  <p:cNvSpPr txBox="1"/>
                  <p:nvPr/>
                </p:nvSpPr>
                <p:spPr>
                  <a:xfrm>
                    <a:off x="2848304" y="4252506"/>
                    <a:ext cx="555637" cy="626390"/>
                  </a:xfrm>
                  <a:prstGeom prst="rect">
                    <a:avLst/>
                  </a:prstGeom>
                  <a:grp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rmAutofit/>
                  </a:bodyPr>
                  <a:lstStyle>
                    <a:lvl1pPr>
                      <a:defRPr sz="3000" b="0">
                        <a:latin typeface="+mn-lt"/>
                        <a:ea typeface="+mn-ea"/>
                        <a:cs typeface="+mn-cs"/>
                        <a:sym typeface="Helvetica Neue Medium"/>
                      </a:defRPr>
                    </a:lvl1pPr>
                  </a:lstStyle>
                  <a:p>
                    <a:r>
                      <a:rPr sz="1200">
                        <a:solidFill>
                          <a:srgbClr val="0070C0"/>
                        </a:solidFill>
                        <a:latin typeface="Times New Roman" panose="02020603050405020304" pitchFamily="18" charset="0"/>
                        <a:cs typeface="Times New Roman" panose="02020603050405020304" pitchFamily="18" charset="0"/>
                      </a:rPr>
                      <a:t>D</a:t>
                    </a:r>
                  </a:p>
                </p:txBody>
              </p:sp>
              <p:sp>
                <p:nvSpPr>
                  <p:cNvPr id="144" name="ARc"/>
                  <p:cNvSpPr txBox="1"/>
                  <p:nvPr/>
                </p:nvSpPr>
                <p:spPr>
                  <a:xfrm>
                    <a:off x="4766300" y="5638434"/>
                    <a:ext cx="958300" cy="313193"/>
                  </a:xfrm>
                  <a:prstGeom prst="rect">
                    <a:avLst/>
                  </a:prstGeom>
                  <a:grp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Autofit/>
                  </a:bodyPr>
                  <a:lstStyle/>
                  <a:p>
                    <a:pPr defTabSz="397256">
                      <a:defRPr sz="2040" b="0">
                        <a:latin typeface="+mn-lt"/>
                        <a:ea typeface="+mn-ea"/>
                        <a:cs typeface="+mn-cs"/>
                        <a:sym typeface="Helvetica Neue Medium"/>
                      </a:defRPr>
                    </a:pPr>
                    <a:r>
                      <a:rPr sz="1200" dirty="0" err="1">
                        <a:latin typeface="Times New Roman" panose="02020603050405020304" pitchFamily="18" charset="0"/>
                        <a:cs typeface="Times New Roman" panose="02020603050405020304" pitchFamily="18" charset="0"/>
                      </a:rPr>
                      <a:t>AR</a:t>
                    </a:r>
                    <a:r>
                      <a:rPr sz="1200" baseline="-5999" dirty="0" err="1">
                        <a:latin typeface="Times New Roman" panose="02020603050405020304" pitchFamily="18" charset="0"/>
                        <a:cs typeface="Times New Roman" panose="02020603050405020304" pitchFamily="18" charset="0"/>
                      </a:rPr>
                      <a:t>c</a:t>
                    </a:r>
                    <a:endParaRPr sz="1200" baseline="-5999" dirty="0">
                      <a:latin typeface="Times New Roman" panose="02020603050405020304" pitchFamily="18" charset="0"/>
                      <a:cs typeface="Times New Roman" panose="02020603050405020304" pitchFamily="18" charset="0"/>
                    </a:endParaRPr>
                  </a:p>
                </p:txBody>
              </p:sp>
              <p:sp>
                <p:nvSpPr>
                  <p:cNvPr id="145" name="MRc"/>
                  <p:cNvSpPr txBox="1"/>
                  <p:nvPr/>
                </p:nvSpPr>
                <p:spPr>
                  <a:xfrm>
                    <a:off x="3729603" y="6112576"/>
                    <a:ext cx="841880" cy="626390"/>
                  </a:xfrm>
                  <a:prstGeom prst="rect">
                    <a:avLst/>
                  </a:prstGeom>
                  <a:grp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Autofit/>
                  </a:bodyPr>
                  <a:lstStyle/>
                  <a:p>
                    <a:pPr defTabSz="350520">
                      <a:defRPr sz="1800" b="0">
                        <a:latin typeface="+mn-lt"/>
                        <a:ea typeface="+mn-ea"/>
                        <a:cs typeface="+mn-cs"/>
                        <a:sym typeface="Helvetica Neue Medium"/>
                      </a:defRPr>
                    </a:pPr>
                    <a:r>
                      <a:rPr sz="1200" err="1">
                        <a:latin typeface="Times New Roman" panose="02020603050405020304" pitchFamily="18" charset="0"/>
                        <a:cs typeface="Times New Roman" panose="02020603050405020304" pitchFamily="18" charset="0"/>
                      </a:rPr>
                      <a:t>MR</a:t>
                    </a:r>
                    <a:r>
                      <a:rPr sz="1200" baseline="-5999" err="1">
                        <a:latin typeface="Times New Roman" panose="02020603050405020304" pitchFamily="18" charset="0"/>
                        <a:cs typeface="Times New Roman" panose="02020603050405020304" pitchFamily="18" charset="0"/>
                      </a:rPr>
                      <a:t>c</a:t>
                    </a:r>
                    <a:endParaRPr sz="1200" baseline="-5999">
                      <a:latin typeface="Times New Roman" panose="02020603050405020304" pitchFamily="18" charset="0"/>
                      <a:cs typeface="Times New Roman" panose="02020603050405020304" pitchFamily="18" charset="0"/>
                    </a:endParaRPr>
                  </a:p>
                </p:txBody>
              </p:sp>
            </p:grpSp>
            <p:sp>
              <p:nvSpPr>
                <p:cNvPr id="2" name="Arc 1">
                  <a:extLst>
                    <a:ext uri="{FF2B5EF4-FFF2-40B4-BE49-F238E27FC236}">
                      <a16:creationId xmlns:a16="http://schemas.microsoft.com/office/drawing/2014/main" id="{135C3F6D-F07C-EC4F-BF87-1C01F49E2694}"/>
                    </a:ext>
                  </a:extLst>
                </p:cNvPr>
                <p:cNvSpPr/>
                <p:nvPr/>
              </p:nvSpPr>
              <p:spPr>
                <a:xfrm>
                  <a:off x="1481982" y="4193510"/>
                  <a:ext cx="3351106" cy="2121809"/>
                </a:xfrm>
                <a:custGeom>
                  <a:avLst/>
                  <a:gdLst>
                    <a:gd name="connsiteX0" fmla="*/ 2413079 w 4826159"/>
                    <a:gd name="connsiteY0" fmla="*/ 0 h 3192433"/>
                    <a:gd name="connsiteX1" fmla="*/ 4778067 w 4826159"/>
                    <a:gd name="connsiteY1" fmla="*/ 1279126 h 3192433"/>
                    <a:gd name="connsiteX2" fmla="*/ 2413080 w 4826159"/>
                    <a:gd name="connsiteY2" fmla="*/ 1596217 h 3192433"/>
                    <a:gd name="connsiteX3" fmla="*/ 2413079 w 4826159"/>
                    <a:gd name="connsiteY3" fmla="*/ 0 h 3192433"/>
                    <a:gd name="connsiteX0" fmla="*/ 2413079 w 4826159"/>
                    <a:gd name="connsiteY0" fmla="*/ 0 h 3192433"/>
                    <a:gd name="connsiteX1" fmla="*/ 4778067 w 4826159"/>
                    <a:gd name="connsiteY1" fmla="*/ 1279126 h 3192433"/>
                    <a:gd name="connsiteX0" fmla="*/ 0 w 3351106"/>
                    <a:gd name="connsiteY0" fmla="*/ 0 h 2121809"/>
                    <a:gd name="connsiteX1" fmla="*/ 2364988 w 3351106"/>
                    <a:gd name="connsiteY1" fmla="*/ 1279126 h 2121809"/>
                    <a:gd name="connsiteX2" fmla="*/ 1 w 3351106"/>
                    <a:gd name="connsiteY2" fmla="*/ 1596217 h 2121809"/>
                    <a:gd name="connsiteX3" fmla="*/ 0 w 3351106"/>
                    <a:gd name="connsiteY3" fmla="*/ 0 h 2121809"/>
                    <a:gd name="connsiteX0" fmla="*/ 0 w 3351106"/>
                    <a:gd name="connsiteY0" fmla="*/ 0 h 2121809"/>
                    <a:gd name="connsiteX1" fmla="*/ 3351106 w 3351106"/>
                    <a:gd name="connsiteY1" fmla="*/ 2121809 h 2121809"/>
                  </a:gdLst>
                  <a:ahLst/>
                  <a:cxnLst>
                    <a:cxn ang="0">
                      <a:pos x="connsiteX0" y="connsiteY0"/>
                    </a:cxn>
                    <a:cxn ang="0">
                      <a:pos x="connsiteX1" y="connsiteY1"/>
                    </a:cxn>
                  </a:cxnLst>
                  <a:rect l="l" t="t" r="r" b="b"/>
                  <a:pathLst>
                    <a:path w="3351106" h="2121809" stroke="0" extrusionOk="0">
                      <a:moveTo>
                        <a:pt x="0" y="0"/>
                      </a:moveTo>
                      <a:cubicBezTo>
                        <a:pt x="1147924" y="0"/>
                        <a:pt x="2136951" y="534925"/>
                        <a:pt x="2364988" y="1279126"/>
                      </a:cubicBezTo>
                      <a:lnTo>
                        <a:pt x="1" y="1596217"/>
                      </a:lnTo>
                      <a:cubicBezTo>
                        <a:pt x="1" y="1064145"/>
                        <a:pt x="0" y="532072"/>
                        <a:pt x="0" y="0"/>
                      </a:cubicBezTo>
                      <a:close/>
                    </a:path>
                    <a:path w="3351106" h="2121809" fill="none">
                      <a:moveTo>
                        <a:pt x="0" y="0"/>
                      </a:moveTo>
                      <a:cubicBezTo>
                        <a:pt x="1147924" y="0"/>
                        <a:pt x="3123069" y="1377608"/>
                        <a:pt x="3351106" y="2121809"/>
                      </a:cubicBezTo>
                    </a:path>
                  </a:pathLst>
                </a:custGeom>
                <a:grpFill/>
                <a:ln w="57150" cap="flat">
                  <a:solidFill>
                    <a:schemeClr val="accent1"/>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Times New Roman" panose="02020603050405020304" pitchFamily="18" charset="0"/>
                    <a:cs typeface="Times New Roman" panose="02020603050405020304" pitchFamily="18" charset="0"/>
                  </a:endParaRPr>
                </a:p>
              </p:txBody>
            </p:sp>
          </p:grpSp>
        </p:grpSp>
      </p:grpSp>
      <p:grpSp>
        <p:nvGrpSpPr>
          <p:cNvPr id="7" name="Group 6">
            <a:extLst>
              <a:ext uri="{FF2B5EF4-FFF2-40B4-BE49-F238E27FC236}">
                <a16:creationId xmlns:a16="http://schemas.microsoft.com/office/drawing/2014/main" id="{98F37B80-8C65-6E44-AB63-66B1C1E2A186}"/>
              </a:ext>
            </a:extLst>
          </p:cNvPr>
          <p:cNvGrpSpPr/>
          <p:nvPr/>
        </p:nvGrpSpPr>
        <p:grpSpPr>
          <a:xfrm>
            <a:off x="5095419" y="2054039"/>
            <a:ext cx="3147448" cy="5161468"/>
            <a:chOff x="6918480" y="2754054"/>
            <a:chExt cx="5847593" cy="5116952"/>
          </a:xfrm>
          <a:noFill/>
        </p:grpSpPr>
        <p:sp>
          <p:nvSpPr>
            <p:cNvPr id="111" name="Line">
              <a:extLst>
                <a:ext uri="{FF2B5EF4-FFF2-40B4-BE49-F238E27FC236}">
                  <a16:creationId xmlns:a16="http://schemas.microsoft.com/office/drawing/2014/main" id="{43AC6F69-6654-FF44-8972-D4CC7AE32319}"/>
                </a:ext>
              </a:extLst>
            </p:cNvPr>
            <p:cNvSpPr/>
            <p:nvPr/>
          </p:nvSpPr>
          <p:spPr>
            <a:xfrm flipV="1">
              <a:off x="7781417" y="2754054"/>
              <a:ext cx="1" cy="5116952"/>
            </a:xfrm>
            <a:prstGeom prst="line">
              <a:avLst/>
            </a:prstGeom>
            <a:grpFill/>
            <a:ln w="63500" cap="flat">
              <a:solidFill>
                <a:srgbClr val="000000"/>
              </a:solidFill>
              <a:prstDash val="solid"/>
              <a:miter lim="400000"/>
              <a:headEnd type="triangle" w="med" len="med"/>
              <a:tailEnd type="triangle" w="med" len="med"/>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sz="1200">
                <a:latin typeface="Times New Roman" panose="02020603050405020304" pitchFamily="18" charset="0"/>
                <a:cs typeface="Times New Roman" panose="02020603050405020304" pitchFamily="18" charset="0"/>
              </a:endParaRPr>
            </a:p>
          </p:txBody>
        </p:sp>
        <p:sp>
          <p:nvSpPr>
            <p:cNvPr id="112" name="Line">
              <a:extLst>
                <a:ext uri="{FF2B5EF4-FFF2-40B4-BE49-F238E27FC236}">
                  <a16:creationId xmlns:a16="http://schemas.microsoft.com/office/drawing/2014/main" id="{335B1852-EA8A-EA41-BED8-2EE3095CBC40}"/>
                </a:ext>
              </a:extLst>
            </p:cNvPr>
            <p:cNvSpPr/>
            <p:nvPr/>
          </p:nvSpPr>
          <p:spPr>
            <a:xfrm>
              <a:off x="6918480" y="7373561"/>
              <a:ext cx="5440413" cy="1"/>
            </a:xfrm>
            <a:prstGeom prst="line">
              <a:avLst/>
            </a:prstGeom>
            <a:grpFill/>
            <a:ln w="63500" cap="flat">
              <a:solidFill>
                <a:srgbClr val="000000"/>
              </a:solidFill>
              <a:prstDash val="solid"/>
              <a:miter lim="400000"/>
              <a:headEnd type="triangle" w="med" len="med"/>
              <a:tailEnd type="triangle" w="med" len="med"/>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sz="1200">
                <a:latin typeface="Times New Roman" panose="02020603050405020304" pitchFamily="18" charset="0"/>
                <a:cs typeface="Times New Roman" panose="02020603050405020304" pitchFamily="18" charset="0"/>
              </a:endParaRPr>
            </a:p>
          </p:txBody>
        </p:sp>
        <p:sp>
          <p:nvSpPr>
            <p:cNvPr id="113" name="AR, MR">
              <a:extLst>
                <a:ext uri="{FF2B5EF4-FFF2-40B4-BE49-F238E27FC236}">
                  <a16:creationId xmlns:a16="http://schemas.microsoft.com/office/drawing/2014/main" id="{41646ACA-A6C6-5949-988A-52F4F220B08F}"/>
                </a:ext>
              </a:extLst>
            </p:cNvPr>
            <p:cNvSpPr txBox="1"/>
            <p:nvPr/>
          </p:nvSpPr>
          <p:spPr>
            <a:xfrm>
              <a:off x="7000103" y="2770702"/>
              <a:ext cx="774658" cy="796320"/>
            </a:xfrm>
            <a:prstGeom prst="rect">
              <a:avLst/>
            </a:prstGeom>
            <a:grp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Autofit/>
            </a:bodyPr>
            <a:lstStyle>
              <a:lvl1pPr defTabSz="426466">
                <a:defRPr sz="2190" b="0">
                  <a:latin typeface="+mn-lt"/>
                  <a:ea typeface="+mn-ea"/>
                  <a:cs typeface="+mn-cs"/>
                  <a:sym typeface="Helvetica Neue Medium"/>
                </a:defRPr>
              </a:lvl1pPr>
            </a:lstStyle>
            <a:p>
              <a:r>
                <a:rPr sz="1200">
                  <a:latin typeface="Times New Roman" panose="02020603050405020304" pitchFamily="18" charset="0"/>
                  <a:cs typeface="Times New Roman" panose="02020603050405020304" pitchFamily="18" charset="0"/>
                </a:rPr>
                <a:t>AR, MR</a:t>
              </a:r>
            </a:p>
          </p:txBody>
        </p:sp>
        <p:sp>
          <p:nvSpPr>
            <p:cNvPr id="114" name="Qty">
              <a:extLst>
                <a:ext uri="{FF2B5EF4-FFF2-40B4-BE49-F238E27FC236}">
                  <a16:creationId xmlns:a16="http://schemas.microsoft.com/office/drawing/2014/main" id="{09F3251F-0194-6D4D-A380-E8710EEBEC36}"/>
                </a:ext>
              </a:extLst>
            </p:cNvPr>
            <p:cNvSpPr txBox="1"/>
            <p:nvPr/>
          </p:nvSpPr>
          <p:spPr>
            <a:xfrm>
              <a:off x="11837332" y="7400164"/>
              <a:ext cx="661329" cy="470842"/>
            </a:xfrm>
            <a:prstGeom prst="rect">
              <a:avLst/>
            </a:prstGeom>
            <a:grp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Autofit/>
            </a:bodyPr>
            <a:lstStyle>
              <a:lvl1pPr defTabSz="467359">
                <a:defRPr b="0">
                  <a:latin typeface="+mn-lt"/>
                  <a:ea typeface="+mn-ea"/>
                  <a:cs typeface="+mn-cs"/>
                  <a:sym typeface="Helvetica Neue Medium"/>
                </a:defRPr>
              </a:lvl1pPr>
            </a:lstStyle>
            <a:p>
              <a:r>
                <a:rPr sz="1200">
                  <a:latin typeface="Times New Roman" panose="02020603050405020304" pitchFamily="18" charset="0"/>
                  <a:cs typeface="Times New Roman" panose="02020603050405020304" pitchFamily="18" charset="0"/>
                </a:rPr>
                <a:t>Qty</a:t>
              </a:r>
            </a:p>
          </p:txBody>
        </p:sp>
        <p:sp>
          <p:nvSpPr>
            <p:cNvPr id="115" name="Line">
              <a:extLst>
                <a:ext uri="{FF2B5EF4-FFF2-40B4-BE49-F238E27FC236}">
                  <a16:creationId xmlns:a16="http://schemas.microsoft.com/office/drawing/2014/main" id="{0BDBBA26-C04E-7B40-96B9-129F291820EA}"/>
                </a:ext>
              </a:extLst>
            </p:cNvPr>
            <p:cNvSpPr/>
            <p:nvPr/>
          </p:nvSpPr>
          <p:spPr>
            <a:xfrm flipH="1" flipV="1">
              <a:off x="7834694" y="5379738"/>
              <a:ext cx="2529009" cy="3"/>
            </a:xfrm>
            <a:prstGeom prst="line">
              <a:avLst/>
            </a:prstGeom>
            <a:grpFill/>
            <a:ln w="63500" cap="flat">
              <a:solidFill>
                <a:srgbClr val="000000"/>
              </a:solidFill>
              <a:prstDash val="sysDot"/>
              <a:miter lim="400000"/>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sz="1200">
                <a:latin typeface="Times New Roman" panose="02020603050405020304" pitchFamily="18" charset="0"/>
                <a:cs typeface="Times New Roman" panose="02020603050405020304" pitchFamily="18" charset="0"/>
              </a:endParaRPr>
            </a:p>
          </p:txBody>
        </p:sp>
        <p:sp>
          <p:nvSpPr>
            <p:cNvPr id="116" name="A">
              <a:extLst>
                <a:ext uri="{FF2B5EF4-FFF2-40B4-BE49-F238E27FC236}">
                  <a16:creationId xmlns:a16="http://schemas.microsoft.com/office/drawing/2014/main" id="{F4C86156-11FD-A04E-B423-D586C187F5EE}"/>
                </a:ext>
              </a:extLst>
            </p:cNvPr>
            <p:cNvSpPr txBox="1"/>
            <p:nvPr/>
          </p:nvSpPr>
          <p:spPr>
            <a:xfrm>
              <a:off x="7239020" y="4920567"/>
              <a:ext cx="555636" cy="626390"/>
            </a:xfrm>
            <a:prstGeom prst="rect">
              <a:avLst/>
            </a:prstGeom>
            <a:grp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rmAutofit/>
            </a:bodyPr>
            <a:lstStyle>
              <a:lvl1pPr>
                <a:defRPr sz="3000" b="0">
                  <a:latin typeface="+mn-lt"/>
                  <a:ea typeface="+mn-ea"/>
                  <a:cs typeface="+mn-cs"/>
                  <a:sym typeface="Helvetica Neue Medium"/>
                </a:defRPr>
              </a:lvl1pPr>
            </a:lstStyle>
            <a:p>
              <a:r>
                <a:rPr lang="en-US" sz="1200" dirty="0">
                  <a:latin typeface="Times New Roman" panose="02020603050405020304" pitchFamily="18" charset="0"/>
                  <a:cs typeface="Times New Roman" panose="02020603050405020304" pitchFamily="18" charset="0"/>
                </a:rPr>
                <a:t>P</a:t>
              </a:r>
              <a:endParaRPr sz="1200" dirty="0">
                <a:latin typeface="Times New Roman" panose="02020603050405020304" pitchFamily="18" charset="0"/>
                <a:cs typeface="Times New Roman" panose="02020603050405020304" pitchFamily="18" charset="0"/>
              </a:endParaRPr>
            </a:p>
          </p:txBody>
        </p:sp>
        <p:sp>
          <p:nvSpPr>
            <p:cNvPr id="117" name="P">
              <a:extLst>
                <a:ext uri="{FF2B5EF4-FFF2-40B4-BE49-F238E27FC236}">
                  <a16:creationId xmlns:a16="http://schemas.microsoft.com/office/drawing/2014/main" id="{3DB1BABA-C2A8-9E40-AC62-E2E77AFCB36B}"/>
                </a:ext>
              </a:extLst>
            </p:cNvPr>
            <p:cNvSpPr txBox="1"/>
            <p:nvPr/>
          </p:nvSpPr>
          <p:spPr>
            <a:xfrm>
              <a:off x="7046349" y="3847201"/>
              <a:ext cx="555637" cy="626390"/>
            </a:xfrm>
            <a:prstGeom prst="rect">
              <a:avLst/>
            </a:prstGeom>
            <a:grp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rmAutofit/>
            </a:bodyPr>
            <a:lstStyle>
              <a:lvl1pPr>
                <a:defRPr sz="3000" b="0">
                  <a:latin typeface="+mn-lt"/>
                  <a:ea typeface="+mn-ea"/>
                  <a:cs typeface="+mn-cs"/>
                  <a:sym typeface="Helvetica Neue Medium"/>
                </a:defRPr>
              </a:lvl1pPr>
            </a:lstStyle>
            <a:p>
              <a:r>
                <a:rPr lang="en-US" sz="1200" dirty="0">
                  <a:latin typeface="Times New Roman" panose="02020603050405020304" pitchFamily="18" charset="0"/>
                  <a:cs typeface="Times New Roman" panose="02020603050405020304" pitchFamily="18" charset="0"/>
                </a:rPr>
                <a:t>A</a:t>
              </a:r>
              <a:endParaRPr sz="1200" dirty="0">
                <a:latin typeface="Times New Roman" panose="02020603050405020304" pitchFamily="18" charset="0"/>
                <a:cs typeface="Times New Roman" panose="02020603050405020304" pitchFamily="18" charset="0"/>
              </a:endParaRPr>
            </a:p>
          </p:txBody>
        </p:sp>
        <p:sp>
          <p:nvSpPr>
            <p:cNvPr id="118" name="T">
              <a:extLst>
                <a:ext uri="{FF2B5EF4-FFF2-40B4-BE49-F238E27FC236}">
                  <a16:creationId xmlns:a16="http://schemas.microsoft.com/office/drawing/2014/main" id="{0D0C05A8-A324-C940-AB8D-8ADDF45411E2}"/>
                </a:ext>
              </a:extLst>
            </p:cNvPr>
            <p:cNvSpPr txBox="1"/>
            <p:nvPr/>
          </p:nvSpPr>
          <p:spPr>
            <a:xfrm>
              <a:off x="8710161" y="5330642"/>
              <a:ext cx="555637" cy="626390"/>
            </a:xfrm>
            <a:prstGeom prst="rect">
              <a:avLst/>
            </a:prstGeom>
            <a:grp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rmAutofit/>
            </a:bodyPr>
            <a:lstStyle>
              <a:lvl1pPr>
                <a:defRPr sz="3000" b="0">
                  <a:latin typeface="+mn-lt"/>
                  <a:ea typeface="+mn-ea"/>
                  <a:cs typeface="+mn-cs"/>
                  <a:sym typeface="Helvetica Neue Medium"/>
                </a:defRPr>
              </a:lvl1pPr>
            </a:lstStyle>
            <a:p>
              <a:r>
                <a:rPr sz="1200">
                  <a:solidFill>
                    <a:srgbClr val="FF0000"/>
                  </a:solidFill>
                  <a:latin typeface="Times New Roman" panose="02020603050405020304" pitchFamily="18" charset="0"/>
                  <a:cs typeface="Times New Roman" panose="02020603050405020304" pitchFamily="18" charset="0"/>
                </a:rPr>
                <a:t>T</a:t>
              </a:r>
            </a:p>
          </p:txBody>
        </p:sp>
        <p:sp>
          <p:nvSpPr>
            <p:cNvPr id="119" name="C">
              <a:extLst>
                <a:ext uri="{FF2B5EF4-FFF2-40B4-BE49-F238E27FC236}">
                  <a16:creationId xmlns:a16="http://schemas.microsoft.com/office/drawing/2014/main" id="{CF0BB144-693A-3249-A217-3F86B42F72AD}"/>
                </a:ext>
              </a:extLst>
            </p:cNvPr>
            <p:cNvSpPr txBox="1"/>
            <p:nvPr/>
          </p:nvSpPr>
          <p:spPr>
            <a:xfrm>
              <a:off x="10323114" y="4808270"/>
              <a:ext cx="555637" cy="626390"/>
            </a:xfrm>
            <a:prstGeom prst="rect">
              <a:avLst/>
            </a:prstGeom>
            <a:grp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rmAutofit/>
            </a:bodyPr>
            <a:lstStyle>
              <a:lvl1pPr>
                <a:defRPr sz="3000" b="0">
                  <a:latin typeface="+mn-lt"/>
                  <a:ea typeface="+mn-ea"/>
                  <a:cs typeface="+mn-cs"/>
                  <a:sym typeface="Helvetica Neue Medium"/>
                </a:defRPr>
              </a:lvl1pPr>
            </a:lstStyle>
            <a:p>
              <a:r>
                <a:rPr lang="en-US" sz="1200" dirty="0">
                  <a:latin typeface="Times New Roman" panose="02020603050405020304" pitchFamily="18" charset="0"/>
                  <a:cs typeface="Times New Roman" panose="02020603050405020304" pitchFamily="18" charset="0"/>
                </a:rPr>
                <a:t>B</a:t>
              </a:r>
              <a:endParaRPr sz="1200" dirty="0">
                <a:latin typeface="Times New Roman" panose="02020603050405020304" pitchFamily="18" charset="0"/>
                <a:cs typeface="Times New Roman" panose="02020603050405020304" pitchFamily="18" charset="0"/>
              </a:endParaRPr>
            </a:p>
          </p:txBody>
        </p:sp>
        <p:sp>
          <p:nvSpPr>
            <p:cNvPr id="120" name="D">
              <a:extLst>
                <a:ext uri="{FF2B5EF4-FFF2-40B4-BE49-F238E27FC236}">
                  <a16:creationId xmlns:a16="http://schemas.microsoft.com/office/drawing/2014/main" id="{9852D6A1-D414-BC49-871C-9BB5F465F83F}"/>
                </a:ext>
              </a:extLst>
            </p:cNvPr>
            <p:cNvSpPr txBox="1"/>
            <p:nvPr/>
          </p:nvSpPr>
          <p:spPr>
            <a:xfrm>
              <a:off x="7797582" y="5248857"/>
              <a:ext cx="555637" cy="626390"/>
            </a:xfrm>
            <a:prstGeom prst="rect">
              <a:avLst/>
            </a:prstGeom>
            <a:grp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rmAutofit/>
            </a:bodyPr>
            <a:lstStyle>
              <a:lvl1pPr>
                <a:defRPr sz="3000" b="0">
                  <a:latin typeface="+mn-lt"/>
                  <a:ea typeface="+mn-ea"/>
                  <a:cs typeface="+mn-cs"/>
                  <a:sym typeface="Helvetica Neue Medium"/>
                </a:defRPr>
              </a:lvl1pPr>
            </a:lstStyle>
            <a:p>
              <a:r>
                <a:rPr sz="1200">
                  <a:solidFill>
                    <a:srgbClr val="0070C0"/>
                  </a:solidFill>
                  <a:latin typeface="Times New Roman" panose="02020603050405020304" pitchFamily="18" charset="0"/>
                  <a:cs typeface="Times New Roman" panose="02020603050405020304" pitchFamily="18" charset="0"/>
                </a:rPr>
                <a:t>D</a:t>
              </a:r>
            </a:p>
          </p:txBody>
        </p:sp>
        <p:sp>
          <p:nvSpPr>
            <p:cNvPr id="153" name="ARc">
              <a:extLst>
                <a:ext uri="{FF2B5EF4-FFF2-40B4-BE49-F238E27FC236}">
                  <a16:creationId xmlns:a16="http://schemas.microsoft.com/office/drawing/2014/main" id="{3CC193DC-505D-654B-BBCF-870ACACE0F25}"/>
                </a:ext>
              </a:extLst>
            </p:cNvPr>
            <p:cNvSpPr txBox="1"/>
            <p:nvPr/>
          </p:nvSpPr>
          <p:spPr>
            <a:xfrm>
              <a:off x="11844065" y="5146871"/>
              <a:ext cx="922008" cy="626390"/>
            </a:xfrm>
            <a:prstGeom prst="rect">
              <a:avLst/>
            </a:prstGeom>
            <a:grp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Autofit/>
            </a:bodyPr>
            <a:lstStyle/>
            <a:p>
              <a:pPr defTabSz="397256">
                <a:defRPr sz="2040" b="0">
                  <a:latin typeface="+mn-lt"/>
                  <a:ea typeface="+mn-ea"/>
                  <a:cs typeface="+mn-cs"/>
                  <a:sym typeface="Helvetica Neue Medium"/>
                </a:defRPr>
              </a:pPr>
              <a:r>
                <a:rPr sz="1200" dirty="0" err="1">
                  <a:latin typeface="Times New Roman" panose="02020603050405020304" pitchFamily="18" charset="0"/>
                  <a:cs typeface="Times New Roman" panose="02020603050405020304" pitchFamily="18" charset="0"/>
                </a:rPr>
                <a:t>AR</a:t>
              </a:r>
              <a:r>
                <a:rPr sz="1200" baseline="-5999" dirty="0" err="1">
                  <a:latin typeface="Times New Roman" panose="02020603050405020304" pitchFamily="18" charset="0"/>
                  <a:cs typeface="Times New Roman" panose="02020603050405020304" pitchFamily="18" charset="0"/>
                </a:rPr>
                <a:t>c</a:t>
              </a:r>
              <a:endParaRPr sz="1200" baseline="-5999" dirty="0">
                <a:latin typeface="Times New Roman" panose="02020603050405020304" pitchFamily="18" charset="0"/>
                <a:cs typeface="Times New Roman" panose="02020603050405020304" pitchFamily="18" charset="0"/>
              </a:endParaRPr>
            </a:p>
          </p:txBody>
        </p:sp>
        <p:sp>
          <p:nvSpPr>
            <p:cNvPr id="198" name="MRc">
              <a:extLst>
                <a:ext uri="{FF2B5EF4-FFF2-40B4-BE49-F238E27FC236}">
                  <a16:creationId xmlns:a16="http://schemas.microsoft.com/office/drawing/2014/main" id="{2A58BE36-7B42-4D42-8E9C-A4B89F46E0DD}"/>
                </a:ext>
              </a:extLst>
            </p:cNvPr>
            <p:cNvSpPr txBox="1"/>
            <p:nvPr/>
          </p:nvSpPr>
          <p:spPr>
            <a:xfrm>
              <a:off x="9715324" y="6506884"/>
              <a:ext cx="717346" cy="626390"/>
            </a:xfrm>
            <a:prstGeom prst="rect">
              <a:avLst/>
            </a:prstGeom>
            <a:grp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Autofit/>
            </a:bodyPr>
            <a:lstStyle/>
            <a:p>
              <a:pPr defTabSz="350520">
                <a:defRPr sz="1800" b="0">
                  <a:latin typeface="+mn-lt"/>
                  <a:ea typeface="+mn-ea"/>
                  <a:cs typeface="+mn-cs"/>
                  <a:sym typeface="Helvetica Neue Medium"/>
                </a:defRPr>
              </a:pPr>
              <a:r>
                <a:rPr sz="1200" dirty="0" err="1">
                  <a:latin typeface="Times New Roman" panose="02020603050405020304" pitchFamily="18" charset="0"/>
                  <a:cs typeface="Times New Roman" panose="02020603050405020304" pitchFamily="18" charset="0"/>
                </a:rPr>
                <a:t>MR</a:t>
              </a:r>
              <a:r>
                <a:rPr sz="1200" baseline="-5999" dirty="0" err="1">
                  <a:latin typeface="Times New Roman" panose="02020603050405020304" pitchFamily="18" charset="0"/>
                  <a:cs typeface="Times New Roman" panose="02020603050405020304" pitchFamily="18" charset="0"/>
                </a:rPr>
                <a:t>c</a:t>
              </a:r>
              <a:endParaRPr sz="1200" baseline="-5999" dirty="0">
                <a:latin typeface="Times New Roman" panose="02020603050405020304" pitchFamily="18" charset="0"/>
                <a:cs typeface="Times New Roman" panose="02020603050405020304" pitchFamily="18" charset="0"/>
              </a:endParaRPr>
            </a:p>
          </p:txBody>
        </p:sp>
        <p:sp>
          <p:nvSpPr>
            <p:cNvPr id="199" name="Arc 1">
              <a:extLst>
                <a:ext uri="{FF2B5EF4-FFF2-40B4-BE49-F238E27FC236}">
                  <a16:creationId xmlns:a16="http://schemas.microsoft.com/office/drawing/2014/main" id="{113424E3-EC69-454B-94AA-1E0FE64B35A8}"/>
                </a:ext>
              </a:extLst>
            </p:cNvPr>
            <p:cNvSpPr/>
            <p:nvPr/>
          </p:nvSpPr>
          <p:spPr>
            <a:xfrm rot="10800000">
              <a:off x="7821294" y="4207728"/>
              <a:ext cx="4016038" cy="1354323"/>
            </a:xfrm>
            <a:custGeom>
              <a:avLst/>
              <a:gdLst>
                <a:gd name="connsiteX0" fmla="*/ 2413079 w 4826159"/>
                <a:gd name="connsiteY0" fmla="*/ 0 h 3192433"/>
                <a:gd name="connsiteX1" fmla="*/ 4778067 w 4826159"/>
                <a:gd name="connsiteY1" fmla="*/ 1279126 h 3192433"/>
                <a:gd name="connsiteX2" fmla="*/ 2413080 w 4826159"/>
                <a:gd name="connsiteY2" fmla="*/ 1596217 h 3192433"/>
                <a:gd name="connsiteX3" fmla="*/ 2413079 w 4826159"/>
                <a:gd name="connsiteY3" fmla="*/ 0 h 3192433"/>
                <a:gd name="connsiteX0" fmla="*/ 2413079 w 4826159"/>
                <a:gd name="connsiteY0" fmla="*/ 0 h 3192433"/>
                <a:gd name="connsiteX1" fmla="*/ 4778067 w 4826159"/>
                <a:gd name="connsiteY1" fmla="*/ 1279126 h 3192433"/>
                <a:gd name="connsiteX0" fmla="*/ 0 w 3351106"/>
                <a:gd name="connsiteY0" fmla="*/ 0 h 2121809"/>
                <a:gd name="connsiteX1" fmla="*/ 2364988 w 3351106"/>
                <a:gd name="connsiteY1" fmla="*/ 1279126 h 2121809"/>
                <a:gd name="connsiteX2" fmla="*/ 1 w 3351106"/>
                <a:gd name="connsiteY2" fmla="*/ 1596217 h 2121809"/>
                <a:gd name="connsiteX3" fmla="*/ 0 w 3351106"/>
                <a:gd name="connsiteY3" fmla="*/ 0 h 2121809"/>
                <a:gd name="connsiteX0" fmla="*/ 0 w 3351106"/>
                <a:gd name="connsiteY0" fmla="*/ 0 h 2121809"/>
                <a:gd name="connsiteX1" fmla="*/ 3351106 w 3351106"/>
                <a:gd name="connsiteY1" fmla="*/ 2121809 h 2121809"/>
              </a:gdLst>
              <a:ahLst/>
              <a:cxnLst>
                <a:cxn ang="0">
                  <a:pos x="connsiteX0" y="connsiteY0"/>
                </a:cxn>
                <a:cxn ang="0">
                  <a:pos x="connsiteX1" y="connsiteY1"/>
                </a:cxn>
              </a:cxnLst>
              <a:rect l="l" t="t" r="r" b="b"/>
              <a:pathLst>
                <a:path w="3351106" h="2121809" stroke="0" extrusionOk="0">
                  <a:moveTo>
                    <a:pt x="0" y="0"/>
                  </a:moveTo>
                  <a:cubicBezTo>
                    <a:pt x="1147924" y="0"/>
                    <a:pt x="2136951" y="534925"/>
                    <a:pt x="2364988" y="1279126"/>
                  </a:cubicBezTo>
                  <a:lnTo>
                    <a:pt x="1" y="1596217"/>
                  </a:lnTo>
                  <a:cubicBezTo>
                    <a:pt x="1" y="1064145"/>
                    <a:pt x="0" y="532072"/>
                    <a:pt x="0" y="0"/>
                  </a:cubicBezTo>
                  <a:close/>
                </a:path>
                <a:path w="3351106" h="2121809" fill="none">
                  <a:moveTo>
                    <a:pt x="0" y="0"/>
                  </a:moveTo>
                  <a:cubicBezTo>
                    <a:pt x="1147924" y="0"/>
                    <a:pt x="3123069" y="1377608"/>
                    <a:pt x="3351106" y="2121809"/>
                  </a:cubicBezTo>
                </a:path>
              </a:pathLst>
            </a:custGeom>
            <a:grpFill/>
            <a:ln w="57150" cap="flat">
              <a:solidFill>
                <a:schemeClr val="accent1"/>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Times New Roman" panose="02020603050405020304" pitchFamily="18" charset="0"/>
                <a:cs typeface="Times New Roman" panose="02020603050405020304" pitchFamily="18" charset="0"/>
              </a:endParaRPr>
            </a:p>
          </p:txBody>
        </p:sp>
        <p:sp>
          <p:nvSpPr>
            <p:cNvPr id="200" name="Arc 1">
              <a:extLst>
                <a:ext uri="{FF2B5EF4-FFF2-40B4-BE49-F238E27FC236}">
                  <a16:creationId xmlns:a16="http://schemas.microsoft.com/office/drawing/2014/main" id="{62463F7D-2313-C54F-BF76-B27E711A3772}"/>
                </a:ext>
              </a:extLst>
            </p:cNvPr>
            <p:cNvSpPr/>
            <p:nvPr/>
          </p:nvSpPr>
          <p:spPr>
            <a:xfrm rot="11206584">
              <a:off x="7569048" y="4284999"/>
              <a:ext cx="2386166" cy="2671513"/>
            </a:xfrm>
            <a:custGeom>
              <a:avLst/>
              <a:gdLst>
                <a:gd name="connsiteX0" fmla="*/ 2413079 w 4826159"/>
                <a:gd name="connsiteY0" fmla="*/ 0 h 3192433"/>
                <a:gd name="connsiteX1" fmla="*/ 4778067 w 4826159"/>
                <a:gd name="connsiteY1" fmla="*/ 1279126 h 3192433"/>
                <a:gd name="connsiteX2" fmla="*/ 2413080 w 4826159"/>
                <a:gd name="connsiteY2" fmla="*/ 1596217 h 3192433"/>
                <a:gd name="connsiteX3" fmla="*/ 2413079 w 4826159"/>
                <a:gd name="connsiteY3" fmla="*/ 0 h 3192433"/>
                <a:gd name="connsiteX0" fmla="*/ 2413079 w 4826159"/>
                <a:gd name="connsiteY0" fmla="*/ 0 h 3192433"/>
                <a:gd name="connsiteX1" fmla="*/ 4778067 w 4826159"/>
                <a:gd name="connsiteY1" fmla="*/ 1279126 h 3192433"/>
                <a:gd name="connsiteX0" fmla="*/ 0 w 3351106"/>
                <a:gd name="connsiteY0" fmla="*/ 0 h 2121809"/>
                <a:gd name="connsiteX1" fmla="*/ 2364988 w 3351106"/>
                <a:gd name="connsiteY1" fmla="*/ 1279126 h 2121809"/>
                <a:gd name="connsiteX2" fmla="*/ 1 w 3351106"/>
                <a:gd name="connsiteY2" fmla="*/ 1596217 h 2121809"/>
                <a:gd name="connsiteX3" fmla="*/ 0 w 3351106"/>
                <a:gd name="connsiteY3" fmla="*/ 0 h 2121809"/>
                <a:gd name="connsiteX0" fmla="*/ 0 w 3351106"/>
                <a:gd name="connsiteY0" fmla="*/ 0 h 2121809"/>
                <a:gd name="connsiteX1" fmla="*/ 3351106 w 3351106"/>
                <a:gd name="connsiteY1" fmla="*/ 2121809 h 2121809"/>
              </a:gdLst>
              <a:ahLst/>
              <a:cxnLst>
                <a:cxn ang="0">
                  <a:pos x="connsiteX0" y="connsiteY0"/>
                </a:cxn>
                <a:cxn ang="0">
                  <a:pos x="connsiteX1" y="connsiteY1"/>
                </a:cxn>
              </a:cxnLst>
              <a:rect l="l" t="t" r="r" b="b"/>
              <a:pathLst>
                <a:path w="3351106" h="2121809" stroke="0" extrusionOk="0">
                  <a:moveTo>
                    <a:pt x="0" y="0"/>
                  </a:moveTo>
                  <a:cubicBezTo>
                    <a:pt x="1147924" y="0"/>
                    <a:pt x="2136951" y="534925"/>
                    <a:pt x="2364988" y="1279126"/>
                  </a:cubicBezTo>
                  <a:lnTo>
                    <a:pt x="1" y="1596217"/>
                  </a:lnTo>
                  <a:cubicBezTo>
                    <a:pt x="1" y="1064145"/>
                    <a:pt x="0" y="532072"/>
                    <a:pt x="0" y="0"/>
                  </a:cubicBezTo>
                  <a:close/>
                </a:path>
                <a:path w="3351106" h="2121809" fill="none">
                  <a:moveTo>
                    <a:pt x="0" y="0"/>
                  </a:moveTo>
                  <a:cubicBezTo>
                    <a:pt x="1147924" y="0"/>
                    <a:pt x="3123069" y="1377608"/>
                    <a:pt x="3351106" y="2121809"/>
                  </a:cubicBezTo>
                </a:path>
              </a:pathLst>
            </a:custGeom>
            <a:grpFill/>
            <a:ln w="57150" cap="flat">
              <a:solidFill>
                <a:schemeClr val="accent3">
                  <a:lumMod val="50000"/>
                </a:schemeClr>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200" i="0" u="none" strike="noStrike" cap="none" spc="0" normalizeH="0" baseline="0">
                <a:ln>
                  <a:noFill/>
                </a:ln>
                <a:solidFill>
                  <a:schemeClr val="accent3">
                    <a:lumMod val="50000"/>
                  </a:schemeClr>
                </a:solidFill>
                <a:effectLst/>
                <a:uFillTx/>
                <a:latin typeface="Times New Roman" panose="02020603050405020304" pitchFamily="18" charset="0"/>
                <a:cs typeface="Times New Roman" panose="02020603050405020304" pitchFamily="18" charset="0"/>
              </a:endParaRPr>
            </a:p>
          </p:txBody>
        </p:sp>
        <p:cxnSp>
          <p:nvCxnSpPr>
            <p:cNvPr id="201" name="Straight Connector 200">
              <a:extLst>
                <a:ext uri="{FF2B5EF4-FFF2-40B4-BE49-F238E27FC236}">
                  <a16:creationId xmlns:a16="http://schemas.microsoft.com/office/drawing/2014/main" id="{F175D09E-F876-9A46-9809-49E14FEB506F}"/>
                </a:ext>
              </a:extLst>
            </p:cNvPr>
            <p:cNvCxnSpPr/>
            <p:nvPr/>
          </p:nvCxnSpPr>
          <p:spPr>
            <a:xfrm>
              <a:off x="8987980" y="5188187"/>
              <a:ext cx="0" cy="313195"/>
            </a:xfrm>
            <a:prstGeom prst="line">
              <a:avLst/>
            </a:prstGeom>
            <a:grpFill/>
            <a:ln w="38100" cap="flat">
              <a:solidFill>
                <a:srgbClr val="FF0000"/>
              </a:solidFill>
              <a:prstDash val="solid"/>
              <a:miter lim="400000"/>
            </a:ln>
            <a:effectLst/>
            <a:sp3d/>
          </p:spPr>
          <p:style>
            <a:lnRef idx="0">
              <a:scrgbClr r="0" g="0" b="0"/>
            </a:lnRef>
            <a:fillRef idx="0">
              <a:scrgbClr r="0" g="0" b="0"/>
            </a:fillRef>
            <a:effectRef idx="0">
              <a:scrgbClr r="0" g="0" b="0"/>
            </a:effectRef>
            <a:fontRef idx="none"/>
          </p:style>
        </p:cxnSp>
      </p:grpSp>
      <p:sp>
        <p:nvSpPr>
          <p:cNvPr id="46" name="C">
            <a:extLst>
              <a:ext uri="{FF2B5EF4-FFF2-40B4-BE49-F238E27FC236}">
                <a16:creationId xmlns:a16="http://schemas.microsoft.com/office/drawing/2014/main" id="{396F82E0-714D-774C-B2C7-C4D60EDEE79E}"/>
              </a:ext>
            </a:extLst>
          </p:cNvPr>
          <p:cNvSpPr txBox="1"/>
          <p:nvPr/>
        </p:nvSpPr>
        <p:spPr>
          <a:xfrm>
            <a:off x="1063470" y="1178310"/>
            <a:ext cx="1794111" cy="826223"/>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Autofit/>
          </a:bodyPr>
          <a:lstStyle>
            <a:lvl1pPr>
              <a:defRPr sz="3000" b="0">
                <a:latin typeface="+mn-lt"/>
                <a:ea typeface="+mn-ea"/>
                <a:cs typeface="+mn-cs"/>
                <a:sym typeface="Helvetica Neue Medium"/>
              </a:defRPr>
            </a:lvl1pPr>
          </a:lstStyle>
          <a:p>
            <a:r>
              <a:rPr lang="en-US" sz="2400" b="1" dirty="0">
                <a:solidFill>
                  <a:srgbClr val="FF0000"/>
                </a:solidFill>
                <a:latin typeface="Times New Roman" panose="02020603050405020304" pitchFamily="18" charset="0"/>
                <a:cs typeface="Times New Roman" panose="02020603050405020304" pitchFamily="18" charset="0"/>
              </a:rPr>
              <a:t>CONCAVE</a:t>
            </a:r>
            <a:endParaRPr lang="en-US" sz="2400" b="1" dirty="0">
              <a:latin typeface="Times New Roman" panose="02020603050405020304" pitchFamily="18" charset="0"/>
              <a:cs typeface="Times New Roman" panose="02020603050405020304" pitchFamily="18" charset="0"/>
            </a:endParaRPr>
          </a:p>
        </p:txBody>
      </p:sp>
      <p:grpSp>
        <p:nvGrpSpPr>
          <p:cNvPr id="41" name="Group">
            <a:extLst>
              <a:ext uri="{FF2B5EF4-FFF2-40B4-BE49-F238E27FC236}">
                <a16:creationId xmlns:a16="http://schemas.microsoft.com/office/drawing/2014/main" id="{AA9B6821-F4BA-C34E-8A11-714FB9658560}"/>
              </a:ext>
            </a:extLst>
          </p:cNvPr>
          <p:cNvGrpSpPr/>
          <p:nvPr/>
        </p:nvGrpSpPr>
        <p:grpSpPr>
          <a:xfrm>
            <a:off x="8961103" y="2662798"/>
            <a:ext cx="3391776" cy="4416882"/>
            <a:chOff x="0" y="0"/>
            <a:chExt cx="5580179" cy="5194724"/>
          </a:xfrm>
        </p:grpSpPr>
        <p:sp>
          <p:nvSpPr>
            <p:cNvPr id="42" name="Line">
              <a:extLst>
                <a:ext uri="{FF2B5EF4-FFF2-40B4-BE49-F238E27FC236}">
                  <a16:creationId xmlns:a16="http://schemas.microsoft.com/office/drawing/2014/main" id="{EAD280C2-D13B-314F-B1BF-42025DCC6561}"/>
                </a:ext>
              </a:extLst>
            </p:cNvPr>
            <p:cNvSpPr/>
            <p:nvPr/>
          </p:nvSpPr>
          <p:spPr>
            <a:xfrm flipV="1">
              <a:off x="862937" y="0"/>
              <a:ext cx="1" cy="5116950"/>
            </a:xfrm>
            <a:prstGeom prst="line">
              <a:avLst/>
            </a:prstGeom>
            <a:noFill/>
            <a:ln w="63500" cap="flat">
              <a:solidFill>
                <a:srgbClr val="000000"/>
              </a:solidFill>
              <a:prstDash val="solid"/>
              <a:miter lim="400000"/>
              <a:headEnd type="triangle" w="med" len="med"/>
              <a:tailEnd type="triangle" w="med" len="med"/>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sz="1200">
                <a:latin typeface="Times New Roman" panose="02020603050405020304" pitchFamily="18" charset="0"/>
                <a:cs typeface="Times New Roman" panose="02020603050405020304" pitchFamily="18" charset="0"/>
              </a:endParaRPr>
            </a:p>
          </p:txBody>
        </p:sp>
        <p:sp>
          <p:nvSpPr>
            <p:cNvPr id="43" name="Line">
              <a:extLst>
                <a:ext uri="{FF2B5EF4-FFF2-40B4-BE49-F238E27FC236}">
                  <a16:creationId xmlns:a16="http://schemas.microsoft.com/office/drawing/2014/main" id="{1393B559-4F6C-E14F-B1A1-A7BE5B220CAA}"/>
                </a:ext>
              </a:extLst>
            </p:cNvPr>
            <p:cNvSpPr/>
            <p:nvPr/>
          </p:nvSpPr>
          <p:spPr>
            <a:xfrm>
              <a:off x="0" y="4619505"/>
              <a:ext cx="5440411" cy="1"/>
            </a:xfrm>
            <a:prstGeom prst="line">
              <a:avLst/>
            </a:prstGeom>
            <a:noFill/>
            <a:ln w="63500" cap="flat">
              <a:solidFill>
                <a:srgbClr val="000000"/>
              </a:solidFill>
              <a:prstDash val="solid"/>
              <a:miter lim="400000"/>
              <a:headEnd type="triangle" w="med" len="med"/>
              <a:tailEnd type="triangle" w="med" len="med"/>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sz="1200">
                <a:latin typeface="Times New Roman" panose="02020603050405020304" pitchFamily="18" charset="0"/>
                <a:cs typeface="Times New Roman" panose="02020603050405020304" pitchFamily="18" charset="0"/>
              </a:endParaRPr>
            </a:p>
          </p:txBody>
        </p:sp>
        <p:sp>
          <p:nvSpPr>
            <p:cNvPr id="44" name="AR, MR">
              <a:extLst>
                <a:ext uri="{FF2B5EF4-FFF2-40B4-BE49-F238E27FC236}">
                  <a16:creationId xmlns:a16="http://schemas.microsoft.com/office/drawing/2014/main" id="{269E37C9-EB02-8949-B026-A40F7A3F98D1}"/>
                </a:ext>
              </a:extLst>
            </p:cNvPr>
            <p:cNvSpPr txBox="1"/>
            <p:nvPr/>
          </p:nvSpPr>
          <p:spPr>
            <a:xfrm>
              <a:off x="81623" y="16648"/>
              <a:ext cx="774658" cy="79632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b">
              <a:noAutofit/>
            </a:bodyPr>
            <a:lstStyle>
              <a:lvl1pPr defTabSz="426466">
                <a:defRPr sz="2190" b="0">
                  <a:latin typeface="+mn-lt"/>
                  <a:ea typeface="+mn-ea"/>
                  <a:cs typeface="+mn-cs"/>
                  <a:sym typeface="Helvetica Neue Medium"/>
                </a:defRPr>
              </a:lvl1pPr>
            </a:lstStyle>
            <a:p>
              <a:r>
                <a:rPr sz="1200">
                  <a:latin typeface="Times New Roman" panose="02020603050405020304" pitchFamily="18" charset="0"/>
                  <a:cs typeface="Times New Roman" panose="02020603050405020304" pitchFamily="18" charset="0"/>
                </a:rPr>
                <a:t>AR, MR</a:t>
              </a:r>
            </a:p>
          </p:txBody>
        </p:sp>
        <p:sp>
          <p:nvSpPr>
            <p:cNvPr id="45" name="Qty">
              <a:extLst>
                <a:ext uri="{FF2B5EF4-FFF2-40B4-BE49-F238E27FC236}">
                  <a16:creationId xmlns:a16="http://schemas.microsoft.com/office/drawing/2014/main" id="{29D5E4AA-788E-D440-9E56-384B7BC1D8BC}"/>
                </a:ext>
              </a:extLst>
            </p:cNvPr>
            <p:cNvSpPr txBox="1"/>
            <p:nvPr/>
          </p:nvSpPr>
          <p:spPr>
            <a:xfrm>
              <a:off x="4918850" y="4646108"/>
              <a:ext cx="661329" cy="470842"/>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b">
              <a:noAutofit/>
            </a:bodyPr>
            <a:lstStyle>
              <a:lvl1pPr defTabSz="467359">
                <a:defRPr b="0">
                  <a:latin typeface="+mn-lt"/>
                  <a:ea typeface="+mn-ea"/>
                  <a:cs typeface="+mn-cs"/>
                  <a:sym typeface="Helvetica Neue Medium"/>
                </a:defRPr>
              </a:lvl1pPr>
            </a:lstStyle>
            <a:p>
              <a:r>
                <a:rPr sz="1200">
                  <a:latin typeface="Times New Roman" panose="02020603050405020304" pitchFamily="18" charset="0"/>
                  <a:cs typeface="Times New Roman" panose="02020603050405020304" pitchFamily="18" charset="0"/>
                </a:rPr>
                <a:t>Qty</a:t>
              </a:r>
            </a:p>
          </p:txBody>
        </p:sp>
        <p:sp>
          <p:nvSpPr>
            <p:cNvPr id="47" name="Line">
              <a:extLst>
                <a:ext uri="{FF2B5EF4-FFF2-40B4-BE49-F238E27FC236}">
                  <a16:creationId xmlns:a16="http://schemas.microsoft.com/office/drawing/2014/main" id="{E3BB3A85-7A60-A74B-9EEC-AAE0B5C12F55}"/>
                </a:ext>
              </a:extLst>
            </p:cNvPr>
            <p:cNvSpPr/>
            <p:nvPr/>
          </p:nvSpPr>
          <p:spPr>
            <a:xfrm flipH="1" flipV="1">
              <a:off x="874655" y="631530"/>
              <a:ext cx="2920167" cy="3292013"/>
            </a:xfrm>
            <a:prstGeom prst="line">
              <a:avLst/>
            </a:prstGeom>
            <a:noFill/>
            <a:ln w="63500" cap="flat">
              <a:solidFill>
                <a:srgbClr val="38571A"/>
              </a:solidFill>
              <a:prstDash val="solid"/>
              <a:miter lim="400000"/>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sz="1200">
                <a:latin typeface="Times New Roman" panose="02020603050405020304" pitchFamily="18" charset="0"/>
                <a:cs typeface="Times New Roman" panose="02020603050405020304" pitchFamily="18" charset="0"/>
              </a:endParaRPr>
            </a:p>
          </p:txBody>
        </p:sp>
        <p:sp>
          <p:nvSpPr>
            <p:cNvPr id="48" name="Line">
              <a:extLst>
                <a:ext uri="{FF2B5EF4-FFF2-40B4-BE49-F238E27FC236}">
                  <a16:creationId xmlns:a16="http://schemas.microsoft.com/office/drawing/2014/main" id="{CD602AA1-EFE9-484D-98A4-2419203E1168}"/>
                </a:ext>
              </a:extLst>
            </p:cNvPr>
            <p:cNvSpPr/>
            <p:nvPr/>
          </p:nvSpPr>
          <p:spPr>
            <a:xfrm flipH="1" flipV="1">
              <a:off x="3716720" y="3854406"/>
              <a:ext cx="638394" cy="719686"/>
            </a:xfrm>
            <a:prstGeom prst="line">
              <a:avLst/>
            </a:prstGeom>
            <a:noFill/>
            <a:ln w="88900" cap="rnd">
              <a:solidFill>
                <a:srgbClr val="38571A"/>
              </a:solidFill>
              <a:custDash>
                <a:ds d="100000" sp="200000"/>
              </a:custDash>
              <a:miter lim="400000"/>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sz="1200">
                <a:latin typeface="Times New Roman" panose="02020603050405020304" pitchFamily="18" charset="0"/>
                <a:cs typeface="Times New Roman" panose="02020603050405020304" pitchFamily="18" charset="0"/>
              </a:endParaRPr>
            </a:p>
          </p:txBody>
        </p:sp>
        <p:sp>
          <p:nvSpPr>
            <p:cNvPr id="49" name="Line">
              <a:extLst>
                <a:ext uri="{FF2B5EF4-FFF2-40B4-BE49-F238E27FC236}">
                  <a16:creationId xmlns:a16="http://schemas.microsoft.com/office/drawing/2014/main" id="{0103ECF1-3518-2C4B-809E-DAD361A9F791}"/>
                </a:ext>
              </a:extLst>
            </p:cNvPr>
            <p:cNvSpPr/>
            <p:nvPr/>
          </p:nvSpPr>
          <p:spPr>
            <a:xfrm flipH="1" flipV="1">
              <a:off x="900009" y="739450"/>
              <a:ext cx="1635852" cy="3868335"/>
            </a:xfrm>
            <a:prstGeom prst="line">
              <a:avLst/>
            </a:prstGeom>
            <a:noFill/>
            <a:ln w="63500" cap="flat">
              <a:solidFill>
                <a:srgbClr val="A96800"/>
              </a:solidFill>
              <a:prstDash val="solid"/>
              <a:miter lim="400000"/>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sz="1200">
                <a:latin typeface="Times New Roman" panose="02020603050405020304" pitchFamily="18" charset="0"/>
                <a:cs typeface="Times New Roman" panose="02020603050405020304" pitchFamily="18" charset="0"/>
              </a:endParaRPr>
            </a:p>
          </p:txBody>
        </p:sp>
        <p:sp>
          <p:nvSpPr>
            <p:cNvPr id="51" name="Line">
              <a:extLst>
                <a:ext uri="{FF2B5EF4-FFF2-40B4-BE49-F238E27FC236}">
                  <a16:creationId xmlns:a16="http://schemas.microsoft.com/office/drawing/2014/main" id="{1F321D97-7CBF-344F-91C3-C791D32FCE40}"/>
                </a:ext>
              </a:extLst>
            </p:cNvPr>
            <p:cNvSpPr/>
            <p:nvPr/>
          </p:nvSpPr>
          <p:spPr>
            <a:xfrm flipH="1">
              <a:off x="785028" y="2611048"/>
              <a:ext cx="1683629" cy="9963"/>
            </a:xfrm>
            <a:prstGeom prst="line">
              <a:avLst/>
            </a:prstGeom>
            <a:noFill/>
            <a:ln w="63500" cap="flat">
              <a:solidFill>
                <a:srgbClr val="000000"/>
              </a:solidFill>
              <a:prstDash val="sysDot"/>
              <a:miter lim="400000"/>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sz="1200">
                <a:latin typeface="Times New Roman" panose="02020603050405020304" pitchFamily="18" charset="0"/>
                <a:cs typeface="Times New Roman" panose="02020603050405020304" pitchFamily="18" charset="0"/>
              </a:endParaRPr>
            </a:p>
          </p:txBody>
        </p:sp>
        <p:sp>
          <p:nvSpPr>
            <p:cNvPr id="53" name="B">
              <a:extLst>
                <a:ext uri="{FF2B5EF4-FFF2-40B4-BE49-F238E27FC236}">
                  <a16:creationId xmlns:a16="http://schemas.microsoft.com/office/drawing/2014/main" id="{5AB46B5B-FC99-E84A-A710-8D7C92406538}"/>
                </a:ext>
              </a:extLst>
            </p:cNvPr>
            <p:cNvSpPr txBox="1"/>
            <p:nvPr/>
          </p:nvSpPr>
          <p:spPr>
            <a:xfrm>
              <a:off x="2530632" y="2027545"/>
              <a:ext cx="555636" cy="62639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b">
              <a:normAutofit/>
            </a:bodyPr>
            <a:lstStyle>
              <a:lvl1pPr>
                <a:defRPr sz="3000" b="0">
                  <a:latin typeface="+mn-lt"/>
                  <a:ea typeface="+mn-ea"/>
                  <a:cs typeface="+mn-cs"/>
                  <a:sym typeface="Helvetica Neue Medium"/>
                </a:defRPr>
              </a:lvl1pPr>
            </a:lstStyle>
            <a:p>
              <a:r>
                <a:rPr sz="1200" dirty="0">
                  <a:latin typeface="Times New Roman" panose="02020603050405020304" pitchFamily="18" charset="0"/>
                  <a:cs typeface="Times New Roman" panose="02020603050405020304" pitchFamily="18" charset="0"/>
                </a:rPr>
                <a:t>B</a:t>
              </a:r>
            </a:p>
          </p:txBody>
        </p:sp>
        <p:sp>
          <p:nvSpPr>
            <p:cNvPr id="54" name="P">
              <a:extLst>
                <a:ext uri="{FF2B5EF4-FFF2-40B4-BE49-F238E27FC236}">
                  <a16:creationId xmlns:a16="http://schemas.microsoft.com/office/drawing/2014/main" id="{5960863C-9D87-B743-8EC6-D7AD849831B7}"/>
                </a:ext>
              </a:extLst>
            </p:cNvPr>
            <p:cNvSpPr txBox="1"/>
            <p:nvPr/>
          </p:nvSpPr>
          <p:spPr>
            <a:xfrm>
              <a:off x="223533" y="2136654"/>
              <a:ext cx="555636" cy="62639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b">
              <a:normAutofit/>
            </a:bodyPr>
            <a:lstStyle>
              <a:lvl1pPr>
                <a:defRPr sz="3000" b="0">
                  <a:latin typeface="+mn-lt"/>
                  <a:ea typeface="+mn-ea"/>
                  <a:cs typeface="+mn-cs"/>
                  <a:sym typeface="Helvetica Neue Medium"/>
                </a:defRPr>
              </a:lvl1pPr>
            </a:lstStyle>
            <a:p>
              <a:r>
                <a:rPr sz="1200">
                  <a:latin typeface="Times New Roman" panose="02020603050405020304" pitchFamily="18" charset="0"/>
                  <a:cs typeface="Times New Roman" panose="02020603050405020304" pitchFamily="18" charset="0"/>
                </a:rPr>
                <a:t>P</a:t>
              </a:r>
            </a:p>
          </p:txBody>
        </p:sp>
        <p:sp>
          <p:nvSpPr>
            <p:cNvPr id="55" name="T">
              <a:extLst>
                <a:ext uri="{FF2B5EF4-FFF2-40B4-BE49-F238E27FC236}">
                  <a16:creationId xmlns:a16="http://schemas.microsoft.com/office/drawing/2014/main" id="{64242F90-079C-E748-94C8-B4E61935B843}"/>
                </a:ext>
              </a:extLst>
            </p:cNvPr>
            <p:cNvSpPr txBox="1"/>
            <p:nvPr/>
          </p:nvSpPr>
          <p:spPr>
            <a:xfrm>
              <a:off x="1582603" y="1848941"/>
              <a:ext cx="555636" cy="62639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b">
              <a:normAutofit/>
            </a:bodyPr>
            <a:lstStyle>
              <a:lvl1pPr>
                <a:defRPr sz="3000" b="0">
                  <a:latin typeface="+mn-lt"/>
                  <a:ea typeface="+mn-ea"/>
                  <a:cs typeface="+mn-cs"/>
                  <a:sym typeface="Helvetica Neue Medium"/>
                </a:defRPr>
              </a:lvl1pPr>
            </a:lstStyle>
            <a:p>
              <a:r>
                <a:rPr sz="1200">
                  <a:latin typeface="Times New Roman" panose="02020603050405020304" pitchFamily="18" charset="0"/>
                  <a:cs typeface="Times New Roman" panose="02020603050405020304" pitchFamily="18" charset="0"/>
                </a:rPr>
                <a:t>T</a:t>
              </a:r>
            </a:p>
          </p:txBody>
        </p:sp>
        <p:sp>
          <p:nvSpPr>
            <p:cNvPr id="57" name="D">
              <a:extLst>
                <a:ext uri="{FF2B5EF4-FFF2-40B4-BE49-F238E27FC236}">
                  <a16:creationId xmlns:a16="http://schemas.microsoft.com/office/drawing/2014/main" id="{52B6D261-E801-6E41-B510-87960A7034BA}"/>
                </a:ext>
              </a:extLst>
            </p:cNvPr>
            <p:cNvSpPr txBox="1"/>
            <p:nvPr/>
          </p:nvSpPr>
          <p:spPr>
            <a:xfrm>
              <a:off x="4136717" y="4568334"/>
              <a:ext cx="555637" cy="62639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b">
              <a:normAutofit/>
            </a:bodyPr>
            <a:lstStyle>
              <a:lvl1pPr>
                <a:defRPr sz="3000" b="0">
                  <a:latin typeface="+mn-lt"/>
                  <a:ea typeface="+mn-ea"/>
                  <a:cs typeface="+mn-cs"/>
                  <a:sym typeface="Helvetica Neue Medium"/>
                </a:defRPr>
              </a:lvl1pPr>
            </a:lstStyle>
            <a:p>
              <a:r>
                <a:rPr sz="1200">
                  <a:latin typeface="Times New Roman" panose="02020603050405020304" pitchFamily="18" charset="0"/>
                  <a:cs typeface="Times New Roman" panose="02020603050405020304" pitchFamily="18" charset="0"/>
                </a:rPr>
                <a:t>D</a:t>
              </a:r>
            </a:p>
          </p:txBody>
        </p:sp>
        <p:sp>
          <p:nvSpPr>
            <p:cNvPr id="58" name="ARc">
              <a:extLst>
                <a:ext uri="{FF2B5EF4-FFF2-40B4-BE49-F238E27FC236}">
                  <a16:creationId xmlns:a16="http://schemas.microsoft.com/office/drawing/2014/main" id="{256EF72D-D1EB-C844-AEAC-EA78B67817CC}"/>
                </a:ext>
              </a:extLst>
            </p:cNvPr>
            <p:cNvSpPr txBox="1"/>
            <p:nvPr/>
          </p:nvSpPr>
          <p:spPr>
            <a:xfrm>
              <a:off x="2940769" y="3476739"/>
              <a:ext cx="1022356" cy="62639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b">
              <a:noAutofit/>
            </a:bodyPr>
            <a:lstStyle/>
            <a:p>
              <a:pPr defTabSz="397256">
                <a:defRPr sz="2040" b="0">
                  <a:latin typeface="+mn-lt"/>
                  <a:ea typeface="+mn-ea"/>
                  <a:cs typeface="+mn-cs"/>
                  <a:sym typeface="Helvetica Neue Medium"/>
                </a:defRPr>
              </a:pPr>
              <a:r>
                <a:rPr sz="1200" dirty="0" err="1">
                  <a:latin typeface="Times New Roman" panose="02020603050405020304" pitchFamily="18" charset="0"/>
                  <a:cs typeface="Times New Roman" panose="02020603050405020304" pitchFamily="18" charset="0"/>
                </a:rPr>
                <a:t>AR</a:t>
              </a:r>
              <a:r>
                <a:rPr sz="1200" baseline="-5999" dirty="0" err="1">
                  <a:latin typeface="Times New Roman" panose="02020603050405020304" pitchFamily="18" charset="0"/>
                  <a:cs typeface="Times New Roman" panose="02020603050405020304" pitchFamily="18" charset="0"/>
                </a:rPr>
                <a:t>c</a:t>
              </a:r>
              <a:endParaRPr sz="1200" baseline="-5999" dirty="0">
                <a:latin typeface="Times New Roman" panose="02020603050405020304" pitchFamily="18" charset="0"/>
                <a:cs typeface="Times New Roman" panose="02020603050405020304" pitchFamily="18" charset="0"/>
              </a:endParaRPr>
            </a:p>
          </p:txBody>
        </p:sp>
        <p:sp>
          <p:nvSpPr>
            <p:cNvPr id="59" name="MRc">
              <a:extLst>
                <a:ext uri="{FF2B5EF4-FFF2-40B4-BE49-F238E27FC236}">
                  <a16:creationId xmlns:a16="http://schemas.microsoft.com/office/drawing/2014/main" id="{AE9A1AD8-E9B3-6D40-98CD-BE7DD14420CA}"/>
                </a:ext>
              </a:extLst>
            </p:cNvPr>
            <p:cNvSpPr txBox="1"/>
            <p:nvPr/>
          </p:nvSpPr>
          <p:spPr>
            <a:xfrm>
              <a:off x="2442387" y="3864171"/>
              <a:ext cx="671975" cy="62639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b">
              <a:noAutofit/>
            </a:bodyPr>
            <a:lstStyle/>
            <a:p>
              <a:pPr defTabSz="350520">
                <a:defRPr sz="1800" b="0">
                  <a:latin typeface="+mn-lt"/>
                  <a:ea typeface="+mn-ea"/>
                  <a:cs typeface="+mn-cs"/>
                  <a:sym typeface="Helvetica Neue Medium"/>
                </a:defRPr>
              </a:pPr>
              <a:r>
                <a:rPr sz="1200" err="1">
                  <a:latin typeface="Times New Roman" panose="02020603050405020304" pitchFamily="18" charset="0"/>
                  <a:cs typeface="Times New Roman" panose="02020603050405020304" pitchFamily="18" charset="0"/>
                </a:rPr>
                <a:t>MR</a:t>
              </a:r>
              <a:r>
                <a:rPr sz="1200" baseline="-5999" err="1">
                  <a:latin typeface="Times New Roman" panose="02020603050405020304" pitchFamily="18" charset="0"/>
                  <a:cs typeface="Times New Roman" panose="02020603050405020304" pitchFamily="18" charset="0"/>
                </a:rPr>
                <a:t>c</a:t>
              </a:r>
              <a:endParaRPr sz="1200" baseline="-5999">
                <a:latin typeface="Times New Roman" panose="02020603050405020304" pitchFamily="18" charset="0"/>
                <a:cs typeface="Times New Roman" panose="02020603050405020304" pitchFamily="18" charset="0"/>
              </a:endParaRPr>
            </a:p>
          </p:txBody>
        </p:sp>
      </p:grpSp>
      <p:sp>
        <p:nvSpPr>
          <p:cNvPr id="62" name="AR - MR relationship">
            <a:extLst>
              <a:ext uri="{FF2B5EF4-FFF2-40B4-BE49-F238E27FC236}">
                <a16:creationId xmlns:a16="http://schemas.microsoft.com/office/drawing/2014/main" id="{F2FD3F2D-DBE6-6846-9719-AE84FF6506D1}"/>
              </a:ext>
            </a:extLst>
          </p:cNvPr>
          <p:cNvSpPr txBox="1"/>
          <p:nvPr/>
        </p:nvSpPr>
        <p:spPr>
          <a:xfrm>
            <a:off x="8537621" y="867333"/>
            <a:ext cx="3764066" cy="433967"/>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b">
            <a:noAutofit/>
          </a:bodyPr>
          <a:lstStyle>
            <a:lvl1pPr>
              <a:defRPr sz="4000" b="0">
                <a:solidFill>
                  <a:srgbClr val="61187C"/>
                </a:solidFill>
                <a:latin typeface="+mn-lt"/>
                <a:ea typeface="+mn-ea"/>
                <a:cs typeface="+mn-cs"/>
                <a:sym typeface="Helvetica Neue Medium"/>
              </a:defRPr>
            </a:lvl1pPr>
          </a:lstStyle>
          <a:p>
            <a:r>
              <a:rPr lang="en-US" sz="2800" b="1" dirty="0">
                <a:solidFill>
                  <a:schemeClr val="accent3">
                    <a:lumMod val="50000"/>
                  </a:schemeClr>
                </a:solidFill>
                <a:latin typeface="Times New Roman" panose="02020603050405020304" pitchFamily="18" charset="0"/>
                <a:cs typeface="Times New Roman" panose="02020603050405020304" pitchFamily="18" charset="0"/>
              </a:rPr>
              <a:t>Linear </a:t>
            </a:r>
            <a:r>
              <a:rPr sz="2800" b="1" dirty="0">
                <a:solidFill>
                  <a:schemeClr val="accent3">
                    <a:lumMod val="50000"/>
                  </a:schemeClr>
                </a:solidFill>
                <a:latin typeface="Times New Roman" panose="02020603050405020304" pitchFamily="18" charset="0"/>
                <a:cs typeface="Times New Roman" panose="02020603050405020304" pitchFamily="18" charset="0"/>
              </a:rPr>
              <a:t>AR - MR</a:t>
            </a:r>
          </a:p>
        </p:txBody>
      </p:sp>
      <p:sp>
        <p:nvSpPr>
          <p:cNvPr id="63" name="C">
            <a:extLst>
              <a:ext uri="{FF2B5EF4-FFF2-40B4-BE49-F238E27FC236}">
                <a16:creationId xmlns:a16="http://schemas.microsoft.com/office/drawing/2014/main" id="{4056FFCC-0D0A-8942-910E-58ACEB0AEC2E}"/>
              </a:ext>
            </a:extLst>
          </p:cNvPr>
          <p:cNvSpPr txBox="1"/>
          <p:nvPr/>
        </p:nvSpPr>
        <p:spPr>
          <a:xfrm>
            <a:off x="1216048" y="7510597"/>
            <a:ext cx="1794111" cy="826223"/>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Autofit/>
          </a:bodyPr>
          <a:lstStyle>
            <a:lvl1pPr>
              <a:defRPr sz="3000" b="0">
                <a:latin typeface="+mn-lt"/>
                <a:ea typeface="+mn-ea"/>
                <a:cs typeface="+mn-cs"/>
                <a:sym typeface="Helvetica Neue Medium"/>
              </a:defRPr>
            </a:lvl1pPr>
          </a:lstStyle>
          <a:p>
            <a:r>
              <a:rPr lang="en-US" sz="2400" dirty="0">
                <a:solidFill>
                  <a:srgbClr val="FF0000"/>
                </a:solidFill>
                <a:latin typeface="Times New Roman" panose="02020603050405020304" pitchFamily="18" charset="0"/>
                <a:cs typeface="Times New Roman" panose="02020603050405020304" pitchFamily="18" charset="0"/>
              </a:rPr>
              <a:t>More than the mid-point</a:t>
            </a:r>
            <a:endParaRPr lang="en-US" sz="2400" dirty="0">
              <a:latin typeface="Times New Roman" panose="02020603050405020304" pitchFamily="18" charset="0"/>
              <a:cs typeface="Times New Roman" panose="02020603050405020304" pitchFamily="18" charset="0"/>
            </a:endParaRPr>
          </a:p>
        </p:txBody>
      </p:sp>
      <p:sp>
        <p:nvSpPr>
          <p:cNvPr id="64" name="C">
            <a:extLst>
              <a:ext uri="{FF2B5EF4-FFF2-40B4-BE49-F238E27FC236}">
                <a16:creationId xmlns:a16="http://schemas.microsoft.com/office/drawing/2014/main" id="{DEB72A74-AE73-594A-B33A-3383B8D49672}"/>
              </a:ext>
            </a:extLst>
          </p:cNvPr>
          <p:cNvSpPr txBox="1"/>
          <p:nvPr/>
        </p:nvSpPr>
        <p:spPr>
          <a:xfrm>
            <a:off x="5794319" y="7480519"/>
            <a:ext cx="1794111" cy="826223"/>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Autofit/>
          </a:bodyPr>
          <a:lstStyle>
            <a:lvl1pPr>
              <a:defRPr sz="3000" b="0">
                <a:latin typeface="+mn-lt"/>
                <a:ea typeface="+mn-ea"/>
                <a:cs typeface="+mn-cs"/>
                <a:sym typeface="Helvetica Neue Medium"/>
              </a:defRPr>
            </a:lvl1pPr>
          </a:lstStyle>
          <a:p>
            <a:r>
              <a:rPr lang="en-US" sz="2400" dirty="0">
                <a:solidFill>
                  <a:srgbClr val="FF0000"/>
                </a:solidFill>
                <a:latin typeface="Times New Roman" panose="02020603050405020304" pitchFamily="18" charset="0"/>
                <a:cs typeface="Times New Roman" panose="02020603050405020304" pitchFamily="18" charset="0"/>
              </a:rPr>
              <a:t>Less than the mid-point</a:t>
            </a:r>
            <a:endParaRPr lang="en-US" sz="2400" dirty="0">
              <a:latin typeface="Times New Roman" panose="02020603050405020304" pitchFamily="18" charset="0"/>
              <a:cs typeface="Times New Roman" panose="02020603050405020304" pitchFamily="18" charset="0"/>
            </a:endParaRPr>
          </a:p>
        </p:txBody>
      </p:sp>
      <p:sp>
        <p:nvSpPr>
          <p:cNvPr id="65" name="C">
            <a:extLst>
              <a:ext uri="{FF2B5EF4-FFF2-40B4-BE49-F238E27FC236}">
                <a16:creationId xmlns:a16="http://schemas.microsoft.com/office/drawing/2014/main" id="{631DF4AF-D768-D74A-8AA5-3586990FBB21}"/>
              </a:ext>
            </a:extLst>
          </p:cNvPr>
          <p:cNvSpPr txBox="1"/>
          <p:nvPr/>
        </p:nvSpPr>
        <p:spPr>
          <a:xfrm>
            <a:off x="9588602" y="7395394"/>
            <a:ext cx="1794111" cy="826223"/>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Autofit/>
          </a:bodyPr>
          <a:lstStyle>
            <a:lvl1pPr>
              <a:defRPr sz="3000" b="0">
                <a:latin typeface="+mn-lt"/>
                <a:ea typeface="+mn-ea"/>
                <a:cs typeface="+mn-cs"/>
                <a:sym typeface="Helvetica Neue Medium"/>
              </a:defRPr>
            </a:lvl1pPr>
          </a:lstStyle>
          <a:p>
            <a:r>
              <a:rPr lang="en-US" sz="2400" dirty="0">
                <a:solidFill>
                  <a:srgbClr val="FF0000"/>
                </a:solidFill>
                <a:latin typeface="Times New Roman" panose="02020603050405020304" pitchFamily="18" charset="0"/>
                <a:cs typeface="Times New Roman" panose="02020603050405020304" pitchFamily="18" charset="0"/>
              </a:rPr>
              <a:t>At the mid-point</a:t>
            </a:r>
            <a:endParaRPr lang="en-US" sz="2400" dirty="0">
              <a:latin typeface="Times New Roman" panose="02020603050405020304" pitchFamily="18" charset="0"/>
              <a:cs typeface="Times New Roman" panose="02020603050405020304" pitchFamily="18" charset="0"/>
            </a:endParaRPr>
          </a:p>
        </p:txBody>
      </p:sp>
      <p:cxnSp>
        <p:nvCxnSpPr>
          <p:cNvPr id="8" name="Straight Connector 7">
            <a:extLst>
              <a:ext uri="{FF2B5EF4-FFF2-40B4-BE49-F238E27FC236}">
                <a16:creationId xmlns:a16="http://schemas.microsoft.com/office/drawing/2014/main" id="{EC91ADF3-28D7-4C4C-9C47-16E171EE06DD}"/>
              </a:ext>
            </a:extLst>
          </p:cNvPr>
          <p:cNvCxnSpPr>
            <a:cxnSpLocks/>
          </p:cNvCxnSpPr>
          <p:nvPr/>
        </p:nvCxnSpPr>
        <p:spPr>
          <a:xfrm>
            <a:off x="8618203" y="200461"/>
            <a:ext cx="0" cy="9373300"/>
          </a:xfrm>
          <a:prstGeom prst="line">
            <a:avLst/>
          </a:prstGeom>
          <a:noFill/>
          <a:ln w="57150" cap="flat">
            <a:solidFill>
              <a:schemeClr val="accent4">
                <a:lumMod val="50000"/>
              </a:schemeClr>
            </a:solidFill>
            <a:prstDash val="solid"/>
            <a:miter lim="400000"/>
          </a:ln>
          <a:effectLst/>
          <a:sp3d/>
        </p:spPr>
        <p:style>
          <a:lnRef idx="0">
            <a:scrgbClr r="0" g="0" b="0"/>
          </a:lnRef>
          <a:fillRef idx="0">
            <a:scrgbClr r="0" g="0" b="0"/>
          </a:fillRef>
          <a:effectRef idx="0">
            <a:scrgbClr r="0" g="0" b="0"/>
          </a:effectRef>
          <a:fontRef idx="none"/>
        </p:style>
      </p:cxnSp>
      <p:cxnSp>
        <p:nvCxnSpPr>
          <p:cNvPr id="9" name="Straight Connector 8">
            <a:extLst>
              <a:ext uri="{FF2B5EF4-FFF2-40B4-BE49-F238E27FC236}">
                <a16:creationId xmlns:a16="http://schemas.microsoft.com/office/drawing/2014/main" id="{CF768BD2-21E3-7B40-B017-035A9B4F7916}"/>
              </a:ext>
            </a:extLst>
          </p:cNvPr>
          <p:cNvCxnSpPr>
            <a:cxnSpLocks/>
          </p:cNvCxnSpPr>
          <p:nvPr/>
        </p:nvCxnSpPr>
        <p:spPr>
          <a:xfrm>
            <a:off x="9604807" y="3571504"/>
            <a:ext cx="917083" cy="2996471"/>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6" name="Straight Connector 65">
            <a:extLst>
              <a:ext uri="{FF2B5EF4-FFF2-40B4-BE49-F238E27FC236}">
                <a16:creationId xmlns:a16="http://schemas.microsoft.com/office/drawing/2014/main" id="{21BB7E0F-F6BB-BD42-9603-A4C406735AC9}"/>
              </a:ext>
            </a:extLst>
          </p:cNvPr>
          <p:cNvCxnSpPr>
            <a:cxnSpLocks/>
          </p:cNvCxnSpPr>
          <p:nvPr/>
        </p:nvCxnSpPr>
        <p:spPr>
          <a:xfrm>
            <a:off x="5547425" y="3997606"/>
            <a:ext cx="642365" cy="2769993"/>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7" name="Straight Connector 66">
            <a:extLst>
              <a:ext uri="{FF2B5EF4-FFF2-40B4-BE49-F238E27FC236}">
                <a16:creationId xmlns:a16="http://schemas.microsoft.com/office/drawing/2014/main" id="{2FC31E6F-8E93-F842-9257-FCF9E2D76363}"/>
              </a:ext>
            </a:extLst>
          </p:cNvPr>
          <p:cNvCxnSpPr>
            <a:cxnSpLocks/>
          </p:cNvCxnSpPr>
          <p:nvPr/>
        </p:nvCxnSpPr>
        <p:spPr>
          <a:xfrm>
            <a:off x="1885882" y="3896170"/>
            <a:ext cx="1529123" cy="3117382"/>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75" name="C">
            <a:extLst>
              <a:ext uri="{FF2B5EF4-FFF2-40B4-BE49-F238E27FC236}">
                <a16:creationId xmlns:a16="http://schemas.microsoft.com/office/drawing/2014/main" id="{BB01863F-8903-3A47-9D10-96EB169A9177}"/>
              </a:ext>
            </a:extLst>
          </p:cNvPr>
          <p:cNvSpPr txBox="1"/>
          <p:nvPr/>
        </p:nvSpPr>
        <p:spPr>
          <a:xfrm>
            <a:off x="324414" y="8179453"/>
            <a:ext cx="3628972" cy="826223"/>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Autofit/>
          </a:bodyPr>
          <a:lstStyle>
            <a:lvl1pPr>
              <a:defRPr sz="3000" b="0">
                <a:latin typeface="+mn-lt"/>
                <a:ea typeface="+mn-ea"/>
                <a:cs typeface="+mn-cs"/>
                <a:sym typeface="Helvetica Neue Medium"/>
              </a:defRPr>
            </a:lvl1pPr>
          </a:lstStyle>
          <a:p>
            <a:r>
              <a:rPr lang="en-US" sz="2400" dirty="0">
                <a:solidFill>
                  <a:srgbClr val="002060"/>
                </a:solidFill>
                <a:latin typeface="Times New Roman" panose="02020603050405020304" pitchFamily="18" charset="0"/>
                <a:cs typeface="Times New Roman" panose="02020603050405020304" pitchFamily="18" charset="0"/>
              </a:rPr>
              <a:t>TR’ is b/w 0 &amp; 2 of AR’ </a:t>
            </a:r>
          </a:p>
        </p:txBody>
      </p:sp>
      <p:sp>
        <p:nvSpPr>
          <p:cNvPr id="76" name="C">
            <a:extLst>
              <a:ext uri="{FF2B5EF4-FFF2-40B4-BE49-F238E27FC236}">
                <a16:creationId xmlns:a16="http://schemas.microsoft.com/office/drawing/2014/main" id="{616EBB83-2EE4-B644-ACC1-039EAD236A08}"/>
              </a:ext>
            </a:extLst>
          </p:cNvPr>
          <p:cNvSpPr txBox="1"/>
          <p:nvPr/>
        </p:nvSpPr>
        <p:spPr>
          <a:xfrm>
            <a:off x="4547885" y="8159841"/>
            <a:ext cx="3800686" cy="826223"/>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Autofit/>
          </a:bodyPr>
          <a:lstStyle>
            <a:lvl1pPr>
              <a:defRPr sz="3000" b="0">
                <a:latin typeface="+mn-lt"/>
                <a:ea typeface="+mn-ea"/>
                <a:cs typeface="+mn-cs"/>
                <a:sym typeface="Helvetica Neue Medium"/>
              </a:defRPr>
            </a:lvl1pPr>
          </a:lstStyle>
          <a:p>
            <a:r>
              <a:rPr lang="en-US" sz="2400" dirty="0">
                <a:solidFill>
                  <a:srgbClr val="002060"/>
                </a:solidFill>
                <a:latin typeface="Times New Roman" panose="02020603050405020304" pitchFamily="18" charset="0"/>
                <a:cs typeface="Times New Roman" panose="02020603050405020304" pitchFamily="18" charset="0"/>
              </a:rPr>
              <a:t>TR’ is 2+ times of AR’ </a:t>
            </a:r>
          </a:p>
        </p:txBody>
      </p:sp>
      <p:sp>
        <p:nvSpPr>
          <p:cNvPr id="77" name="C">
            <a:extLst>
              <a:ext uri="{FF2B5EF4-FFF2-40B4-BE49-F238E27FC236}">
                <a16:creationId xmlns:a16="http://schemas.microsoft.com/office/drawing/2014/main" id="{44A0FB0B-19D7-0E4D-A0C1-088693551211}"/>
              </a:ext>
            </a:extLst>
          </p:cNvPr>
          <p:cNvSpPr txBox="1"/>
          <p:nvPr/>
        </p:nvSpPr>
        <p:spPr>
          <a:xfrm>
            <a:off x="8698785" y="8164892"/>
            <a:ext cx="3897539" cy="826223"/>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Autofit/>
          </a:bodyPr>
          <a:lstStyle>
            <a:lvl1pPr>
              <a:defRPr sz="3000" b="0">
                <a:latin typeface="+mn-lt"/>
                <a:ea typeface="+mn-ea"/>
                <a:cs typeface="+mn-cs"/>
                <a:sym typeface="Helvetica Neue Medium"/>
              </a:defRPr>
            </a:lvl1pPr>
          </a:lstStyle>
          <a:p>
            <a:r>
              <a:rPr lang="en-US" sz="2400" dirty="0">
                <a:solidFill>
                  <a:srgbClr val="002060"/>
                </a:solidFill>
                <a:latin typeface="Times New Roman" panose="02020603050405020304" pitchFamily="18" charset="0"/>
                <a:cs typeface="Times New Roman" panose="02020603050405020304" pitchFamily="18" charset="0"/>
              </a:rPr>
              <a:t>TR’ is exactly 2 times of AR’ </a:t>
            </a:r>
          </a:p>
        </p:txBody>
      </p:sp>
      <p:cxnSp>
        <p:nvCxnSpPr>
          <p:cNvPr id="68" name="Straight Connector 67">
            <a:extLst>
              <a:ext uri="{FF2B5EF4-FFF2-40B4-BE49-F238E27FC236}">
                <a16:creationId xmlns:a16="http://schemas.microsoft.com/office/drawing/2014/main" id="{E532D708-2EA3-8F48-9F64-62872AEA6A9B}"/>
              </a:ext>
            </a:extLst>
          </p:cNvPr>
          <p:cNvCxnSpPr>
            <a:cxnSpLocks/>
          </p:cNvCxnSpPr>
          <p:nvPr/>
        </p:nvCxnSpPr>
        <p:spPr>
          <a:xfrm>
            <a:off x="2115822" y="3709571"/>
            <a:ext cx="2297180" cy="3293111"/>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1" name="Straight Connector 70">
            <a:extLst>
              <a:ext uri="{FF2B5EF4-FFF2-40B4-BE49-F238E27FC236}">
                <a16:creationId xmlns:a16="http://schemas.microsoft.com/office/drawing/2014/main" id="{5F72B484-7158-504C-8132-FCC3ADA8CA70}"/>
              </a:ext>
            </a:extLst>
          </p:cNvPr>
          <p:cNvCxnSpPr>
            <a:cxnSpLocks/>
          </p:cNvCxnSpPr>
          <p:nvPr/>
        </p:nvCxnSpPr>
        <p:spPr>
          <a:xfrm>
            <a:off x="5942354" y="4214867"/>
            <a:ext cx="2547797" cy="1274972"/>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1124327882"/>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 name="AR - MR relationship"/>
          <p:cNvSpPr txBox="1"/>
          <p:nvPr/>
        </p:nvSpPr>
        <p:spPr>
          <a:xfrm>
            <a:off x="1506901" y="650893"/>
            <a:ext cx="10723675" cy="457797"/>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50800" tIns="50800" rIns="50800" bIns="50800" anchor="b">
            <a:normAutofit fontScale="85000" lnSpcReduction="10000"/>
          </a:bodyPr>
          <a:lstStyle>
            <a:lvl1pPr>
              <a:defRPr sz="4000" b="0">
                <a:solidFill>
                  <a:srgbClr val="61187C"/>
                </a:solidFill>
                <a:latin typeface="+mn-lt"/>
                <a:ea typeface="+mn-ea"/>
                <a:cs typeface="+mn-cs"/>
                <a:sym typeface="Helvetica Neue Medium"/>
              </a:defRPr>
            </a:lvl1pPr>
          </a:lstStyle>
          <a:p>
            <a:r>
              <a:rPr lang="en-US" sz="2800" b="1">
                <a:solidFill>
                  <a:schemeClr val="tx1"/>
                </a:solidFill>
                <a:latin typeface="Times New Roman" panose="02020603050405020304" pitchFamily="18" charset="0"/>
                <a:cs typeface="Times New Roman" panose="02020603050405020304" pitchFamily="18" charset="0"/>
              </a:rPr>
              <a:t>Consequence of </a:t>
            </a:r>
            <a:r>
              <a:rPr sz="2800" b="1">
                <a:solidFill>
                  <a:schemeClr val="tx1"/>
                </a:solidFill>
                <a:latin typeface="Times New Roman" panose="02020603050405020304" pitchFamily="18" charset="0"/>
                <a:cs typeface="Times New Roman" panose="02020603050405020304" pitchFamily="18" charset="0"/>
              </a:rPr>
              <a:t>AR - MR relationship </a:t>
            </a:r>
            <a:r>
              <a:rPr lang="en-US" sz="2800" b="1">
                <a:solidFill>
                  <a:schemeClr val="tx1"/>
                </a:solidFill>
                <a:latin typeface="Times New Roman" panose="02020603050405020304" pitchFamily="18" charset="0"/>
                <a:cs typeface="Times New Roman" panose="02020603050405020304" pitchFamily="18" charset="0"/>
              </a:rPr>
              <a:t>(Given AR and MR are linear functions)</a:t>
            </a:r>
            <a:endParaRPr sz="2800" b="1">
              <a:solidFill>
                <a:schemeClr val="tx1"/>
              </a:solidFill>
              <a:latin typeface="Times New Roman" panose="02020603050405020304" pitchFamily="18" charset="0"/>
              <a:cs typeface="Times New Roman" panose="02020603050405020304" pitchFamily="18" charset="0"/>
            </a:endParaRPr>
          </a:p>
        </p:txBody>
      </p:sp>
      <p:grpSp>
        <p:nvGrpSpPr>
          <p:cNvPr id="8" name="Group 7">
            <a:extLst>
              <a:ext uri="{FF2B5EF4-FFF2-40B4-BE49-F238E27FC236}">
                <a16:creationId xmlns:a16="http://schemas.microsoft.com/office/drawing/2014/main" id="{6C3C06FC-C999-114E-9A1A-7A19B62D8123}"/>
              </a:ext>
            </a:extLst>
          </p:cNvPr>
          <p:cNvGrpSpPr/>
          <p:nvPr/>
        </p:nvGrpSpPr>
        <p:grpSpPr>
          <a:xfrm>
            <a:off x="416986" y="1765875"/>
            <a:ext cx="5580181" cy="5194726"/>
            <a:chOff x="416986" y="1765875"/>
            <a:chExt cx="5580181" cy="5194726"/>
          </a:xfrm>
        </p:grpSpPr>
        <p:grpSp>
          <p:nvGrpSpPr>
            <p:cNvPr id="146" name="Group"/>
            <p:cNvGrpSpPr/>
            <p:nvPr/>
          </p:nvGrpSpPr>
          <p:grpSpPr>
            <a:xfrm>
              <a:off x="416986" y="1765875"/>
              <a:ext cx="5580181" cy="5194726"/>
              <a:chOff x="0" y="0"/>
              <a:chExt cx="5580179" cy="5194724"/>
            </a:xfrm>
          </p:grpSpPr>
          <p:sp>
            <p:nvSpPr>
              <p:cNvPr id="121" name="Line"/>
              <p:cNvSpPr/>
              <p:nvPr/>
            </p:nvSpPr>
            <p:spPr>
              <a:xfrm flipV="1">
                <a:off x="862937" y="0"/>
                <a:ext cx="1" cy="5116950"/>
              </a:xfrm>
              <a:prstGeom prst="line">
                <a:avLst/>
              </a:prstGeom>
              <a:noFill/>
              <a:ln w="63500" cap="flat">
                <a:solidFill>
                  <a:srgbClr val="000000"/>
                </a:solidFill>
                <a:prstDash val="solid"/>
                <a:miter lim="400000"/>
                <a:headEnd type="triangle" w="med" len="med"/>
                <a:tailEnd type="triangle" w="med" len="med"/>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sz="2000">
                  <a:latin typeface="Times New Roman" panose="02020603050405020304" pitchFamily="18" charset="0"/>
                  <a:cs typeface="Times New Roman" panose="02020603050405020304" pitchFamily="18" charset="0"/>
                </a:endParaRPr>
              </a:p>
            </p:txBody>
          </p:sp>
          <p:sp>
            <p:nvSpPr>
              <p:cNvPr id="122" name="Line"/>
              <p:cNvSpPr/>
              <p:nvPr/>
            </p:nvSpPr>
            <p:spPr>
              <a:xfrm>
                <a:off x="0" y="4619505"/>
                <a:ext cx="5440411" cy="1"/>
              </a:xfrm>
              <a:prstGeom prst="line">
                <a:avLst/>
              </a:prstGeom>
              <a:noFill/>
              <a:ln w="63500" cap="flat">
                <a:solidFill>
                  <a:srgbClr val="000000"/>
                </a:solidFill>
                <a:prstDash val="solid"/>
                <a:miter lim="400000"/>
                <a:headEnd type="triangle" w="med" len="med"/>
                <a:tailEnd type="triangle" w="med" len="med"/>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sz="2000">
                  <a:latin typeface="Times New Roman" panose="02020603050405020304" pitchFamily="18" charset="0"/>
                  <a:cs typeface="Times New Roman" panose="02020603050405020304" pitchFamily="18" charset="0"/>
                </a:endParaRPr>
              </a:p>
            </p:txBody>
          </p:sp>
          <p:sp>
            <p:nvSpPr>
              <p:cNvPr id="123" name="AR, MR"/>
              <p:cNvSpPr txBox="1"/>
              <p:nvPr/>
            </p:nvSpPr>
            <p:spPr>
              <a:xfrm>
                <a:off x="81623" y="16648"/>
                <a:ext cx="774658" cy="796320"/>
              </a:xfrm>
              <a:prstGeom prst="rect">
                <a:avLst/>
              </a:prstGeom>
              <a:noFill/>
              <a:ln w="12700" cap="flat">
                <a:noFill/>
                <a:miter lim="400000"/>
              </a:ln>
              <a:effectLst/>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50800" tIns="50800" rIns="50800" bIns="50800" numCol="1" anchor="b">
                <a:normAutofit/>
              </a:bodyPr>
              <a:lstStyle>
                <a:lvl1pPr defTabSz="426466">
                  <a:defRPr sz="2190" b="0">
                    <a:latin typeface="+mn-lt"/>
                    <a:ea typeface="+mn-ea"/>
                    <a:cs typeface="+mn-cs"/>
                    <a:sym typeface="Helvetica Neue Medium"/>
                  </a:defRPr>
                </a:lvl1pPr>
              </a:lstStyle>
              <a:p>
                <a:r>
                  <a:rPr sz="2000">
                    <a:latin typeface="Times New Roman" panose="02020603050405020304" pitchFamily="18" charset="0"/>
                    <a:cs typeface="Times New Roman" panose="02020603050405020304" pitchFamily="18" charset="0"/>
                  </a:rPr>
                  <a:t>AR, MR</a:t>
                </a:r>
              </a:p>
            </p:txBody>
          </p:sp>
          <p:sp>
            <p:nvSpPr>
              <p:cNvPr id="124" name="Qty"/>
              <p:cNvSpPr txBox="1"/>
              <p:nvPr/>
            </p:nvSpPr>
            <p:spPr>
              <a:xfrm>
                <a:off x="4918850" y="4646108"/>
                <a:ext cx="661329" cy="470842"/>
              </a:xfrm>
              <a:prstGeom prst="rect">
                <a:avLst/>
              </a:prstGeom>
              <a:noFill/>
              <a:ln w="12700" cap="flat">
                <a:noFill/>
                <a:miter lim="400000"/>
              </a:ln>
              <a:effectLst/>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50800" tIns="50800" rIns="50800" bIns="50800" numCol="1" anchor="b">
                <a:normAutofit/>
              </a:bodyPr>
              <a:lstStyle>
                <a:lvl1pPr defTabSz="467359">
                  <a:defRPr b="0">
                    <a:latin typeface="+mn-lt"/>
                    <a:ea typeface="+mn-ea"/>
                    <a:cs typeface="+mn-cs"/>
                    <a:sym typeface="Helvetica Neue Medium"/>
                  </a:defRPr>
                </a:lvl1pPr>
              </a:lstStyle>
              <a:p>
                <a:r>
                  <a:rPr sz="2000">
                    <a:latin typeface="Times New Roman" panose="02020603050405020304" pitchFamily="18" charset="0"/>
                    <a:cs typeface="Times New Roman" panose="02020603050405020304" pitchFamily="18" charset="0"/>
                  </a:rPr>
                  <a:t>Qty</a:t>
                </a:r>
              </a:p>
            </p:txBody>
          </p:sp>
          <p:sp>
            <p:nvSpPr>
              <p:cNvPr id="125" name="Line"/>
              <p:cNvSpPr/>
              <p:nvPr/>
            </p:nvSpPr>
            <p:spPr>
              <a:xfrm flipH="1" flipV="1">
                <a:off x="874655" y="631530"/>
                <a:ext cx="2920167" cy="3292013"/>
              </a:xfrm>
              <a:prstGeom prst="line">
                <a:avLst/>
              </a:prstGeom>
              <a:noFill/>
              <a:ln w="63500" cap="flat">
                <a:solidFill>
                  <a:srgbClr val="38571A"/>
                </a:solidFill>
                <a:prstDash val="solid"/>
                <a:miter lim="400000"/>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sz="2000">
                  <a:latin typeface="Times New Roman" panose="02020603050405020304" pitchFamily="18" charset="0"/>
                  <a:cs typeface="Times New Roman" panose="02020603050405020304" pitchFamily="18" charset="0"/>
                </a:endParaRPr>
              </a:p>
            </p:txBody>
          </p:sp>
          <p:sp>
            <p:nvSpPr>
              <p:cNvPr id="126" name="Line"/>
              <p:cNvSpPr/>
              <p:nvPr/>
            </p:nvSpPr>
            <p:spPr>
              <a:xfrm flipH="1" flipV="1">
                <a:off x="3716720" y="3854406"/>
                <a:ext cx="638394" cy="719686"/>
              </a:xfrm>
              <a:prstGeom prst="line">
                <a:avLst/>
              </a:prstGeom>
              <a:noFill/>
              <a:ln w="88900" cap="rnd">
                <a:solidFill>
                  <a:srgbClr val="38571A"/>
                </a:solidFill>
                <a:custDash>
                  <a:ds d="100000" sp="200000"/>
                </a:custDash>
                <a:miter lim="400000"/>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sz="2000">
                  <a:latin typeface="Times New Roman" panose="02020603050405020304" pitchFamily="18" charset="0"/>
                  <a:cs typeface="Times New Roman" panose="02020603050405020304" pitchFamily="18" charset="0"/>
                </a:endParaRPr>
              </a:p>
            </p:txBody>
          </p:sp>
          <p:sp>
            <p:nvSpPr>
              <p:cNvPr id="127" name="Line"/>
              <p:cNvSpPr/>
              <p:nvPr/>
            </p:nvSpPr>
            <p:spPr>
              <a:xfrm flipH="1" flipV="1">
                <a:off x="900009" y="739450"/>
                <a:ext cx="1635852" cy="3868335"/>
              </a:xfrm>
              <a:prstGeom prst="line">
                <a:avLst/>
              </a:prstGeom>
              <a:noFill/>
              <a:ln w="63500" cap="flat">
                <a:solidFill>
                  <a:srgbClr val="A96800"/>
                </a:solidFill>
                <a:prstDash val="solid"/>
                <a:miter lim="400000"/>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sz="2000">
                  <a:latin typeface="Times New Roman" panose="02020603050405020304" pitchFamily="18" charset="0"/>
                  <a:cs typeface="Times New Roman" panose="02020603050405020304" pitchFamily="18" charset="0"/>
                </a:endParaRPr>
              </a:p>
            </p:txBody>
          </p:sp>
          <p:sp>
            <p:nvSpPr>
              <p:cNvPr id="137" name="A"/>
              <p:cNvSpPr txBox="1"/>
              <p:nvPr/>
            </p:nvSpPr>
            <p:spPr>
              <a:xfrm>
                <a:off x="785030" y="101613"/>
                <a:ext cx="555636" cy="626390"/>
              </a:xfrm>
              <a:prstGeom prst="rect">
                <a:avLst/>
              </a:prstGeom>
              <a:noFill/>
              <a:ln w="12700" cap="flat">
                <a:noFill/>
                <a:miter lim="400000"/>
              </a:ln>
              <a:effectLst/>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50800" tIns="50800" rIns="50800" bIns="50800" numCol="1" anchor="b">
                <a:normAutofit/>
              </a:bodyPr>
              <a:lstStyle>
                <a:lvl1pPr>
                  <a:defRPr sz="3000" b="0">
                    <a:latin typeface="+mn-lt"/>
                    <a:ea typeface="+mn-ea"/>
                    <a:cs typeface="+mn-cs"/>
                    <a:sym typeface="Helvetica Neue Medium"/>
                  </a:defRPr>
                </a:lvl1pPr>
              </a:lstStyle>
              <a:p>
                <a:r>
                  <a:rPr sz="2000">
                    <a:latin typeface="Times New Roman" panose="02020603050405020304" pitchFamily="18" charset="0"/>
                    <a:cs typeface="Times New Roman" panose="02020603050405020304" pitchFamily="18" charset="0"/>
                  </a:rPr>
                  <a:t>A</a:t>
                </a:r>
              </a:p>
            </p:txBody>
          </p:sp>
          <p:sp>
            <p:nvSpPr>
              <p:cNvPr id="141" name="C"/>
              <p:cNvSpPr txBox="1"/>
              <p:nvPr/>
            </p:nvSpPr>
            <p:spPr>
              <a:xfrm>
                <a:off x="2319143" y="4539787"/>
                <a:ext cx="555637" cy="626390"/>
              </a:xfrm>
              <a:prstGeom prst="rect">
                <a:avLst/>
              </a:prstGeom>
              <a:noFill/>
              <a:ln w="12700" cap="flat">
                <a:noFill/>
                <a:miter lim="400000"/>
              </a:ln>
              <a:effectLst/>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50800" tIns="50800" rIns="50800" bIns="50800" numCol="1" anchor="b">
                <a:normAutofit/>
              </a:bodyPr>
              <a:lstStyle>
                <a:lvl1pPr>
                  <a:defRPr sz="3000" b="0">
                    <a:latin typeface="+mn-lt"/>
                    <a:ea typeface="+mn-ea"/>
                    <a:cs typeface="+mn-cs"/>
                    <a:sym typeface="Helvetica Neue Medium"/>
                  </a:defRPr>
                </a:lvl1pPr>
              </a:lstStyle>
              <a:p>
                <a:r>
                  <a:rPr sz="2000">
                    <a:latin typeface="Times New Roman" panose="02020603050405020304" pitchFamily="18" charset="0"/>
                    <a:cs typeface="Times New Roman" panose="02020603050405020304" pitchFamily="18" charset="0"/>
                  </a:rPr>
                  <a:t>C</a:t>
                </a:r>
              </a:p>
            </p:txBody>
          </p:sp>
          <p:sp>
            <p:nvSpPr>
              <p:cNvPr id="143" name="D"/>
              <p:cNvSpPr txBox="1"/>
              <p:nvPr/>
            </p:nvSpPr>
            <p:spPr>
              <a:xfrm>
                <a:off x="4136717" y="4568334"/>
                <a:ext cx="555637" cy="626390"/>
              </a:xfrm>
              <a:prstGeom prst="rect">
                <a:avLst/>
              </a:prstGeom>
              <a:noFill/>
              <a:ln w="12700" cap="flat">
                <a:noFill/>
                <a:miter lim="400000"/>
              </a:ln>
              <a:effectLst/>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50800" tIns="50800" rIns="50800" bIns="50800" numCol="1" anchor="b">
                <a:normAutofit/>
              </a:bodyPr>
              <a:lstStyle>
                <a:lvl1pPr>
                  <a:defRPr sz="3000" b="0">
                    <a:latin typeface="+mn-lt"/>
                    <a:ea typeface="+mn-ea"/>
                    <a:cs typeface="+mn-cs"/>
                    <a:sym typeface="Helvetica Neue Medium"/>
                  </a:defRPr>
                </a:lvl1pPr>
              </a:lstStyle>
              <a:p>
                <a:r>
                  <a:rPr sz="2000">
                    <a:latin typeface="Times New Roman" panose="02020603050405020304" pitchFamily="18" charset="0"/>
                    <a:cs typeface="Times New Roman" panose="02020603050405020304" pitchFamily="18" charset="0"/>
                  </a:rPr>
                  <a:t>D</a:t>
                </a:r>
              </a:p>
            </p:txBody>
          </p:sp>
          <p:sp>
            <p:nvSpPr>
              <p:cNvPr id="144" name="ARc"/>
              <p:cNvSpPr txBox="1"/>
              <p:nvPr/>
            </p:nvSpPr>
            <p:spPr>
              <a:xfrm>
                <a:off x="3114362" y="3435744"/>
                <a:ext cx="555637" cy="626390"/>
              </a:xfrm>
              <a:prstGeom prst="rect">
                <a:avLst/>
              </a:prstGeom>
              <a:noFill/>
              <a:ln w="12700" cap="flat">
                <a:noFill/>
                <a:miter lim="400000"/>
              </a:ln>
              <a:effectLst/>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50800" tIns="50800" rIns="50800" bIns="50800" numCol="1" anchor="b">
                <a:normAutofit/>
              </a:bodyPr>
              <a:lstStyle/>
              <a:p>
                <a:pPr defTabSz="397256">
                  <a:defRPr sz="2040" b="0">
                    <a:latin typeface="+mn-lt"/>
                    <a:ea typeface="+mn-ea"/>
                    <a:cs typeface="+mn-cs"/>
                    <a:sym typeface="Helvetica Neue Medium"/>
                  </a:defRPr>
                </a:pPr>
                <a:r>
                  <a:rPr sz="2000">
                    <a:latin typeface="Times New Roman" panose="02020603050405020304" pitchFamily="18" charset="0"/>
                    <a:cs typeface="Times New Roman" panose="02020603050405020304" pitchFamily="18" charset="0"/>
                  </a:rPr>
                  <a:t>AR</a:t>
                </a:r>
                <a:r>
                  <a:rPr sz="2000" baseline="-5999">
                    <a:latin typeface="Times New Roman" panose="02020603050405020304" pitchFamily="18" charset="0"/>
                    <a:cs typeface="Times New Roman" panose="02020603050405020304" pitchFamily="18" charset="0"/>
                  </a:rPr>
                  <a:t>c</a:t>
                </a:r>
              </a:p>
            </p:txBody>
          </p:sp>
          <p:sp>
            <p:nvSpPr>
              <p:cNvPr id="145" name="MRc"/>
              <p:cNvSpPr txBox="1"/>
              <p:nvPr/>
            </p:nvSpPr>
            <p:spPr>
              <a:xfrm>
                <a:off x="2442387" y="3864171"/>
                <a:ext cx="625254" cy="626390"/>
              </a:xfrm>
              <a:prstGeom prst="rect">
                <a:avLst/>
              </a:prstGeom>
              <a:noFill/>
              <a:ln w="12700" cap="flat">
                <a:noFill/>
                <a:miter lim="400000"/>
              </a:ln>
              <a:effectLst/>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50800" tIns="50800" rIns="50800" bIns="50800" numCol="1" anchor="b">
                <a:normAutofit/>
              </a:bodyPr>
              <a:lstStyle/>
              <a:p>
                <a:pPr defTabSz="350520">
                  <a:defRPr sz="1800" b="0">
                    <a:latin typeface="+mn-lt"/>
                    <a:ea typeface="+mn-ea"/>
                    <a:cs typeface="+mn-cs"/>
                    <a:sym typeface="Helvetica Neue Medium"/>
                  </a:defRPr>
                </a:pPr>
                <a:r>
                  <a:rPr sz="2000" err="1">
                    <a:latin typeface="Times New Roman" panose="02020603050405020304" pitchFamily="18" charset="0"/>
                    <a:cs typeface="Times New Roman" panose="02020603050405020304" pitchFamily="18" charset="0"/>
                  </a:rPr>
                  <a:t>MR</a:t>
                </a:r>
                <a:r>
                  <a:rPr sz="2000" baseline="-5999" err="1">
                    <a:latin typeface="Times New Roman" panose="02020603050405020304" pitchFamily="18" charset="0"/>
                    <a:cs typeface="Times New Roman" panose="02020603050405020304" pitchFamily="18" charset="0"/>
                  </a:rPr>
                  <a:t>c</a:t>
                </a:r>
                <a:endParaRPr sz="2000" baseline="-5999">
                  <a:latin typeface="Times New Roman" panose="02020603050405020304" pitchFamily="18" charset="0"/>
                  <a:cs typeface="Times New Roman" panose="02020603050405020304" pitchFamily="18" charset="0"/>
                </a:endParaRPr>
              </a:p>
            </p:txBody>
          </p:sp>
        </p:grpSp>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425424DB-96CF-FD40-8DB3-6F224358E83B}"/>
                    </a:ext>
                  </a:extLst>
                </p:cNvPr>
                <p:cNvSpPr txBox="1"/>
                <p:nvPr/>
              </p:nvSpPr>
              <p:spPr>
                <a:xfrm>
                  <a:off x="2581821" y="6006088"/>
                  <a:ext cx="230832" cy="30777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14:m>
                    <m:oMathPara xmlns:m="http://schemas.openxmlformats.org/officeDocument/2006/math">
                      <m:oMathParaPr>
                        <m:jc m:val="centerGroup"/>
                      </m:oMathParaPr>
                      <m:oMath xmlns:m="http://schemas.openxmlformats.org/officeDocument/2006/math">
                        <m:r>
                          <a:rPr kumimoji="0" lang="en-US" sz="2000" b="1" i="1" u="none" strike="noStrike" cap="none" spc="0" normalizeH="0" baseline="0" smtClean="0">
                            <a:ln>
                              <a:noFill/>
                            </a:ln>
                            <a:solidFill>
                              <a:srgbClr val="FF0000"/>
                            </a:solidFill>
                            <a:effectLst/>
                            <a:uFillTx/>
                            <a:latin typeface="Cambria Math" panose="02040503050406030204" pitchFamily="18" charset="0"/>
                            <a:ea typeface="Cambria Math" panose="02040503050406030204" pitchFamily="18" charset="0"/>
                            <a:sym typeface="Helvetica Neue"/>
                          </a:rPr>
                          <m:t>𝜽</m:t>
                        </m:r>
                      </m:oMath>
                    </m:oMathPara>
                  </a14:m>
                  <a:endParaRPr kumimoji="0" lang="en-US" sz="2000" b="1" i="0" u="none" strike="noStrike" cap="none" spc="0" normalizeH="0" baseline="0">
                    <a:ln>
                      <a:noFill/>
                    </a:ln>
                    <a:solidFill>
                      <a:srgbClr val="FF0000"/>
                    </a:solidFill>
                    <a:effectLst/>
                    <a:uFillTx/>
                    <a:latin typeface="Times New Roman" panose="02020603050405020304" pitchFamily="18" charset="0"/>
                    <a:cs typeface="Times New Roman" panose="02020603050405020304" pitchFamily="18" charset="0"/>
                    <a:sym typeface="Helvetica Neue"/>
                  </a:endParaRPr>
                </a:p>
              </p:txBody>
            </p:sp>
          </mc:Choice>
          <mc:Fallback xmlns="">
            <p:sp>
              <p:nvSpPr>
                <p:cNvPr id="79" name="TextBox 78">
                  <a:extLst>
                    <a:ext uri="{FF2B5EF4-FFF2-40B4-BE49-F238E27FC236}">
                      <a16:creationId xmlns:a16="http://schemas.microsoft.com/office/drawing/2014/main" id="{425424DB-96CF-FD40-8DB3-6F224358E83B}"/>
                    </a:ext>
                  </a:extLst>
                </p:cNvPr>
                <p:cNvSpPr txBox="1">
                  <a:spLocks noRot="1" noChangeAspect="1" noMove="1" noResize="1" noEditPoints="1" noAdjustHandles="1" noChangeArrowheads="1" noChangeShapeType="1" noTextEdit="1"/>
                </p:cNvSpPr>
                <p:nvPr/>
              </p:nvSpPr>
              <p:spPr>
                <a:xfrm>
                  <a:off x="2581821" y="6006088"/>
                  <a:ext cx="230832" cy="307777"/>
                </a:xfrm>
                <a:prstGeom prst="rect">
                  <a:avLst/>
                </a:prstGeom>
                <a:blipFill>
                  <a:blip r:embed="rId2"/>
                  <a:stretch>
                    <a:fillRect l="-36842" r="-10526" b="-11538"/>
                  </a:stretch>
                </a:blipFill>
                <a:ln w="12700" cap="flat">
                  <a:noFill/>
                  <a:miter lim="400000"/>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80282CAA-2B96-B84C-9B77-BA1B4A7F4F71}"/>
                    </a:ext>
                  </a:extLst>
                </p:cNvPr>
                <p:cNvSpPr txBox="1"/>
                <p:nvPr/>
              </p:nvSpPr>
              <p:spPr>
                <a:xfrm>
                  <a:off x="4201534" y="6065447"/>
                  <a:ext cx="250068" cy="30777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14:m>
                    <m:oMathPara xmlns:m="http://schemas.openxmlformats.org/officeDocument/2006/math">
                      <m:oMathParaPr>
                        <m:jc m:val="centerGroup"/>
                      </m:oMathParaPr>
                      <m:oMath xmlns:m="http://schemas.openxmlformats.org/officeDocument/2006/math">
                        <m:r>
                          <a:rPr kumimoji="0" lang="en-US" sz="2000" b="1" i="1" u="none" strike="noStrike" cap="none" spc="0" normalizeH="0" baseline="0" smtClean="0">
                            <a:ln>
                              <a:noFill/>
                            </a:ln>
                            <a:solidFill>
                              <a:srgbClr val="FF0000"/>
                            </a:solidFill>
                            <a:effectLst/>
                            <a:uFillTx/>
                            <a:latin typeface="Cambria Math" panose="02040503050406030204" pitchFamily="18" charset="0"/>
                            <a:ea typeface="Cambria Math" panose="02040503050406030204" pitchFamily="18" charset="0"/>
                            <a:sym typeface="Helvetica Neue"/>
                          </a:rPr>
                          <m:t>∝</m:t>
                        </m:r>
                      </m:oMath>
                    </m:oMathPara>
                  </a14:m>
                  <a:endParaRPr kumimoji="0" lang="en-US" sz="2000" b="1" i="0" u="none" strike="noStrike" cap="none" spc="0" normalizeH="0" baseline="0">
                    <a:ln>
                      <a:noFill/>
                    </a:ln>
                    <a:solidFill>
                      <a:srgbClr val="FF0000"/>
                    </a:solidFill>
                    <a:effectLst/>
                    <a:uFillTx/>
                    <a:latin typeface="Times New Roman" panose="02020603050405020304" pitchFamily="18" charset="0"/>
                    <a:cs typeface="Times New Roman" panose="02020603050405020304" pitchFamily="18" charset="0"/>
                    <a:sym typeface="Helvetica Neue"/>
                  </a:endParaRPr>
                </a:p>
              </p:txBody>
            </p:sp>
          </mc:Choice>
          <mc:Fallback xmlns="">
            <p:sp>
              <p:nvSpPr>
                <p:cNvPr id="80" name="TextBox 79">
                  <a:extLst>
                    <a:ext uri="{FF2B5EF4-FFF2-40B4-BE49-F238E27FC236}">
                      <a16:creationId xmlns:a16="http://schemas.microsoft.com/office/drawing/2014/main" id="{80282CAA-2B96-B84C-9B77-BA1B4A7F4F71}"/>
                    </a:ext>
                  </a:extLst>
                </p:cNvPr>
                <p:cNvSpPr txBox="1">
                  <a:spLocks noRot="1" noChangeAspect="1" noMove="1" noResize="1" noEditPoints="1" noAdjustHandles="1" noChangeArrowheads="1" noChangeShapeType="1" noTextEdit="1"/>
                </p:cNvSpPr>
                <p:nvPr/>
              </p:nvSpPr>
              <p:spPr>
                <a:xfrm>
                  <a:off x="4201534" y="6065447"/>
                  <a:ext cx="250068" cy="307777"/>
                </a:xfrm>
                <a:prstGeom prst="rect">
                  <a:avLst/>
                </a:prstGeom>
                <a:blipFill>
                  <a:blip r:embed="rId3"/>
                  <a:stretch>
                    <a:fillRect l="-28571" b="-8000"/>
                  </a:stretch>
                </a:blipFill>
                <a:ln w="12700" cap="flat">
                  <a:noFill/>
                  <a:miter lim="400000"/>
                </a:ln>
                <a:effectLst/>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84" name="AR - MR relationship">
                <a:extLst>
                  <a:ext uri="{FF2B5EF4-FFF2-40B4-BE49-F238E27FC236}">
                    <a16:creationId xmlns:a16="http://schemas.microsoft.com/office/drawing/2014/main" id="{AD67CB34-DF97-1D47-857E-85A1B339CCCC}"/>
                  </a:ext>
                </a:extLst>
              </p:cNvPr>
              <p:cNvSpPr txBox="1"/>
              <p:nvPr/>
            </p:nvSpPr>
            <p:spPr>
              <a:xfrm>
                <a:off x="6371278" y="1782524"/>
                <a:ext cx="3494615" cy="796320"/>
              </a:xfrm>
              <a:prstGeom prst="rect">
                <a:avLst/>
              </a:prstGeom>
              <a:ln w="12700">
                <a:miter lim="400000"/>
              </a:ln>
              <a:extLst>
                <a:ext uri="{C572A759-6A51-4108-AA02-DFA0A04FC94B}">
                  <ma14:wrappingTextBoxFlag xmlns:m="http://schemas.openxmlformats.org/officeDocument/2006/math" xmlns:ma14="http://schemas.microsoft.com/office/mac/drawingml/2011/main" xmlns="" val="1"/>
                </a:ext>
              </a:extLst>
            </p:spPr>
            <p:txBody>
              <a:bodyPr lIns="50800" tIns="50800" rIns="50800" bIns="50800" anchor="b">
                <a:noAutofit/>
              </a:bodyPr>
              <a:lstStyle>
                <a:lvl1pPr>
                  <a:defRPr sz="4000" b="0">
                    <a:solidFill>
                      <a:srgbClr val="61187C"/>
                    </a:solidFill>
                    <a:latin typeface="+mn-lt"/>
                    <a:ea typeface="+mn-ea"/>
                    <a:cs typeface="+mn-cs"/>
                    <a:sym typeface="Helvetica Neue Medium"/>
                  </a:defRPr>
                </a:lvl1pPr>
              </a:lstStyle>
              <a:p>
                <a:pPr algn="l"/>
                <a:r>
                  <a:rPr lang="en-US" sz="2400" b="1">
                    <a:solidFill>
                      <a:schemeClr val="tx1"/>
                    </a:solidFill>
                    <a:latin typeface="Times New Roman" panose="02020603050405020304" pitchFamily="18" charset="0"/>
                    <a:cs typeface="Times New Roman" panose="02020603050405020304" pitchFamily="18" charset="0"/>
                  </a:rPr>
                  <a:t>1. In </a:t>
                </a:r>
                <a14:m>
                  <m:oMath xmlns:m="http://schemas.openxmlformats.org/officeDocument/2006/math">
                    <m:r>
                      <a:rPr lang="en-US" sz="2400" b="1" i="1" smtClean="0">
                        <a:solidFill>
                          <a:schemeClr val="tx1"/>
                        </a:solidFill>
                        <a:latin typeface="Cambria Math" panose="02040503050406030204" pitchFamily="18" charset="0"/>
                        <a:ea typeface="Cambria Math" panose="02040503050406030204" pitchFamily="18" charset="0"/>
                      </a:rPr>
                      <m:t>∆</m:t>
                    </m:r>
                  </m:oMath>
                </a14:m>
                <a:r>
                  <a:rPr lang="en-US" sz="2400" b="1">
                    <a:solidFill>
                      <a:schemeClr val="tx1"/>
                    </a:solidFill>
                    <a:latin typeface="Times New Roman" panose="02020603050405020304" pitchFamily="18" charset="0"/>
                    <a:cs typeface="Times New Roman" panose="02020603050405020304" pitchFamily="18" charset="0"/>
                  </a:rPr>
                  <a:t> AOC, </a:t>
                </a:r>
                <a:r>
                  <a:rPr lang="en-US" sz="2400" b="1">
                    <a:solidFill>
                      <a:srgbClr val="7030A0"/>
                    </a:solidFill>
                    <a:latin typeface="Times New Roman" panose="02020603050405020304" pitchFamily="18" charset="0"/>
                    <a:cs typeface="Times New Roman" panose="02020603050405020304" pitchFamily="18" charset="0"/>
                  </a:rPr>
                  <a:t>tan </a:t>
                </a:r>
                <a14:m>
                  <m:oMath xmlns:m="http://schemas.openxmlformats.org/officeDocument/2006/math">
                    <m:r>
                      <a:rPr lang="en-US" sz="2400" b="1" i="1" smtClean="0">
                        <a:solidFill>
                          <a:srgbClr val="7030A0"/>
                        </a:solidFill>
                        <a:latin typeface="Cambria Math" panose="02040503050406030204" pitchFamily="18" charset="0"/>
                        <a:ea typeface="Cambria Math" panose="02040503050406030204" pitchFamily="18" charset="0"/>
                      </a:rPr>
                      <m:t>𝜽</m:t>
                    </m:r>
                    <m:r>
                      <a:rPr lang="en-US" sz="2400" b="1" i="1" smtClean="0">
                        <a:solidFill>
                          <a:srgbClr val="7030A0"/>
                        </a:solidFill>
                        <a:latin typeface="Cambria Math" panose="02040503050406030204" pitchFamily="18" charset="0"/>
                        <a:ea typeface="Cambria Math" panose="02040503050406030204" pitchFamily="18" charset="0"/>
                      </a:rPr>
                      <m:t>= </m:t>
                    </m:r>
                    <m:f>
                      <m:fPr>
                        <m:ctrlPr>
                          <a:rPr lang="en-US" sz="2400" b="1" i="1" smtClean="0">
                            <a:solidFill>
                              <a:srgbClr val="7030A0"/>
                            </a:solidFill>
                            <a:latin typeface="Cambria Math" panose="02040503050406030204" pitchFamily="18" charset="0"/>
                            <a:ea typeface="Cambria Math" panose="02040503050406030204" pitchFamily="18" charset="0"/>
                          </a:rPr>
                        </m:ctrlPr>
                      </m:fPr>
                      <m:num>
                        <m:r>
                          <a:rPr lang="en-US" sz="2400" b="1" i="1" smtClean="0">
                            <a:solidFill>
                              <a:srgbClr val="7030A0"/>
                            </a:solidFill>
                            <a:latin typeface="Cambria Math" panose="02040503050406030204" pitchFamily="18" charset="0"/>
                            <a:ea typeface="Cambria Math" panose="02040503050406030204" pitchFamily="18" charset="0"/>
                          </a:rPr>
                          <m:t>𝑨𝑶</m:t>
                        </m:r>
                      </m:num>
                      <m:den>
                        <m:r>
                          <a:rPr lang="en-US" sz="2400" b="1" i="1" smtClean="0">
                            <a:solidFill>
                              <a:srgbClr val="7030A0"/>
                            </a:solidFill>
                            <a:latin typeface="Cambria Math" panose="02040503050406030204" pitchFamily="18" charset="0"/>
                            <a:ea typeface="Cambria Math" panose="02040503050406030204" pitchFamily="18" charset="0"/>
                          </a:rPr>
                          <m:t>𝑶𝑪</m:t>
                        </m:r>
                      </m:den>
                    </m:f>
                    <m:r>
                      <a:rPr lang="en-US" sz="2400" b="1" i="1" smtClean="0">
                        <a:solidFill>
                          <a:schemeClr val="tx1"/>
                        </a:solidFill>
                        <a:latin typeface="Cambria Math" panose="02040503050406030204" pitchFamily="18" charset="0"/>
                        <a:ea typeface="Cambria Math" panose="02040503050406030204" pitchFamily="18" charset="0"/>
                      </a:rPr>
                      <m:t> </m:t>
                    </m:r>
                  </m:oMath>
                </a14:m>
                <a:r>
                  <a:rPr lang="en-US" sz="2400" b="1">
                    <a:solidFill>
                      <a:schemeClr val="tx1"/>
                    </a:solidFill>
                    <a:latin typeface="Times New Roman" panose="02020603050405020304" pitchFamily="18" charset="0"/>
                    <a:cs typeface="Times New Roman" panose="02020603050405020304" pitchFamily="18" charset="0"/>
                  </a:rPr>
                  <a:t> </a:t>
                </a:r>
                <a:endParaRPr sz="2400" b="1">
                  <a:solidFill>
                    <a:schemeClr val="tx1"/>
                  </a:solidFill>
                  <a:latin typeface="Times New Roman" panose="02020603050405020304" pitchFamily="18" charset="0"/>
                  <a:cs typeface="Times New Roman" panose="02020603050405020304" pitchFamily="18" charset="0"/>
                </a:endParaRPr>
              </a:p>
            </p:txBody>
          </p:sp>
        </mc:Choice>
        <mc:Fallback xmlns="">
          <p:sp>
            <p:nvSpPr>
              <p:cNvPr id="84" name="AR - MR relationship">
                <a:extLst>
                  <a:ext uri="{FF2B5EF4-FFF2-40B4-BE49-F238E27FC236}">
                    <a16:creationId xmlns:a16="http://schemas.microsoft.com/office/drawing/2014/main" id="{AD67CB34-DF97-1D47-857E-85A1B339CCCC}"/>
                  </a:ext>
                </a:extLst>
              </p:cNvPr>
              <p:cNvSpPr txBox="1">
                <a:spLocks noRot="1" noChangeAspect="1" noMove="1" noResize="1" noEditPoints="1" noAdjustHandles="1" noChangeArrowheads="1" noChangeShapeType="1" noTextEdit="1"/>
              </p:cNvSpPr>
              <p:nvPr/>
            </p:nvSpPr>
            <p:spPr>
              <a:xfrm>
                <a:off x="6371278" y="1782524"/>
                <a:ext cx="3494615" cy="796320"/>
              </a:xfrm>
              <a:prstGeom prst="rect">
                <a:avLst/>
              </a:prstGeom>
              <a:blipFill>
                <a:blip r:embed="rId4"/>
                <a:stretch>
                  <a:fillRect l="-3623" b="-6250"/>
                </a:stretch>
              </a:blipFill>
              <a:ln w="12700">
                <a:miter lim="400000"/>
              </a:ln>
              <a:extLst>
                <a:ext uri="{C572A759-6A51-4108-AA02-DFA0A04FC94B}">
                  <ma14:wrappingTextBoxFlag xmlns:m="http://schemas.openxmlformats.org/officeDocument/2006/math" xmlns:ma14="http://schemas.microsoft.com/office/mac/drawingml/2011/main" xmlns="" xmlns:a14="http://schemas.microsoft.com/office/drawing/2010/main"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5" name="AR - MR relationship">
                <a:extLst>
                  <a:ext uri="{FF2B5EF4-FFF2-40B4-BE49-F238E27FC236}">
                    <a16:creationId xmlns:a16="http://schemas.microsoft.com/office/drawing/2014/main" id="{B0DBA340-FD37-5847-84CE-733C2C2BDE4B}"/>
                  </a:ext>
                </a:extLst>
              </p:cNvPr>
              <p:cNvSpPr txBox="1"/>
              <p:nvPr/>
            </p:nvSpPr>
            <p:spPr>
              <a:xfrm>
                <a:off x="6422278" y="2745481"/>
                <a:ext cx="3817204" cy="741753"/>
              </a:xfrm>
              <a:prstGeom prst="rect">
                <a:avLst/>
              </a:prstGeom>
              <a:ln w="12700">
                <a:miter lim="400000"/>
              </a:ln>
              <a:extLst>
                <a:ext uri="{C572A759-6A51-4108-AA02-DFA0A04FC94B}">
                  <ma14:wrappingTextBoxFlag xmlns:m="http://schemas.openxmlformats.org/officeDocument/2006/math" xmlns:ma14="http://schemas.microsoft.com/office/mac/drawingml/2011/main" xmlns="" val="1"/>
                </a:ext>
              </a:extLst>
            </p:spPr>
            <p:txBody>
              <a:bodyPr lIns="50800" tIns="50800" rIns="50800" bIns="50800" anchor="b">
                <a:noAutofit/>
              </a:bodyPr>
              <a:lstStyle>
                <a:lvl1pPr>
                  <a:defRPr sz="4000" b="0">
                    <a:solidFill>
                      <a:srgbClr val="61187C"/>
                    </a:solidFill>
                    <a:latin typeface="+mn-lt"/>
                    <a:ea typeface="+mn-ea"/>
                    <a:cs typeface="+mn-cs"/>
                    <a:sym typeface="Helvetica Neue Medium"/>
                  </a:defRPr>
                </a:lvl1pPr>
              </a:lstStyle>
              <a:p>
                <a:pPr algn="l"/>
                <a:r>
                  <a:rPr lang="en-US" sz="2400" b="1">
                    <a:solidFill>
                      <a:schemeClr val="tx1"/>
                    </a:solidFill>
                    <a:latin typeface="Times New Roman" panose="02020603050405020304" pitchFamily="18" charset="0"/>
                    <a:cs typeface="Times New Roman" panose="02020603050405020304" pitchFamily="18" charset="0"/>
                  </a:rPr>
                  <a:t>2. In </a:t>
                </a:r>
                <a14:m>
                  <m:oMath xmlns:m="http://schemas.openxmlformats.org/officeDocument/2006/math">
                    <m:r>
                      <a:rPr lang="en-US" sz="2400" b="1" i="1" smtClean="0">
                        <a:solidFill>
                          <a:schemeClr val="tx1"/>
                        </a:solidFill>
                        <a:latin typeface="Cambria Math" panose="02040503050406030204" pitchFamily="18" charset="0"/>
                        <a:ea typeface="Cambria Math" panose="02040503050406030204" pitchFamily="18" charset="0"/>
                      </a:rPr>
                      <m:t>∆</m:t>
                    </m:r>
                  </m:oMath>
                </a14:m>
                <a:r>
                  <a:rPr lang="en-US" sz="2400" b="1">
                    <a:solidFill>
                      <a:schemeClr val="tx1"/>
                    </a:solidFill>
                    <a:latin typeface="Times New Roman" panose="02020603050405020304" pitchFamily="18" charset="0"/>
                    <a:cs typeface="Times New Roman" panose="02020603050405020304" pitchFamily="18" charset="0"/>
                  </a:rPr>
                  <a:t> AOD, </a:t>
                </a:r>
                <a:r>
                  <a:rPr lang="en-US" sz="2400" b="1">
                    <a:solidFill>
                      <a:schemeClr val="accent6">
                        <a:lumMod val="75000"/>
                      </a:schemeClr>
                    </a:solidFill>
                    <a:latin typeface="Times New Roman" panose="02020603050405020304" pitchFamily="18" charset="0"/>
                    <a:cs typeface="Times New Roman" panose="02020603050405020304" pitchFamily="18" charset="0"/>
                  </a:rPr>
                  <a:t>tan </a:t>
                </a:r>
                <a14:m>
                  <m:oMath xmlns:m="http://schemas.openxmlformats.org/officeDocument/2006/math">
                    <m:r>
                      <a:rPr lang="en-US" sz="2400" b="1" i="1" dirty="0" smtClean="0">
                        <a:solidFill>
                          <a:schemeClr val="accent6">
                            <a:lumMod val="75000"/>
                          </a:schemeClr>
                        </a:solidFill>
                        <a:latin typeface="Cambria Math" panose="02040503050406030204" pitchFamily="18" charset="0"/>
                        <a:ea typeface="Cambria Math" panose="02040503050406030204" pitchFamily="18" charset="0"/>
                      </a:rPr>
                      <m:t>∝</m:t>
                    </m:r>
                    <m:r>
                      <a:rPr lang="en-US" sz="2400" b="1" i="1" smtClean="0">
                        <a:solidFill>
                          <a:schemeClr val="accent6">
                            <a:lumMod val="75000"/>
                          </a:schemeClr>
                        </a:solidFill>
                        <a:latin typeface="Cambria Math" panose="02040503050406030204" pitchFamily="18" charset="0"/>
                        <a:ea typeface="Cambria Math" panose="02040503050406030204" pitchFamily="18" charset="0"/>
                      </a:rPr>
                      <m:t>= </m:t>
                    </m:r>
                    <m:f>
                      <m:fPr>
                        <m:ctrlPr>
                          <a:rPr lang="en-US" sz="2400" b="1" i="1" smtClean="0">
                            <a:solidFill>
                              <a:schemeClr val="accent6">
                                <a:lumMod val="75000"/>
                              </a:schemeClr>
                            </a:solidFill>
                            <a:latin typeface="Cambria Math" panose="02040503050406030204" pitchFamily="18" charset="0"/>
                            <a:ea typeface="Cambria Math" panose="02040503050406030204" pitchFamily="18" charset="0"/>
                          </a:rPr>
                        </m:ctrlPr>
                      </m:fPr>
                      <m:num>
                        <m:r>
                          <a:rPr lang="en-US" sz="2400" b="1" i="1" smtClean="0">
                            <a:solidFill>
                              <a:schemeClr val="accent6">
                                <a:lumMod val="75000"/>
                              </a:schemeClr>
                            </a:solidFill>
                            <a:latin typeface="Cambria Math" panose="02040503050406030204" pitchFamily="18" charset="0"/>
                            <a:ea typeface="Cambria Math" panose="02040503050406030204" pitchFamily="18" charset="0"/>
                          </a:rPr>
                          <m:t>𝑨𝑶</m:t>
                        </m:r>
                      </m:num>
                      <m:den>
                        <m:r>
                          <a:rPr lang="en-US" sz="2400" b="1" i="1" smtClean="0">
                            <a:solidFill>
                              <a:schemeClr val="accent6">
                                <a:lumMod val="75000"/>
                              </a:schemeClr>
                            </a:solidFill>
                            <a:latin typeface="Cambria Math" panose="02040503050406030204" pitchFamily="18" charset="0"/>
                            <a:ea typeface="Cambria Math" panose="02040503050406030204" pitchFamily="18" charset="0"/>
                          </a:rPr>
                          <m:t>𝑶𝑫</m:t>
                        </m:r>
                      </m:den>
                    </m:f>
                    <m:r>
                      <a:rPr lang="en-US" sz="2400" b="1" i="1" smtClean="0">
                        <a:solidFill>
                          <a:schemeClr val="accent6">
                            <a:lumMod val="75000"/>
                          </a:schemeClr>
                        </a:solidFill>
                        <a:latin typeface="Cambria Math" panose="02040503050406030204" pitchFamily="18" charset="0"/>
                        <a:ea typeface="Cambria Math" panose="02040503050406030204" pitchFamily="18" charset="0"/>
                      </a:rPr>
                      <m:t> </m:t>
                    </m:r>
                  </m:oMath>
                </a14:m>
                <a:r>
                  <a:rPr lang="en-US" sz="2400" b="1">
                    <a:solidFill>
                      <a:schemeClr val="accent6">
                        <a:lumMod val="75000"/>
                      </a:schemeClr>
                    </a:solidFill>
                    <a:latin typeface="Times New Roman" panose="02020603050405020304" pitchFamily="18" charset="0"/>
                    <a:cs typeface="Times New Roman" panose="02020603050405020304" pitchFamily="18" charset="0"/>
                  </a:rPr>
                  <a:t> </a:t>
                </a:r>
                <a:endParaRPr sz="2400" b="1">
                  <a:solidFill>
                    <a:schemeClr val="tx1"/>
                  </a:solidFill>
                  <a:latin typeface="Times New Roman" panose="02020603050405020304" pitchFamily="18" charset="0"/>
                  <a:cs typeface="Times New Roman" panose="02020603050405020304" pitchFamily="18" charset="0"/>
                </a:endParaRPr>
              </a:p>
            </p:txBody>
          </p:sp>
        </mc:Choice>
        <mc:Fallback xmlns="">
          <p:sp>
            <p:nvSpPr>
              <p:cNvPr id="85" name="AR - MR relationship">
                <a:extLst>
                  <a:ext uri="{FF2B5EF4-FFF2-40B4-BE49-F238E27FC236}">
                    <a16:creationId xmlns:a16="http://schemas.microsoft.com/office/drawing/2014/main" id="{B0DBA340-FD37-5847-84CE-733C2C2BDE4B}"/>
                  </a:ext>
                </a:extLst>
              </p:cNvPr>
              <p:cNvSpPr txBox="1">
                <a:spLocks noRot="1" noChangeAspect="1" noMove="1" noResize="1" noEditPoints="1" noAdjustHandles="1" noChangeArrowheads="1" noChangeShapeType="1" noTextEdit="1"/>
              </p:cNvSpPr>
              <p:nvPr/>
            </p:nvSpPr>
            <p:spPr>
              <a:xfrm>
                <a:off x="6422278" y="2745481"/>
                <a:ext cx="3817204" cy="741753"/>
              </a:xfrm>
              <a:prstGeom prst="rect">
                <a:avLst/>
              </a:prstGeom>
              <a:blipFill>
                <a:blip r:embed="rId5"/>
                <a:stretch>
                  <a:fillRect l="-3642" b="-6780"/>
                </a:stretch>
              </a:blipFill>
              <a:ln w="12700">
                <a:miter lim="400000"/>
              </a:ln>
              <a:extLst>
                <a:ext uri="{C572A759-6A51-4108-AA02-DFA0A04FC94B}">
                  <ma14:wrappingTextBoxFlag xmlns:m="http://schemas.openxmlformats.org/officeDocument/2006/math" xmlns:ma14="http://schemas.microsoft.com/office/mac/drawingml/2011/main" xmlns="" xmlns:a14="http://schemas.microsoft.com/office/drawing/2010/main"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6" name="AR - MR relationship">
                <a:extLst>
                  <a:ext uri="{FF2B5EF4-FFF2-40B4-BE49-F238E27FC236}">
                    <a16:creationId xmlns:a16="http://schemas.microsoft.com/office/drawing/2014/main" id="{D495CF63-BBEC-FB4A-80FF-4EA49EE45DAA}"/>
                  </a:ext>
                </a:extLst>
              </p:cNvPr>
              <p:cNvSpPr txBox="1"/>
              <p:nvPr/>
            </p:nvSpPr>
            <p:spPr>
              <a:xfrm>
                <a:off x="6470864" y="3888998"/>
                <a:ext cx="4919807" cy="642384"/>
              </a:xfrm>
              <a:prstGeom prst="rect">
                <a:avLst/>
              </a:prstGeom>
              <a:ln w="12700">
                <a:miter lim="400000"/>
              </a:ln>
              <a:extLst>
                <a:ext uri="{C572A759-6A51-4108-AA02-DFA0A04FC94B}">
                  <ma14:wrappingTextBoxFlag xmlns:m="http://schemas.openxmlformats.org/officeDocument/2006/math" xmlns:ma14="http://schemas.microsoft.com/office/mac/drawingml/2011/main" xmlns="" val="1"/>
                </a:ext>
              </a:extLst>
            </p:spPr>
            <p:txBody>
              <a:bodyPr lIns="50800" tIns="50800" rIns="50800" bIns="50800" anchor="b">
                <a:noAutofit/>
              </a:bodyPr>
              <a:lstStyle>
                <a:lvl1pPr>
                  <a:defRPr sz="4000" b="0">
                    <a:solidFill>
                      <a:srgbClr val="61187C"/>
                    </a:solidFill>
                    <a:latin typeface="+mn-lt"/>
                    <a:ea typeface="+mn-ea"/>
                    <a:cs typeface="+mn-cs"/>
                    <a:sym typeface="Helvetica Neue Medium"/>
                  </a:defRPr>
                </a:lvl1pPr>
              </a:lstStyle>
              <a:p>
                <a:pPr algn="l"/>
                <a:r>
                  <a:rPr lang="en-US" sz="2400" b="1" dirty="0">
                    <a:solidFill>
                      <a:schemeClr val="tx1"/>
                    </a:solidFill>
                    <a:latin typeface="Times New Roman" panose="02020603050405020304" pitchFamily="18" charset="0"/>
                    <a:cs typeface="Times New Roman" panose="02020603050405020304" pitchFamily="18" charset="0"/>
                  </a:rPr>
                  <a:t>3. </a:t>
                </a:r>
                <a:r>
                  <a:rPr lang="en-US" sz="2400" b="1" dirty="0">
                    <a:solidFill>
                      <a:schemeClr val="accent3">
                        <a:lumMod val="50000"/>
                      </a:schemeClr>
                    </a:solidFill>
                    <a:latin typeface="Times New Roman" panose="02020603050405020304" pitchFamily="18" charset="0"/>
                    <a:cs typeface="Times New Roman" panose="02020603050405020304" pitchFamily="18" charset="0"/>
                  </a:rPr>
                  <a:t>OC</a:t>
                </a:r>
                <a:r>
                  <a:rPr lang="en-US" sz="2400" b="1" dirty="0">
                    <a:solidFill>
                      <a:schemeClr val="tx1"/>
                    </a:solidFill>
                    <a:latin typeface="Times New Roman" panose="02020603050405020304" pitchFamily="18" charset="0"/>
                    <a:cs typeface="Times New Roman" panose="02020603050405020304" pitchFamily="18" charset="0"/>
                  </a:rPr>
                  <a:t> = </a:t>
                </a:r>
                <a:r>
                  <a:rPr lang="en-US" sz="2400" b="1" dirty="0">
                    <a:solidFill>
                      <a:srgbClr val="0070C0"/>
                    </a:solidFill>
                    <a:latin typeface="Times New Roman" panose="02020603050405020304" pitchFamily="18" charset="0"/>
                    <a:cs typeface="Times New Roman" panose="02020603050405020304" pitchFamily="18" charset="0"/>
                  </a:rPr>
                  <a:t>CD</a:t>
                </a:r>
                <a:r>
                  <a:rPr lang="en-US" sz="2400" b="1" dirty="0">
                    <a:solidFill>
                      <a:schemeClr val="tx1"/>
                    </a:solidFill>
                    <a:latin typeface="Times New Roman" panose="02020603050405020304" pitchFamily="18" charset="0"/>
                    <a:cs typeface="Times New Roman" panose="02020603050405020304" pitchFamily="18" charset="0"/>
                  </a:rPr>
                  <a:t> = </a:t>
                </a:r>
                <a14:m>
                  <m:oMath xmlns:m="http://schemas.openxmlformats.org/officeDocument/2006/math">
                    <m:f>
                      <m:fPr>
                        <m:ctrlPr>
                          <a:rPr lang="en-US" sz="2400" b="1" i="1" smtClean="0">
                            <a:solidFill>
                              <a:schemeClr val="tx1"/>
                            </a:solidFill>
                            <a:latin typeface="Cambria Math" panose="02040503050406030204" pitchFamily="18" charset="0"/>
                          </a:rPr>
                        </m:ctrlPr>
                      </m:fPr>
                      <m:num>
                        <m:r>
                          <a:rPr lang="en-US" sz="2400" b="1" i="1" smtClean="0">
                            <a:solidFill>
                              <a:schemeClr val="tx1"/>
                            </a:solidFill>
                            <a:latin typeface="Cambria Math" panose="02040503050406030204" pitchFamily="18" charset="0"/>
                          </a:rPr>
                          <m:t>𝟏</m:t>
                        </m:r>
                      </m:num>
                      <m:den>
                        <m:r>
                          <a:rPr lang="en-US" sz="2400" b="1" i="1" smtClean="0">
                            <a:solidFill>
                              <a:schemeClr val="tx1"/>
                            </a:solidFill>
                            <a:latin typeface="Cambria Math" panose="02040503050406030204" pitchFamily="18" charset="0"/>
                          </a:rPr>
                          <m:t>𝟐</m:t>
                        </m:r>
                      </m:den>
                    </m:f>
                    <m:r>
                      <a:rPr lang="en-US" sz="2400" b="1" i="1" smtClean="0">
                        <a:solidFill>
                          <a:schemeClr val="accent6">
                            <a:lumMod val="75000"/>
                          </a:schemeClr>
                        </a:solidFill>
                        <a:latin typeface="Cambria Math" panose="02040503050406030204" pitchFamily="18" charset="0"/>
                      </a:rPr>
                      <m:t>𝑶𝑫</m:t>
                    </m:r>
                  </m:oMath>
                </a14:m>
                <a:r>
                  <a:rPr lang="en-US" sz="2400" b="1" dirty="0">
                    <a:solidFill>
                      <a:schemeClr val="tx1"/>
                    </a:solidFill>
                    <a:latin typeface="Times New Roman" panose="02020603050405020304" pitchFamily="18" charset="0"/>
                    <a:cs typeface="Times New Roman" panose="02020603050405020304" pitchFamily="18" charset="0"/>
                  </a:rPr>
                  <a:t> </a:t>
                </a:r>
                <a:endParaRPr sz="2400" b="1"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86" name="AR - MR relationship">
                <a:extLst>
                  <a:ext uri="{FF2B5EF4-FFF2-40B4-BE49-F238E27FC236}">
                    <a16:creationId xmlns:a16="http://schemas.microsoft.com/office/drawing/2014/main" id="{D495CF63-BBEC-FB4A-80FF-4EA49EE45DAA}"/>
                  </a:ext>
                </a:extLst>
              </p:cNvPr>
              <p:cNvSpPr txBox="1">
                <a:spLocks noRot="1" noChangeAspect="1" noMove="1" noResize="1" noEditPoints="1" noAdjustHandles="1" noChangeArrowheads="1" noChangeShapeType="1" noTextEdit="1"/>
              </p:cNvSpPr>
              <p:nvPr/>
            </p:nvSpPr>
            <p:spPr>
              <a:xfrm>
                <a:off x="6470864" y="3888998"/>
                <a:ext cx="4919807" cy="642384"/>
              </a:xfrm>
              <a:prstGeom prst="rect">
                <a:avLst/>
              </a:prstGeom>
              <a:blipFill>
                <a:blip r:embed="rId6"/>
                <a:stretch>
                  <a:fillRect l="-2828" b="-7843"/>
                </a:stretch>
              </a:blipFill>
              <a:ln w="12700">
                <a:miter lim="400000"/>
              </a:ln>
              <a:extLst>
                <a:ext uri="{C572A759-6A51-4108-AA02-DFA0A04FC94B}">
                  <ma14:wrappingTextBoxFlag xmlns:m="http://schemas.openxmlformats.org/officeDocument/2006/math" xmlns:ma14="http://schemas.microsoft.com/office/mac/drawingml/2011/main" xmlns="" xmlns:a14="http://schemas.microsoft.com/office/drawing/2010/main"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7" name="AR - MR relationship">
                <a:extLst>
                  <a:ext uri="{FF2B5EF4-FFF2-40B4-BE49-F238E27FC236}">
                    <a16:creationId xmlns:a16="http://schemas.microsoft.com/office/drawing/2014/main" id="{153579CA-7A65-C940-8038-CDDE98CC91BE}"/>
                  </a:ext>
                </a:extLst>
              </p:cNvPr>
              <p:cNvSpPr txBox="1"/>
              <p:nvPr/>
            </p:nvSpPr>
            <p:spPr>
              <a:xfrm>
                <a:off x="6502365" y="4469234"/>
                <a:ext cx="5728212" cy="1016081"/>
              </a:xfrm>
              <a:prstGeom prst="rect">
                <a:avLst/>
              </a:prstGeom>
              <a:ln w="12700">
                <a:miter lim="400000"/>
              </a:ln>
              <a:extLst>
                <a:ext uri="{C572A759-6A51-4108-AA02-DFA0A04FC94B}">
                  <ma14:wrappingTextBoxFlag xmlns:m="http://schemas.openxmlformats.org/officeDocument/2006/math" xmlns:ma14="http://schemas.microsoft.com/office/mac/drawingml/2011/main" xmlns="" val="1"/>
                </a:ext>
              </a:extLst>
            </p:spPr>
            <p:txBody>
              <a:bodyPr lIns="50800" tIns="50800" rIns="50800" bIns="50800" anchor="b">
                <a:noAutofit/>
              </a:bodyPr>
              <a:lstStyle>
                <a:lvl1pPr>
                  <a:defRPr sz="4000" b="0">
                    <a:solidFill>
                      <a:srgbClr val="61187C"/>
                    </a:solidFill>
                    <a:latin typeface="+mn-lt"/>
                    <a:ea typeface="+mn-ea"/>
                    <a:cs typeface="+mn-cs"/>
                    <a:sym typeface="Helvetica Neue Medium"/>
                  </a:defRPr>
                </a:lvl1pPr>
              </a:lstStyle>
              <a:p>
                <a:pPr algn="l"/>
                <a:r>
                  <a:rPr lang="en-US" sz="2400" b="1">
                    <a:solidFill>
                      <a:schemeClr val="tx1"/>
                    </a:solidFill>
                    <a:latin typeface="Times New Roman" panose="02020603050405020304" pitchFamily="18" charset="0"/>
                    <a:cs typeface="Times New Roman" panose="02020603050405020304" pitchFamily="18" charset="0"/>
                  </a:rPr>
                  <a:t>4. In </a:t>
                </a:r>
                <a14:m>
                  <m:oMath xmlns:m="http://schemas.openxmlformats.org/officeDocument/2006/math">
                    <m:r>
                      <a:rPr lang="en-US" sz="2400" b="1" i="1" smtClean="0">
                        <a:solidFill>
                          <a:schemeClr val="tx1"/>
                        </a:solidFill>
                        <a:latin typeface="Cambria Math" panose="02040503050406030204" pitchFamily="18" charset="0"/>
                        <a:ea typeface="Cambria Math" panose="02040503050406030204" pitchFamily="18" charset="0"/>
                      </a:rPr>
                      <m:t>∆</m:t>
                    </m:r>
                  </m:oMath>
                </a14:m>
                <a:r>
                  <a:rPr lang="en-US" sz="2400" b="1">
                    <a:solidFill>
                      <a:schemeClr val="tx1"/>
                    </a:solidFill>
                    <a:latin typeface="Times New Roman" panose="02020603050405020304" pitchFamily="18" charset="0"/>
                    <a:cs typeface="Times New Roman" panose="02020603050405020304" pitchFamily="18" charset="0"/>
                  </a:rPr>
                  <a:t> AOC, </a:t>
                </a:r>
                <a:r>
                  <a:rPr lang="en-US" sz="2400" b="1">
                    <a:solidFill>
                      <a:srgbClr val="7030A0"/>
                    </a:solidFill>
                    <a:latin typeface="Times New Roman" panose="02020603050405020304" pitchFamily="18" charset="0"/>
                    <a:cs typeface="Times New Roman" panose="02020603050405020304" pitchFamily="18" charset="0"/>
                  </a:rPr>
                  <a:t>tan </a:t>
                </a:r>
                <a14:m>
                  <m:oMath xmlns:m="http://schemas.openxmlformats.org/officeDocument/2006/math">
                    <m:r>
                      <a:rPr lang="en-US" sz="2400" b="1" i="1" smtClean="0">
                        <a:solidFill>
                          <a:srgbClr val="7030A0"/>
                        </a:solidFill>
                        <a:latin typeface="Cambria Math" panose="02040503050406030204" pitchFamily="18" charset="0"/>
                        <a:ea typeface="Cambria Math" panose="02040503050406030204" pitchFamily="18" charset="0"/>
                      </a:rPr>
                      <m:t>𝜽</m:t>
                    </m:r>
                    <m:r>
                      <a:rPr lang="en-US" sz="2400" b="1" i="1" smtClean="0">
                        <a:solidFill>
                          <a:schemeClr val="tx1"/>
                        </a:solidFill>
                        <a:latin typeface="Cambria Math" panose="02040503050406030204" pitchFamily="18" charset="0"/>
                        <a:ea typeface="Cambria Math" panose="02040503050406030204" pitchFamily="18" charset="0"/>
                      </a:rPr>
                      <m:t>=</m:t>
                    </m:r>
                    <m:d>
                      <m:dPr>
                        <m:ctrlPr>
                          <a:rPr lang="en-US" sz="2400" b="1" i="1" smtClean="0">
                            <a:solidFill>
                              <a:schemeClr val="tx1"/>
                            </a:solidFill>
                            <a:latin typeface="Cambria Math" panose="02040503050406030204" pitchFamily="18" charset="0"/>
                            <a:ea typeface="Cambria Math" panose="02040503050406030204" pitchFamily="18" charset="0"/>
                          </a:rPr>
                        </m:ctrlPr>
                      </m:dPr>
                      <m:e>
                        <m:r>
                          <a:rPr lang="en-US" sz="2400" b="1" i="1">
                            <a:solidFill>
                              <a:schemeClr val="tx1"/>
                            </a:solidFill>
                            <a:latin typeface="Cambria Math" panose="02040503050406030204" pitchFamily="18" charset="0"/>
                            <a:ea typeface="Cambria Math" panose="02040503050406030204" pitchFamily="18" charset="0"/>
                          </a:rPr>
                          <m:t>𝑶𝑨</m:t>
                        </m:r>
                        <m:r>
                          <a:rPr lang="en-US" sz="2400" b="1" i="1">
                            <a:solidFill>
                              <a:schemeClr val="tx1"/>
                            </a:solidFill>
                            <a:latin typeface="Cambria Math" panose="02040503050406030204" pitchFamily="18" charset="0"/>
                            <a:ea typeface="Cambria Math" panose="02040503050406030204" pitchFamily="18" charset="0"/>
                          </a:rPr>
                          <m:t> ÷ </m:t>
                        </m:r>
                        <m:f>
                          <m:fPr>
                            <m:ctrlPr>
                              <a:rPr lang="en-US" sz="2400" b="1" i="1">
                                <a:solidFill>
                                  <a:schemeClr val="tx1"/>
                                </a:solidFill>
                                <a:latin typeface="Cambria Math" panose="02040503050406030204" pitchFamily="18" charset="0"/>
                                <a:ea typeface="Cambria Math" panose="02040503050406030204" pitchFamily="18" charset="0"/>
                              </a:rPr>
                            </m:ctrlPr>
                          </m:fPr>
                          <m:num>
                            <m:r>
                              <a:rPr lang="en-US" sz="2400" b="1" i="1">
                                <a:solidFill>
                                  <a:schemeClr val="tx1"/>
                                </a:solidFill>
                                <a:latin typeface="Cambria Math" panose="02040503050406030204" pitchFamily="18" charset="0"/>
                                <a:ea typeface="Cambria Math" panose="02040503050406030204" pitchFamily="18" charset="0"/>
                              </a:rPr>
                              <m:t>𝑶𝑫</m:t>
                            </m:r>
                          </m:num>
                          <m:den>
                            <m:r>
                              <a:rPr lang="en-US" sz="2400" b="1" i="1">
                                <a:solidFill>
                                  <a:schemeClr val="tx1"/>
                                </a:solidFill>
                                <a:latin typeface="Cambria Math" panose="02040503050406030204" pitchFamily="18" charset="0"/>
                                <a:ea typeface="Cambria Math" panose="02040503050406030204" pitchFamily="18" charset="0"/>
                              </a:rPr>
                              <m:t>𝟐</m:t>
                            </m:r>
                          </m:den>
                        </m:f>
                      </m:e>
                    </m:d>
                    <m:r>
                      <a:rPr lang="en-US" sz="2400" b="1" i="1" smtClean="0">
                        <a:solidFill>
                          <a:schemeClr val="tx1"/>
                        </a:solidFill>
                        <a:latin typeface="Cambria Math" panose="02040503050406030204" pitchFamily="18" charset="0"/>
                        <a:ea typeface="Cambria Math" panose="02040503050406030204" pitchFamily="18" charset="0"/>
                      </a:rPr>
                      <m:t>=</m:t>
                    </m:r>
                    <m:f>
                      <m:fPr>
                        <m:ctrlPr>
                          <a:rPr lang="en-US" sz="2400" b="1" i="1" smtClean="0">
                            <a:solidFill>
                              <a:schemeClr val="tx1"/>
                            </a:solidFill>
                            <a:latin typeface="Cambria Math" panose="02040503050406030204" pitchFamily="18" charset="0"/>
                            <a:ea typeface="Cambria Math" panose="02040503050406030204" pitchFamily="18" charset="0"/>
                          </a:rPr>
                        </m:ctrlPr>
                      </m:fPr>
                      <m:num>
                        <m:r>
                          <a:rPr lang="en-US" sz="2400" b="1" i="1" smtClean="0">
                            <a:solidFill>
                              <a:schemeClr val="tx1"/>
                            </a:solidFill>
                            <a:latin typeface="Cambria Math" panose="02040503050406030204" pitchFamily="18" charset="0"/>
                            <a:ea typeface="Cambria Math" panose="02040503050406030204" pitchFamily="18" charset="0"/>
                          </a:rPr>
                          <m:t>𝟐</m:t>
                        </m:r>
                        <m:r>
                          <a:rPr lang="en-US" sz="2400" b="1" i="1" smtClean="0">
                            <a:solidFill>
                              <a:schemeClr val="tx1"/>
                            </a:solidFill>
                            <a:latin typeface="Cambria Math" panose="02040503050406030204" pitchFamily="18" charset="0"/>
                            <a:ea typeface="Cambria Math" panose="02040503050406030204" pitchFamily="18" charset="0"/>
                          </a:rPr>
                          <m:t>(</m:t>
                        </m:r>
                        <m:r>
                          <a:rPr lang="en-US" sz="2400" b="1" i="1" smtClean="0">
                            <a:solidFill>
                              <a:schemeClr val="accent6">
                                <a:lumMod val="75000"/>
                              </a:schemeClr>
                            </a:solidFill>
                            <a:latin typeface="Cambria Math" panose="02040503050406030204" pitchFamily="18" charset="0"/>
                            <a:ea typeface="Cambria Math" panose="02040503050406030204" pitchFamily="18" charset="0"/>
                          </a:rPr>
                          <m:t>𝑶𝑨</m:t>
                        </m:r>
                        <m:r>
                          <a:rPr lang="en-US" sz="2400" b="1" i="1" smtClean="0">
                            <a:solidFill>
                              <a:schemeClr val="tx1"/>
                            </a:solidFill>
                            <a:latin typeface="Cambria Math" panose="02040503050406030204" pitchFamily="18" charset="0"/>
                            <a:ea typeface="Cambria Math" panose="02040503050406030204" pitchFamily="18" charset="0"/>
                          </a:rPr>
                          <m:t>)</m:t>
                        </m:r>
                      </m:num>
                      <m:den>
                        <m:r>
                          <a:rPr lang="en-US" sz="2400" b="1" i="1" smtClean="0">
                            <a:solidFill>
                              <a:schemeClr val="tx1"/>
                            </a:solidFill>
                            <a:latin typeface="Cambria Math" panose="02040503050406030204" pitchFamily="18" charset="0"/>
                            <a:ea typeface="Cambria Math" panose="02040503050406030204" pitchFamily="18" charset="0"/>
                          </a:rPr>
                          <m:t>(</m:t>
                        </m:r>
                        <m:r>
                          <a:rPr lang="en-US" sz="2400" b="1" i="1" smtClean="0">
                            <a:solidFill>
                              <a:schemeClr val="accent6">
                                <a:lumMod val="75000"/>
                              </a:schemeClr>
                            </a:solidFill>
                            <a:latin typeface="Cambria Math" panose="02040503050406030204" pitchFamily="18" charset="0"/>
                            <a:ea typeface="Cambria Math" panose="02040503050406030204" pitchFamily="18" charset="0"/>
                          </a:rPr>
                          <m:t>𝑶𝑫</m:t>
                        </m:r>
                        <m:r>
                          <a:rPr lang="en-US" sz="2400" b="1" i="1" smtClean="0">
                            <a:solidFill>
                              <a:schemeClr val="tx1"/>
                            </a:solidFill>
                            <a:latin typeface="Cambria Math" panose="02040503050406030204" pitchFamily="18" charset="0"/>
                            <a:ea typeface="Cambria Math" panose="02040503050406030204" pitchFamily="18" charset="0"/>
                          </a:rPr>
                          <m:t>)</m:t>
                        </m:r>
                      </m:den>
                    </m:f>
                    <m:r>
                      <a:rPr lang="en-US" sz="2400" b="1" i="1" smtClean="0">
                        <a:solidFill>
                          <a:schemeClr val="tx1"/>
                        </a:solidFill>
                        <a:latin typeface="Cambria Math" panose="02040503050406030204" pitchFamily="18" charset="0"/>
                        <a:ea typeface="Cambria Math" panose="02040503050406030204" pitchFamily="18" charset="0"/>
                      </a:rPr>
                      <m:t> </m:t>
                    </m:r>
                  </m:oMath>
                </a14:m>
                <a:r>
                  <a:rPr lang="en-US" sz="2400" b="1">
                    <a:solidFill>
                      <a:schemeClr val="tx1"/>
                    </a:solidFill>
                    <a:latin typeface="Times New Roman" panose="02020603050405020304" pitchFamily="18" charset="0"/>
                    <a:cs typeface="Times New Roman" panose="02020603050405020304" pitchFamily="18" charset="0"/>
                  </a:rPr>
                  <a:t> </a:t>
                </a:r>
                <a:endParaRPr sz="2400" b="1">
                  <a:solidFill>
                    <a:schemeClr val="tx1"/>
                  </a:solidFill>
                  <a:latin typeface="Times New Roman" panose="02020603050405020304" pitchFamily="18" charset="0"/>
                  <a:cs typeface="Times New Roman" panose="02020603050405020304" pitchFamily="18" charset="0"/>
                </a:endParaRPr>
              </a:p>
            </p:txBody>
          </p:sp>
        </mc:Choice>
        <mc:Fallback xmlns="">
          <p:sp>
            <p:nvSpPr>
              <p:cNvPr id="87" name="AR - MR relationship">
                <a:extLst>
                  <a:ext uri="{FF2B5EF4-FFF2-40B4-BE49-F238E27FC236}">
                    <a16:creationId xmlns:a16="http://schemas.microsoft.com/office/drawing/2014/main" id="{153579CA-7A65-C940-8038-CDDE98CC91BE}"/>
                  </a:ext>
                </a:extLst>
              </p:cNvPr>
              <p:cNvSpPr txBox="1">
                <a:spLocks noRot="1" noChangeAspect="1" noMove="1" noResize="1" noEditPoints="1" noAdjustHandles="1" noChangeArrowheads="1" noChangeShapeType="1" noTextEdit="1"/>
              </p:cNvSpPr>
              <p:nvPr/>
            </p:nvSpPr>
            <p:spPr>
              <a:xfrm>
                <a:off x="6502365" y="4469234"/>
                <a:ext cx="5728212" cy="1016081"/>
              </a:xfrm>
              <a:prstGeom prst="rect">
                <a:avLst/>
              </a:prstGeom>
              <a:blipFill>
                <a:blip r:embed="rId7"/>
                <a:stretch>
                  <a:fillRect l="-2439" b="-4878"/>
                </a:stretch>
              </a:blipFill>
              <a:ln w="12700">
                <a:miter lim="400000"/>
              </a:ln>
              <a:extLst>
                <a:ext uri="{C572A759-6A51-4108-AA02-DFA0A04FC94B}">
                  <ma14:wrappingTextBoxFlag xmlns:m="http://schemas.openxmlformats.org/officeDocument/2006/math" xmlns:ma14="http://schemas.microsoft.com/office/mac/drawingml/2011/main" xmlns="" xmlns:a14="http://schemas.microsoft.com/office/drawing/2010/main"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8" name="AR - MR relationship">
                <a:extLst>
                  <a:ext uri="{FF2B5EF4-FFF2-40B4-BE49-F238E27FC236}">
                    <a16:creationId xmlns:a16="http://schemas.microsoft.com/office/drawing/2014/main" id="{49FDE89B-7298-5B4D-A892-30EB4753621D}"/>
                  </a:ext>
                </a:extLst>
              </p:cNvPr>
              <p:cNvSpPr txBox="1"/>
              <p:nvPr/>
            </p:nvSpPr>
            <p:spPr>
              <a:xfrm>
                <a:off x="6493722" y="5595814"/>
                <a:ext cx="4294672" cy="1016081"/>
              </a:xfrm>
              <a:prstGeom prst="rect">
                <a:avLst/>
              </a:prstGeom>
              <a:ln w="12700">
                <a:noFill/>
                <a:miter lim="400000"/>
              </a:ln>
              <a:extLst>
                <a:ext uri="{C572A759-6A51-4108-AA02-DFA0A04FC94B}">
                  <ma14:wrappingTextBoxFlag xmlns:m="http://schemas.openxmlformats.org/officeDocument/2006/math" xmlns:ma14="http://schemas.microsoft.com/office/mac/drawingml/2011/main" xmlns="" val="1"/>
                </a:ext>
              </a:extLst>
            </p:spPr>
            <p:txBody>
              <a:bodyPr lIns="50800" tIns="50800" rIns="50800" bIns="50800" anchor="b">
                <a:noAutofit/>
              </a:bodyPr>
              <a:lstStyle>
                <a:lvl1pPr>
                  <a:defRPr sz="4000" b="0">
                    <a:solidFill>
                      <a:srgbClr val="61187C"/>
                    </a:solidFill>
                    <a:latin typeface="+mn-lt"/>
                    <a:ea typeface="+mn-ea"/>
                    <a:cs typeface="+mn-cs"/>
                    <a:sym typeface="Helvetica Neue Medium"/>
                  </a:defRPr>
                </a:lvl1pPr>
              </a:lstStyle>
              <a:p>
                <a:pPr algn="l"/>
                <a:r>
                  <a:rPr lang="en-US" sz="2400" b="1">
                    <a:solidFill>
                      <a:schemeClr val="tx1"/>
                    </a:solidFill>
                    <a:latin typeface="Times New Roman" panose="02020603050405020304" pitchFamily="18" charset="0"/>
                    <a:cs typeface="Times New Roman" panose="02020603050405020304" pitchFamily="18" charset="0"/>
                  </a:rPr>
                  <a:t>5.</a:t>
                </a:r>
                <a:r>
                  <a:rPr lang="en-US" sz="2400" b="1">
                    <a:solidFill>
                      <a:srgbClr val="7030A0"/>
                    </a:solidFill>
                    <a:latin typeface="Times New Roman" panose="02020603050405020304" pitchFamily="18" charset="0"/>
                    <a:cs typeface="Times New Roman" panose="02020603050405020304" pitchFamily="18" charset="0"/>
                  </a:rPr>
                  <a:t> tan </a:t>
                </a:r>
                <a14:m>
                  <m:oMath xmlns:m="http://schemas.openxmlformats.org/officeDocument/2006/math">
                    <m:r>
                      <a:rPr lang="en-US" sz="2400" b="1" i="1" smtClean="0">
                        <a:solidFill>
                          <a:srgbClr val="7030A0"/>
                        </a:solidFill>
                        <a:latin typeface="Cambria Math" panose="02040503050406030204" pitchFamily="18" charset="0"/>
                        <a:ea typeface="Cambria Math" panose="02040503050406030204" pitchFamily="18" charset="0"/>
                      </a:rPr>
                      <m:t>𝜽</m:t>
                    </m:r>
                    <m:r>
                      <a:rPr lang="en-US" sz="2400" b="1" i="1" smtClean="0">
                        <a:solidFill>
                          <a:schemeClr val="tx1"/>
                        </a:solidFill>
                        <a:latin typeface="Cambria Math" panose="02040503050406030204" pitchFamily="18" charset="0"/>
                        <a:ea typeface="Cambria Math" panose="02040503050406030204" pitchFamily="18" charset="0"/>
                      </a:rPr>
                      <m:t>=</m:t>
                    </m:r>
                    <m:r>
                      <a:rPr lang="en-US" sz="2400" b="1" i="1" smtClean="0">
                        <a:solidFill>
                          <a:schemeClr val="tx1"/>
                        </a:solidFill>
                        <a:latin typeface="Cambria Math" panose="02040503050406030204" pitchFamily="18" charset="0"/>
                        <a:ea typeface="Cambria Math" panose="02040503050406030204" pitchFamily="18" charset="0"/>
                      </a:rPr>
                      <m:t>𝟐</m:t>
                    </m:r>
                    <m:d>
                      <m:dPr>
                        <m:ctrlPr>
                          <a:rPr lang="en-US" sz="2400" b="1" i="1" smtClean="0">
                            <a:solidFill>
                              <a:schemeClr val="tx1"/>
                            </a:solidFill>
                            <a:latin typeface="Cambria Math" panose="02040503050406030204" pitchFamily="18" charset="0"/>
                            <a:ea typeface="Cambria Math" panose="02040503050406030204" pitchFamily="18" charset="0"/>
                          </a:rPr>
                        </m:ctrlPr>
                      </m:dPr>
                      <m:e>
                        <m:f>
                          <m:fPr>
                            <m:ctrlPr>
                              <a:rPr lang="en-US" sz="2400" b="1" i="1" smtClean="0">
                                <a:solidFill>
                                  <a:schemeClr val="accent6">
                                    <a:lumMod val="75000"/>
                                  </a:schemeClr>
                                </a:solidFill>
                                <a:latin typeface="Cambria Math" panose="02040503050406030204" pitchFamily="18" charset="0"/>
                                <a:ea typeface="Cambria Math" panose="02040503050406030204" pitchFamily="18" charset="0"/>
                              </a:rPr>
                            </m:ctrlPr>
                          </m:fPr>
                          <m:num>
                            <m:r>
                              <a:rPr lang="en-US" sz="2400" b="1" i="1" smtClean="0">
                                <a:solidFill>
                                  <a:schemeClr val="accent6">
                                    <a:lumMod val="75000"/>
                                  </a:schemeClr>
                                </a:solidFill>
                                <a:latin typeface="Cambria Math" panose="02040503050406030204" pitchFamily="18" charset="0"/>
                                <a:ea typeface="Cambria Math" panose="02040503050406030204" pitchFamily="18" charset="0"/>
                              </a:rPr>
                              <m:t>𝑶𝑨</m:t>
                            </m:r>
                          </m:num>
                          <m:den>
                            <m:r>
                              <a:rPr lang="en-US" sz="2400" b="1" i="1" smtClean="0">
                                <a:solidFill>
                                  <a:schemeClr val="accent6">
                                    <a:lumMod val="75000"/>
                                  </a:schemeClr>
                                </a:solidFill>
                                <a:latin typeface="Cambria Math" panose="02040503050406030204" pitchFamily="18" charset="0"/>
                                <a:ea typeface="Cambria Math" panose="02040503050406030204" pitchFamily="18" charset="0"/>
                              </a:rPr>
                              <m:t>𝑶𝑫</m:t>
                            </m:r>
                          </m:den>
                        </m:f>
                      </m:e>
                    </m:d>
                    <m:r>
                      <a:rPr lang="en-US" sz="2400" b="1" i="1" smtClean="0">
                        <a:solidFill>
                          <a:schemeClr val="tx1"/>
                        </a:solidFill>
                        <a:latin typeface="Cambria Math" panose="02040503050406030204" pitchFamily="18" charset="0"/>
                        <a:ea typeface="Cambria Math" panose="02040503050406030204" pitchFamily="18" charset="0"/>
                      </a:rPr>
                      <m:t>=</m:t>
                    </m:r>
                    <m:r>
                      <a:rPr lang="en-US" sz="2400" b="1" i="1" smtClean="0">
                        <a:solidFill>
                          <a:schemeClr val="tx1"/>
                        </a:solidFill>
                        <a:latin typeface="Cambria Math" panose="02040503050406030204" pitchFamily="18" charset="0"/>
                        <a:ea typeface="Cambria Math" panose="02040503050406030204" pitchFamily="18" charset="0"/>
                      </a:rPr>
                      <m:t>𝟐</m:t>
                    </m:r>
                    <m:r>
                      <a:rPr lang="en-US" sz="2400" b="1" i="1" smtClean="0">
                        <a:solidFill>
                          <a:schemeClr val="tx1"/>
                        </a:solidFill>
                        <a:latin typeface="Cambria Math" panose="02040503050406030204" pitchFamily="18" charset="0"/>
                        <a:ea typeface="Cambria Math" panose="02040503050406030204" pitchFamily="18" charset="0"/>
                      </a:rPr>
                      <m:t> (</m:t>
                    </m:r>
                    <m:r>
                      <m:rPr>
                        <m:nor/>
                      </m:rPr>
                      <a:rPr lang="en-US" sz="2400" b="1" dirty="0">
                        <a:solidFill>
                          <a:schemeClr val="accent6">
                            <a:lumMod val="75000"/>
                          </a:schemeClr>
                        </a:solidFill>
                        <a:latin typeface="Times New Roman" panose="02020603050405020304" pitchFamily="18" charset="0"/>
                        <a:cs typeface="Times New Roman" panose="02020603050405020304" pitchFamily="18" charset="0"/>
                      </a:rPr>
                      <m:t>tan</m:t>
                    </m:r>
                    <m:r>
                      <m:rPr>
                        <m:nor/>
                      </m:rPr>
                      <a:rPr lang="en-US" sz="2400" b="1" dirty="0">
                        <a:solidFill>
                          <a:schemeClr val="accent6">
                            <a:lumMod val="75000"/>
                          </a:schemeClr>
                        </a:solidFill>
                        <a:latin typeface="Times New Roman" panose="02020603050405020304" pitchFamily="18" charset="0"/>
                        <a:cs typeface="Times New Roman" panose="02020603050405020304" pitchFamily="18" charset="0"/>
                      </a:rPr>
                      <m:t> </m:t>
                    </m:r>
                    <m:r>
                      <a:rPr lang="en-US" sz="2400" b="1" i="1" dirty="0">
                        <a:solidFill>
                          <a:schemeClr val="accent6">
                            <a:lumMod val="75000"/>
                          </a:schemeClr>
                        </a:solidFill>
                        <a:latin typeface="Cambria Math" panose="02040503050406030204" pitchFamily="18" charset="0"/>
                        <a:ea typeface="Cambria Math" panose="02040503050406030204" pitchFamily="18" charset="0"/>
                      </a:rPr>
                      <m:t>∝</m:t>
                    </m:r>
                  </m:oMath>
                </a14:m>
                <a:r>
                  <a:rPr lang="en-US" sz="2400" b="1">
                    <a:solidFill>
                      <a:schemeClr val="tx1"/>
                    </a:solidFill>
                    <a:latin typeface="Times New Roman" panose="02020603050405020304" pitchFamily="18" charset="0"/>
                    <a:cs typeface="Times New Roman" panose="02020603050405020304" pitchFamily="18" charset="0"/>
                  </a:rPr>
                  <a:t>)</a:t>
                </a:r>
                <a:endParaRPr sz="2400" b="1">
                  <a:solidFill>
                    <a:schemeClr val="tx1"/>
                  </a:solidFill>
                  <a:latin typeface="Times New Roman" panose="02020603050405020304" pitchFamily="18" charset="0"/>
                  <a:cs typeface="Times New Roman" panose="02020603050405020304" pitchFamily="18" charset="0"/>
                </a:endParaRPr>
              </a:p>
            </p:txBody>
          </p:sp>
        </mc:Choice>
        <mc:Fallback xmlns="">
          <p:sp>
            <p:nvSpPr>
              <p:cNvPr id="88" name="AR - MR relationship">
                <a:extLst>
                  <a:ext uri="{FF2B5EF4-FFF2-40B4-BE49-F238E27FC236}">
                    <a16:creationId xmlns:a16="http://schemas.microsoft.com/office/drawing/2014/main" id="{49FDE89B-7298-5B4D-A892-30EB4753621D}"/>
                  </a:ext>
                </a:extLst>
              </p:cNvPr>
              <p:cNvSpPr txBox="1">
                <a:spLocks noRot="1" noChangeAspect="1" noMove="1" noResize="1" noEditPoints="1" noAdjustHandles="1" noChangeArrowheads="1" noChangeShapeType="1" noTextEdit="1"/>
              </p:cNvSpPr>
              <p:nvPr/>
            </p:nvSpPr>
            <p:spPr>
              <a:xfrm>
                <a:off x="6493722" y="5595814"/>
                <a:ext cx="4294672" cy="1016081"/>
              </a:xfrm>
              <a:prstGeom prst="rect">
                <a:avLst/>
              </a:prstGeom>
              <a:blipFill>
                <a:blip r:embed="rId8"/>
                <a:stretch>
                  <a:fillRect l="-3245" b="-4938"/>
                </a:stretch>
              </a:blipFill>
              <a:ln w="12700">
                <a:noFill/>
                <a:miter lim="400000"/>
              </a:ln>
              <a:extLst>
                <a:ext uri="{C572A759-6A51-4108-AA02-DFA0A04FC94B}">
                  <ma14:wrappingTextBoxFlag xmlns:m="http://schemas.openxmlformats.org/officeDocument/2006/math" xmlns:ma14="http://schemas.microsoft.com/office/mac/drawingml/2011/main" xmlns="" xmlns:a14="http://schemas.microsoft.com/office/drawing/2010/main" val="1"/>
                </a:ext>
              </a:extLst>
            </p:spPr>
            <p:txBody>
              <a:bodyPr/>
              <a:lstStyle/>
              <a:p>
                <a:r>
                  <a:rPr lang="en-US">
                    <a:noFill/>
                  </a:rPr>
                  <a:t> </a:t>
                </a:r>
              </a:p>
            </p:txBody>
          </p:sp>
        </mc:Fallback>
      </mc:AlternateContent>
      <p:sp>
        <p:nvSpPr>
          <p:cNvPr id="89" name="AR - MR relationship">
            <a:extLst>
              <a:ext uri="{FF2B5EF4-FFF2-40B4-BE49-F238E27FC236}">
                <a16:creationId xmlns:a16="http://schemas.microsoft.com/office/drawing/2014/main" id="{882016CA-0C6C-BC44-A754-B3A24A0CFE90}"/>
              </a:ext>
            </a:extLst>
          </p:cNvPr>
          <p:cNvSpPr txBox="1"/>
          <p:nvPr/>
        </p:nvSpPr>
        <p:spPr>
          <a:xfrm>
            <a:off x="6410857" y="6842891"/>
            <a:ext cx="4629890" cy="57564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50800" tIns="50800" rIns="50800" bIns="50800" anchor="b">
            <a:noAutofit/>
          </a:bodyPr>
          <a:lstStyle>
            <a:lvl1pPr>
              <a:defRPr sz="4000" b="0">
                <a:solidFill>
                  <a:srgbClr val="61187C"/>
                </a:solidFill>
                <a:latin typeface="+mn-lt"/>
                <a:ea typeface="+mn-ea"/>
                <a:cs typeface="+mn-cs"/>
                <a:sym typeface="Helvetica Neue Medium"/>
              </a:defRPr>
            </a:lvl1pPr>
          </a:lstStyle>
          <a:p>
            <a:pPr algn="l"/>
            <a:r>
              <a:rPr lang="en-US" sz="2400" b="1" dirty="0">
                <a:solidFill>
                  <a:srgbClr val="FF0000"/>
                </a:solidFill>
                <a:latin typeface="Times New Roman" panose="02020603050405020304" pitchFamily="18" charset="0"/>
                <a:cs typeface="Times New Roman" panose="02020603050405020304" pitchFamily="18" charset="0"/>
              </a:rPr>
              <a:t>6. </a:t>
            </a:r>
            <a:r>
              <a:rPr lang="en-US" sz="2400" b="1" dirty="0">
                <a:solidFill>
                  <a:srgbClr val="FF0000"/>
                </a:solidFill>
                <a:latin typeface="Times New Roman" panose="02020603050405020304" pitchFamily="18" charset="0"/>
                <a:ea typeface="Cambria Math" panose="02040503050406030204" pitchFamily="18" charset="0"/>
                <a:cs typeface="Times New Roman" panose="02020603050405020304" pitchFamily="18" charset="0"/>
              </a:rPr>
              <a:t>∴ slope of MR = 2(slope of AR)</a:t>
            </a:r>
            <a:endParaRPr sz="2400" b="1" dirty="0">
              <a:solidFill>
                <a:srgbClr val="FF0000"/>
              </a:solidFill>
              <a:latin typeface="Times New Roman" panose="02020603050405020304" pitchFamily="18" charset="0"/>
              <a:cs typeface="Times New Roman" panose="02020603050405020304" pitchFamily="18" charset="0"/>
            </a:endParaRPr>
          </a:p>
        </p:txBody>
      </p:sp>
      <p:sp>
        <p:nvSpPr>
          <p:cNvPr id="25" name="AR - MR relationship">
            <a:extLst>
              <a:ext uri="{FF2B5EF4-FFF2-40B4-BE49-F238E27FC236}">
                <a16:creationId xmlns:a16="http://schemas.microsoft.com/office/drawing/2014/main" id="{84F81327-2BED-B34D-A247-B728E747E157}"/>
              </a:ext>
            </a:extLst>
          </p:cNvPr>
          <p:cNvSpPr txBox="1"/>
          <p:nvPr/>
        </p:nvSpPr>
        <p:spPr>
          <a:xfrm>
            <a:off x="711054" y="7592385"/>
            <a:ext cx="11871083" cy="57564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50800" tIns="50800" rIns="50800" bIns="50800" anchor="b">
            <a:noAutofit/>
          </a:bodyPr>
          <a:lstStyle>
            <a:lvl1pPr>
              <a:defRPr sz="4000" b="0">
                <a:solidFill>
                  <a:srgbClr val="61187C"/>
                </a:solidFill>
                <a:latin typeface="+mn-lt"/>
                <a:ea typeface="+mn-ea"/>
                <a:cs typeface="+mn-cs"/>
                <a:sym typeface="Helvetica Neue Medium"/>
              </a:defRPr>
            </a:lvl1pPr>
          </a:lstStyle>
          <a:p>
            <a:pPr algn="l"/>
            <a:r>
              <a:rPr lang="en-US" sz="2400" b="1" dirty="0">
                <a:solidFill>
                  <a:srgbClr val="C00000"/>
                </a:solidFill>
                <a:latin typeface="Times New Roman" panose="02020603050405020304" pitchFamily="18" charset="0"/>
                <a:cs typeface="Times New Roman" panose="02020603050405020304" pitchFamily="18" charset="0"/>
              </a:rPr>
              <a:t>7. </a:t>
            </a:r>
            <a:r>
              <a:rPr lang="en-US" sz="2400" b="1" dirty="0">
                <a:solidFill>
                  <a:srgbClr val="C00000"/>
                </a:solidFill>
                <a:latin typeface="Times New Roman" panose="02020603050405020304" pitchFamily="18" charset="0"/>
                <a:ea typeface="Cambria Math" panose="02040503050406030204" pitchFamily="18" charset="0"/>
                <a:cs typeface="Times New Roman" panose="02020603050405020304" pitchFamily="18" charset="0"/>
              </a:rPr>
              <a:t>∴ This shows that the TR changes at twice rate of change in Price</a:t>
            </a:r>
            <a:endParaRPr sz="2400" b="1" dirty="0">
              <a:solidFill>
                <a:srgbClr val="C00000"/>
              </a:solidFill>
              <a:latin typeface="Times New Roman" panose="02020603050405020304" pitchFamily="18" charset="0"/>
              <a:cs typeface="Times New Roman" panose="02020603050405020304" pitchFamily="18" charset="0"/>
            </a:endParaRPr>
          </a:p>
        </p:txBody>
      </p:sp>
      <p:sp>
        <p:nvSpPr>
          <p:cNvPr id="26" name="AR - MR relationship">
            <a:extLst>
              <a:ext uri="{FF2B5EF4-FFF2-40B4-BE49-F238E27FC236}">
                <a16:creationId xmlns:a16="http://schemas.microsoft.com/office/drawing/2014/main" id="{6419E06A-BFAB-1B45-8F4D-DAFFC6F7808B}"/>
              </a:ext>
            </a:extLst>
          </p:cNvPr>
          <p:cNvSpPr txBox="1"/>
          <p:nvPr/>
        </p:nvSpPr>
        <p:spPr>
          <a:xfrm>
            <a:off x="711054" y="8222465"/>
            <a:ext cx="11871083" cy="57564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50800" tIns="50800" rIns="50800" bIns="50800" anchor="b">
            <a:noAutofit/>
          </a:bodyPr>
          <a:lstStyle>
            <a:lvl1pPr>
              <a:defRPr sz="4000" b="0">
                <a:solidFill>
                  <a:srgbClr val="61187C"/>
                </a:solidFill>
                <a:latin typeface="+mn-lt"/>
                <a:ea typeface="+mn-ea"/>
                <a:cs typeface="+mn-cs"/>
                <a:sym typeface="Helvetica Neue Medium"/>
              </a:defRPr>
            </a:lvl1pPr>
          </a:lstStyle>
          <a:p>
            <a:pPr algn="l"/>
            <a:r>
              <a:rPr lang="en-US" sz="2400" b="1" dirty="0">
                <a:solidFill>
                  <a:schemeClr val="accent6">
                    <a:lumMod val="75000"/>
                  </a:schemeClr>
                </a:solidFill>
                <a:latin typeface="Times New Roman" panose="02020603050405020304" pitchFamily="18" charset="0"/>
                <a:cs typeface="Times New Roman" panose="02020603050405020304" pitchFamily="18" charset="0"/>
              </a:rPr>
              <a:t>8. </a:t>
            </a:r>
            <a:r>
              <a:rPr lang="en-US" sz="2400" b="1" dirty="0">
                <a:solidFill>
                  <a:schemeClr val="accent6">
                    <a:lumMod val="75000"/>
                  </a:schemeClr>
                </a:solidFill>
                <a:latin typeface="Times New Roman" panose="02020603050405020304" pitchFamily="18" charset="0"/>
                <a:ea typeface="Cambria Math" panose="02040503050406030204" pitchFamily="18" charset="0"/>
                <a:cs typeface="Times New Roman" panose="02020603050405020304" pitchFamily="18" charset="0"/>
              </a:rPr>
              <a:t>∴ Hence, an increase in Price, would mean that the TR increases at twice that rate</a:t>
            </a:r>
            <a:endParaRPr sz="2400" b="1"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27" name="AR - MR relationship">
            <a:extLst>
              <a:ext uri="{FF2B5EF4-FFF2-40B4-BE49-F238E27FC236}">
                <a16:creationId xmlns:a16="http://schemas.microsoft.com/office/drawing/2014/main" id="{E7D54F7E-3738-334E-ADF7-6A105C5D8C2C}"/>
              </a:ext>
            </a:extLst>
          </p:cNvPr>
          <p:cNvSpPr txBox="1"/>
          <p:nvPr/>
        </p:nvSpPr>
        <p:spPr>
          <a:xfrm>
            <a:off x="711054" y="8866149"/>
            <a:ext cx="11871083" cy="57564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50800" tIns="50800" rIns="50800" bIns="50800" anchor="b">
            <a:noAutofit/>
          </a:bodyPr>
          <a:lstStyle>
            <a:lvl1pPr>
              <a:defRPr sz="4000" b="0">
                <a:solidFill>
                  <a:srgbClr val="61187C"/>
                </a:solidFill>
                <a:latin typeface="+mn-lt"/>
                <a:ea typeface="+mn-ea"/>
                <a:cs typeface="+mn-cs"/>
                <a:sym typeface="Helvetica Neue Medium"/>
              </a:defRPr>
            </a:lvl1pPr>
          </a:lstStyle>
          <a:p>
            <a:pPr algn="l"/>
            <a:r>
              <a:rPr lang="en-US" sz="2400" b="1" dirty="0">
                <a:solidFill>
                  <a:schemeClr val="accent3">
                    <a:lumMod val="50000"/>
                  </a:schemeClr>
                </a:solidFill>
                <a:latin typeface="Times New Roman" panose="02020603050405020304" pitchFamily="18" charset="0"/>
                <a:cs typeface="Times New Roman" panose="02020603050405020304" pitchFamily="18" charset="0"/>
              </a:rPr>
              <a:t>9. </a:t>
            </a:r>
            <a:r>
              <a:rPr lang="en-US" sz="2400" b="1" dirty="0">
                <a:solidFill>
                  <a:schemeClr val="accent3">
                    <a:lumMod val="50000"/>
                  </a:schemeClr>
                </a:solidFill>
                <a:latin typeface="Times New Roman" panose="02020603050405020304" pitchFamily="18" charset="0"/>
                <a:ea typeface="Cambria Math" panose="02040503050406030204" pitchFamily="18" charset="0"/>
                <a:cs typeface="Times New Roman" panose="02020603050405020304" pitchFamily="18" charset="0"/>
              </a:rPr>
              <a:t>∴ Hence, a decrease in Price, would mean that the TR decreases at twice that rate</a:t>
            </a:r>
            <a:endParaRPr sz="2400" b="1" dirty="0">
              <a:solidFill>
                <a:schemeClr val="accent3">
                  <a:lumMod val="50000"/>
                </a:schemeClr>
              </a:solidFill>
              <a:latin typeface="Times New Roman" panose="02020603050405020304" pitchFamily="18" charset="0"/>
              <a:cs typeface="Times New Roman" panose="02020603050405020304" pitchFamily="18" charset="0"/>
            </a:endParaRPr>
          </a:p>
        </p:txBody>
      </p:sp>
    </p:spTree>
  </p:cSld>
  <p:clrMapOvr>
    <a:masterClrMapping/>
  </p:clrMapOvr>
  <p:transition spd="med"/>
  <p:timing>
    <p:tnLst>
      <p:par>
        <p:cTn id="1" dur="indefinite" restart="never" fill="hold"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animBg="1"/>
      <p:bldP spid="85" grpId="0" animBg="1"/>
      <p:bldP spid="86" grpId="0" animBg="1"/>
      <p:bldP spid="87" grpId="0" animBg="1"/>
      <p:bldP spid="88" grpId="0" animBg="1"/>
      <p:bldP spid="89" grpId="0" animBg="1"/>
      <p:bldP spid="25" grpId="0" animBg="1"/>
      <p:bldP spid="26" grpId="0" animBg="1"/>
      <p:bldP spid="2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034B4981-243F-B447-B457-B41AFB64E28F}"/>
              </a:ext>
            </a:extLst>
          </p:cNvPr>
          <p:cNvGrpSpPr/>
          <p:nvPr/>
        </p:nvGrpSpPr>
        <p:grpSpPr>
          <a:xfrm>
            <a:off x="611211" y="2254911"/>
            <a:ext cx="5580181" cy="5116952"/>
            <a:chOff x="611211" y="2254911"/>
            <a:chExt cx="5580181" cy="5116952"/>
          </a:xfrm>
        </p:grpSpPr>
        <p:sp>
          <p:nvSpPr>
            <p:cNvPr id="121" name="Line"/>
            <p:cNvSpPr/>
            <p:nvPr/>
          </p:nvSpPr>
          <p:spPr>
            <a:xfrm flipV="1">
              <a:off x="1474148" y="2254911"/>
              <a:ext cx="1" cy="5116952"/>
            </a:xfrm>
            <a:prstGeom prst="line">
              <a:avLst/>
            </a:prstGeom>
            <a:noFill/>
            <a:ln w="63500" cap="flat">
              <a:solidFill>
                <a:srgbClr val="000000"/>
              </a:solidFill>
              <a:prstDash val="solid"/>
              <a:miter lim="400000"/>
              <a:headEnd type="triangle" w="med" len="med"/>
              <a:tailEnd type="triangle" w="med" len="med"/>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a:latin typeface="Times New Roman" panose="02020603050405020304" pitchFamily="18" charset="0"/>
                <a:cs typeface="Times New Roman" panose="02020603050405020304" pitchFamily="18" charset="0"/>
              </a:endParaRPr>
            </a:p>
          </p:txBody>
        </p:sp>
        <p:sp>
          <p:nvSpPr>
            <p:cNvPr id="122" name="Line"/>
            <p:cNvSpPr/>
            <p:nvPr/>
          </p:nvSpPr>
          <p:spPr>
            <a:xfrm>
              <a:off x="611211" y="6874418"/>
              <a:ext cx="5440413" cy="1"/>
            </a:xfrm>
            <a:prstGeom prst="line">
              <a:avLst/>
            </a:prstGeom>
            <a:noFill/>
            <a:ln w="63500" cap="flat">
              <a:solidFill>
                <a:srgbClr val="000000"/>
              </a:solidFill>
              <a:prstDash val="solid"/>
              <a:miter lim="400000"/>
              <a:headEnd type="triangle" w="med" len="med"/>
              <a:tailEnd type="triangle" w="med" len="med"/>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a:latin typeface="Times New Roman" panose="02020603050405020304" pitchFamily="18" charset="0"/>
                <a:cs typeface="Times New Roman" panose="02020603050405020304" pitchFamily="18" charset="0"/>
              </a:endParaRPr>
            </a:p>
          </p:txBody>
        </p:sp>
        <p:sp>
          <p:nvSpPr>
            <p:cNvPr id="123" name="AR, MR"/>
            <p:cNvSpPr txBox="1"/>
            <p:nvPr/>
          </p:nvSpPr>
          <p:spPr>
            <a:xfrm>
              <a:off x="692834" y="2271559"/>
              <a:ext cx="774658" cy="79632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b">
              <a:normAutofit/>
            </a:bodyPr>
            <a:lstStyle>
              <a:lvl1pPr defTabSz="426466">
                <a:defRPr sz="2190" b="0">
                  <a:latin typeface="+mn-lt"/>
                  <a:ea typeface="+mn-ea"/>
                  <a:cs typeface="+mn-cs"/>
                  <a:sym typeface="Helvetica Neue Medium"/>
                </a:defRPr>
              </a:lvl1pPr>
            </a:lstStyle>
            <a:p>
              <a:r>
                <a:rPr>
                  <a:latin typeface="Times New Roman" panose="02020603050405020304" pitchFamily="18" charset="0"/>
                  <a:cs typeface="Times New Roman" panose="02020603050405020304" pitchFamily="18" charset="0"/>
                </a:rPr>
                <a:t>AR, MR</a:t>
              </a:r>
            </a:p>
          </p:txBody>
        </p:sp>
        <p:sp>
          <p:nvSpPr>
            <p:cNvPr id="124" name="Qty"/>
            <p:cNvSpPr txBox="1"/>
            <p:nvPr/>
          </p:nvSpPr>
          <p:spPr>
            <a:xfrm>
              <a:off x="5530063" y="6901021"/>
              <a:ext cx="661329" cy="470842"/>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b">
              <a:normAutofit/>
            </a:bodyPr>
            <a:lstStyle>
              <a:lvl1pPr defTabSz="467359">
                <a:defRPr b="0">
                  <a:latin typeface="+mn-lt"/>
                  <a:ea typeface="+mn-ea"/>
                  <a:cs typeface="+mn-cs"/>
                  <a:sym typeface="Helvetica Neue Medium"/>
                </a:defRPr>
              </a:lvl1pPr>
            </a:lstStyle>
            <a:p>
              <a:r>
                <a:rPr>
                  <a:latin typeface="Times New Roman" panose="02020603050405020304" pitchFamily="18" charset="0"/>
                  <a:cs typeface="Times New Roman" panose="02020603050405020304" pitchFamily="18" charset="0"/>
                </a:rPr>
                <a:t>Qty</a:t>
              </a:r>
            </a:p>
          </p:txBody>
        </p:sp>
        <p:sp>
          <p:nvSpPr>
            <p:cNvPr id="144" name="ARc"/>
            <p:cNvSpPr txBox="1"/>
            <p:nvPr/>
          </p:nvSpPr>
          <p:spPr>
            <a:xfrm>
              <a:off x="4766300" y="5638433"/>
              <a:ext cx="555637" cy="62639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b">
              <a:normAutofit/>
            </a:bodyPr>
            <a:lstStyle/>
            <a:p>
              <a:pPr defTabSz="397256">
                <a:defRPr sz="2040" b="0">
                  <a:latin typeface="+mn-lt"/>
                  <a:ea typeface="+mn-ea"/>
                  <a:cs typeface="+mn-cs"/>
                  <a:sym typeface="Helvetica Neue Medium"/>
                </a:defRPr>
              </a:pPr>
              <a:r>
                <a:rPr>
                  <a:latin typeface="Times New Roman" panose="02020603050405020304" pitchFamily="18" charset="0"/>
                  <a:cs typeface="Times New Roman" panose="02020603050405020304" pitchFamily="18" charset="0"/>
                </a:rPr>
                <a:t>AR</a:t>
              </a:r>
              <a:r>
                <a:rPr baseline="-5999">
                  <a:latin typeface="Times New Roman" panose="02020603050405020304" pitchFamily="18" charset="0"/>
                  <a:cs typeface="Times New Roman" panose="02020603050405020304" pitchFamily="18" charset="0"/>
                </a:rPr>
                <a:t>c</a:t>
              </a:r>
            </a:p>
          </p:txBody>
        </p:sp>
        <p:sp>
          <p:nvSpPr>
            <p:cNvPr id="145" name="MRc"/>
            <p:cNvSpPr txBox="1"/>
            <p:nvPr/>
          </p:nvSpPr>
          <p:spPr>
            <a:xfrm>
              <a:off x="3609455" y="6101783"/>
              <a:ext cx="555637" cy="62639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b">
              <a:normAutofit/>
            </a:bodyPr>
            <a:lstStyle/>
            <a:p>
              <a:pPr defTabSz="350520">
                <a:defRPr sz="1800" b="0">
                  <a:latin typeface="+mn-lt"/>
                  <a:ea typeface="+mn-ea"/>
                  <a:cs typeface="+mn-cs"/>
                  <a:sym typeface="Helvetica Neue Medium"/>
                </a:defRPr>
              </a:pPr>
              <a:r>
                <a:rPr>
                  <a:latin typeface="Times New Roman" panose="02020603050405020304" pitchFamily="18" charset="0"/>
                  <a:cs typeface="Times New Roman" panose="02020603050405020304" pitchFamily="18" charset="0"/>
                </a:rPr>
                <a:t>MR</a:t>
              </a:r>
              <a:r>
                <a:rPr baseline="-5999">
                  <a:latin typeface="Times New Roman" panose="02020603050405020304" pitchFamily="18" charset="0"/>
                  <a:cs typeface="Times New Roman" panose="02020603050405020304" pitchFamily="18" charset="0"/>
                </a:rPr>
                <a:t>c</a:t>
              </a:r>
            </a:p>
          </p:txBody>
        </p:sp>
      </p:grpSp>
      <p:sp>
        <p:nvSpPr>
          <p:cNvPr id="184" name="AR - MR relationship"/>
          <p:cNvSpPr txBox="1"/>
          <p:nvPr/>
        </p:nvSpPr>
        <p:spPr>
          <a:xfrm>
            <a:off x="3370566" y="285180"/>
            <a:ext cx="6541589" cy="56563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b">
            <a:noAutofit/>
          </a:bodyPr>
          <a:lstStyle>
            <a:lvl1pPr>
              <a:defRPr sz="4000" b="0">
                <a:solidFill>
                  <a:srgbClr val="61187C"/>
                </a:solidFill>
                <a:latin typeface="+mn-lt"/>
                <a:ea typeface="+mn-ea"/>
                <a:cs typeface="+mn-cs"/>
                <a:sym typeface="Helvetica Neue Medium"/>
              </a:defRPr>
            </a:lvl1pPr>
          </a:lstStyle>
          <a:p>
            <a:r>
              <a:rPr lang="en-US" sz="2800" b="1" dirty="0">
                <a:solidFill>
                  <a:schemeClr val="accent3">
                    <a:lumMod val="50000"/>
                  </a:schemeClr>
                </a:solidFill>
                <a:latin typeface="Times New Roman" panose="02020603050405020304" pitchFamily="18" charset="0"/>
                <a:cs typeface="Times New Roman" panose="02020603050405020304" pitchFamily="18" charset="0"/>
              </a:rPr>
              <a:t>Relationship b/w Non-Linear </a:t>
            </a:r>
            <a:r>
              <a:rPr sz="2800" b="1" dirty="0">
                <a:solidFill>
                  <a:schemeClr val="accent3">
                    <a:lumMod val="50000"/>
                  </a:schemeClr>
                </a:solidFill>
                <a:latin typeface="Times New Roman" panose="02020603050405020304" pitchFamily="18" charset="0"/>
                <a:cs typeface="Times New Roman" panose="02020603050405020304" pitchFamily="18" charset="0"/>
              </a:rPr>
              <a:t>AR - MR</a:t>
            </a:r>
          </a:p>
        </p:txBody>
      </p:sp>
      <p:sp>
        <p:nvSpPr>
          <p:cNvPr id="106" name="Arc 1">
            <a:extLst>
              <a:ext uri="{FF2B5EF4-FFF2-40B4-BE49-F238E27FC236}">
                <a16:creationId xmlns:a16="http://schemas.microsoft.com/office/drawing/2014/main" id="{990A617E-CE76-6640-8759-A4AA347937DD}"/>
              </a:ext>
            </a:extLst>
          </p:cNvPr>
          <p:cNvSpPr/>
          <p:nvPr/>
        </p:nvSpPr>
        <p:spPr>
          <a:xfrm>
            <a:off x="1487629" y="3716254"/>
            <a:ext cx="2386165" cy="2671513"/>
          </a:xfrm>
          <a:custGeom>
            <a:avLst/>
            <a:gdLst>
              <a:gd name="connsiteX0" fmla="*/ 2413079 w 4826159"/>
              <a:gd name="connsiteY0" fmla="*/ 0 h 3192433"/>
              <a:gd name="connsiteX1" fmla="*/ 4778067 w 4826159"/>
              <a:gd name="connsiteY1" fmla="*/ 1279126 h 3192433"/>
              <a:gd name="connsiteX2" fmla="*/ 2413080 w 4826159"/>
              <a:gd name="connsiteY2" fmla="*/ 1596217 h 3192433"/>
              <a:gd name="connsiteX3" fmla="*/ 2413079 w 4826159"/>
              <a:gd name="connsiteY3" fmla="*/ 0 h 3192433"/>
              <a:gd name="connsiteX0" fmla="*/ 2413079 w 4826159"/>
              <a:gd name="connsiteY0" fmla="*/ 0 h 3192433"/>
              <a:gd name="connsiteX1" fmla="*/ 4778067 w 4826159"/>
              <a:gd name="connsiteY1" fmla="*/ 1279126 h 3192433"/>
              <a:gd name="connsiteX0" fmla="*/ 0 w 3351106"/>
              <a:gd name="connsiteY0" fmla="*/ 0 h 2121809"/>
              <a:gd name="connsiteX1" fmla="*/ 2364988 w 3351106"/>
              <a:gd name="connsiteY1" fmla="*/ 1279126 h 2121809"/>
              <a:gd name="connsiteX2" fmla="*/ 1 w 3351106"/>
              <a:gd name="connsiteY2" fmla="*/ 1596217 h 2121809"/>
              <a:gd name="connsiteX3" fmla="*/ 0 w 3351106"/>
              <a:gd name="connsiteY3" fmla="*/ 0 h 2121809"/>
              <a:gd name="connsiteX0" fmla="*/ 0 w 3351106"/>
              <a:gd name="connsiteY0" fmla="*/ 0 h 2121809"/>
              <a:gd name="connsiteX1" fmla="*/ 3351106 w 3351106"/>
              <a:gd name="connsiteY1" fmla="*/ 2121809 h 2121809"/>
            </a:gdLst>
            <a:ahLst/>
            <a:cxnLst>
              <a:cxn ang="0">
                <a:pos x="connsiteX0" y="connsiteY0"/>
              </a:cxn>
              <a:cxn ang="0">
                <a:pos x="connsiteX1" y="connsiteY1"/>
              </a:cxn>
            </a:cxnLst>
            <a:rect l="l" t="t" r="r" b="b"/>
            <a:pathLst>
              <a:path w="3351106" h="2121809" stroke="0" extrusionOk="0">
                <a:moveTo>
                  <a:pt x="0" y="0"/>
                </a:moveTo>
                <a:cubicBezTo>
                  <a:pt x="1147924" y="0"/>
                  <a:pt x="2136951" y="534925"/>
                  <a:pt x="2364988" y="1279126"/>
                </a:cubicBezTo>
                <a:lnTo>
                  <a:pt x="1" y="1596217"/>
                </a:lnTo>
                <a:cubicBezTo>
                  <a:pt x="1" y="1064145"/>
                  <a:pt x="0" y="532072"/>
                  <a:pt x="0" y="0"/>
                </a:cubicBezTo>
                <a:close/>
              </a:path>
              <a:path w="3351106" h="2121809" fill="none">
                <a:moveTo>
                  <a:pt x="0" y="0"/>
                </a:moveTo>
                <a:cubicBezTo>
                  <a:pt x="1147924" y="0"/>
                  <a:pt x="3123069" y="1377608"/>
                  <a:pt x="3351106" y="2121809"/>
                </a:cubicBezTo>
              </a:path>
            </a:pathLst>
          </a:cu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chemeClr val="accent3">
                  <a:lumMod val="50000"/>
                </a:schemeClr>
              </a:solidFill>
              <a:effectLst/>
              <a:uFillTx/>
              <a:latin typeface="Times New Roman" panose="02020603050405020304" pitchFamily="18" charset="0"/>
              <a:cs typeface="Times New Roman" panose="02020603050405020304" pitchFamily="18" charset="0"/>
            </a:endParaRPr>
          </a:p>
        </p:txBody>
      </p:sp>
      <p:sp>
        <p:nvSpPr>
          <p:cNvPr id="2" name="Arc 1">
            <a:extLst>
              <a:ext uri="{FF2B5EF4-FFF2-40B4-BE49-F238E27FC236}">
                <a16:creationId xmlns:a16="http://schemas.microsoft.com/office/drawing/2014/main" id="{135C3F6D-F07C-EC4F-BF87-1C01F49E2694}"/>
              </a:ext>
            </a:extLst>
          </p:cNvPr>
          <p:cNvSpPr/>
          <p:nvPr/>
        </p:nvSpPr>
        <p:spPr>
          <a:xfrm>
            <a:off x="1514025" y="3708586"/>
            <a:ext cx="3351106" cy="2121809"/>
          </a:xfrm>
          <a:custGeom>
            <a:avLst/>
            <a:gdLst>
              <a:gd name="connsiteX0" fmla="*/ 2413079 w 4826159"/>
              <a:gd name="connsiteY0" fmla="*/ 0 h 3192433"/>
              <a:gd name="connsiteX1" fmla="*/ 4778067 w 4826159"/>
              <a:gd name="connsiteY1" fmla="*/ 1279126 h 3192433"/>
              <a:gd name="connsiteX2" fmla="*/ 2413080 w 4826159"/>
              <a:gd name="connsiteY2" fmla="*/ 1596217 h 3192433"/>
              <a:gd name="connsiteX3" fmla="*/ 2413079 w 4826159"/>
              <a:gd name="connsiteY3" fmla="*/ 0 h 3192433"/>
              <a:gd name="connsiteX0" fmla="*/ 2413079 w 4826159"/>
              <a:gd name="connsiteY0" fmla="*/ 0 h 3192433"/>
              <a:gd name="connsiteX1" fmla="*/ 4778067 w 4826159"/>
              <a:gd name="connsiteY1" fmla="*/ 1279126 h 3192433"/>
              <a:gd name="connsiteX0" fmla="*/ 0 w 3351106"/>
              <a:gd name="connsiteY0" fmla="*/ 0 h 2121809"/>
              <a:gd name="connsiteX1" fmla="*/ 2364988 w 3351106"/>
              <a:gd name="connsiteY1" fmla="*/ 1279126 h 2121809"/>
              <a:gd name="connsiteX2" fmla="*/ 1 w 3351106"/>
              <a:gd name="connsiteY2" fmla="*/ 1596217 h 2121809"/>
              <a:gd name="connsiteX3" fmla="*/ 0 w 3351106"/>
              <a:gd name="connsiteY3" fmla="*/ 0 h 2121809"/>
              <a:gd name="connsiteX0" fmla="*/ 0 w 3351106"/>
              <a:gd name="connsiteY0" fmla="*/ 0 h 2121809"/>
              <a:gd name="connsiteX1" fmla="*/ 3351106 w 3351106"/>
              <a:gd name="connsiteY1" fmla="*/ 2121809 h 2121809"/>
            </a:gdLst>
            <a:ahLst/>
            <a:cxnLst>
              <a:cxn ang="0">
                <a:pos x="connsiteX0" y="connsiteY0"/>
              </a:cxn>
              <a:cxn ang="0">
                <a:pos x="connsiteX1" y="connsiteY1"/>
              </a:cxn>
            </a:cxnLst>
            <a:rect l="l" t="t" r="r" b="b"/>
            <a:pathLst>
              <a:path w="3351106" h="2121809" stroke="0" extrusionOk="0">
                <a:moveTo>
                  <a:pt x="0" y="0"/>
                </a:moveTo>
                <a:cubicBezTo>
                  <a:pt x="1147924" y="0"/>
                  <a:pt x="2136951" y="534925"/>
                  <a:pt x="2364988" y="1279126"/>
                </a:cubicBezTo>
                <a:lnTo>
                  <a:pt x="1" y="1596217"/>
                </a:lnTo>
                <a:cubicBezTo>
                  <a:pt x="1" y="1064145"/>
                  <a:pt x="0" y="532072"/>
                  <a:pt x="0" y="0"/>
                </a:cubicBezTo>
                <a:close/>
              </a:path>
              <a:path w="3351106" h="2121809" fill="none">
                <a:moveTo>
                  <a:pt x="0" y="0"/>
                </a:moveTo>
                <a:cubicBezTo>
                  <a:pt x="1147924" y="0"/>
                  <a:pt x="3123069" y="1377608"/>
                  <a:pt x="3351106" y="2121809"/>
                </a:cubicBezTo>
              </a:path>
            </a:pathLst>
          </a:custGeom>
          <a:noFill/>
          <a:ln w="57150" cap="flat">
            <a:solidFill>
              <a:srgbClr val="000000"/>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Times New Roman" panose="02020603050405020304" pitchFamily="18" charset="0"/>
              <a:cs typeface="Times New Roman" panose="02020603050405020304" pitchFamily="18" charset="0"/>
            </a:endParaRPr>
          </a:p>
        </p:txBody>
      </p:sp>
      <p:sp>
        <p:nvSpPr>
          <p:cNvPr id="111" name="Line">
            <a:extLst>
              <a:ext uri="{FF2B5EF4-FFF2-40B4-BE49-F238E27FC236}">
                <a16:creationId xmlns:a16="http://schemas.microsoft.com/office/drawing/2014/main" id="{43AC6F69-6654-FF44-8972-D4CC7AE32319}"/>
              </a:ext>
            </a:extLst>
          </p:cNvPr>
          <p:cNvSpPr/>
          <p:nvPr/>
        </p:nvSpPr>
        <p:spPr>
          <a:xfrm flipV="1">
            <a:off x="7809992" y="2254911"/>
            <a:ext cx="1" cy="5116952"/>
          </a:xfrm>
          <a:prstGeom prst="line">
            <a:avLst/>
          </a:prstGeom>
          <a:noFill/>
          <a:ln w="63500" cap="flat">
            <a:solidFill>
              <a:srgbClr val="000000"/>
            </a:solidFill>
            <a:prstDash val="solid"/>
            <a:miter lim="400000"/>
            <a:headEnd type="triangle" w="med" len="med"/>
            <a:tailEnd type="triangle" w="med" len="med"/>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a:latin typeface="Times New Roman" panose="02020603050405020304" pitchFamily="18" charset="0"/>
              <a:cs typeface="Times New Roman" panose="02020603050405020304" pitchFamily="18" charset="0"/>
            </a:endParaRPr>
          </a:p>
        </p:txBody>
      </p:sp>
      <p:sp>
        <p:nvSpPr>
          <p:cNvPr id="112" name="Line">
            <a:extLst>
              <a:ext uri="{FF2B5EF4-FFF2-40B4-BE49-F238E27FC236}">
                <a16:creationId xmlns:a16="http://schemas.microsoft.com/office/drawing/2014/main" id="{335B1852-EA8A-EA41-BED8-2EE3095CBC40}"/>
              </a:ext>
            </a:extLst>
          </p:cNvPr>
          <p:cNvSpPr/>
          <p:nvPr/>
        </p:nvSpPr>
        <p:spPr>
          <a:xfrm>
            <a:off x="6947055" y="6874418"/>
            <a:ext cx="5440413" cy="1"/>
          </a:xfrm>
          <a:prstGeom prst="line">
            <a:avLst/>
          </a:prstGeom>
          <a:noFill/>
          <a:ln w="63500" cap="flat">
            <a:solidFill>
              <a:srgbClr val="000000"/>
            </a:solidFill>
            <a:prstDash val="solid"/>
            <a:miter lim="400000"/>
            <a:headEnd type="triangle" w="med" len="med"/>
            <a:tailEnd type="triangle" w="med" len="med"/>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a:latin typeface="Times New Roman" panose="02020603050405020304" pitchFamily="18" charset="0"/>
              <a:cs typeface="Times New Roman" panose="02020603050405020304" pitchFamily="18" charset="0"/>
            </a:endParaRPr>
          </a:p>
        </p:txBody>
      </p:sp>
      <p:sp>
        <p:nvSpPr>
          <p:cNvPr id="113" name="AR, MR">
            <a:extLst>
              <a:ext uri="{FF2B5EF4-FFF2-40B4-BE49-F238E27FC236}">
                <a16:creationId xmlns:a16="http://schemas.microsoft.com/office/drawing/2014/main" id="{41646ACA-A6C6-5949-988A-52F4F220B08F}"/>
              </a:ext>
            </a:extLst>
          </p:cNvPr>
          <p:cNvSpPr txBox="1"/>
          <p:nvPr/>
        </p:nvSpPr>
        <p:spPr>
          <a:xfrm>
            <a:off x="7028678" y="2271559"/>
            <a:ext cx="774658" cy="79632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b">
            <a:normAutofit/>
          </a:bodyPr>
          <a:lstStyle>
            <a:lvl1pPr defTabSz="426466">
              <a:defRPr sz="2190" b="0">
                <a:latin typeface="+mn-lt"/>
                <a:ea typeface="+mn-ea"/>
                <a:cs typeface="+mn-cs"/>
                <a:sym typeface="Helvetica Neue Medium"/>
              </a:defRPr>
            </a:lvl1pPr>
          </a:lstStyle>
          <a:p>
            <a:r>
              <a:rPr>
                <a:latin typeface="Times New Roman" panose="02020603050405020304" pitchFamily="18" charset="0"/>
                <a:cs typeface="Times New Roman" panose="02020603050405020304" pitchFamily="18" charset="0"/>
              </a:rPr>
              <a:t>AR, MR</a:t>
            </a:r>
          </a:p>
        </p:txBody>
      </p:sp>
      <p:sp>
        <p:nvSpPr>
          <p:cNvPr id="114" name="Qty">
            <a:extLst>
              <a:ext uri="{FF2B5EF4-FFF2-40B4-BE49-F238E27FC236}">
                <a16:creationId xmlns:a16="http://schemas.microsoft.com/office/drawing/2014/main" id="{09F3251F-0194-6D4D-A380-E8710EEBEC36}"/>
              </a:ext>
            </a:extLst>
          </p:cNvPr>
          <p:cNvSpPr txBox="1"/>
          <p:nvPr/>
        </p:nvSpPr>
        <p:spPr>
          <a:xfrm>
            <a:off x="11865907" y="6901021"/>
            <a:ext cx="661329" cy="470842"/>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b">
            <a:normAutofit/>
          </a:bodyPr>
          <a:lstStyle>
            <a:lvl1pPr defTabSz="467359">
              <a:defRPr b="0">
                <a:latin typeface="+mn-lt"/>
                <a:ea typeface="+mn-ea"/>
                <a:cs typeface="+mn-cs"/>
                <a:sym typeface="Helvetica Neue Medium"/>
              </a:defRPr>
            </a:lvl1pPr>
          </a:lstStyle>
          <a:p>
            <a:r>
              <a:rPr>
                <a:latin typeface="Times New Roman" panose="02020603050405020304" pitchFamily="18" charset="0"/>
                <a:cs typeface="Times New Roman" panose="02020603050405020304" pitchFamily="18" charset="0"/>
              </a:rPr>
              <a:t>Qty</a:t>
            </a:r>
          </a:p>
        </p:txBody>
      </p:sp>
      <p:sp>
        <p:nvSpPr>
          <p:cNvPr id="117" name="P">
            <a:extLst>
              <a:ext uri="{FF2B5EF4-FFF2-40B4-BE49-F238E27FC236}">
                <a16:creationId xmlns:a16="http://schemas.microsoft.com/office/drawing/2014/main" id="{3DB1BABA-C2A8-9E40-AC62-E2E77AFCB36B}"/>
              </a:ext>
            </a:extLst>
          </p:cNvPr>
          <p:cNvSpPr txBox="1"/>
          <p:nvPr/>
        </p:nvSpPr>
        <p:spPr>
          <a:xfrm>
            <a:off x="8332136" y="6852335"/>
            <a:ext cx="555637" cy="62639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b">
            <a:normAutofit/>
          </a:bodyPr>
          <a:lstStyle>
            <a:lvl1pPr>
              <a:defRPr sz="3000" b="0">
                <a:latin typeface="+mn-lt"/>
                <a:ea typeface="+mn-ea"/>
                <a:cs typeface="+mn-cs"/>
                <a:sym typeface="Helvetica Neue Medium"/>
              </a:defRPr>
            </a:lvl1pPr>
          </a:lstStyle>
          <a:p>
            <a:r>
              <a:rPr lang="en-US">
                <a:latin typeface="Times New Roman" panose="02020603050405020304" pitchFamily="18" charset="0"/>
                <a:cs typeface="Times New Roman" panose="02020603050405020304" pitchFamily="18" charset="0"/>
              </a:rPr>
              <a:t>Q</a:t>
            </a:r>
            <a:endParaRPr>
              <a:latin typeface="Times New Roman" panose="02020603050405020304" pitchFamily="18" charset="0"/>
              <a:cs typeface="Times New Roman" panose="02020603050405020304" pitchFamily="18" charset="0"/>
            </a:endParaRPr>
          </a:p>
        </p:txBody>
      </p:sp>
      <p:sp>
        <p:nvSpPr>
          <p:cNvPr id="153" name="ARc">
            <a:extLst>
              <a:ext uri="{FF2B5EF4-FFF2-40B4-BE49-F238E27FC236}">
                <a16:creationId xmlns:a16="http://schemas.microsoft.com/office/drawing/2014/main" id="{3CC193DC-505D-654B-BBCF-870ACACE0F25}"/>
              </a:ext>
            </a:extLst>
          </p:cNvPr>
          <p:cNvSpPr txBox="1"/>
          <p:nvPr/>
        </p:nvSpPr>
        <p:spPr>
          <a:xfrm>
            <a:off x="11872641" y="4647728"/>
            <a:ext cx="555637" cy="62639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b">
            <a:normAutofit/>
          </a:bodyPr>
          <a:lstStyle/>
          <a:p>
            <a:pPr defTabSz="397256">
              <a:defRPr sz="2040" b="0">
                <a:latin typeface="+mn-lt"/>
                <a:ea typeface="+mn-ea"/>
                <a:cs typeface="+mn-cs"/>
                <a:sym typeface="Helvetica Neue Medium"/>
              </a:defRPr>
            </a:pPr>
            <a:r>
              <a:rPr>
                <a:latin typeface="Times New Roman" panose="02020603050405020304" pitchFamily="18" charset="0"/>
                <a:cs typeface="Times New Roman" panose="02020603050405020304" pitchFamily="18" charset="0"/>
              </a:rPr>
              <a:t>AR</a:t>
            </a:r>
            <a:r>
              <a:rPr baseline="-5999">
                <a:latin typeface="Times New Roman" panose="02020603050405020304" pitchFamily="18" charset="0"/>
                <a:cs typeface="Times New Roman" panose="02020603050405020304" pitchFamily="18" charset="0"/>
              </a:rPr>
              <a:t>c</a:t>
            </a:r>
          </a:p>
        </p:txBody>
      </p:sp>
      <p:sp>
        <p:nvSpPr>
          <p:cNvPr id="198" name="MRc">
            <a:extLst>
              <a:ext uri="{FF2B5EF4-FFF2-40B4-BE49-F238E27FC236}">
                <a16:creationId xmlns:a16="http://schemas.microsoft.com/office/drawing/2014/main" id="{2A58BE36-7B42-4D42-8E9C-A4B89F46E0DD}"/>
              </a:ext>
            </a:extLst>
          </p:cNvPr>
          <p:cNvSpPr txBox="1"/>
          <p:nvPr/>
        </p:nvSpPr>
        <p:spPr>
          <a:xfrm>
            <a:off x="9912156" y="6189324"/>
            <a:ext cx="555637" cy="62639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b">
            <a:normAutofit/>
          </a:bodyPr>
          <a:lstStyle/>
          <a:p>
            <a:pPr defTabSz="350520">
              <a:defRPr sz="1800" b="0">
                <a:latin typeface="+mn-lt"/>
                <a:ea typeface="+mn-ea"/>
                <a:cs typeface="+mn-cs"/>
                <a:sym typeface="Helvetica Neue Medium"/>
              </a:defRPr>
            </a:pPr>
            <a:r>
              <a:rPr>
                <a:latin typeface="Times New Roman" panose="02020603050405020304" pitchFamily="18" charset="0"/>
                <a:cs typeface="Times New Roman" panose="02020603050405020304" pitchFamily="18" charset="0"/>
              </a:rPr>
              <a:t>MR</a:t>
            </a:r>
            <a:r>
              <a:rPr baseline="-5999">
                <a:latin typeface="Times New Roman" panose="02020603050405020304" pitchFamily="18" charset="0"/>
                <a:cs typeface="Times New Roman" panose="02020603050405020304" pitchFamily="18" charset="0"/>
              </a:rPr>
              <a:t>c</a:t>
            </a:r>
          </a:p>
        </p:txBody>
      </p:sp>
      <p:sp>
        <p:nvSpPr>
          <p:cNvPr id="199" name="Arc 1">
            <a:extLst>
              <a:ext uri="{FF2B5EF4-FFF2-40B4-BE49-F238E27FC236}">
                <a16:creationId xmlns:a16="http://schemas.microsoft.com/office/drawing/2014/main" id="{113424E3-EC69-454B-94AA-1E0FE64B35A8}"/>
              </a:ext>
            </a:extLst>
          </p:cNvPr>
          <p:cNvSpPr/>
          <p:nvPr/>
        </p:nvSpPr>
        <p:spPr>
          <a:xfrm rot="10800000">
            <a:off x="7849869" y="3708585"/>
            <a:ext cx="4016038" cy="1354323"/>
          </a:xfrm>
          <a:custGeom>
            <a:avLst/>
            <a:gdLst>
              <a:gd name="connsiteX0" fmla="*/ 2413079 w 4826159"/>
              <a:gd name="connsiteY0" fmla="*/ 0 h 3192433"/>
              <a:gd name="connsiteX1" fmla="*/ 4778067 w 4826159"/>
              <a:gd name="connsiteY1" fmla="*/ 1279126 h 3192433"/>
              <a:gd name="connsiteX2" fmla="*/ 2413080 w 4826159"/>
              <a:gd name="connsiteY2" fmla="*/ 1596217 h 3192433"/>
              <a:gd name="connsiteX3" fmla="*/ 2413079 w 4826159"/>
              <a:gd name="connsiteY3" fmla="*/ 0 h 3192433"/>
              <a:gd name="connsiteX0" fmla="*/ 2413079 w 4826159"/>
              <a:gd name="connsiteY0" fmla="*/ 0 h 3192433"/>
              <a:gd name="connsiteX1" fmla="*/ 4778067 w 4826159"/>
              <a:gd name="connsiteY1" fmla="*/ 1279126 h 3192433"/>
              <a:gd name="connsiteX0" fmla="*/ 0 w 3351106"/>
              <a:gd name="connsiteY0" fmla="*/ 0 h 2121809"/>
              <a:gd name="connsiteX1" fmla="*/ 2364988 w 3351106"/>
              <a:gd name="connsiteY1" fmla="*/ 1279126 h 2121809"/>
              <a:gd name="connsiteX2" fmla="*/ 1 w 3351106"/>
              <a:gd name="connsiteY2" fmla="*/ 1596217 h 2121809"/>
              <a:gd name="connsiteX3" fmla="*/ 0 w 3351106"/>
              <a:gd name="connsiteY3" fmla="*/ 0 h 2121809"/>
              <a:gd name="connsiteX0" fmla="*/ 0 w 3351106"/>
              <a:gd name="connsiteY0" fmla="*/ 0 h 2121809"/>
              <a:gd name="connsiteX1" fmla="*/ 3351106 w 3351106"/>
              <a:gd name="connsiteY1" fmla="*/ 2121809 h 2121809"/>
            </a:gdLst>
            <a:ahLst/>
            <a:cxnLst>
              <a:cxn ang="0">
                <a:pos x="connsiteX0" y="connsiteY0"/>
              </a:cxn>
              <a:cxn ang="0">
                <a:pos x="connsiteX1" y="connsiteY1"/>
              </a:cxn>
            </a:cxnLst>
            <a:rect l="l" t="t" r="r" b="b"/>
            <a:pathLst>
              <a:path w="3351106" h="2121809" stroke="0" extrusionOk="0">
                <a:moveTo>
                  <a:pt x="0" y="0"/>
                </a:moveTo>
                <a:cubicBezTo>
                  <a:pt x="1147924" y="0"/>
                  <a:pt x="2136951" y="534925"/>
                  <a:pt x="2364988" y="1279126"/>
                </a:cubicBezTo>
                <a:lnTo>
                  <a:pt x="1" y="1596217"/>
                </a:lnTo>
                <a:cubicBezTo>
                  <a:pt x="1" y="1064145"/>
                  <a:pt x="0" y="532072"/>
                  <a:pt x="0" y="0"/>
                </a:cubicBezTo>
                <a:close/>
              </a:path>
              <a:path w="3351106" h="2121809" fill="none">
                <a:moveTo>
                  <a:pt x="0" y="0"/>
                </a:moveTo>
                <a:cubicBezTo>
                  <a:pt x="1147924" y="0"/>
                  <a:pt x="3123069" y="1377608"/>
                  <a:pt x="3351106" y="2121809"/>
                </a:cubicBezTo>
              </a:path>
            </a:pathLst>
          </a:custGeom>
          <a:noFill/>
          <a:ln w="57150" cap="flat">
            <a:solidFill>
              <a:srgbClr val="000000"/>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Times New Roman" panose="02020603050405020304" pitchFamily="18" charset="0"/>
              <a:cs typeface="Times New Roman" panose="02020603050405020304" pitchFamily="18" charset="0"/>
            </a:endParaRPr>
          </a:p>
        </p:txBody>
      </p:sp>
      <p:sp>
        <p:nvSpPr>
          <p:cNvPr id="200" name="Arc 1">
            <a:extLst>
              <a:ext uri="{FF2B5EF4-FFF2-40B4-BE49-F238E27FC236}">
                <a16:creationId xmlns:a16="http://schemas.microsoft.com/office/drawing/2014/main" id="{62463F7D-2313-C54F-BF76-B27E711A3772}"/>
              </a:ext>
            </a:extLst>
          </p:cNvPr>
          <p:cNvSpPr/>
          <p:nvPr/>
        </p:nvSpPr>
        <p:spPr>
          <a:xfrm rot="11206584">
            <a:off x="7694691" y="3873397"/>
            <a:ext cx="2386165" cy="2671513"/>
          </a:xfrm>
          <a:custGeom>
            <a:avLst/>
            <a:gdLst>
              <a:gd name="connsiteX0" fmla="*/ 2413079 w 4826159"/>
              <a:gd name="connsiteY0" fmla="*/ 0 h 3192433"/>
              <a:gd name="connsiteX1" fmla="*/ 4778067 w 4826159"/>
              <a:gd name="connsiteY1" fmla="*/ 1279126 h 3192433"/>
              <a:gd name="connsiteX2" fmla="*/ 2413080 w 4826159"/>
              <a:gd name="connsiteY2" fmla="*/ 1596217 h 3192433"/>
              <a:gd name="connsiteX3" fmla="*/ 2413079 w 4826159"/>
              <a:gd name="connsiteY3" fmla="*/ 0 h 3192433"/>
              <a:gd name="connsiteX0" fmla="*/ 2413079 w 4826159"/>
              <a:gd name="connsiteY0" fmla="*/ 0 h 3192433"/>
              <a:gd name="connsiteX1" fmla="*/ 4778067 w 4826159"/>
              <a:gd name="connsiteY1" fmla="*/ 1279126 h 3192433"/>
              <a:gd name="connsiteX0" fmla="*/ 0 w 3351106"/>
              <a:gd name="connsiteY0" fmla="*/ 0 h 2121809"/>
              <a:gd name="connsiteX1" fmla="*/ 2364988 w 3351106"/>
              <a:gd name="connsiteY1" fmla="*/ 1279126 h 2121809"/>
              <a:gd name="connsiteX2" fmla="*/ 1 w 3351106"/>
              <a:gd name="connsiteY2" fmla="*/ 1596217 h 2121809"/>
              <a:gd name="connsiteX3" fmla="*/ 0 w 3351106"/>
              <a:gd name="connsiteY3" fmla="*/ 0 h 2121809"/>
              <a:gd name="connsiteX0" fmla="*/ 0 w 3351106"/>
              <a:gd name="connsiteY0" fmla="*/ 0 h 2121809"/>
              <a:gd name="connsiteX1" fmla="*/ 3351106 w 3351106"/>
              <a:gd name="connsiteY1" fmla="*/ 2121809 h 2121809"/>
            </a:gdLst>
            <a:ahLst/>
            <a:cxnLst>
              <a:cxn ang="0">
                <a:pos x="connsiteX0" y="connsiteY0"/>
              </a:cxn>
              <a:cxn ang="0">
                <a:pos x="connsiteX1" y="connsiteY1"/>
              </a:cxn>
            </a:cxnLst>
            <a:rect l="l" t="t" r="r" b="b"/>
            <a:pathLst>
              <a:path w="3351106" h="2121809" stroke="0" extrusionOk="0">
                <a:moveTo>
                  <a:pt x="0" y="0"/>
                </a:moveTo>
                <a:cubicBezTo>
                  <a:pt x="1147924" y="0"/>
                  <a:pt x="2136951" y="534925"/>
                  <a:pt x="2364988" y="1279126"/>
                </a:cubicBezTo>
                <a:lnTo>
                  <a:pt x="1" y="1596217"/>
                </a:lnTo>
                <a:cubicBezTo>
                  <a:pt x="1" y="1064145"/>
                  <a:pt x="0" y="532072"/>
                  <a:pt x="0" y="0"/>
                </a:cubicBezTo>
                <a:close/>
              </a:path>
              <a:path w="3351106" h="2121809" fill="none">
                <a:moveTo>
                  <a:pt x="0" y="0"/>
                </a:moveTo>
                <a:cubicBezTo>
                  <a:pt x="1147924" y="0"/>
                  <a:pt x="3123069" y="1377608"/>
                  <a:pt x="3351106" y="2121809"/>
                </a:cubicBezTo>
              </a:path>
            </a:pathLst>
          </a:cu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i="0" u="none" strike="noStrike" cap="none" spc="0" normalizeH="0" baseline="0">
              <a:ln>
                <a:noFill/>
              </a:ln>
              <a:solidFill>
                <a:schemeClr val="accent3">
                  <a:lumMod val="50000"/>
                </a:schemeClr>
              </a:solidFill>
              <a:effectLst/>
              <a:uFillTx/>
              <a:latin typeface="Times New Roman" panose="02020603050405020304" pitchFamily="18" charset="0"/>
              <a:cs typeface="Times New Roman" panose="02020603050405020304" pitchFamily="18" charset="0"/>
            </a:endParaRPr>
          </a:p>
        </p:txBody>
      </p:sp>
      <p:sp>
        <p:nvSpPr>
          <p:cNvPr id="202" name="C">
            <a:extLst>
              <a:ext uri="{FF2B5EF4-FFF2-40B4-BE49-F238E27FC236}">
                <a16:creationId xmlns:a16="http://schemas.microsoft.com/office/drawing/2014/main" id="{3194D71D-D964-CB4D-970F-F07308A86754}"/>
              </a:ext>
            </a:extLst>
          </p:cNvPr>
          <p:cNvSpPr txBox="1"/>
          <p:nvPr/>
        </p:nvSpPr>
        <p:spPr>
          <a:xfrm>
            <a:off x="7204855" y="1071044"/>
            <a:ext cx="5724936" cy="86215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b">
            <a:normAutofit/>
          </a:bodyPr>
          <a:lstStyle>
            <a:lvl1pPr>
              <a:defRPr sz="3000" b="0">
                <a:latin typeface="+mn-lt"/>
                <a:ea typeface="+mn-ea"/>
                <a:cs typeface="+mn-cs"/>
                <a:sym typeface="Helvetica Neue Medium"/>
              </a:defRPr>
            </a:lvl1pPr>
          </a:lstStyle>
          <a:p>
            <a:r>
              <a:rPr lang="en-US" sz="2400" b="1">
                <a:latin typeface="Times New Roman" panose="02020603050405020304" pitchFamily="18" charset="0"/>
                <a:cs typeface="Times New Roman" panose="02020603050405020304" pitchFamily="18" charset="0"/>
              </a:rPr>
              <a:t>If the AR &amp; MR curves are </a:t>
            </a:r>
            <a:r>
              <a:rPr lang="en-US" sz="2400" b="1">
                <a:solidFill>
                  <a:srgbClr val="FF0000"/>
                </a:solidFill>
                <a:latin typeface="Times New Roman" panose="02020603050405020304" pitchFamily="18" charset="0"/>
                <a:cs typeface="Times New Roman" panose="02020603050405020304" pitchFamily="18" charset="0"/>
              </a:rPr>
              <a:t>CONVEX</a:t>
            </a:r>
            <a:r>
              <a:rPr lang="en-US" sz="2400" b="1">
                <a:latin typeface="Times New Roman" panose="02020603050405020304" pitchFamily="18" charset="0"/>
                <a:cs typeface="Times New Roman" panose="02020603050405020304" pitchFamily="18" charset="0"/>
              </a:rPr>
              <a:t>, </a:t>
            </a:r>
          </a:p>
          <a:p>
            <a:r>
              <a:rPr lang="en-US" sz="2400" b="1">
                <a:solidFill>
                  <a:schemeClr val="accent6">
                    <a:lumMod val="50000"/>
                  </a:schemeClr>
                </a:solidFill>
                <a:latin typeface="Times New Roman" panose="02020603050405020304" pitchFamily="18" charset="0"/>
                <a:cs typeface="Times New Roman" panose="02020603050405020304" pitchFamily="18" charset="0"/>
              </a:rPr>
              <a:t>slope of </a:t>
            </a:r>
            <a:r>
              <a:rPr lang="en-US" sz="2400" b="1" err="1">
                <a:solidFill>
                  <a:schemeClr val="accent6">
                    <a:lumMod val="50000"/>
                  </a:schemeClr>
                </a:solidFill>
                <a:latin typeface="Times New Roman" panose="02020603050405020304" pitchFamily="18" charset="0"/>
                <a:cs typeface="Times New Roman" panose="02020603050405020304" pitchFamily="18" charset="0"/>
              </a:rPr>
              <a:t>MR</a:t>
            </a:r>
            <a:r>
              <a:rPr lang="en-US" sz="2400" b="1" baseline="-25000" err="1">
                <a:solidFill>
                  <a:schemeClr val="accent6">
                    <a:lumMod val="50000"/>
                  </a:schemeClr>
                </a:solidFill>
                <a:latin typeface="Times New Roman" panose="02020603050405020304" pitchFamily="18" charset="0"/>
                <a:cs typeface="Times New Roman" panose="02020603050405020304" pitchFamily="18" charset="0"/>
              </a:rPr>
              <a:t>c</a:t>
            </a:r>
            <a:r>
              <a:rPr lang="en-US" sz="2400" b="1">
                <a:solidFill>
                  <a:schemeClr val="accent6">
                    <a:lumMod val="50000"/>
                  </a:schemeClr>
                </a:solidFill>
                <a:latin typeface="Times New Roman" panose="02020603050405020304" pitchFamily="18" charset="0"/>
                <a:cs typeface="Times New Roman" panose="02020603050405020304" pitchFamily="18" charset="0"/>
              </a:rPr>
              <a:t> &gt; slope of </a:t>
            </a:r>
            <a:r>
              <a:rPr lang="en-US" sz="2400" b="1" err="1">
                <a:solidFill>
                  <a:schemeClr val="accent6">
                    <a:lumMod val="50000"/>
                  </a:schemeClr>
                </a:solidFill>
                <a:latin typeface="Times New Roman" panose="02020603050405020304" pitchFamily="18" charset="0"/>
                <a:cs typeface="Times New Roman" panose="02020603050405020304" pitchFamily="18" charset="0"/>
              </a:rPr>
              <a:t>AR</a:t>
            </a:r>
            <a:r>
              <a:rPr lang="en-US" sz="2400" b="1" baseline="-25000" err="1">
                <a:solidFill>
                  <a:schemeClr val="accent6">
                    <a:lumMod val="50000"/>
                  </a:schemeClr>
                </a:solidFill>
                <a:latin typeface="Times New Roman" panose="02020603050405020304" pitchFamily="18" charset="0"/>
                <a:cs typeface="Times New Roman" panose="02020603050405020304" pitchFamily="18" charset="0"/>
              </a:rPr>
              <a:t>c</a:t>
            </a:r>
            <a:endParaRPr lang="en-US" sz="2400" b="1" baseline="-25000">
              <a:solidFill>
                <a:schemeClr val="accent6">
                  <a:lumMod val="50000"/>
                </a:schemeClr>
              </a:solidFill>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0C84A8EB-71DC-154F-851E-BE1DA9C7D324}"/>
              </a:ext>
            </a:extLst>
          </p:cNvPr>
          <p:cNvSpPr>
            <a:spLocks noGrp="1"/>
          </p:cNvSpPr>
          <p:nvPr>
            <p:ph type="sldNum" sz="quarter" idx="2"/>
          </p:nvPr>
        </p:nvSpPr>
        <p:spPr/>
        <p:txBody>
          <a:bodyPr/>
          <a:lstStyle/>
          <a:p>
            <a:fld id="{86CB4B4D-7CA3-9044-876B-883B54F8677D}" type="slidenum">
              <a:rPr lang="en-IN" smtClean="0"/>
              <a:t>20</a:t>
            </a:fld>
            <a:endParaRPr lang="en-IN"/>
          </a:p>
        </p:txBody>
      </p:sp>
      <p:cxnSp>
        <p:nvCxnSpPr>
          <p:cNvPr id="9" name="Straight Connector 8">
            <a:extLst>
              <a:ext uri="{FF2B5EF4-FFF2-40B4-BE49-F238E27FC236}">
                <a16:creationId xmlns:a16="http://schemas.microsoft.com/office/drawing/2014/main" id="{8B1C324E-8A21-E143-9BA6-9641955D7383}"/>
              </a:ext>
            </a:extLst>
          </p:cNvPr>
          <p:cNvCxnSpPr>
            <a:cxnSpLocks/>
          </p:cNvCxnSpPr>
          <p:nvPr/>
        </p:nvCxnSpPr>
        <p:spPr>
          <a:xfrm>
            <a:off x="2958529" y="4200189"/>
            <a:ext cx="0" cy="2674229"/>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2" name="Straight Connector 41">
            <a:extLst>
              <a:ext uri="{FF2B5EF4-FFF2-40B4-BE49-F238E27FC236}">
                <a16:creationId xmlns:a16="http://schemas.microsoft.com/office/drawing/2014/main" id="{3BFFA53D-959D-524E-99DD-EC4FC760D70B}"/>
              </a:ext>
            </a:extLst>
          </p:cNvPr>
          <p:cNvCxnSpPr>
            <a:cxnSpLocks/>
          </p:cNvCxnSpPr>
          <p:nvPr/>
        </p:nvCxnSpPr>
        <p:spPr>
          <a:xfrm>
            <a:off x="2200513" y="3857121"/>
            <a:ext cx="2644563" cy="2914749"/>
          </a:xfrm>
          <a:prstGeom prst="line">
            <a:avLst/>
          </a:prstGeom>
          <a:ln w="57150">
            <a:prstDash val="sysDash"/>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608BDD9D-89BC-9F4E-B7FA-79A35378224D}"/>
              </a:ext>
            </a:extLst>
          </p:cNvPr>
          <p:cNvCxnSpPr>
            <a:cxnSpLocks/>
          </p:cNvCxnSpPr>
          <p:nvPr/>
        </p:nvCxnSpPr>
        <p:spPr>
          <a:xfrm>
            <a:off x="1580852" y="3431699"/>
            <a:ext cx="5221449" cy="2564750"/>
          </a:xfrm>
          <a:prstGeom prst="line">
            <a:avLst/>
          </a:prstGeom>
          <a:ln w="5715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2988097F-DC29-9645-8499-970B796FA8DA}"/>
              </a:ext>
            </a:extLst>
          </p:cNvPr>
          <p:cNvCxnSpPr>
            <a:cxnSpLocks/>
          </p:cNvCxnSpPr>
          <p:nvPr/>
        </p:nvCxnSpPr>
        <p:spPr>
          <a:xfrm>
            <a:off x="8598834" y="4196895"/>
            <a:ext cx="0" cy="2674229"/>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2" name="Straight Connector 51">
            <a:extLst>
              <a:ext uri="{FF2B5EF4-FFF2-40B4-BE49-F238E27FC236}">
                <a16:creationId xmlns:a16="http://schemas.microsoft.com/office/drawing/2014/main" id="{3DF03099-FB42-9548-AF59-4B8EC6BCE6F9}"/>
              </a:ext>
            </a:extLst>
          </p:cNvPr>
          <p:cNvCxnSpPr>
            <a:cxnSpLocks/>
          </p:cNvCxnSpPr>
          <p:nvPr/>
        </p:nvCxnSpPr>
        <p:spPr>
          <a:xfrm>
            <a:off x="7861037" y="4488622"/>
            <a:ext cx="1641601" cy="2363713"/>
          </a:xfrm>
          <a:prstGeom prst="line">
            <a:avLst/>
          </a:prstGeom>
          <a:ln w="57150">
            <a:prstDash val="sysDash"/>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38652AF7-5F4B-E745-9E6C-243C4097A22F}"/>
              </a:ext>
            </a:extLst>
          </p:cNvPr>
          <p:cNvCxnSpPr>
            <a:cxnSpLocks/>
          </p:cNvCxnSpPr>
          <p:nvPr/>
        </p:nvCxnSpPr>
        <p:spPr>
          <a:xfrm>
            <a:off x="7803336" y="3857121"/>
            <a:ext cx="4715576" cy="2481545"/>
          </a:xfrm>
          <a:prstGeom prst="line">
            <a:avLst/>
          </a:prstGeom>
          <a:ln w="5715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55" name="P">
            <a:extLst>
              <a:ext uri="{FF2B5EF4-FFF2-40B4-BE49-F238E27FC236}">
                <a16:creationId xmlns:a16="http://schemas.microsoft.com/office/drawing/2014/main" id="{FABC02D2-A8F9-F943-B965-7FAFF255290B}"/>
              </a:ext>
            </a:extLst>
          </p:cNvPr>
          <p:cNvSpPr txBox="1"/>
          <p:nvPr/>
        </p:nvSpPr>
        <p:spPr>
          <a:xfrm>
            <a:off x="2685944" y="6815714"/>
            <a:ext cx="555637" cy="62639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b">
            <a:normAutofit/>
          </a:bodyPr>
          <a:lstStyle>
            <a:lvl1pPr>
              <a:defRPr sz="3000" b="0">
                <a:latin typeface="+mn-lt"/>
                <a:ea typeface="+mn-ea"/>
                <a:cs typeface="+mn-cs"/>
                <a:sym typeface="Helvetica Neue Medium"/>
              </a:defRPr>
            </a:lvl1pPr>
          </a:lstStyle>
          <a:p>
            <a:r>
              <a:rPr lang="en-US">
                <a:latin typeface="Times New Roman" panose="02020603050405020304" pitchFamily="18" charset="0"/>
                <a:cs typeface="Times New Roman" panose="02020603050405020304" pitchFamily="18" charset="0"/>
              </a:rPr>
              <a:t>Q</a:t>
            </a:r>
            <a:endParaRPr>
              <a:latin typeface="Times New Roman" panose="02020603050405020304" pitchFamily="18" charset="0"/>
              <a:cs typeface="Times New Roman" panose="02020603050405020304" pitchFamily="18" charset="0"/>
            </a:endParaRPr>
          </a:p>
        </p:txBody>
      </p:sp>
      <p:sp>
        <p:nvSpPr>
          <p:cNvPr id="56" name="C">
            <a:extLst>
              <a:ext uri="{FF2B5EF4-FFF2-40B4-BE49-F238E27FC236}">
                <a16:creationId xmlns:a16="http://schemas.microsoft.com/office/drawing/2014/main" id="{15A226B7-32DD-7441-890B-AECE8EDDA955}"/>
              </a:ext>
            </a:extLst>
          </p:cNvPr>
          <p:cNvSpPr txBox="1"/>
          <p:nvPr/>
        </p:nvSpPr>
        <p:spPr>
          <a:xfrm>
            <a:off x="554062" y="1154947"/>
            <a:ext cx="5724936" cy="79632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b">
            <a:normAutofit lnSpcReduction="10000"/>
          </a:bodyPr>
          <a:lstStyle>
            <a:lvl1pPr>
              <a:defRPr sz="3000" b="0">
                <a:latin typeface="+mn-lt"/>
                <a:ea typeface="+mn-ea"/>
                <a:cs typeface="+mn-cs"/>
                <a:sym typeface="Helvetica Neue Medium"/>
              </a:defRPr>
            </a:lvl1pPr>
          </a:lstStyle>
          <a:p>
            <a:r>
              <a:rPr lang="en-US" sz="2400" b="1">
                <a:latin typeface="Times New Roman" panose="02020603050405020304" pitchFamily="18" charset="0"/>
                <a:cs typeface="Times New Roman" panose="02020603050405020304" pitchFamily="18" charset="0"/>
              </a:rPr>
              <a:t>If the AR &amp; MR curves are </a:t>
            </a:r>
            <a:r>
              <a:rPr lang="en-US" sz="2400" b="1">
                <a:solidFill>
                  <a:srgbClr val="FF0000"/>
                </a:solidFill>
                <a:latin typeface="Times New Roman" panose="02020603050405020304" pitchFamily="18" charset="0"/>
                <a:cs typeface="Times New Roman" panose="02020603050405020304" pitchFamily="18" charset="0"/>
              </a:rPr>
              <a:t>CONCAVE</a:t>
            </a:r>
            <a:r>
              <a:rPr lang="en-US" sz="2400" b="1">
                <a:latin typeface="Times New Roman" panose="02020603050405020304" pitchFamily="18" charset="0"/>
                <a:cs typeface="Times New Roman" panose="02020603050405020304" pitchFamily="18" charset="0"/>
              </a:rPr>
              <a:t>, </a:t>
            </a:r>
          </a:p>
          <a:p>
            <a:r>
              <a:rPr lang="en-US" sz="2400" b="1">
                <a:solidFill>
                  <a:schemeClr val="accent6">
                    <a:lumMod val="50000"/>
                  </a:schemeClr>
                </a:solidFill>
                <a:latin typeface="Times New Roman" panose="02020603050405020304" pitchFamily="18" charset="0"/>
                <a:cs typeface="Times New Roman" panose="02020603050405020304" pitchFamily="18" charset="0"/>
              </a:rPr>
              <a:t>slope of </a:t>
            </a:r>
            <a:r>
              <a:rPr lang="en-US" sz="2400" b="1" err="1">
                <a:solidFill>
                  <a:schemeClr val="accent6">
                    <a:lumMod val="50000"/>
                  </a:schemeClr>
                </a:solidFill>
                <a:latin typeface="Times New Roman" panose="02020603050405020304" pitchFamily="18" charset="0"/>
                <a:cs typeface="Times New Roman" panose="02020603050405020304" pitchFamily="18" charset="0"/>
              </a:rPr>
              <a:t>MR</a:t>
            </a:r>
            <a:r>
              <a:rPr lang="en-US" sz="2400" b="1" baseline="-25000" err="1">
                <a:solidFill>
                  <a:schemeClr val="accent6">
                    <a:lumMod val="50000"/>
                  </a:schemeClr>
                </a:solidFill>
                <a:latin typeface="Times New Roman" panose="02020603050405020304" pitchFamily="18" charset="0"/>
                <a:cs typeface="Times New Roman" panose="02020603050405020304" pitchFamily="18" charset="0"/>
              </a:rPr>
              <a:t>c</a:t>
            </a:r>
            <a:r>
              <a:rPr lang="en-US" sz="2400" b="1">
                <a:solidFill>
                  <a:schemeClr val="accent6">
                    <a:lumMod val="50000"/>
                  </a:schemeClr>
                </a:solidFill>
                <a:latin typeface="Times New Roman" panose="02020603050405020304" pitchFamily="18" charset="0"/>
                <a:cs typeface="Times New Roman" panose="02020603050405020304" pitchFamily="18" charset="0"/>
              </a:rPr>
              <a:t> &gt; slope of </a:t>
            </a:r>
            <a:r>
              <a:rPr lang="en-US" sz="2400" b="1" err="1">
                <a:solidFill>
                  <a:schemeClr val="accent6">
                    <a:lumMod val="50000"/>
                  </a:schemeClr>
                </a:solidFill>
                <a:latin typeface="Times New Roman" panose="02020603050405020304" pitchFamily="18" charset="0"/>
                <a:cs typeface="Times New Roman" panose="02020603050405020304" pitchFamily="18" charset="0"/>
              </a:rPr>
              <a:t>AR</a:t>
            </a:r>
            <a:r>
              <a:rPr lang="en-US" sz="2400" b="1" baseline="-25000" err="1">
                <a:solidFill>
                  <a:schemeClr val="accent6">
                    <a:lumMod val="50000"/>
                  </a:schemeClr>
                </a:solidFill>
                <a:latin typeface="Times New Roman" panose="02020603050405020304" pitchFamily="18" charset="0"/>
                <a:cs typeface="Times New Roman" panose="02020603050405020304" pitchFamily="18" charset="0"/>
              </a:rPr>
              <a:t>c</a:t>
            </a:r>
            <a:endParaRPr sz="2400" b="1" baseline="-25000">
              <a:solidFill>
                <a:schemeClr val="accent6">
                  <a:lumMod val="50000"/>
                </a:schemeClr>
              </a:solidFill>
              <a:latin typeface="Times New Roman" panose="02020603050405020304" pitchFamily="18" charset="0"/>
              <a:cs typeface="Times New Roman" panose="02020603050405020304" pitchFamily="18" charset="0"/>
            </a:endParaRPr>
          </a:p>
        </p:txBody>
      </p:sp>
      <p:sp>
        <p:nvSpPr>
          <p:cNvPr id="49" name="P">
            <a:extLst>
              <a:ext uri="{FF2B5EF4-FFF2-40B4-BE49-F238E27FC236}">
                <a16:creationId xmlns:a16="http://schemas.microsoft.com/office/drawing/2014/main" id="{930A933D-FE84-5E43-A9B9-CA8E4744324C}"/>
              </a:ext>
            </a:extLst>
          </p:cNvPr>
          <p:cNvSpPr txBox="1"/>
          <p:nvPr/>
        </p:nvSpPr>
        <p:spPr>
          <a:xfrm>
            <a:off x="2911759" y="4259746"/>
            <a:ext cx="555637" cy="62639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b">
            <a:normAutofit/>
          </a:bodyPr>
          <a:lstStyle>
            <a:lvl1pPr>
              <a:defRPr sz="3000" b="0">
                <a:latin typeface="+mn-lt"/>
                <a:ea typeface="+mn-ea"/>
                <a:cs typeface="+mn-cs"/>
                <a:sym typeface="Helvetica Neue Medium"/>
              </a:defRPr>
            </a:lvl1pPr>
          </a:lstStyle>
          <a:p>
            <a:r>
              <a:rPr lang="en-US">
                <a:latin typeface="Times New Roman" panose="02020603050405020304" pitchFamily="18" charset="0"/>
                <a:cs typeface="Times New Roman" panose="02020603050405020304" pitchFamily="18" charset="0"/>
              </a:rPr>
              <a:t>M</a:t>
            </a:r>
            <a:endParaRPr>
              <a:latin typeface="Times New Roman" panose="02020603050405020304" pitchFamily="18" charset="0"/>
              <a:cs typeface="Times New Roman" panose="02020603050405020304" pitchFamily="18" charset="0"/>
            </a:endParaRPr>
          </a:p>
        </p:txBody>
      </p:sp>
      <p:sp>
        <p:nvSpPr>
          <p:cNvPr id="50" name="P">
            <a:extLst>
              <a:ext uri="{FF2B5EF4-FFF2-40B4-BE49-F238E27FC236}">
                <a16:creationId xmlns:a16="http://schemas.microsoft.com/office/drawing/2014/main" id="{F35EEFF9-36D5-704D-B3D6-83968B1A5BFA}"/>
              </a:ext>
            </a:extLst>
          </p:cNvPr>
          <p:cNvSpPr txBox="1"/>
          <p:nvPr/>
        </p:nvSpPr>
        <p:spPr>
          <a:xfrm>
            <a:off x="2814930" y="3482525"/>
            <a:ext cx="555637" cy="62639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b">
            <a:normAutofit/>
          </a:bodyPr>
          <a:lstStyle>
            <a:lvl1pPr>
              <a:defRPr sz="3000" b="0">
                <a:latin typeface="+mn-lt"/>
                <a:ea typeface="+mn-ea"/>
                <a:cs typeface="+mn-cs"/>
                <a:sym typeface="Helvetica Neue Medium"/>
              </a:defRPr>
            </a:lvl1pPr>
          </a:lstStyle>
          <a:p>
            <a:r>
              <a:rPr lang="en-US">
                <a:latin typeface="Times New Roman" panose="02020603050405020304" pitchFamily="18" charset="0"/>
                <a:cs typeface="Times New Roman" panose="02020603050405020304" pitchFamily="18" charset="0"/>
              </a:rPr>
              <a:t>A</a:t>
            </a:r>
            <a:endParaRPr>
              <a:latin typeface="Times New Roman" panose="02020603050405020304" pitchFamily="18" charset="0"/>
              <a:cs typeface="Times New Roman" panose="02020603050405020304" pitchFamily="18" charset="0"/>
            </a:endParaRPr>
          </a:p>
        </p:txBody>
      </p:sp>
      <p:sp>
        <p:nvSpPr>
          <p:cNvPr id="54" name="P">
            <a:extLst>
              <a:ext uri="{FF2B5EF4-FFF2-40B4-BE49-F238E27FC236}">
                <a16:creationId xmlns:a16="http://schemas.microsoft.com/office/drawing/2014/main" id="{95CF2695-0987-6F4C-94FB-8563455A2DE3}"/>
              </a:ext>
            </a:extLst>
          </p:cNvPr>
          <p:cNvSpPr txBox="1"/>
          <p:nvPr/>
        </p:nvSpPr>
        <p:spPr>
          <a:xfrm>
            <a:off x="8454282" y="3633356"/>
            <a:ext cx="555637" cy="62639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b">
            <a:normAutofit/>
          </a:bodyPr>
          <a:lstStyle>
            <a:lvl1pPr>
              <a:defRPr sz="3000" b="0">
                <a:latin typeface="+mn-lt"/>
                <a:ea typeface="+mn-ea"/>
                <a:cs typeface="+mn-cs"/>
                <a:sym typeface="Helvetica Neue Medium"/>
              </a:defRPr>
            </a:lvl1pPr>
          </a:lstStyle>
          <a:p>
            <a:r>
              <a:rPr lang="en-US">
                <a:latin typeface="Times New Roman" panose="02020603050405020304" pitchFamily="18" charset="0"/>
                <a:cs typeface="Times New Roman" panose="02020603050405020304" pitchFamily="18" charset="0"/>
              </a:rPr>
              <a:t>A</a:t>
            </a:r>
            <a:endParaRPr>
              <a:latin typeface="Times New Roman" panose="02020603050405020304" pitchFamily="18" charset="0"/>
              <a:cs typeface="Times New Roman" panose="02020603050405020304" pitchFamily="18" charset="0"/>
            </a:endParaRPr>
          </a:p>
        </p:txBody>
      </p:sp>
      <p:sp>
        <p:nvSpPr>
          <p:cNvPr id="57" name="P">
            <a:extLst>
              <a:ext uri="{FF2B5EF4-FFF2-40B4-BE49-F238E27FC236}">
                <a16:creationId xmlns:a16="http://schemas.microsoft.com/office/drawing/2014/main" id="{A1419CFC-B03C-D141-B5B3-CBE9FDAD875C}"/>
              </a:ext>
            </a:extLst>
          </p:cNvPr>
          <p:cNvSpPr txBox="1"/>
          <p:nvPr/>
        </p:nvSpPr>
        <p:spPr>
          <a:xfrm>
            <a:off x="8551606" y="5069071"/>
            <a:ext cx="555637" cy="62639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b">
            <a:normAutofit/>
          </a:bodyPr>
          <a:lstStyle>
            <a:lvl1pPr>
              <a:defRPr sz="3000" b="0">
                <a:latin typeface="+mn-lt"/>
                <a:ea typeface="+mn-ea"/>
                <a:cs typeface="+mn-cs"/>
                <a:sym typeface="Helvetica Neue Medium"/>
              </a:defRPr>
            </a:lvl1pPr>
          </a:lstStyle>
          <a:p>
            <a:r>
              <a:rPr lang="en-US">
                <a:latin typeface="Times New Roman" panose="02020603050405020304" pitchFamily="18" charset="0"/>
                <a:cs typeface="Times New Roman" panose="02020603050405020304" pitchFamily="18" charset="0"/>
              </a:rPr>
              <a:t>M</a:t>
            </a:r>
            <a:endParaRPr>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09466778"/>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6706DF48-65C8-9947-8E01-2F46E400A473}"/>
              </a:ext>
            </a:extLst>
          </p:cNvPr>
          <p:cNvGrpSpPr/>
          <p:nvPr/>
        </p:nvGrpSpPr>
        <p:grpSpPr>
          <a:xfrm>
            <a:off x="2928051" y="2555577"/>
            <a:ext cx="8335814" cy="650036"/>
            <a:chOff x="1497595" y="2468356"/>
            <a:chExt cx="8335814" cy="650036"/>
          </a:xfrm>
        </p:grpSpPr>
        <p:sp>
          <p:nvSpPr>
            <p:cNvPr id="112" name="The Relationship between"/>
            <p:cNvSpPr txBox="1"/>
            <p:nvPr/>
          </p:nvSpPr>
          <p:spPr>
            <a:xfrm>
              <a:off x="1497595" y="2468356"/>
              <a:ext cx="5408793" cy="6463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8767" rIns="48767">
              <a:spAutoFit/>
            </a:bodyPr>
            <a:lstStyle>
              <a:lvl1pPr>
                <a:defRPr sz="5000"/>
              </a:lvl1pPr>
            </a:lstStyle>
            <a:p>
              <a:r>
                <a:rPr sz="3600">
                  <a:latin typeface="Times New Roman" panose="02020603050405020304" pitchFamily="18" charset="0"/>
                  <a:cs typeface="Times New Roman" panose="02020603050405020304" pitchFamily="18" charset="0"/>
                </a:rPr>
                <a:t>The Relationship between </a:t>
              </a:r>
            </a:p>
          </p:txBody>
        </p:sp>
        <p:sp>
          <p:nvSpPr>
            <p:cNvPr id="113" name="AR, MR &amp; edp"/>
            <p:cNvSpPr txBox="1"/>
            <p:nvPr/>
          </p:nvSpPr>
          <p:spPr>
            <a:xfrm>
              <a:off x="6725943" y="2472061"/>
              <a:ext cx="3107466" cy="6463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8767" rIns="48767">
              <a:spAutoFit/>
            </a:bodyPr>
            <a:lstStyle/>
            <a:p>
              <a:pPr>
                <a:defRPr sz="7000"/>
              </a:pPr>
              <a:r>
                <a:rPr sz="3600">
                  <a:latin typeface="Times New Roman" panose="02020603050405020304" pitchFamily="18" charset="0"/>
                  <a:cs typeface="Times New Roman" panose="02020603050405020304" pitchFamily="18" charset="0"/>
                </a:rPr>
                <a:t>AR, MR &amp; </a:t>
              </a:r>
              <a:r>
                <a:rPr sz="3600" err="1">
                  <a:latin typeface="Times New Roman" panose="02020603050405020304" pitchFamily="18" charset="0"/>
                  <a:cs typeface="Times New Roman" panose="02020603050405020304" pitchFamily="18" charset="0"/>
                </a:rPr>
                <a:t>e</a:t>
              </a:r>
              <a:r>
                <a:rPr sz="3600" baseline="-25000" err="1">
                  <a:latin typeface="Times New Roman" panose="02020603050405020304" pitchFamily="18" charset="0"/>
                  <a:cs typeface="Times New Roman" panose="02020603050405020304" pitchFamily="18" charset="0"/>
                </a:rPr>
                <a:t>dp</a:t>
              </a:r>
              <a:endParaRPr sz="3600" baseline="-25000">
                <a:latin typeface="Times New Roman" panose="02020603050405020304" pitchFamily="18" charset="0"/>
                <a:cs typeface="Times New Roman" panose="02020603050405020304" pitchFamily="18" charset="0"/>
              </a:endParaRPr>
            </a:p>
          </p:txBody>
        </p:sp>
      </p:grpSp>
      <p:sp>
        <p:nvSpPr>
          <p:cNvPr id="4" name="AR, MR &amp; edp">
            <a:extLst>
              <a:ext uri="{FF2B5EF4-FFF2-40B4-BE49-F238E27FC236}">
                <a16:creationId xmlns:a16="http://schemas.microsoft.com/office/drawing/2014/main" id="{C5D050EB-7864-1A49-A475-ABEAC0F05A96}"/>
              </a:ext>
            </a:extLst>
          </p:cNvPr>
          <p:cNvSpPr txBox="1"/>
          <p:nvPr/>
        </p:nvSpPr>
        <p:spPr>
          <a:xfrm>
            <a:off x="3143727" y="3459361"/>
            <a:ext cx="7487366" cy="4616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8767" rIns="48767">
            <a:spAutoFit/>
          </a:bodyPr>
          <a:lstStyle/>
          <a:p>
            <a:pPr>
              <a:defRPr sz="7000"/>
            </a:pPr>
            <a:r>
              <a:rPr lang="en-IN" sz="3600" baseline="-5999">
                <a:solidFill>
                  <a:schemeClr val="accent5">
                    <a:lumMod val="75000"/>
                  </a:schemeClr>
                </a:solidFill>
                <a:latin typeface="Times New Roman" panose="02020603050405020304" pitchFamily="18" charset="0"/>
                <a:cs typeface="Times New Roman" panose="02020603050405020304" pitchFamily="18" charset="0"/>
              </a:rPr>
              <a:t>Via Calculus</a:t>
            </a:r>
          </a:p>
        </p:txBody>
      </p:sp>
      <mc:AlternateContent xmlns:mc="http://schemas.openxmlformats.org/markup-compatibility/2006" xmlns:a14="http://schemas.microsoft.com/office/drawing/2010/main">
        <mc:Choice Requires="a14">
          <p:sp>
            <p:nvSpPr>
              <p:cNvPr id="5" name="17. Hence,   edp  =   AR / (AR - MR)">
                <a:extLst>
                  <a:ext uri="{FF2B5EF4-FFF2-40B4-BE49-F238E27FC236}">
                    <a16:creationId xmlns:a16="http://schemas.microsoft.com/office/drawing/2014/main" id="{3874C178-22FF-2749-8143-B0E5C9D4FFA3}"/>
                  </a:ext>
                </a:extLst>
              </p:cNvPr>
              <p:cNvSpPr txBox="1"/>
              <p:nvPr/>
            </p:nvSpPr>
            <p:spPr>
              <a:xfrm>
                <a:off x="4384607" y="4643851"/>
                <a:ext cx="3916195" cy="951902"/>
              </a:xfrm>
              <a:prstGeom prst="rect">
                <a:avLst/>
              </a:prstGeom>
              <a:ln w="12700">
                <a:miter lim="400000"/>
              </a:ln>
              <a:extLst>
                <a:ext uri="{C572A759-6A51-4108-AA02-DFA0A04FC94B}">
                  <ma14:wrappingTextBoxFlag xmlns:ma14="http://schemas.microsoft.com/office/mac/drawingml/2011/main" xmlns:m="http://schemas.openxmlformats.org/officeDocument/2006/math" xmlns="" val="1"/>
                </a:ext>
              </a:extLst>
            </p:spPr>
            <p:txBody>
              <a:bodyPr lIns="50800" tIns="50800" rIns="50800" bIns="50800" anchor="b">
                <a:noAutofit/>
              </a:bodyPr>
              <a:lstStyle/>
              <a:p>
                <a:pPr algn="l" defTabSz="496570">
                  <a:defRPr sz="2550" b="0">
                    <a:latin typeface="+mn-lt"/>
                    <a:ea typeface="+mn-ea"/>
                    <a:cs typeface="+mn-cs"/>
                    <a:sym typeface="Helvetica Neue Medium"/>
                  </a:defRPr>
                </a:pPr>
                <a14:m>
                  <m:oMathPara xmlns:m="http://schemas.openxmlformats.org/officeDocument/2006/math">
                    <m:oMathParaPr>
                      <m:jc m:val="centerGroup"/>
                    </m:oMathParaPr>
                    <m:oMath xmlns:m="http://schemas.openxmlformats.org/officeDocument/2006/math">
                      <m:r>
                        <a:rPr lang="en-US" sz="3200" b="0" i="1" smtClean="0">
                          <a:solidFill>
                            <a:schemeClr val="accent3">
                              <a:lumMod val="50000"/>
                            </a:schemeClr>
                          </a:solidFill>
                          <a:latin typeface="Cambria Math" panose="02040503050406030204" pitchFamily="18" charset="0"/>
                        </a:rPr>
                        <m:t>𝑒</m:t>
                      </m:r>
                      <m:r>
                        <a:rPr lang="en-US" sz="3200" b="0" i="1" smtClean="0">
                          <a:solidFill>
                            <a:schemeClr val="accent3">
                              <a:lumMod val="50000"/>
                            </a:schemeClr>
                          </a:solidFill>
                          <a:latin typeface="Cambria Math" panose="02040503050406030204" pitchFamily="18" charset="0"/>
                        </a:rPr>
                        <m:t>= </m:t>
                      </m:r>
                      <m:f>
                        <m:fPr>
                          <m:ctrlPr>
                            <a:rPr lang="ar-AE" sz="3200" i="1" smtClean="0">
                              <a:solidFill>
                                <a:schemeClr val="accent3">
                                  <a:lumMod val="50000"/>
                                </a:schemeClr>
                              </a:solidFill>
                              <a:latin typeface="Cambria Math" panose="02040503050406030204" pitchFamily="18" charset="0"/>
                            </a:rPr>
                          </m:ctrlPr>
                        </m:fPr>
                        <m:num>
                          <m:r>
                            <a:rPr lang="ar-AE" sz="3200" b="1" i="1" smtClean="0">
                              <a:solidFill>
                                <a:schemeClr val="accent3">
                                  <a:lumMod val="50000"/>
                                </a:schemeClr>
                              </a:solidFill>
                              <a:latin typeface="Cambria Math" panose="02040503050406030204" pitchFamily="18" charset="0"/>
                            </a:rPr>
                            <m:t>𝑨𝑹</m:t>
                          </m:r>
                        </m:num>
                        <m:den>
                          <m:r>
                            <a:rPr lang="ar-AE" sz="3200" b="1" i="1" smtClean="0">
                              <a:solidFill>
                                <a:schemeClr val="accent3">
                                  <a:lumMod val="50000"/>
                                </a:schemeClr>
                              </a:solidFill>
                              <a:latin typeface="Cambria Math" panose="02040503050406030204" pitchFamily="18" charset="0"/>
                            </a:rPr>
                            <m:t>𝑨𝑹</m:t>
                          </m:r>
                          <m:r>
                            <a:rPr lang="ar-AE" sz="3200" b="1" i="1" smtClean="0">
                              <a:solidFill>
                                <a:schemeClr val="accent3">
                                  <a:lumMod val="50000"/>
                                </a:schemeClr>
                              </a:solidFill>
                              <a:latin typeface="Cambria Math" panose="02040503050406030204" pitchFamily="18" charset="0"/>
                            </a:rPr>
                            <m:t> −</m:t>
                          </m:r>
                          <m:r>
                            <a:rPr lang="ar-AE" sz="3200" b="1" i="1" smtClean="0">
                              <a:solidFill>
                                <a:schemeClr val="accent3">
                                  <a:lumMod val="50000"/>
                                </a:schemeClr>
                              </a:solidFill>
                              <a:latin typeface="Cambria Math" panose="02040503050406030204" pitchFamily="18" charset="0"/>
                            </a:rPr>
                            <m:t>𝑴𝑹</m:t>
                          </m:r>
                        </m:den>
                      </m:f>
                    </m:oMath>
                  </m:oMathPara>
                </a14:m>
                <a:endParaRPr lang="ar-AE" sz="3200" dirty="0">
                  <a:solidFill>
                    <a:schemeClr val="accent3">
                      <a:lumMod val="50000"/>
                    </a:schemeClr>
                  </a:solidFill>
                  <a:latin typeface="Times New Roman" panose="02020603050405020304" pitchFamily="18" charset="0"/>
                  <a:cs typeface="Times New Roman" panose="02020603050405020304" pitchFamily="18" charset="0"/>
                </a:endParaRPr>
              </a:p>
            </p:txBody>
          </p:sp>
        </mc:Choice>
        <mc:Fallback xmlns="">
          <p:sp>
            <p:nvSpPr>
              <p:cNvPr id="5" name="17. Hence,   edp  =   AR / (AR - MR)">
                <a:extLst>
                  <a:ext uri="{FF2B5EF4-FFF2-40B4-BE49-F238E27FC236}">
                    <a16:creationId xmlns:a16="http://schemas.microsoft.com/office/drawing/2014/main" id="{3874C178-22FF-2749-8143-B0E5C9D4FFA3}"/>
                  </a:ext>
                </a:extLst>
              </p:cNvPr>
              <p:cNvSpPr txBox="1">
                <a:spLocks noRot="1" noChangeAspect="1" noMove="1" noResize="1" noEditPoints="1" noAdjustHandles="1" noChangeArrowheads="1" noChangeShapeType="1" noTextEdit="1"/>
              </p:cNvSpPr>
              <p:nvPr/>
            </p:nvSpPr>
            <p:spPr>
              <a:xfrm>
                <a:off x="4384607" y="4643851"/>
                <a:ext cx="3916195" cy="951902"/>
              </a:xfrm>
              <a:prstGeom prst="rect">
                <a:avLst/>
              </a:prstGeom>
              <a:blipFill>
                <a:blip r:embed="rId2"/>
                <a:stretch>
                  <a:fillRect t="-1316" b="-25000"/>
                </a:stretch>
              </a:blipFill>
              <a:ln w="12700">
                <a:miter lim="400000"/>
              </a:ln>
              <a:extLst>
                <a:ext uri="{C572A759-6A51-4108-AA02-DFA0A04FC94B}">
                  <ma14:wrappingTextBoxFlag xmlns:ma14="http://schemas.microsoft.com/office/mac/drawingml/2011/main" xmlns:m="http://schemas.openxmlformats.org/officeDocument/2006/math" xmlns="" xmlns:a14="http://schemas.microsoft.com/office/drawing/2010/main" val="1"/>
                </a:ext>
              </a:extLst>
            </p:spPr>
            <p:txBody>
              <a:bodyPr/>
              <a:lstStyle/>
              <a:p>
                <a:r>
                  <a:rPr lang="en-US">
                    <a:noFill/>
                  </a:rPr>
                  <a:t> </a:t>
                </a:r>
              </a:p>
            </p:txBody>
          </p:sp>
        </mc:Fallback>
      </mc:AlternateContent>
    </p:spTree>
    <p:extLst>
      <p:ext uri="{BB962C8B-B14F-4D97-AF65-F5344CB8AC3E}">
        <p14:creationId xmlns:p14="http://schemas.microsoft.com/office/powerpoint/2010/main" val="2353975964"/>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7" name="17. Hence,   edp  =   AR / (AR - MR)">
                <a:extLst>
                  <a:ext uri="{FF2B5EF4-FFF2-40B4-BE49-F238E27FC236}">
                    <a16:creationId xmlns:a16="http://schemas.microsoft.com/office/drawing/2014/main" id="{8AC5AC8A-0BCF-CE44-892C-99CF82A6C6F6}"/>
                  </a:ext>
                </a:extLst>
              </p:cNvPr>
              <p:cNvSpPr txBox="1"/>
              <p:nvPr/>
            </p:nvSpPr>
            <p:spPr>
              <a:xfrm>
                <a:off x="943907" y="388353"/>
                <a:ext cx="2451656" cy="656149"/>
              </a:xfrm>
              <a:prstGeom prst="rect">
                <a:avLst/>
              </a:prstGeom>
              <a:ln w="12700">
                <a:miter lim="400000"/>
              </a:ln>
              <a:extLst>
                <a:ext uri="{C572A759-6A51-4108-AA02-DFA0A04FC94B}">
                  <ma14:wrappingTextBoxFlag xmlns:ma14="http://schemas.microsoft.com/office/mac/drawingml/2011/main" xmlns:m="http://schemas.openxmlformats.org/officeDocument/2006/math" xmlns="" val="1"/>
                </a:ext>
              </a:extLst>
            </p:spPr>
            <p:txBody>
              <a:bodyPr lIns="50800" tIns="50800" rIns="50800" bIns="50800" anchor="b">
                <a:noAutofit/>
              </a:bodyPr>
              <a:lstStyle/>
              <a:p>
                <a:pPr algn="l" defTabSz="496570">
                  <a:defRPr sz="2550" b="0">
                    <a:latin typeface="+mn-lt"/>
                    <a:ea typeface="+mn-ea"/>
                    <a:cs typeface="+mn-cs"/>
                    <a:sym typeface="Helvetica Neue Medium"/>
                  </a:defRPr>
                </a:pPr>
                <a14:m>
                  <m:oMath xmlns:m="http://schemas.openxmlformats.org/officeDocument/2006/math">
                    <m:r>
                      <a:rPr lang="en-US" b="1" i="1" smtClean="0">
                        <a:solidFill>
                          <a:schemeClr val="tx1"/>
                        </a:solidFill>
                        <a:latin typeface="Cambria Math" panose="02040503050406030204" pitchFamily="18" charset="0"/>
                      </a:rPr>
                      <m:t>𝟏</m:t>
                    </m:r>
                    <m:r>
                      <a:rPr lang="en-US" b="1" i="1" smtClean="0">
                        <a:solidFill>
                          <a:schemeClr val="tx1"/>
                        </a:solidFill>
                        <a:latin typeface="Cambria Math" panose="02040503050406030204" pitchFamily="18" charset="0"/>
                      </a:rPr>
                      <m:t>.    </m:t>
                    </m:r>
                    <m:r>
                      <a:rPr lang="en-US" b="1" i="1" smtClean="0">
                        <a:solidFill>
                          <a:schemeClr val="tx1"/>
                        </a:solidFill>
                        <a:latin typeface="Cambria Math" panose="02040503050406030204" pitchFamily="18" charset="0"/>
                      </a:rPr>
                      <m:t>𝑻𝑹</m:t>
                    </m:r>
                    <m:r>
                      <a:rPr lang="en-US" b="1" i="1" smtClean="0">
                        <a:solidFill>
                          <a:schemeClr val="tx1"/>
                        </a:solidFill>
                        <a:latin typeface="Cambria Math" panose="02040503050406030204" pitchFamily="18" charset="0"/>
                      </a:rPr>
                      <m:t>=</m:t>
                    </m:r>
                    <m:r>
                      <a:rPr lang="en-US" b="1" i="1" smtClean="0">
                        <a:solidFill>
                          <a:schemeClr val="tx1"/>
                        </a:solidFill>
                        <a:latin typeface="Cambria Math" panose="02040503050406030204" pitchFamily="18" charset="0"/>
                      </a:rPr>
                      <m:t>𝒑</m:t>
                    </m:r>
                    <m:r>
                      <a:rPr lang="en-US" b="1" i="1" smtClean="0">
                        <a:solidFill>
                          <a:schemeClr val="tx1"/>
                        </a:solidFill>
                        <a:latin typeface="Cambria Math" panose="02040503050406030204" pitchFamily="18" charset="0"/>
                      </a:rPr>
                      <m:t> × </m:t>
                    </m:r>
                    <m:r>
                      <a:rPr lang="en-US" b="1" i="1" smtClean="0">
                        <a:solidFill>
                          <a:schemeClr val="tx1"/>
                        </a:solidFill>
                        <a:latin typeface="Cambria Math" panose="02040503050406030204" pitchFamily="18" charset="0"/>
                        <a:ea typeface="Cambria Math" panose="02040503050406030204" pitchFamily="18" charset="0"/>
                      </a:rPr>
                      <m:t>𝒒</m:t>
                    </m:r>
                    <m:r>
                      <a:rPr lang="en-US" b="1" i="1" smtClean="0">
                        <a:solidFill>
                          <a:schemeClr val="tx1"/>
                        </a:solidFill>
                        <a:latin typeface="Cambria Math" panose="02040503050406030204" pitchFamily="18" charset="0"/>
                      </a:rPr>
                      <m:t> </m:t>
                    </m:r>
                  </m:oMath>
                </a14:m>
                <a:r>
                  <a:rPr lang="en-US" dirty="0">
                    <a:solidFill>
                      <a:schemeClr val="tx1"/>
                    </a:solidFill>
                    <a:latin typeface="Times New Roman" panose="02020603050405020304" pitchFamily="18" charset="0"/>
                    <a:cs typeface="Times New Roman" panose="02020603050405020304" pitchFamily="18" charset="0"/>
                  </a:rPr>
                  <a:t> </a:t>
                </a:r>
                <a:endParaRPr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17" name="17. Hence,   edp  =   AR / (AR - MR)">
                <a:extLst>
                  <a:ext uri="{FF2B5EF4-FFF2-40B4-BE49-F238E27FC236}">
                    <a16:creationId xmlns:a16="http://schemas.microsoft.com/office/drawing/2014/main" id="{8AC5AC8A-0BCF-CE44-892C-99CF82A6C6F6}"/>
                  </a:ext>
                </a:extLst>
              </p:cNvPr>
              <p:cNvSpPr txBox="1">
                <a:spLocks noRot="1" noChangeAspect="1" noMove="1" noResize="1" noEditPoints="1" noAdjustHandles="1" noChangeArrowheads="1" noChangeShapeType="1" noTextEdit="1"/>
              </p:cNvSpPr>
              <p:nvPr/>
            </p:nvSpPr>
            <p:spPr>
              <a:xfrm>
                <a:off x="943907" y="388353"/>
                <a:ext cx="2451656" cy="656149"/>
              </a:xfrm>
              <a:prstGeom prst="rect">
                <a:avLst/>
              </a:prstGeom>
              <a:blipFill>
                <a:blip r:embed="rId2"/>
                <a:stretch>
                  <a:fillRect l="-2577" b="-16981"/>
                </a:stretch>
              </a:blipFill>
              <a:ln w="12700">
                <a:miter lim="400000"/>
              </a:ln>
              <a:extLst>
                <a:ext uri="{C572A759-6A51-4108-AA02-DFA0A04FC94B}">
                  <ma14:wrappingTextBoxFlag xmlns:ma14="http://schemas.microsoft.com/office/mac/drawingml/2011/main" xmlns:m="http://schemas.openxmlformats.org/officeDocument/2006/math" xmlns="" xmlns:a14="http://schemas.microsoft.com/office/drawing/2010/main"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17. Hence,   edp  =   AR / (AR - MR)">
                <a:extLst>
                  <a:ext uri="{FF2B5EF4-FFF2-40B4-BE49-F238E27FC236}">
                    <a16:creationId xmlns:a16="http://schemas.microsoft.com/office/drawing/2014/main" id="{90A55246-0E58-1F43-8B66-FBC65F64C038}"/>
                  </a:ext>
                </a:extLst>
              </p:cNvPr>
              <p:cNvSpPr txBox="1"/>
              <p:nvPr/>
            </p:nvSpPr>
            <p:spPr>
              <a:xfrm>
                <a:off x="5353660" y="132894"/>
                <a:ext cx="7198720" cy="1043652"/>
              </a:xfrm>
              <a:prstGeom prst="rect">
                <a:avLst/>
              </a:prstGeom>
              <a:solidFill>
                <a:schemeClr val="accent3">
                  <a:lumMod val="20000"/>
                  <a:lumOff val="80000"/>
                </a:schemeClr>
              </a:solidFill>
              <a:ln w="12700">
                <a:miter lim="400000"/>
              </a:ln>
              <a:extLst>
                <a:ext uri="{C572A759-6A51-4108-AA02-DFA0A04FC94B}">
                  <ma14:wrappingTextBoxFlag xmlns:ma14="http://schemas.microsoft.com/office/mac/drawingml/2011/main" xmlns:m="http://schemas.openxmlformats.org/officeDocument/2006/math" xmlns="" val="1"/>
                </a:ext>
              </a:extLst>
            </p:spPr>
            <p:txBody>
              <a:bodyPr lIns="50800" tIns="50800" rIns="50800" bIns="50800" anchor="b">
                <a:normAutofit/>
              </a:bodyPr>
              <a:lstStyle/>
              <a:p>
                <a:pPr algn="l" defTabSz="496570">
                  <a:defRPr sz="2550" b="0">
                    <a:latin typeface="+mn-lt"/>
                    <a:ea typeface="+mn-ea"/>
                    <a:cs typeface="+mn-cs"/>
                    <a:sym typeface="Helvetica Neue Medium"/>
                  </a:defRPr>
                </a:pPr>
                <a14:m>
                  <m:oMathPara xmlns:m="http://schemas.openxmlformats.org/officeDocument/2006/math">
                    <m:oMathParaPr>
                      <m:jc m:val="centerGroup"/>
                    </m:oMathParaPr>
                    <m:oMath xmlns:m="http://schemas.openxmlformats.org/officeDocument/2006/math">
                      <m:r>
                        <a:rPr lang="ar-AE" b="1" i="1" smtClean="0">
                          <a:solidFill>
                            <a:schemeClr val="tx1"/>
                          </a:solidFill>
                          <a:latin typeface="Cambria Math" panose="02040503050406030204" pitchFamily="18" charset="0"/>
                        </a:rPr>
                        <m:t>𝟐</m:t>
                      </m:r>
                      <m:r>
                        <a:rPr lang="ar-AE" b="1" i="1" smtClean="0">
                          <a:solidFill>
                            <a:schemeClr val="tx1"/>
                          </a:solidFill>
                          <a:latin typeface="Cambria Math" panose="02040503050406030204" pitchFamily="18" charset="0"/>
                        </a:rPr>
                        <m:t>.    </m:t>
                      </m:r>
                      <m:f>
                        <m:fPr>
                          <m:ctrlPr>
                            <a:rPr lang="ar-AE" i="1" smtClean="0">
                              <a:solidFill>
                                <a:schemeClr val="tx1"/>
                              </a:solidFill>
                              <a:latin typeface="Cambria Math" panose="02040503050406030204" pitchFamily="18" charset="0"/>
                            </a:rPr>
                          </m:ctrlPr>
                        </m:fPr>
                        <m:num>
                          <m:r>
                            <a:rPr lang="ar-AE" b="1" i="1" smtClean="0">
                              <a:solidFill>
                                <a:schemeClr val="tx1"/>
                              </a:solidFill>
                              <a:latin typeface="Cambria Math" panose="02040503050406030204" pitchFamily="18" charset="0"/>
                            </a:rPr>
                            <m:t>𝒅</m:t>
                          </m:r>
                          <m:r>
                            <a:rPr lang="en-US" b="1" i="1" smtClean="0">
                              <a:solidFill>
                                <a:schemeClr val="tx1"/>
                              </a:solidFill>
                              <a:latin typeface="Cambria Math" panose="02040503050406030204" pitchFamily="18" charset="0"/>
                            </a:rPr>
                            <m:t>(</m:t>
                          </m:r>
                          <m:r>
                            <a:rPr lang="en-US" b="1" i="1" smtClean="0">
                              <a:solidFill>
                                <a:schemeClr val="tx1"/>
                              </a:solidFill>
                              <a:latin typeface="Cambria Math" panose="02040503050406030204" pitchFamily="18" charset="0"/>
                            </a:rPr>
                            <m:t>𝑻𝑹</m:t>
                          </m:r>
                          <m:r>
                            <a:rPr lang="en-US" b="1" i="1" smtClean="0">
                              <a:solidFill>
                                <a:schemeClr val="tx1"/>
                              </a:solidFill>
                              <a:latin typeface="Cambria Math" panose="02040503050406030204" pitchFamily="18" charset="0"/>
                            </a:rPr>
                            <m:t>)</m:t>
                          </m:r>
                        </m:num>
                        <m:den>
                          <m:r>
                            <a:rPr lang="ar-AE" b="1" i="1" smtClean="0">
                              <a:solidFill>
                                <a:schemeClr val="tx1"/>
                              </a:solidFill>
                              <a:latin typeface="Cambria Math" panose="02040503050406030204" pitchFamily="18" charset="0"/>
                            </a:rPr>
                            <m:t>𝒅𝒒</m:t>
                          </m:r>
                        </m:den>
                      </m:f>
                      <m:r>
                        <a:rPr lang="ar-AE" b="1" i="1" smtClean="0">
                          <a:solidFill>
                            <a:schemeClr val="tx1"/>
                          </a:solidFill>
                          <a:latin typeface="Cambria Math" panose="02040503050406030204" pitchFamily="18" charset="0"/>
                        </a:rPr>
                        <m:t>=</m:t>
                      </m:r>
                      <m:sSup>
                        <m:sSupPr>
                          <m:ctrlPr>
                            <a:rPr lang="ar-AE" i="1" smtClean="0">
                              <a:solidFill>
                                <a:schemeClr val="tx1"/>
                              </a:solidFill>
                              <a:latin typeface="Cambria Math" panose="02040503050406030204" pitchFamily="18" charset="0"/>
                            </a:rPr>
                          </m:ctrlPr>
                        </m:sSupPr>
                        <m:e>
                          <m:r>
                            <a:rPr lang="ar-AE" b="1" i="1" smtClean="0">
                              <a:solidFill>
                                <a:schemeClr val="tx1"/>
                              </a:solidFill>
                              <a:latin typeface="Cambria Math" panose="02040503050406030204" pitchFamily="18" charset="0"/>
                            </a:rPr>
                            <m:t>𝑹</m:t>
                          </m:r>
                        </m:e>
                        <m:sup>
                          <m:r>
                            <a:rPr lang="ar-AE" b="1" i="1" smtClean="0">
                              <a:solidFill>
                                <a:schemeClr val="tx1"/>
                              </a:solidFill>
                              <a:latin typeface="Cambria Math" panose="02040503050406030204" pitchFamily="18" charset="0"/>
                            </a:rPr>
                            <m:t>′</m:t>
                          </m:r>
                        </m:sup>
                      </m:sSup>
                      <m:r>
                        <a:rPr lang="ar-AE" b="1" i="1" smtClean="0">
                          <a:solidFill>
                            <a:schemeClr val="tx1"/>
                          </a:solidFill>
                          <a:latin typeface="Cambria Math" panose="02040503050406030204" pitchFamily="18" charset="0"/>
                        </a:rPr>
                        <m:t>=</m:t>
                      </m:r>
                      <m:f>
                        <m:fPr>
                          <m:ctrlPr>
                            <a:rPr lang="ar-AE" b="0" i="1">
                              <a:solidFill>
                                <a:schemeClr val="tx1"/>
                              </a:solidFill>
                              <a:latin typeface="Cambria Math" panose="02040503050406030204" pitchFamily="18" charset="0"/>
                              <a:sym typeface="Helvetica Neue Medium"/>
                            </a:rPr>
                          </m:ctrlPr>
                        </m:fPr>
                        <m:num>
                          <m:r>
                            <a:rPr lang="ar-AE" i="1">
                              <a:solidFill>
                                <a:schemeClr val="tx1"/>
                              </a:solidFill>
                              <a:latin typeface="Cambria Math" panose="02040503050406030204" pitchFamily="18" charset="0"/>
                              <a:sym typeface="Helvetica Neue Medium"/>
                            </a:rPr>
                            <m:t>𝒅</m:t>
                          </m:r>
                          <m:r>
                            <a:rPr lang="en-US" b="1" i="1" smtClean="0">
                              <a:solidFill>
                                <a:schemeClr val="tx1"/>
                              </a:solidFill>
                              <a:latin typeface="Cambria Math" panose="02040503050406030204" pitchFamily="18" charset="0"/>
                              <a:sym typeface="Helvetica Neue Medium"/>
                            </a:rPr>
                            <m:t>(</m:t>
                          </m:r>
                          <m:r>
                            <a:rPr lang="en-US" b="1" i="1" smtClean="0">
                              <a:solidFill>
                                <a:schemeClr val="tx1"/>
                              </a:solidFill>
                              <a:latin typeface="Cambria Math" panose="02040503050406030204" pitchFamily="18" charset="0"/>
                              <a:sym typeface="Helvetica Neue Medium"/>
                            </a:rPr>
                            <m:t>𝒑𝒒</m:t>
                          </m:r>
                          <m:r>
                            <a:rPr lang="en-US" b="1" i="1" smtClean="0">
                              <a:solidFill>
                                <a:schemeClr val="tx1"/>
                              </a:solidFill>
                              <a:latin typeface="Cambria Math" panose="02040503050406030204" pitchFamily="18" charset="0"/>
                              <a:sym typeface="Helvetica Neue Medium"/>
                            </a:rPr>
                            <m:t>)</m:t>
                          </m:r>
                        </m:num>
                        <m:den>
                          <m:r>
                            <a:rPr lang="ar-AE" i="1">
                              <a:solidFill>
                                <a:schemeClr val="tx1"/>
                              </a:solidFill>
                              <a:latin typeface="Cambria Math" panose="02040503050406030204" pitchFamily="18" charset="0"/>
                              <a:sym typeface="Helvetica Neue Medium"/>
                            </a:rPr>
                            <m:t>𝒅𝒒</m:t>
                          </m:r>
                        </m:den>
                      </m:f>
                      <m:r>
                        <a:rPr lang="en-US" b="0" i="1" smtClean="0">
                          <a:solidFill>
                            <a:schemeClr val="tx1"/>
                          </a:solidFill>
                          <a:latin typeface="Cambria Math" panose="02040503050406030204" pitchFamily="18" charset="0"/>
                          <a:sym typeface="Helvetica Neue Medium"/>
                        </a:rPr>
                        <m:t>=</m:t>
                      </m:r>
                      <m:d>
                        <m:dPr>
                          <m:ctrlPr>
                            <a:rPr lang="ar-AE" i="1" smtClean="0">
                              <a:solidFill>
                                <a:schemeClr val="tx1"/>
                              </a:solidFill>
                              <a:latin typeface="Cambria Math" panose="02040503050406030204" pitchFamily="18" charset="0"/>
                            </a:rPr>
                          </m:ctrlPr>
                        </m:dPr>
                        <m:e>
                          <m:r>
                            <a:rPr lang="ar-AE" b="1" i="1" smtClean="0">
                              <a:solidFill>
                                <a:schemeClr val="tx1"/>
                              </a:solidFill>
                              <a:latin typeface="Cambria Math" panose="02040503050406030204" pitchFamily="18" charset="0"/>
                            </a:rPr>
                            <m:t>𝒒</m:t>
                          </m:r>
                          <m:r>
                            <a:rPr lang="ar-AE" b="1" i="1" smtClean="0">
                              <a:solidFill>
                                <a:schemeClr val="tx1"/>
                              </a:solidFill>
                              <a:latin typeface="Cambria Math" panose="02040503050406030204" pitchFamily="18" charset="0"/>
                            </a:rPr>
                            <m:t> ×</m:t>
                          </m:r>
                          <m:f>
                            <m:fPr>
                              <m:ctrlPr>
                                <a:rPr lang="ar-AE" i="1" smtClean="0">
                                  <a:solidFill>
                                    <a:schemeClr val="tx1"/>
                                  </a:solidFill>
                                  <a:latin typeface="Cambria Math" panose="02040503050406030204" pitchFamily="18" charset="0"/>
                                  <a:ea typeface="Cambria Math" panose="02040503050406030204" pitchFamily="18" charset="0"/>
                                </a:rPr>
                              </m:ctrlPr>
                            </m:fPr>
                            <m:num>
                              <m:r>
                                <a:rPr lang="ar-AE" b="1" i="1" smtClean="0">
                                  <a:solidFill>
                                    <a:schemeClr val="tx1"/>
                                  </a:solidFill>
                                  <a:latin typeface="Cambria Math" panose="02040503050406030204" pitchFamily="18" charset="0"/>
                                  <a:ea typeface="Cambria Math" panose="02040503050406030204" pitchFamily="18" charset="0"/>
                                </a:rPr>
                                <m:t>𝒅𝒑</m:t>
                              </m:r>
                            </m:num>
                            <m:den>
                              <m:r>
                                <a:rPr lang="ar-AE" b="1" i="1" smtClean="0">
                                  <a:solidFill>
                                    <a:schemeClr val="tx1"/>
                                  </a:solidFill>
                                  <a:latin typeface="Cambria Math" panose="02040503050406030204" pitchFamily="18" charset="0"/>
                                  <a:ea typeface="Cambria Math" panose="02040503050406030204" pitchFamily="18" charset="0"/>
                                </a:rPr>
                                <m:t>𝒅𝒒</m:t>
                              </m:r>
                            </m:den>
                          </m:f>
                        </m:e>
                      </m:d>
                      <m:r>
                        <a:rPr lang="ar-AE" b="1" i="1" smtClean="0">
                          <a:solidFill>
                            <a:schemeClr val="tx1"/>
                          </a:solidFill>
                          <a:latin typeface="Cambria Math" panose="02040503050406030204" pitchFamily="18" charset="0"/>
                        </a:rPr>
                        <m:t> +</m:t>
                      </m:r>
                      <m:d>
                        <m:dPr>
                          <m:ctrlPr>
                            <a:rPr lang="ar-AE" i="1">
                              <a:solidFill>
                                <a:schemeClr val="tx1"/>
                              </a:solidFill>
                              <a:latin typeface="Cambria Math" panose="02040503050406030204" pitchFamily="18" charset="0"/>
                              <a:sym typeface="Helvetica Neue Medium"/>
                            </a:rPr>
                          </m:ctrlPr>
                        </m:dPr>
                        <m:e>
                          <m:r>
                            <a:rPr lang="ar-AE" b="1" i="1" smtClean="0">
                              <a:solidFill>
                                <a:schemeClr val="tx1"/>
                              </a:solidFill>
                              <a:latin typeface="Cambria Math" panose="02040503050406030204" pitchFamily="18" charset="0"/>
                              <a:sym typeface="Helvetica Neue Medium"/>
                            </a:rPr>
                            <m:t>𝒑</m:t>
                          </m:r>
                          <m:r>
                            <a:rPr lang="ar-AE" b="1" i="1">
                              <a:solidFill>
                                <a:schemeClr val="tx1"/>
                              </a:solidFill>
                              <a:latin typeface="Cambria Math" panose="02040503050406030204" pitchFamily="18" charset="0"/>
                              <a:sym typeface="Helvetica Neue Medium"/>
                            </a:rPr>
                            <m:t> ×</m:t>
                          </m:r>
                          <m:f>
                            <m:fPr>
                              <m:ctrlPr>
                                <a:rPr lang="ar-AE" i="1">
                                  <a:solidFill>
                                    <a:schemeClr val="tx1"/>
                                  </a:solidFill>
                                  <a:latin typeface="Cambria Math" panose="02040503050406030204" pitchFamily="18" charset="0"/>
                                  <a:ea typeface="Cambria Math" panose="02040503050406030204" pitchFamily="18" charset="0"/>
                                  <a:sym typeface="Helvetica Neue Medium"/>
                                </a:rPr>
                              </m:ctrlPr>
                            </m:fPr>
                            <m:num>
                              <m:r>
                                <a:rPr lang="ar-AE" b="1" i="1">
                                  <a:solidFill>
                                    <a:schemeClr val="tx1"/>
                                  </a:solidFill>
                                  <a:latin typeface="Cambria Math" panose="02040503050406030204" pitchFamily="18" charset="0"/>
                                  <a:ea typeface="Cambria Math" panose="02040503050406030204" pitchFamily="18" charset="0"/>
                                  <a:sym typeface="Helvetica Neue Medium"/>
                                </a:rPr>
                                <m:t>𝒅</m:t>
                              </m:r>
                              <m:r>
                                <a:rPr lang="ar-AE" b="1" i="1" smtClean="0">
                                  <a:solidFill>
                                    <a:schemeClr val="tx1"/>
                                  </a:solidFill>
                                  <a:latin typeface="Cambria Math" panose="02040503050406030204" pitchFamily="18" charset="0"/>
                                  <a:ea typeface="Cambria Math" panose="02040503050406030204" pitchFamily="18" charset="0"/>
                                  <a:sym typeface="Helvetica Neue Medium"/>
                                </a:rPr>
                                <m:t>𝒒</m:t>
                              </m:r>
                            </m:num>
                            <m:den>
                              <m:r>
                                <a:rPr lang="ar-AE" b="1" i="1">
                                  <a:solidFill>
                                    <a:schemeClr val="tx1"/>
                                  </a:solidFill>
                                  <a:latin typeface="Cambria Math" panose="02040503050406030204" pitchFamily="18" charset="0"/>
                                  <a:ea typeface="Cambria Math" panose="02040503050406030204" pitchFamily="18" charset="0"/>
                                  <a:sym typeface="Helvetica Neue Medium"/>
                                </a:rPr>
                                <m:t>𝒅𝒒</m:t>
                              </m:r>
                            </m:den>
                          </m:f>
                        </m:e>
                      </m:d>
                    </m:oMath>
                  </m:oMathPara>
                </a14:m>
                <a:endParaRPr lang="ar-AE"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18" name="17. Hence,   edp  =   AR / (AR - MR)">
                <a:extLst>
                  <a:ext uri="{FF2B5EF4-FFF2-40B4-BE49-F238E27FC236}">
                    <a16:creationId xmlns:a16="http://schemas.microsoft.com/office/drawing/2014/main" id="{90A55246-0E58-1F43-8B66-FBC65F64C038}"/>
                  </a:ext>
                </a:extLst>
              </p:cNvPr>
              <p:cNvSpPr txBox="1">
                <a:spLocks noRot="1" noChangeAspect="1" noMove="1" noResize="1" noEditPoints="1" noAdjustHandles="1" noChangeArrowheads="1" noChangeShapeType="1" noTextEdit="1"/>
              </p:cNvSpPr>
              <p:nvPr/>
            </p:nvSpPr>
            <p:spPr>
              <a:xfrm>
                <a:off x="5353660" y="132894"/>
                <a:ext cx="7198720" cy="1043652"/>
              </a:xfrm>
              <a:prstGeom prst="rect">
                <a:avLst/>
              </a:prstGeom>
              <a:blipFill>
                <a:blip r:embed="rId3"/>
                <a:stretch>
                  <a:fillRect r="-1937" b="-8434"/>
                </a:stretch>
              </a:blipFill>
              <a:ln w="12700">
                <a:miter lim="400000"/>
              </a:ln>
              <a:extLst>
                <a:ext uri="{C572A759-6A51-4108-AA02-DFA0A04FC94B}">
                  <ma14:wrappingTextBoxFlag xmlns:ma14="http://schemas.microsoft.com/office/mac/drawingml/2011/main" xmlns:m="http://schemas.openxmlformats.org/officeDocument/2006/math" xmlns="" xmlns:a14="http://schemas.microsoft.com/office/drawing/2010/main"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17. Hence,   edp  =   AR / (AR - MR)">
                <a:extLst>
                  <a:ext uri="{FF2B5EF4-FFF2-40B4-BE49-F238E27FC236}">
                    <a16:creationId xmlns:a16="http://schemas.microsoft.com/office/drawing/2014/main" id="{6128B1BF-4784-114E-9174-E9DA20E8D84B}"/>
                  </a:ext>
                </a:extLst>
              </p:cNvPr>
              <p:cNvSpPr txBox="1"/>
              <p:nvPr/>
            </p:nvSpPr>
            <p:spPr>
              <a:xfrm>
                <a:off x="629942" y="1566680"/>
                <a:ext cx="4883830" cy="898997"/>
              </a:xfrm>
              <a:prstGeom prst="rect">
                <a:avLst/>
              </a:prstGeom>
              <a:ln w="12700">
                <a:miter lim="400000"/>
              </a:ln>
              <a:extLst>
                <a:ext uri="{C572A759-6A51-4108-AA02-DFA0A04FC94B}">
                  <ma14:wrappingTextBoxFlag xmlns:ma14="http://schemas.microsoft.com/office/mac/drawingml/2011/main" xmlns:m="http://schemas.openxmlformats.org/officeDocument/2006/math" xmlns="" val="1"/>
                </a:ext>
              </a:extLst>
            </p:spPr>
            <p:txBody>
              <a:bodyPr lIns="50800" tIns="50800" rIns="50800" bIns="50800" anchor="b">
                <a:normAutofit fontScale="92500"/>
              </a:bodyPr>
              <a:lstStyle/>
              <a:p>
                <a:pPr algn="l" defTabSz="496570">
                  <a:defRPr sz="2550" b="0">
                    <a:latin typeface="+mn-lt"/>
                    <a:ea typeface="+mn-ea"/>
                    <a:cs typeface="+mn-cs"/>
                    <a:sym typeface="Helvetica Neue Medium"/>
                  </a:defRPr>
                </a:pP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rPr>
                        <m:t>𝟑</m:t>
                      </m:r>
                      <m:r>
                        <a:rPr lang="en-US" b="1" i="1" smtClean="0">
                          <a:solidFill>
                            <a:schemeClr val="tx1"/>
                          </a:solidFill>
                          <a:latin typeface="Cambria Math" panose="02040503050406030204" pitchFamily="18" charset="0"/>
                        </a:rPr>
                        <m:t>.    </m:t>
                      </m:r>
                      <m:r>
                        <a:rPr lang="en-US" b="1" i="1" smtClean="0">
                          <a:solidFill>
                            <a:schemeClr val="tx1"/>
                          </a:solidFill>
                          <a:latin typeface="Cambria Math" panose="02040503050406030204" pitchFamily="18" charset="0"/>
                        </a:rPr>
                        <m:t>𝑴𝑹</m:t>
                      </m:r>
                      <m:r>
                        <a:rPr lang="en-US" b="1" i="1" smtClean="0">
                          <a:solidFill>
                            <a:schemeClr val="tx1"/>
                          </a:solidFill>
                          <a:latin typeface="Cambria Math" panose="02040503050406030204" pitchFamily="18" charset="0"/>
                        </a:rPr>
                        <m:t>= </m:t>
                      </m:r>
                      <m:d>
                        <m:dPr>
                          <m:ctrlPr>
                            <a:rPr lang="en-US" i="1" smtClean="0">
                              <a:solidFill>
                                <a:schemeClr val="tx1"/>
                              </a:solidFill>
                              <a:latin typeface="Cambria Math" panose="02040503050406030204" pitchFamily="18" charset="0"/>
                            </a:rPr>
                          </m:ctrlPr>
                        </m:dPr>
                        <m:e>
                          <m:r>
                            <a:rPr lang="en-US" b="1" i="1" smtClean="0">
                              <a:solidFill>
                                <a:schemeClr val="tx1"/>
                              </a:solidFill>
                              <a:latin typeface="Cambria Math" panose="02040503050406030204" pitchFamily="18" charset="0"/>
                            </a:rPr>
                            <m:t>𝒒</m:t>
                          </m:r>
                          <m:r>
                            <a:rPr lang="en-US" b="1" i="1" smtClean="0">
                              <a:solidFill>
                                <a:schemeClr val="tx1"/>
                              </a:solidFill>
                              <a:latin typeface="Cambria Math" panose="02040503050406030204" pitchFamily="18" charset="0"/>
                            </a:rPr>
                            <m:t> ×</m:t>
                          </m:r>
                          <m:f>
                            <m:fPr>
                              <m:ctrlPr>
                                <a:rPr lang="en-US" i="1" smtClean="0">
                                  <a:solidFill>
                                    <a:schemeClr val="tx1"/>
                                  </a:solidFill>
                                  <a:latin typeface="Cambria Math" panose="02040503050406030204" pitchFamily="18" charset="0"/>
                                  <a:ea typeface="Cambria Math" panose="02040503050406030204" pitchFamily="18" charset="0"/>
                                </a:rPr>
                              </m:ctrlPr>
                            </m:fPr>
                            <m:num>
                              <m:r>
                                <a:rPr lang="en-US" b="1" i="1" smtClean="0">
                                  <a:solidFill>
                                    <a:schemeClr val="tx1"/>
                                  </a:solidFill>
                                  <a:latin typeface="Cambria Math" panose="02040503050406030204" pitchFamily="18" charset="0"/>
                                  <a:ea typeface="Cambria Math" panose="02040503050406030204" pitchFamily="18" charset="0"/>
                                </a:rPr>
                                <m:t>𝒅𝒑</m:t>
                              </m:r>
                            </m:num>
                            <m:den>
                              <m:r>
                                <a:rPr lang="en-US" b="1" i="1" smtClean="0">
                                  <a:solidFill>
                                    <a:schemeClr val="tx1"/>
                                  </a:solidFill>
                                  <a:latin typeface="Cambria Math" panose="02040503050406030204" pitchFamily="18" charset="0"/>
                                  <a:ea typeface="Cambria Math" panose="02040503050406030204" pitchFamily="18" charset="0"/>
                                </a:rPr>
                                <m:t>𝒅𝒒</m:t>
                              </m:r>
                            </m:den>
                          </m:f>
                        </m:e>
                      </m:d>
                      <m:r>
                        <a:rPr lang="en-US" b="1" i="1" smtClean="0">
                          <a:solidFill>
                            <a:schemeClr val="tx1"/>
                          </a:solidFill>
                          <a:latin typeface="Cambria Math" panose="02040503050406030204" pitchFamily="18" charset="0"/>
                        </a:rPr>
                        <m:t> +</m:t>
                      </m:r>
                      <m:d>
                        <m:dPr>
                          <m:ctrlPr>
                            <a:rPr lang="en-US" i="1">
                              <a:solidFill>
                                <a:schemeClr val="tx1"/>
                              </a:solidFill>
                              <a:latin typeface="Cambria Math" panose="02040503050406030204" pitchFamily="18" charset="0"/>
                              <a:sym typeface="Helvetica Neue Medium"/>
                            </a:rPr>
                          </m:ctrlPr>
                        </m:dPr>
                        <m:e>
                          <m:r>
                            <a:rPr lang="en-US" b="1" i="1" smtClean="0">
                              <a:solidFill>
                                <a:schemeClr val="tx1"/>
                              </a:solidFill>
                              <a:latin typeface="Cambria Math" panose="02040503050406030204" pitchFamily="18" charset="0"/>
                              <a:sym typeface="Helvetica Neue Medium"/>
                            </a:rPr>
                            <m:t>𝒑</m:t>
                          </m:r>
                          <m:r>
                            <a:rPr lang="en-US" b="1" i="1">
                              <a:solidFill>
                                <a:schemeClr val="tx1"/>
                              </a:solidFill>
                              <a:latin typeface="Cambria Math" panose="02040503050406030204" pitchFamily="18" charset="0"/>
                              <a:sym typeface="Helvetica Neue Medium"/>
                            </a:rPr>
                            <m:t> ×</m:t>
                          </m:r>
                          <m:r>
                            <a:rPr lang="en-US" b="1" i="1" smtClean="0">
                              <a:solidFill>
                                <a:srgbClr val="FF0000"/>
                              </a:solidFill>
                              <a:latin typeface="Cambria Math" panose="02040503050406030204" pitchFamily="18" charset="0"/>
                              <a:ea typeface="Cambria Math" panose="02040503050406030204" pitchFamily="18" charset="0"/>
                              <a:sym typeface="Helvetica Neue Medium"/>
                            </a:rPr>
                            <m:t>𝟏</m:t>
                          </m:r>
                        </m:e>
                      </m:d>
                    </m:oMath>
                  </m:oMathPara>
                </a14:m>
                <a:endParaRPr>
                  <a:solidFill>
                    <a:schemeClr val="tx1"/>
                  </a:solidFill>
                  <a:latin typeface="Times New Roman" panose="02020603050405020304" pitchFamily="18" charset="0"/>
                  <a:cs typeface="Times New Roman" panose="02020603050405020304" pitchFamily="18" charset="0"/>
                </a:endParaRPr>
              </a:p>
            </p:txBody>
          </p:sp>
        </mc:Choice>
        <mc:Fallback xmlns="">
          <p:sp>
            <p:nvSpPr>
              <p:cNvPr id="19" name="17. Hence,   edp  =   AR / (AR - MR)">
                <a:extLst>
                  <a:ext uri="{FF2B5EF4-FFF2-40B4-BE49-F238E27FC236}">
                    <a16:creationId xmlns:a16="http://schemas.microsoft.com/office/drawing/2014/main" id="{6128B1BF-4784-114E-9174-E9DA20E8D84B}"/>
                  </a:ext>
                </a:extLst>
              </p:cNvPr>
              <p:cNvSpPr txBox="1">
                <a:spLocks noRot="1" noChangeAspect="1" noMove="1" noResize="1" noEditPoints="1" noAdjustHandles="1" noChangeArrowheads="1" noChangeShapeType="1" noTextEdit="1"/>
              </p:cNvSpPr>
              <p:nvPr/>
            </p:nvSpPr>
            <p:spPr>
              <a:xfrm>
                <a:off x="629942" y="1566680"/>
                <a:ext cx="4883830" cy="898997"/>
              </a:xfrm>
              <a:prstGeom prst="rect">
                <a:avLst/>
              </a:prstGeom>
              <a:blipFill>
                <a:blip r:embed="rId4"/>
                <a:stretch>
                  <a:fillRect b="-9859"/>
                </a:stretch>
              </a:blipFill>
              <a:ln w="12700">
                <a:miter lim="400000"/>
              </a:ln>
              <a:extLst>
                <a:ext uri="{C572A759-6A51-4108-AA02-DFA0A04FC94B}">
                  <ma14:wrappingTextBoxFlag xmlns:ma14="http://schemas.microsoft.com/office/mac/drawingml/2011/main" xmlns:m="http://schemas.openxmlformats.org/officeDocument/2006/math" xmlns="" xmlns:a14="http://schemas.microsoft.com/office/drawing/2010/main"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17. Hence,   edp  =   AR / (AR - MR)">
                <a:extLst>
                  <a:ext uri="{FF2B5EF4-FFF2-40B4-BE49-F238E27FC236}">
                    <a16:creationId xmlns:a16="http://schemas.microsoft.com/office/drawing/2014/main" id="{066A5DFC-05CC-8E45-9E6E-C38A653B2247}"/>
                  </a:ext>
                </a:extLst>
              </p:cNvPr>
              <p:cNvSpPr txBox="1"/>
              <p:nvPr/>
            </p:nvSpPr>
            <p:spPr>
              <a:xfrm>
                <a:off x="5965261" y="1509959"/>
                <a:ext cx="3950627" cy="835196"/>
              </a:xfrm>
              <a:prstGeom prst="rect">
                <a:avLst/>
              </a:prstGeom>
              <a:ln w="12700">
                <a:miter lim="400000"/>
              </a:ln>
              <a:extLst>
                <a:ext uri="{C572A759-6A51-4108-AA02-DFA0A04FC94B}">
                  <ma14:wrappingTextBoxFlag xmlns:ma14="http://schemas.microsoft.com/office/mac/drawingml/2011/main" xmlns:m="http://schemas.openxmlformats.org/officeDocument/2006/math" xmlns="" val="1"/>
                </a:ext>
              </a:extLst>
            </p:spPr>
            <p:txBody>
              <a:bodyPr lIns="50800" tIns="50800" rIns="50800" bIns="50800" anchor="b">
                <a:noAutofit/>
              </a:bodyPr>
              <a:lstStyle/>
              <a:p>
                <a:pPr algn="l" defTabSz="496570">
                  <a:defRPr sz="2550" b="0">
                    <a:latin typeface="+mn-lt"/>
                    <a:ea typeface="+mn-ea"/>
                    <a:cs typeface="+mn-cs"/>
                    <a:sym typeface="Helvetica Neue Medium"/>
                  </a:defRPr>
                </a:pPr>
                <a14:m>
                  <m:oMathPara xmlns:m="http://schemas.openxmlformats.org/officeDocument/2006/math">
                    <m:oMathParaPr>
                      <m:jc m:val="centerGroup"/>
                    </m:oMathParaPr>
                    <m:oMath xmlns:m="http://schemas.openxmlformats.org/officeDocument/2006/math">
                      <m:r>
                        <a:rPr lang="ar-AE" b="1" i="1" smtClean="0">
                          <a:solidFill>
                            <a:srgbClr val="7030A0"/>
                          </a:solidFill>
                          <a:latin typeface="Cambria Math" panose="02040503050406030204" pitchFamily="18" charset="0"/>
                        </a:rPr>
                        <m:t>𝟒</m:t>
                      </m:r>
                      <m:r>
                        <a:rPr lang="ar-AE" b="1" i="1" smtClean="0">
                          <a:solidFill>
                            <a:srgbClr val="7030A0"/>
                          </a:solidFill>
                          <a:latin typeface="Cambria Math" panose="02040503050406030204" pitchFamily="18" charset="0"/>
                        </a:rPr>
                        <m:t>.    </m:t>
                      </m:r>
                      <m:r>
                        <a:rPr lang="ar-AE" b="1" i="1" smtClean="0">
                          <a:solidFill>
                            <a:srgbClr val="7030A0"/>
                          </a:solidFill>
                          <a:latin typeface="Cambria Math" panose="02040503050406030204" pitchFamily="18" charset="0"/>
                        </a:rPr>
                        <m:t>𝑴𝑹</m:t>
                      </m:r>
                      <m:r>
                        <a:rPr lang="ar-AE" b="1" i="1" smtClean="0">
                          <a:solidFill>
                            <a:srgbClr val="7030A0"/>
                          </a:solidFill>
                          <a:latin typeface="Cambria Math" panose="02040503050406030204" pitchFamily="18" charset="0"/>
                        </a:rPr>
                        <m:t>= </m:t>
                      </m:r>
                      <m:d>
                        <m:dPr>
                          <m:ctrlPr>
                            <a:rPr lang="ar-AE" i="1" smtClean="0">
                              <a:solidFill>
                                <a:srgbClr val="7030A0"/>
                              </a:solidFill>
                              <a:latin typeface="Cambria Math" panose="02040503050406030204" pitchFamily="18" charset="0"/>
                            </a:rPr>
                          </m:ctrlPr>
                        </m:dPr>
                        <m:e>
                          <m:r>
                            <a:rPr lang="ar-AE" b="1" i="1" smtClean="0">
                              <a:solidFill>
                                <a:srgbClr val="7030A0"/>
                              </a:solidFill>
                              <a:latin typeface="Cambria Math" panose="02040503050406030204" pitchFamily="18" charset="0"/>
                            </a:rPr>
                            <m:t>𝒒</m:t>
                          </m:r>
                          <m:r>
                            <a:rPr lang="ar-AE" b="1" i="1" smtClean="0">
                              <a:solidFill>
                                <a:srgbClr val="7030A0"/>
                              </a:solidFill>
                              <a:latin typeface="Cambria Math" panose="02040503050406030204" pitchFamily="18" charset="0"/>
                            </a:rPr>
                            <m:t> ×</m:t>
                          </m:r>
                          <m:f>
                            <m:fPr>
                              <m:ctrlPr>
                                <a:rPr lang="ar-AE" i="1" smtClean="0">
                                  <a:solidFill>
                                    <a:srgbClr val="7030A0"/>
                                  </a:solidFill>
                                  <a:latin typeface="Cambria Math" panose="02040503050406030204" pitchFamily="18" charset="0"/>
                                  <a:ea typeface="Cambria Math" panose="02040503050406030204" pitchFamily="18" charset="0"/>
                                </a:rPr>
                              </m:ctrlPr>
                            </m:fPr>
                            <m:num>
                              <m:r>
                                <a:rPr lang="ar-AE" b="1" i="1" smtClean="0">
                                  <a:solidFill>
                                    <a:srgbClr val="7030A0"/>
                                  </a:solidFill>
                                  <a:latin typeface="Cambria Math" panose="02040503050406030204" pitchFamily="18" charset="0"/>
                                  <a:ea typeface="Cambria Math" panose="02040503050406030204" pitchFamily="18" charset="0"/>
                                </a:rPr>
                                <m:t>𝒅𝒑</m:t>
                              </m:r>
                            </m:num>
                            <m:den>
                              <m:r>
                                <a:rPr lang="ar-AE" b="1" i="1" smtClean="0">
                                  <a:solidFill>
                                    <a:srgbClr val="7030A0"/>
                                  </a:solidFill>
                                  <a:latin typeface="Cambria Math" panose="02040503050406030204" pitchFamily="18" charset="0"/>
                                  <a:ea typeface="Cambria Math" panose="02040503050406030204" pitchFamily="18" charset="0"/>
                                </a:rPr>
                                <m:t>𝒅𝒒</m:t>
                              </m:r>
                            </m:den>
                          </m:f>
                        </m:e>
                      </m:d>
                      <m:r>
                        <a:rPr lang="ar-AE" b="1" i="1" smtClean="0">
                          <a:solidFill>
                            <a:srgbClr val="7030A0"/>
                          </a:solidFill>
                          <a:latin typeface="Cambria Math" panose="02040503050406030204" pitchFamily="18" charset="0"/>
                        </a:rPr>
                        <m:t>+</m:t>
                      </m:r>
                      <m:r>
                        <a:rPr lang="ar-AE" b="1" i="1" smtClean="0">
                          <a:solidFill>
                            <a:srgbClr val="FF0000"/>
                          </a:solidFill>
                          <a:latin typeface="Cambria Math" panose="02040503050406030204" pitchFamily="18" charset="0"/>
                        </a:rPr>
                        <m:t>𝒑</m:t>
                      </m:r>
                    </m:oMath>
                  </m:oMathPara>
                </a14:m>
                <a:endParaRPr lang="ar-AE" dirty="0">
                  <a:solidFill>
                    <a:srgbClr val="7030A0"/>
                  </a:solidFill>
                  <a:latin typeface="Times New Roman" panose="02020603050405020304" pitchFamily="18" charset="0"/>
                  <a:cs typeface="Times New Roman" panose="02020603050405020304" pitchFamily="18" charset="0"/>
                </a:endParaRPr>
              </a:p>
            </p:txBody>
          </p:sp>
        </mc:Choice>
        <mc:Fallback xmlns="">
          <p:sp>
            <p:nvSpPr>
              <p:cNvPr id="20" name="17. Hence,   edp  =   AR / (AR - MR)">
                <a:extLst>
                  <a:ext uri="{FF2B5EF4-FFF2-40B4-BE49-F238E27FC236}">
                    <a16:creationId xmlns:a16="http://schemas.microsoft.com/office/drawing/2014/main" id="{066A5DFC-05CC-8E45-9E6E-C38A653B2247}"/>
                  </a:ext>
                </a:extLst>
              </p:cNvPr>
              <p:cNvSpPr txBox="1">
                <a:spLocks noRot="1" noChangeAspect="1" noMove="1" noResize="1" noEditPoints="1" noAdjustHandles="1" noChangeArrowheads="1" noChangeShapeType="1" noTextEdit="1"/>
              </p:cNvSpPr>
              <p:nvPr/>
            </p:nvSpPr>
            <p:spPr>
              <a:xfrm>
                <a:off x="5965261" y="1509959"/>
                <a:ext cx="3950627" cy="835196"/>
              </a:xfrm>
              <a:prstGeom prst="rect">
                <a:avLst/>
              </a:prstGeom>
              <a:blipFill>
                <a:blip r:embed="rId5"/>
                <a:stretch>
                  <a:fillRect t="-7576" r="-321" b="-10606"/>
                </a:stretch>
              </a:blipFill>
              <a:ln w="12700">
                <a:miter lim="400000"/>
              </a:ln>
              <a:extLst>
                <a:ext uri="{C572A759-6A51-4108-AA02-DFA0A04FC94B}">
                  <ma14:wrappingTextBoxFlag xmlns:ma14="http://schemas.microsoft.com/office/mac/drawingml/2011/main" xmlns:m="http://schemas.openxmlformats.org/officeDocument/2006/math" xmlns="" xmlns:a14="http://schemas.microsoft.com/office/drawing/2010/main" val="1"/>
                </a:ext>
              </a:extLst>
            </p:spPr>
            <p:txBody>
              <a:bodyPr/>
              <a:lstStyle/>
              <a:p>
                <a:r>
                  <a:rPr lang="en-US">
                    <a:noFill/>
                  </a:rPr>
                  <a:t> </a:t>
                </a:r>
              </a:p>
            </p:txBody>
          </p:sp>
        </mc:Fallback>
      </mc:AlternateContent>
      <p:grpSp>
        <p:nvGrpSpPr>
          <p:cNvPr id="3" name="Group 2">
            <a:extLst>
              <a:ext uri="{FF2B5EF4-FFF2-40B4-BE49-F238E27FC236}">
                <a16:creationId xmlns:a16="http://schemas.microsoft.com/office/drawing/2014/main" id="{8925D79C-5308-014A-AEA8-DBBB665AFC9D}"/>
              </a:ext>
            </a:extLst>
          </p:cNvPr>
          <p:cNvGrpSpPr/>
          <p:nvPr/>
        </p:nvGrpSpPr>
        <p:grpSpPr>
          <a:xfrm>
            <a:off x="223204" y="2714127"/>
            <a:ext cx="5389515" cy="1224994"/>
            <a:chOff x="675383" y="7659590"/>
            <a:chExt cx="7052193" cy="1709789"/>
          </a:xfrm>
          <a:solidFill>
            <a:schemeClr val="accent4">
              <a:lumMod val="20000"/>
              <a:lumOff val="80000"/>
            </a:schemeClr>
          </a:solidFill>
        </p:grpSpPr>
        <mc:AlternateContent xmlns:mc="http://schemas.openxmlformats.org/markup-compatibility/2006" xmlns:a14="http://schemas.microsoft.com/office/drawing/2010/main">
          <mc:Choice Requires="a14">
            <p:sp>
              <p:nvSpPr>
                <p:cNvPr id="21" name="17. Hence,   edp  =   AR / (AR - MR)">
                  <a:extLst>
                    <a:ext uri="{FF2B5EF4-FFF2-40B4-BE49-F238E27FC236}">
                      <a16:creationId xmlns:a16="http://schemas.microsoft.com/office/drawing/2014/main" id="{C65763A5-ED7F-6C47-BA77-4218AEBC35E4}"/>
                    </a:ext>
                  </a:extLst>
                </p:cNvPr>
                <p:cNvSpPr txBox="1"/>
                <p:nvPr/>
              </p:nvSpPr>
              <p:spPr>
                <a:xfrm>
                  <a:off x="675383" y="7887096"/>
                  <a:ext cx="7052193" cy="1254778"/>
                </a:xfrm>
                <a:prstGeom prst="rect">
                  <a:avLst/>
                </a:prstGeom>
                <a:grpFill/>
                <a:ln w="12700">
                  <a:miter lim="400000"/>
                </a:ln>
                <a:extLst>
                  <a:ext uri="{C572A759-6A51-4108-AA02-DFA0A04FC94B}">
                    <ma14:wrappingTextBoxFlag xmlns:ma14="http://schemas.microsoft.com/office/mac/drawingml/2011/main" xmlns:m="http://schemas.openxmlformats.org/officeDocument/2006/math" xmlns="" val="1"/>
                  </a:ext>
                </a:extLst>
              </p:spPr>
              <p:txBody>
                <a:bodyPr lIns="50800" tIns="50800" rIns="50800" bIns="50800" anchor="b">
                  <a:normAutofit fontScale="92500"/>
                </a:bodyPr>
                <a:lstStyle/>
                <a:p>
                  <a:pPr algn="l" defTabSz="496570">
                    <a:defRPr sz="2550" b="0">
                      <a:latin typeface="+mn-lt"/>
                      <a:ea typeface="+mn-ea"/>
                      <a:cs typeface="+mn-cs"/>
                      <a:sym typeface="Helvetica Neue Medium"/>
                    </a:defRPr>
                  </a:pP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rPr>
                          <m:t>𝟓</m:t>
                        </m:r>
                        <m:r>
                          <a:rPr lang="en-US" b="1" i="1" smtClean="0">
                            <a:solidFill>
                              <a:schemeClr val="tx1"/>
                            </a:solidFill>
                            <a:latin typeface="Cambria Math" panose="02040503050406030204" pitchFamily="18" charset="0"/>
                          </a:rPr>
                          <m:t>.    </m:t>
                        </m:r>
                        <m:r>
                          <a:rPr lang="en-US" b="1" i="1" smtClean="0">
                            <a:solidFill>
                              <a:schemeClr val="tx1"/>
                            </a:solidFill>
                            <a:latin typeface="Cambria Math" panose="02040503050406030204" pitchFamily="18" charset="0"/>
                          </a:rPr>
                          <m:t>𝑴𝑹</m:t>
                        </m:r>
                        <m:r>
                          <a:rPr lang="en-US" b="1" i="1" smtClean="0">
                            <a:solidFill>
                              <a:schemeClr val="tx1"/>
                            </a:solidFill>
                            <a:latin typeface="Cambria Math" panose="02040503050406030204" pitchFamily="18" charset="0"/>
                          </a:rPr>
                          <m:t>=</m:t>
                        </m:r>
                        <m:r>
                          <a:rPr lang="en-US" b="1" i="1" smtClean="0">
                            <a:solidFill>
                              <a:srgbClr val="FF0000"/>
                            </a:solidFill>
                            <a:latin typeface="Cambria Math" panose="02040503050406030204" pitchFamily="18" charset="0"/>
                          </a:rPr>
                          <m:t>𝒑</m:t>
                        </m:r>
                        <m:d>
                          <m:dPr>
                            <m:begChr m:val="["/>
                            <m:endChr m:val="]"/>
                            <m:ctrlPr>
                              <a:rPr lang="en-US" i="1" smtClean="0">
                                <a:solidFill>
                                  <a:schemeClr val="tx1"/>
                                </a:solidFill>
                                <a:latin typeface="Cambria Math" panose="02040503050406030204" pitchFamily="18" charset="0"/>
                              </a:rPr>
                            </m:ctrlPr>
                          </m:dPr>
                          <m:e>
                            <m:d>
                              <m:dPr>
                                <m:ctrlPr>
                                  <a:rPr lang="en-US" i="1">
                                    <a:solidFill>
                                      <a:schemeClr val="tx1"/>
                                    </a:solidFill>
                                    <a:latin typeface="Cambria Math" panose="02040503050406030204" pitchFamily="18" charset="0"/>
                                    <a:sym typeface="Helvetica Neue Medium"/>
                                  </a:rPr>
                                </m:ctrlPr>
                              </m:dPr>
                              <m:e>
                                <m:f>
                                  <m:fPr>
                                    <m:ctrlPr>
                                      <a:rPr lang="en-US" i="1" smtClean="0">
                                        <a:solidFill>
                                          <a:schemeClr val="tx1"/>
                                        </a:solidFill>
                                        <a:latin typeface="Cambria Math" panose="02040503050406030204" pitchFamily="18" charset="0"/>
                                        <a:sym typeface="Helvetica Neue Medium"/>
                                      </a:rPr>
                                    </m:ctrlPr>
                                  </m:fPr>
                                  <m:num>
                                    <m:r>
                                      <a:rPr lang="en-US" b="1" i="1" smtClean="0">
                                        <a:solidFill>
                                          <a:schemeClr val="tx1"/>
                                        </a:solidFill>
                                        <a:latin typeface="Cambria Math" panose="02040503050406030204" pitchFamily="18" charset="0"/>
                                        <a:sym typeface="Helvetica Neue Medium"/>
                                      </a:rPr>
                                      <m:t>𝒒</m:t>
                                    </m:r>
                                  </m:num>
                                  <m:den>
                                    <m:r>
                                      <a:rPr lang="en-US" b="1" i="1" smtClean="0">
                                        <a:solidFill>
                                          <a:srgbClr val="FF0000"/>
                                        </a:solidFill>
                                        <a:latin typeface="Cambria Math" panose="02040503050406030204" pitchFamily="18" charset="0"/>
                                        <a:sym typeface="Helvetica Neue Medium"/>
                                      </a:rPr>
                                      <m:t>𝒑</m:t>
                                    </m:r>
                                  </m:den>
                                </m:f>
                                <m:r>
                                  <a:rPr lang="en-US" b="1" i="1">
                                    <a:solidFill>
                                      <a:schemeClr val="tx1"/>
                                    </a:solidFill>
                                    <a:latin typeface="Cambria Math" panose="02040503050406030204" pitchFamily="18" charset="0"/>
                                    <a:sym typeface="Helvetica Neue Medium"/>
                                  </a:rPr>
                                  <m:t> ×</m:t>
                                </m:r>
                                <m:f>
                                  <m:fPr>
                                    <m:ctrlPr>
                                      <a:rPr lang="en-US" i="1">
                                        <a:solidFill>
                                          <a:schemeClr val="tx1"/>
                                        </a:solidFill>
                                        <a:latin typeface="Cambria Math" panose="02040503050406030204" pitchFamily="18" charset="0"/>
                                        <a:ea typeface="Cambria Math" panose="02040503050406030204" pitchFamily="18" charset="0"/>
                                        <a:sym typeface="Helvetica Neue Medium"/>
                                      </a:rPr>
                                    </m:ctrlPr>
                                  </m:fPr>
                                  <m:num>
                                    <m:r>
                                      <a:rPr lang="en-US" b="1" i="1">
                                        <a:solidFill>
                                          <a:schemeClr val="tx1"/>
                                        </a:solidFill>
                                        <a:latin typeface="Cambria Math" panose="02040503050406030204" pitchFamily="18" charset="0"/>
                                        <a:ea typeface="Cambria Math" panose="02040503050406030204" pitchFamily="18" charset="0"/>
                                        <a:sym typeface="Helvetica Neue Medium"/>
                                      </a:rPr>
                                      <m:t>𝒅𝒑</m:t>
                                    </m:r>
                                  </m:num>
                                  <m:den>
                                    <m:r>
                                      <a:rPr lang="en-US" b="1" i="1">
                                        <a:solidFill>
                                          <a:schemeClr val="tx1"/>
                                        </a:solidFill>
                                        <a:latin typeface="Cambria Math" panose="02040503050406030204" pitchFamily="18" charset="0"/>
                                        <a:ea typeface="Cambria Math" panose="02040503050406030204" pitchFamily="18" charset="0"/>
                                        <a:sym typeface="Helvetica Neue Medium"/>
                                      </a:rPr>
                                      <m:t>𝒅𝒒</m:t>
                                    </m:r>
                                  </m:den>
                                </m:f>
                              </m:e>
                            </m:d>
                            <m:r>
                              <a:rPr lang="en-US" b="1">
                                <a:solidFill>
                                  <a:schemeClr val="tx1"/>
                                </a:solidFill>
                                <a:latin typeface="Cambria Math" panose="02040503050406030204" pitchFamily="18" charset="0"/>
                                <a:sym typeface="Helvetica Neue Medium"/>
                              </a:rPr>
                              <m:t>+</m:t>
                            </m:r>
                            <m:r>
                              <a:rPr lang="en-US" b="1" i="0" smtClean="0">
                                <a:solidFill>
                                  <a:schemeClr val="tx1"/>
                                </a:solidFill>
                                <a:latin typeface="Cambria Math" panose="02040503050406030204" pitchFamily="18" charset="0"/>
                                <a:sym typeface="Helvetica Neue Medium"/>
                              </a:rPr>
                              <m:t>𝟏</m:t>
                            </m:r>
                          </m:e>
                        </m:d>
                      </m:oMath>
                    </m:oMathPara>
                  </a14:m>
                  <a:endParaRPr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21" name="17. Hence,   edp  =   AR / (AR - MR)">
                  <a:extLst>
                    <a:ext uri="{FF2B5EF4-FFF2-40B4-BE49-F238E27FC236}">
                      <a16:creationId xmlns:a16="http://schemas.microsoft.com/office/drawing/2014/main" id="{C65763A5-ED7F-6C47-BA77-4218AEBC35E4}"/>
                    </a:ext>
                  </a:extLst>
                </p:cNvPr>
                <p:cNvSpPr txBox="1">
                  <a:spLocks noRot="1" noChangeAspect="1" noMove="1" noResize="1" noEditPoints="1" noAdjustHandles="1" noChangeArrowheads="1" noChangeShapeType="1" noTextEdit="1"/>
                </p:cNvSpPr>
                <p:nvPr/>
              </p:nvSpPr>
              <p:spPr>
                <a:xfrm>
                  <a:off x="675383" y="7887096"/>
                  <a:ext cx="7052193" cy="1254778"/>
                </a:xfrm>
                <a:prstGeom prst="rect">
                  <a:avLst/>
                </a:prstGeom>
                <a:blipFill>
                  <a:blip r:embed="rId6"/>
                  <a:stretch>
                    <a:fillRect b="-8333"/>
                  </a:stretch>
                </a:blipFill>
                <a:ln w="12700">
                  <a:miter lim="400000"/>
                </a:ln>
                <a:extLst>
                  <a:ext uri="{C572A759-6A51-4108-AA02-DFA0A04FC94B}">
                    <ma14:wrappingTextBoxFlag xmlns="" xmlns:m="http://schemas.openxmlformats.org/officeDocument/2006/math" xmlns:ma14="http://schemas.microsoft.com/office/mac/drawingml/2011/main" xmlns:a14="http://schemas.microsoft.com/office/drawing/2010/main" val="1"/>
                  </a:ext>
                </a:extLst>
              </p:spPr>
              <p:txBody>
                <a:bodyPr/>
                <a:lstStyle/>
                <a:p>
                  <a:r>
                    <a:rPr lang="en-US">
                      <a:noFill/>
                    </a:rPr>
                    <a:t> </a:t>
                  </a:r>
                </a:p>
              </p:txBody>
            </p:sp>
          </mc:Fallback>
        </mc:AlternateContent>
        <p:sp>
          <p:nvSpPr>
            <p:cNvPr id="2" name="5-Point Star 1">
              <a:extLst>
                <a:ext uri="{FF2B5EF4-FFF2-40B4-BE49-F238E27FC236}">
                  <a16:creationId xmlns:a16="http://schemas.microsoft.com/office/drawing/2014/main" id="{B52426F0-6865-C343-9F3F-D4B634283E8F}"/>
                </a:ext>
              </a:extLst>
            </p:cNvPr>
            <p:cNvSpPr/>
            <p:nvPr/>
          </p:nvSpPr>
          <p:spPr>
            <a:xfrm>
              <a:off x="874616" y="7659590"/>
              <a:ext cx="452161" cy="1709789"/>
            </a:xfrm>
            <a:prstGeom prst="star5">
              <a:avLst/>
            </a:prstGeom>
            <a:grpFill/>
            <a:ln w="12700" cap="flat">
              <a:solidFill>
                <a:schemeClr val="accent6">
                  <a:lumMod val="75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US" b="0" i="0" u="none" strike="noStrike" cap="none" spc="0" normalizeH="0" baseline="0">
                <a:ln>
                  <a:noFill/>
                </a:ln>
                <a:solidFill>
                  <a:srgbClr val="FFFFFF"/>
                </a:solidFill>
                <a:effectLst/>
                <a:uFillTx/>
                <a:latin typeface="Times New Roman" panose="02020603050405020304" pitchFamily="18" charset="0"/>
                <a:ea typeface="+mn-ea"/>
                <a:cs typeface="Times New Roman" panose="02020603050405020304" pitchFamily="18" charset="0"/>
                <a:sym typeface="Helvetica Neue Medium"/>
              </a:endParaRPr>
            </a:p>
          </p:txBody>
        </p:sp>
      </p:grpSp>
      <p:sp>
        <p:nvSpPr>
          <p:cNvPr id="4" name="Slide Number Placeholder 3">
            <a:extLst>
              <a:ext uri="{FF2B5EF4-FFF2-40B4-BE49-F238E27FC236}">
                <a16:creationId xmlns:a16="http://schemas.microsoft.com/office/drawing/2014/main" id="{37026DCD-5BF7-1245-9998-BEE1622F7D29}"/>
              </a:ext>
            </a:extLst>
          </p:cNvPr>
          <p:cNvSpPr>
            <a:spLocks noGrp="1"/>
          </p:cNvSpPr>
          <p:nvPr>
            <p:ph type="sldNum" sz="quarter" idx="2"/>
          </p:nvPr>
        </p:nvSpPr>
        <p:spPr>
          <a:xfrm>
            <a:off x="12398491" y="9148782"/>
            <a:ext cx="307777" cy="348813"/>
          </a:xfrm>
        </p:spPr>
        <p:txBody>
          <a:bodyPr/>
          <a:lstStyle/>
          <a:p>
            <a:fld id="{86CB4B4D-7CA3-9044-876B-883B54F8677D}" type="slidenum">
              <a:rPr lang="en-IN" smtClean="0">
                <a:latin typeface="Times New Roman" panose="02020603050405020304" pitchFamily="18" charset="0"/>
                <a:cs typeface="Times New Roman" panose="02020603050405020304" pitchFamily="18" charset="0"/>
              </a:rPr>
              <a:t>22</a:t>
            </a:fld>
            <a:endParaRPr lang="en-IN">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0" name="17. Hence,   edp  =   AR / (AR - MR)">
                <a:extLst>
                  <a:ext uri="{FF2B5EF4-FFF2-40B4-BE49-F238E27FC236}">
                    <a16:creationId xmlns:a16="http://schemas.microsoft.com/office/drawing/2014/main" id="{FC72B593-7F03-1D4D-931E-11FB35BE6BB7}"/>
                  </a:ext>
                </a:extLst>
              </p:cNvPr>
              <p:cNvSpPr txBox="1"/>
              <p:nvPr/>
            </p:nvSpPr>
            <p:spPr>
              <a:xfrm>
                <a:off x="6034150" y="2511090"/>
                <a:ext cx="4048836" cy="1119207"/>
              </a:xfrm>
              <a:prstGeom prst="rect">
                <a:avLst/>
              </a:prstGeom>
              <a:ln w="12700">
                <a:miter lim="400000"/>
              </a:ln>
              <a:extLst>
                <a:ext uri="{C572A759-6A51-4108-AA02-DFA0A04FC94B}">
                  <ma14:wrappingTextBoxFlag xmlns:ma14="http://schemas.microsoft.com/office/mac/drawingml/2011/main" xmlns:m="http://schemas.openxmlformats.org/officeDocument/2006/math" xmlns="" val="1"/>
                </a:ext>
              </a:extLst>
            </p:spPr>
            <p:txBody>
              <a:bodyPr lIns="50800" tIns="50800" rIns="50800" bIns="50800" anchor="b">
                <a:normAutofit/>
              </a:bodyPr>
              <a:lstStyle/>
              <a:p>
                <a:pPr algn="l" defTabSz="496570">
                  <a:defRPr sz="2550" b="0">
                    <a:latin typeface="+mn-lt"/>
                    <a:ea typeface="+mn-ea"/>
                    <a:cs typeface="+mn-cs"/>
                    <a:sym typeface="Helvetica Neue Medium"/>
                  </a:defRPr>
                </a:pP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rPr>
                        <m:t>𝟔</m:t>
                      </m:r>
                      <m:r>
                        <a:rPr lang="en-US" b="1" i="1" smtClean="0">
                          <a:solidFill>
                            <a:schemeClr val="tx1"/>
                          </a:solidFill>
                          <a:latin typeface="Cambria Math" panose="02040503050406030204" pitchFamily="18" charset="0"/>
                        </a:rPr>
                        <m:t>.    </m:t>
                      </m:r>
                      <m:f>
                        <m:fPr>
                          <m:ctrlPr>
                            <a:rPr lang="en-US" i="1" smtClean="0">
                              <a:solidFill>
                                <a:schemeClr val="tx1"/>
                              </a:solidFill>
                              <a:latin typeface="Cambria Math" panose="02040503050406030204" pitchFamily="18" charset="0"/>
                            </a:rPr>
                          </m:ctrlPr>
                        </m:fPr>
                        <m:num>
                          <m:r>
                            <a:rPr lang="en-US" b="1" i="1" smtClean="0">
                              <a:solidFill>
                                <a:schemeClr val="tx1"/>
                              </a:solidFill>
                              <a:latin typeface="Cambria Math" panose="02040503050406030204" pitchFamily="18" charset="0"/>
                            </a:rPr>
                            <m:t>𝑴𝑹</m:t>
                          </m:r>
                        </m:num>
                        <m:den>
                          <m:r>
                            <a:rPr lang="en-US" b="1" i="1" smtClean="0">
                              <a:solidFill>
                                <a:srgbClr val="FF0000"/>
                              </a:solidFill>
                              <a:latin typeface="Cambria Math" panose="02040503050406030204" pitchFamily="18" charset="0"/>
                            </a:rPr>
                            <m:t>𝒑</m:t>
                          </m:r>
                        </m:den>
                      </m:f>
                      <m:r>
                        <a:rPr lang="en-US" b="1" i="1" smtClean="0">
                          <a:solidFill>
                            <a:schemeClr val="tx1"/>
                          </a:solidFill>
                          <a:latin typeface="Cambria Math" panose="02040503050406030204" pitchFamily="18" charset="0"/>
                        </a:rPr>
                        <m:t>=</m:t>
                      </m:r>
                      <m:d>
                        <m:dPr>
                          <m:begChr m:val="["/>
                          <m:endChr m:val="]"/>
                          <m:ctrlPr>
                            <a:rPr lang="en-US" i="1" smtClean="0">
                              <a:solidFill>
                                <a:schemeClr val="tx1"/>
                              </a:solidFill>
                              <a:latin typeface="Cambria Math" panose="02040503050406030204" pitchFamily="18" charset="0"/>
                            </a:rPr>
                          </m:ctrlPr>
                        </m:dPr>
                        <m:e>
                          <m:d>
                            <m:dPr>
                              <m:ctrlPr>
                                <a:rPr lang="en-US" i="1">
                                  <a:solidFill>
                                    <a:schemeClr val="tx1"/>
                                  </a:solidFill>
                                  <a:latin typeface="Cambria Math" panose="02040503050406030204" pitchFamily="18" charset="0"/>
                                  <a:sym typeface="Helvetica Neue Medium"/>
                                </a:rPr>
                              </m:ctrlPr>
                            </m:dPr>
                            <m:e>
                              <m:f>
                                <m:fPr>
                                  <m:ctrlPr>
                                    <a:rPr lang="en-US" i="1" smtClean="0">
                                      <a:solidFill>
                                        <a:schemeClr val="tx1"/>
                                      </a:solidFill>
                                      <a:latin typeface="Cambria Math" panose="02040503050406030204" pitchFamily="18" charset="0"/>
                                      <a:sym typeface="Helvetica Neue Medium"/>
                                    </a:rPr>
                                  </m:ctrlPr>
                                </m:fPr>
                                <m:num>
                                  <m:r>
                                    <a:rPr lang="en-US" b="1" i="1" smtClean="0">
                                      <a:solidFill>
                                        <a:schemeClr val="tx1"/>
                                      </a:solidFill>
                                      <a:latin typeface="Cambria Math" panose="02040503050406030204" pitchFamily="18" charset="0"/>
                                      <a:sym typeface="Helvetica Neue Medium"/>
                                    </a:rPr>
                                    <m:t>𝒒</m:t>
                                  </m:r>
                                </m:num>
                                <m:den>
                                  <m:r>
                                    <a:rPr lang="en-US" b="1" i="1" smtClean="0">
                                      <a:solidFill>
                                        <a:schemeClr val="tx1"/>
                                      </a:solidFill>
                                      <a:latin typeface="Cambria Math" panose="02040503050406030204" pitchFamily="18" charset="0"/>
                                      <a:sym typeface="Helvetica Neue Medium"/>
                                    </a:rPr>
                                    <m:t>𝒑</m:t>
                                  </m:r>
                                </m:den>
                              </m:f>
                              <m:r>
                                <a:rPr lang="en-US" b="1" i="1">
                                  <a:solidFill>
                                    <a:schemeClr val="tx1"/>
                                  </a:solidFill>
                                  <a:latin typeface="Cambria Math" panose="02040503050406030204" pitchFamily="18" charset="0"/>
                                  <a:sym typeface="Helvetica Neue Medium"/>
                                </a:rPr>
                                <m:t> ×</m:t>
                              </m:r>
                              <m:f>
                                <m:fPr>
                                  <m:ctrlPr>
                                    <a:rPr lang="en-US" i="1">
                                      <a:solidFill>
                                        <a:schemeClr val="tx1"/>
                                      </a:solidFill>
                                      <a:latin typeface="Cambria Math" panose="02040503050406030204" pitchFamily="18" charset="0"/>
                                      <a:ea typeface="Cambria Math" panose="02040503050406030204" pitchFamily="18" charset="0"/>
                                      <a:sym typeface="Helvetica Neue Medium"/>
                                    </a:rPr>
                                  </m:ctrlPr>
                                </m:fPr>
                                <m:num>
                                  <m:r>
                                    <a:rPr lang="en-US" b="1" i="1">
                                      <a:solidFill>
                                        <a:schemeClr val="tx1"/>
                                      </a:solidFill>
                                      <a:latin typeface="Cambria Math" panose="02040503050406030204" pitchFamily="18" charset="0"/>
                                      <a:ea typeface="Cambria Math" panose="02040503050406030204" pitchFamily="18" charset="0"/>
                                      <a:sym typeface="Helvetica Neue Medium"/>
                                    </a:rPr>
                                    <m:t>𝒅𝒑</m:t>
                                  </m:r>
                                </m:num>
                                <m:den>
                                  <m:r>
                                    <a:rPr lang="en-US" b="1" i="1">
                                      <a:solidFill>
                                        <a:schemeClr val="tx1"/>
                                      </a:solidFill>
                                      <a:latin typeface="Cambria Math" panose="02040503050406030204" pitchFamily="18" charset="0"/>
                                      <a:ea typeface="Cambria Math" panose="02040503050406030204" pitchFamily="18" charset="0"/>
                                      <a:sym typeface="Helvetica Neue Medium"/>
                                    </a:rPr>
                                    <m:t>𝒅𝒒</m:t>
                                  </m:r>
                                </m:den>
                              </m:f>
                            </m:e>
                          </m:d>
                          <m:r>
                            <a:rPr lang="en-US" b="1">
                              <a:solidFill>
                                <a:schemeClr val="tx1"/>
                              </a:solidFill>
                              <a:latin typeface="Cambria Math" panose="02040503050406030204" pitchFamily="18" charset="0"/>
                              <a:sym typeface="Helvetica Neue Medium"/>
                            </a:rPr>
                            <m:t>+</m:t>
                          </m:r>
                          <m:r>
                            <a:rPr lang="en-US" b="1" i="0" smtClean="0">
                              <a:solidFill>
                                <a:schemeClr val="tx1"/>
                              </a:solidFill>
                              <a:latin typeface="Cambria Math" panose="02040503050406030204" pitchFamily="18" charset="0"/>
                              <a:sym typeface="Helvetica Neue Medium"/>
                            </a:rPr>
                            <m:t>𝟏</m:t>
                          </m:r>
                        </m:e>
                      </m:d>
                    </m:oMath>
                  </m:oMathPara>
                </a14:m>
                <a:endParaRPr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10" name="17. Hence,   edp  =   AR / (AR - MR)">
                <a:extLst>
                  <a:ext uri="{FF2B5EF4-FFF2-40B4-BE49-F238E27FC236}">
                    <a16:creationId xmlns:a16="http://schemas.microsoft.com/office/drawing/2014/main" id="{FC72B593-7F03-1D4D-931E-11FB35BE6BB7}"/>
                  </a:ext>
                </a:extLst>
              </p:cNvPr>
              <p:cNvSpPr txBox="1">
                <a:spLocks noRot="1" noChangeAspect="1" noMove="1" noResize="1" noEditPoints="1" noAdjustHandles="1" noChangeArrowheads="1" noChangeShapeType="1" noTextEdit="1"/>
              </p:cNvSpPr>
              <p:nvPr/>
            </p:nvSpPr>
            <p:spPr>
              <a:xfrm>
                <a:off x="6034150" y="2511090"/>
                <a:ext cx="4048836" cy="1119207"/>
              </a:xfrm>
              <a:prstGeom prst="rect">
                <a:avLst/>
              </a:prstGeom>
              <a:blipFill>
                <a:blip r:embed="rId7"/>
                <a:stretch>
                  <a:fillRect b="-7778"/>
                </a:stretch>
              </a:blipFill>
              <a:ln w="12700">
                <a:miter lim="400000"/>
              </a:ln>
              <a:extLst>
                <a:ext uri="{C572A759-6A51-4108-AA02-DFA0A04FC94B}">
                  <ma14:wrappingTextBoxFlag xmlns:ma14="http://schemas.microsoft.com/office/mac/drawingml/2011/main" xmlns:m="http://schemas.openxmlformats.org/officeDocument/2006/math" xmlns="" xmlns:a14="http://schemas.microsoft.com/office/drawing/2010/main"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17. Hence,   edp  =   AR / (AR - MR)">
                <a:extLst>
                  <a:ext uri="{FF2B5EF4-FFF2-40B4-BE49-F238E27FC236}">
                    <a16:creationId xmlns:a16="http://schemas.microsoft.com/office/drawing/2014/main" id="{7F027D49-8C3C-384E-BB49-6C73F28E3F6C}"/>
                  </a:ext>
                </a:extLst>
              </p:cNvPr>
              <p:cNvSpPr txBox="1"/>
              <p:nvPr/>
            </p:nvSpPr>
            <p:spPr>
              <a:xfrm>
                <a:off x="863530" y="4302500"/>
                <a:ext cx="3790691" cy="898997"/>
              </a:xfrm>
              <a:prstGeom prst="rect">
                <a:avLst/>
              </a:prstGeom>
              <a:ln w="12700">
                <a:miter lim="400000"/>
              </a:ln>
              <a:extLst>
                <a:ext uri="{C572A759-6A51-4108-AA02-DFA0A04FC94B}">
                  <ma14:wrappingTextBoxFlag xmlns:ma14="http://schemas.microsoft.com/office/mac/drawingml/2011/main" xmlns:m="http://schemas.openxmlformats.org/officeDocument/2006/math" xmlns="" val="1"/>
                </a:ext>
              </a:extLst>
            </p:spPr>
            <p:txBody>
              <a:bodyPr lIns="50800" tIns="50800" rIns="50800" bIns="50800" anchor="b">
                <a:normAutofit fontScale="92500"/>
              </a:bodyPr>
              <a:lstStyle/>
              <a:p>
                <a:pPr algn="l" defTabSz="496570">
                  <a:defRPr sz="2550" b="0">
                    <a:latin typeface="+mn-lt"/>
                    <a:ea typeface="+mn-ea"/>
                    <a:cs typeface="+mn-cs"/>
                    <a:sym typeface="Helvetica Neue Medium"/>
                  </a:defRPr>
                </a:pPr>
                <a14:m>
                  <m:oMathPara xmlns:m="http://schemas.openxmlformats.org/officeDocument/2006/math">
                    <m:oMathParaPr>
                      <m:jc m:val="centerGroup"/>
                    </m:oMathParaPr>
                    <m:oMath xmlns:m="http://schemas.openxmlformats.org/officeDocument/2006/math">
                      <m:r>
                        <a:rPr lang="ar-AE" b="1" i="0" smtClean="0">
                          <a:solidFill>
                            <a:schemeClr val="tx1"/>
                          </a:solidFill>
                          <a:latin typeface="Cambria Math" panose="02040503050406030204" pitchFamily="18" charset="0"/>
                        </a:rPr>
                        <m:t>𝟕</m:t>
                      </m:r>
                      <m:r>
                        <a:rPr lang="ar-AE" b="1" i="0" smtClean="0">
                          <a:solidFill>
                            <a:schemeClr val="tx1"/>
                          </a:solidFill>
                          <a:latin typeface="Cambria Math" panose="02040503050406030204" pitchFamily="18" charset="0"/>
                        </a:rPr>
                        <m:t>.    </m:t>
                      </m:r>
                      <m:f>
                        <m:fPr>
                          <m:ctrlPr>
                            <a:rPr lang="ar-AE" i="1" smtClean="0">
                              <a:solidFill>
                                <a:schemeClr val="tx1"/>
                              </a:solidFill>
                              <a:latin typeface="Cambria Math" panose="02040503050406030204" pitchFamily="18" charset="0"/>
                            </a:rPr>
                          </m:ctrlPr>
                        </m:fPr>
                        <m:num>
                          <m:r>
                            <a:rPr lang="ar-AE" b="1" i="0" smtClean="0">
                              <a:solidFill>
                                <a:schemeClr val="tx1"/>
                              </a:solidFill>
                              <a:latin typeface="Cambria Math" panose="02040503050406030204" pitchFamily="18" charset="0"/>
                            </a:rPr>
                            <m:t>𝐌𝐑</m:t>
                          </m:r>
                        </m:num>
                        <m:den>
                          <m:r>
                            <a:rPr lang="ar-AE" b="1" i="0" smtClean="0">
                              <a:solidFill>
                                <a:schemeClr val="tx1"/>
                              </a:solidFill>
                              <a:latin typeface="Cambria Math" panose="02040503050406030204" pitchFamily="18" charset="0"/>
                            </a:rPr>
                            <m:t>𝐩</m:t>
                          </m:r>
                        </m:den>
                      </m:f>
                      <m:r>
                        <a:rPr lang="ar-AE" b="1" i="0" smtClean="0">
                          <a:solidFill>
                            <a:schemeClr val="tx1"/>
                          </a:solidFill>
                          <a:latin typeface="Cambria Math" panose="02040503050406030204" pitchFamily="18" charset="0"/>
                        </a:rPr>
                        <m:t>−</m:t>
                      </m:r>
                      <m:r>
                        <a:rPr lang="ar-AE" b="1" i="0" smtClean="0">
                          <a:solidFill>
                            <a:schemeClr val="tx1"/>
                          </a:solidFill>
                          <a:latin typeface="Cambria Math" panose="02040503050406030204" pitchFamily="18" charset="0"/>
                        </a:rPr>
                        <m:t>𝟏</m:t>
                      </m:r>
                      <m:r>
                        <a:rPr lang="ar-AE" b="1" i="0" smtClean="0">
                          <a:solidFill>
                            <a:schemeClr val="tx1"/>
                          </a:solidFill>
                          <a:latin typeface="Cambria Math" panose="02040503050406030204" pitchFamily="18" charset="0"/>
                        </a:rPr>
                        <m:t>=</m:t>
                      </m:r>
                      <m:d>
                        <m:dPr>
                          <m:ctrlPr>
                            <a:rPr lang="ar-AE" i="1">
                              <a:solidFill>
                                <a:schemeClr val="tx1"/>
                              </a:solidFill>
                              <a:latin typeface="Cambria Math" panose="02040503050406030204" pitchFamily="18" charset="0"/>
                              <a:sym typeface="Helvetica Neue Medium"/>
                            </a:rPr>
                          </m:ctrlPr>
                        </m:dPr>
                        <m:e>
                          <m:f>
                            <m:fPr>
                              <m:ctrlPr>
                                <a:rPr lang="ar-AE" i="1">
                                  <a:solidFill>
                                    <a:schemeClr val="tx1"/>
                                  </a:solidFill>
                                  <a:latin typeface="Cambria Math" panose="02040503050406030204" pitchFamily="18" charset="0"/>
                                  <a:sym typeface="Helvetica Neue Medium"/>
                                </a:rPr>
                              </m:ctrlPr>
                            </m:fPr>
                            <m:num>
                              <m:r>
                                <a:rPr lang="ar-AE" b="1" i="0">
                                  <a:solidFill>
                                    <a:schemeClr val="tx1"/>
                                  </a:solidFill>
                                  <a:latin typeface="Cambria Math" panose="02040503050406030204" pitchFamily="18" charset="0"/>
                                  <a:sym typeface="Helvetica Neue Medium"/>
                                </a:rPr>
                                <m:t>𝐪</m:t>
                              </m:r>
                            </m:num>
                            <m:den>
                              <m:r>
                                <a:rPr lang="ar-AE" b="1" i="0">
                                  <a:solidFill>
                                    <a:schemeClr val="tx1"/>
                                  </a:solidFill>
                                  <a:latin typeface="Cambria Math" panose="02040503050406030204" pitchFamily="18" charset="0"/>
                                  <a:sym typeface="Helvetica Neue Medium"/>
                                </a:rPr>
                                <m:t>𝐩</m:t>
                              </m:r>
                            </m:den>
                          </m:f>
                          <m:r>
                            <a:rPr lang="ar-AE" b="1" i="0">
                              <a:solidFill>
                                <a:schemeClr val="tx1"/>
                              </a:solidFill>
                              <a:latin typeface="Cambria Math" panose="02040503050406030204" pitchFamily="18" charset="0"/>
                              <a:sym typeface="Helvetica Neue Medium"/>
                            </a:rPr>
                            <m:t>×</m:t>
                          </m:r>
                          <m:f>
                            <m:fPr>
                              <m:ctrlPr>
                                <a:rPr lang="ar-AE" i="1">
                                  <a:solidFill>
                                    <a:schemeClr val="tx1"/>
                                  </a:solidFill>
                                  <a:latin typeface="Cambria Math" panose="02040503050406030204" pitchFamily="18" charset="0"/>
                                  <a:ea typeface="Cambria Math" panose="02040503050406030204" pitchFamily="18" charset="0"/>
                                  <a:sym typeface="Helvetica Neue Medium"/>
                                </a:rPr>
                              </m:ctrlPr>
                            </m:fPr>
                            <m:num>
                              <m:r>
                                <a:rPr lang="ar-AE" b="1" i="1">
                                  <a:solidFill>
                                    <a:schemeClr val="tx1"/>
                                  </a:solidFill>
                                  <a:latin typeface="Cambria Math" panose="02040503050406030204" pitchFamily="18" charset="0"/>
                                  <a:ea typeface="Cambria Math" panose="02040503050406030204" pitchFamily="18" charset="0"/>
                                  <a:sym typeface="Helvetica Neue Medium"/>
                                </a:rPr>
                                <m:t>𝒅</m:t>
                              </m:r>
                              <m:r>
                                <a:rPr lang="ar-AE" b="1" i="0">
                                  <a:solidFill>
                                    <a:schemeClr val="tx1"/>
                                  </a:solidFill>
                                  <a:latin typeface="Cambria Math" panose="02040503050406030204" pitchFamily="18" charset="0"/>
                                  <a:ea typeface="Cambria Math" panose="02040503050406030204" pitchFamily="18" charset="0"/>
                                  <a:sym typeface="Helvetica Neue Medium"/>
                                </a:rPr>
                                <m:t>𝐩</m:t>
                              </m:r>
                            </m:num>
                            <m:den>
                              <m:r>
                                <a:rPr lang="ar-AE" b="1" i="1">
                                  <a:solidFill>
                                    <a:schemeClr val="tx1"/>
                                  </a:solidFill>
                                  <a:latin typeface="Cambria Math" panose="02040503050406030204" pitchFamily="18" charset="0"/>
                                  <a:ea typeface="Cambria Math" panose="02040503050406030204" pitchFamily="18" charset="0"/>
                                  <a:sym typeface="Helvetica Neue Medium"/>
                                </a:rPr>
                                <m:t>𝒅</m:t>
                              </m:r>
                              <m:r>
                                <a:rPr lang="ar-AE" b="1" i="0">
                                  <a:solidFill>
                                    <a:schemeClr val="tx1"/>
                                  </a:solidFill>
                                  <a:latin typeface="Cambria Math" panose="02040503050406030204" pitchFamily="18" charset="0"/>
                                  <a:ea typeface="Cambria Math" panose="02040503050406030204" pitchFamily="18" charset="0"/>
                                  <a:sym typeface="Helvetica Neue Medium"/>
                                </a:rPr>
                                <m:t>𝐪</m:t>
                              </m:r>
                            </m:den>
                          </m:f>
                        </m:e>
                      </m:d>
                    </m:oMath>
                  </m:oMathPara>
                </a14:m>
                <a:endParaRPr lang="ar-AE"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11" name="17. Hence,   edp  =   AR / (AR - MR)">
                <a:extLst>
                  <a:ext uri="{FF2B5EF4-FFF2-40B4-BE49-F238E27FC236}">
                    <a16:creationId xmlns:a16="http://schemas.microsoft.com/office/drawing/2014/main" id="{7F027D49-8C3C-384E-BB49-6C73F28E3F6C}"/>
                  </a:ext>
                </a:extLst>
              </p:cNvPr>
              <p:cNvSpPr txBox="1">
                <a:spLocks noRot="1" noChangeAspect="1" noMove="1" noResize="1" noEditPoints="1" noAdjustHandles="1" noChangeArrowheads="1" noChangeShapeType="1" noTextEdit="1"/>
              </p:cNvSpPr>
              <p:nvPr/>
            </p:nvSpPr>
            <p:spPr>
              <a:xfrm>
                <a:off x="863530" y="4302500"/>
                <a:ext cx="3790691" cy="898997"/>
              </a:xfrm>
              <a:prstGeom prst="rect">
                <a:avLst/>
              </a:prstGeom>
              <a:blipFill>
                <a:blip r:embed="rId8"/>
                <a:stretch>
                  <a:fillRect b="-5556"/>
                </a:stretch>
              </a:blipFill>
              <a:ln w="12700">
                <a:miter lim="400000"/>
              </a:ln>
              <a:extLst>
                <a:ext uri="{C572A759-6A51-4108-AA02-DFA0A04FC94B}">
                  <ma14:wrappingTextBoxFlag xmlns:ma14="http://schemas.microsoft.com/office/mac/drawingml/2011/main" xmlns:m="http://schemas.openxmlformats.org/officeDocument/2006/math" xmlns="" xmlns:a14="http://schemas.microsoft.com/office/drawing/2010/main"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17. Hence,   edp  =   AR / (AR - MR)">
                <a:extLst>
                  <a:ext uri="{FF2B5EF4-FFF2-40B4-BE49-F238E27FC236}">
                    <a16:creationId xmlns:a16="http://schemas.microsoft.com/office/drawing/2014/main" id="{6F139E04-1844-074A-9BBD-053A8AE1D264}"/>
                  </a:ext>
                </a:extLst>
              </p:cNvPr>
              <p:cNvSpPr txBox="1"/>
              <p:nvPr/>
            </p:nvSpPr>
            <p:spPr>
              <a:xfrm>
                <a:off x="6034150" y="3927287"/>
                <a:ext cx="3790692" cy="1254778"/>
              </a:xfrm>
              <a:prstGeom prst="rect">
                <a:avLst/>
              </a:prstGeom>
              <a:ln w="12700">
                <a:miter lim="400000"/>
              </a:ln>
              <a:extLst>
                <a:ext uri="{C572A759-6A51-4108-AA02-DFA0A04FC94B}">
                  <ma14:wrappingTextBoxFlag xmlns:ma14="http://schemas.microsoft.com/office/mac/drawingml/2011/main" xmlns:m="http://schemas.openxmlformats.org/officeDocument/2006/math" xmlns="" val="1"/>
                </a:ext>
              </a:extLst>
            </p:spPr>
            <p:txBody>
              <a:bodyPr lIns="50800" tIns="50800" rIns="50800" bIns="50800" anchor="b">
                <a:normAutofit/>
              </a:bodyPr>
              <a:lstStyle/>
              <a:p>
                <a:pPr algn="l" defTabSz="496570">
                  <a:defRPr sz="2550" b="0">
                    <a:latin typeface="+mn-lt"/>
                    <a:ea typeface="+mn-ea"/>
                    <a:cs typeface="+mn-cs"/>
                    <a:sym typeface="Helvetica Neue Medium"/>
                  </a:defRPr>
                </a:pP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rPr>
                        <m:t>𝟖</m:t>
                      </m:r>
                      <m:r>
                        <a:rPr lang="en-US" b="1" i="1" smtClean="0">
                          <a:solidFill>
                            <a:schemeClr val="tx1"/>
                          </a:solidFill>
                          <a:latin typeface="Cambria Math" panose="02040503050406030204" pitchFamily="18" charset="0"/>
                        </a:rPr>
                        <m:t>.    </m:t>
                      </m:r>
                      <m:f>
                        <m:fPr>
                          <m:ctrlPr>
                            <a:rPr lang="en-US" i="1" smtClean="0">
                              <a:solidFill>
                                <a:schemeClr val="tx1"/>
                              </a:solidFill>
                              <a:latin typeface="Cambria Math" panose="02040503050406030204" pitchFamily="18" charset="0"/>
                            </a:rPr>
                          </m:ctrlPr>
                        </m:fPr>
                        <m:num>
                          <m:r>
                            <a:rPr lang="en-US" b="1" i="1" smtClean="0">
                              <a:solidFill>
                                <a:schemeClr val="tx1"/>
                              </a:solidFill>
                              <a:latin typeface="Cambria Math" panose="02040503050406030204" pitchFamily="18" charset="0"/>
                            </a:rPr>
                            <m:t>𝑴𝑹</m:t>
                          </m:r>
                          <m:r>
                            <a:rPr lang="en-US" b="1" i="1" smtClean="0">
                              <a:solidFill>
                                <a:schemeClr val="tx1"/>
                              </a:solidFill>
                              <a:latin typeface="Cambria Math" panose="02040503050406030204" pitchFamily="18" charset="0"/>
                            </a:rPr>
                            <m:t> −</m:t>
                          </m:r>
                          <m:r>
                            <a:rPr lang="en-US" b="1" i="1" smtClean="0">
                              <a:solidFill>
                                <a:srgbClr val="FF0000"/>
                              </a:solidFill>
                              <a:latin typeface="Cambria Math" panose="02040503050406030204" pitchFamily="18" charset="0"/>
                            </a:rPr>
                            <m:t>𝒑</m:t>
                          </m:r>
                        </m:num>
                        <m:den>
                          <m:r>
                            <a:rPr lang="en-US" b="1" i="1" smtClean="0">
                              <a:solidFill>
                                <a:srgbClr val="FF0000"/>
                              </a:solidFill>
                              <a:latin typeface="Cambria Math" panose="02040503050406030204" pitchFamily="18" charset="0"/>
                            </a:rPr>
                            <m:t>𝒑</m:t>
                          </m:r>
                        </m:den>
                      </m:f>
                      <m:r>
                        <a:rPr lang="en-US" b="1" i="1" smtClean="0">
                          <a:solidFill>
                            <a:schemeClr val="tx1"/>
                          </a:solidFill>
                          <a:latin typeface="Cambria Math" panose="02040503050406030204" pitchFamily="18" charset="0"/>
                        </a:rPr>
                        <m:t>=</m:t>
                      </m:r>
                      <m:d>
                        <m:dPr>
                          <m:ctrlPr>
                            <a:rPr lang="en-US" i="1">
                              <a:solidFill>
                                <a:schemeClr val="tx1"/>
                              </a:solidFill>
                              <a:latin typeface="Cambria Math" panose="02040503050406030204" pitchFamily="18" charset="0"/>
                              <a:sym typeface="Helvetica Neue Medium"/>
                            </a:rPr>
                          </m:ctrlPr>
                        </m:dPr>
                        <m:e>
                          <m:f>
                            <m:fPr>
                              <m:ctrlPr>
                                <a:rPr lang="en-US" i="1">
                                  <a:solidFill>
                                    <a:schemeClr val="tx1"/>
                                  </a:solidFill>
                                  <a:latin typeface="Cambria Math" panose="02040503050406030204" pitchFamily="18" charset="0"/>
                                  <a:sym typeface="Helvetica Neue Medium"/>
                                </a:rPr>
                              </m:ctrlPr>
                            </m:fPr>
                            <m:num>
                              <m:r>
                                <a:rPr lang="en-US" b="1" i="1">
                                  <a:solidFill>
                                    <a:schemeClr val="tx1"/>
                                  </a:solidFill>
                                  <a:latin typeface="Cambria Math" panose="02040503050406030204" pitchFamily="18" charset="0"/>
                                  <a:sym typeface="Helvetica Neue Medium"/>
                                </a:rPr>
                                <m:t>𝒒</m:t>
                              </m:r>
                            </m:num>
                            <m:den>
                              <m:r>
                                <a:rPr lang="en-US" b="1" i="1">
                                  <a:solidFill>
                                    <a:schemeClr val="tx1"/>
                                  </a:solidFill>
                                  <a:latin typeface="Cambria Math" panose="02040503050406030204" pitchFamily="18" charset="0"/>
                                  <a:sym typeface="Helvetica Neue Medium"/>
                                </a:rPr>
                                <m:t>𝒑</m:t>
                              </m:r>
                            </m:den>
                          </m:f>
                          <m:r>
                            <a:rPr lang="en-US" b="1" i="1">
                              <a:solidFill>
                                <a:schemeClr val="tx1"/>
                              </a:solidFill>
                              <a:latin typeface="Cambria Math" panose="02040503050406030204" pitchFamily="18" charset="0"/>
                              <a:sym typeface="Helvetica Neue Medium"/>
                            </a:rPr>
                            <m:t> ×</m:t>
                          </m:r>
                          <m:f>
                            <m:fPr>
                              <m:ctrlPr>
                                <a:rPr lang="en-US" i="1">
                                  <a:solidFill>
                                    <a:schemeClr val="tx1"/>
                                  </a:solidFill>
                                  <a:latin typeface="Cambria Math" panose="02040503050406030204" pitchFamily="18" charset="0"/>
                                  <a:ea typeface="Cambria Math" panose="02040503050406030204" pitchFamily="18" charset="0"/>
                                  <a:sym typeface="Helvetica Neue Medium"/>
                                </a:rPr>
                              </m:ctrlPr>
                            </m:fPr>
                            <m:num>
                              <m:r>
                                <a:rPr lang="en-US" b="1" i="1">
                                  <a:solidFill>
                                    <a:schemeClr val="tx1"/>
                                  </a:solidFill>
                                  <a:latin typeface="Cambria Math" panose="02040503050406030204" pitchFamily="18" charset="0"/>
                                  <a:ea typeface="Cambria Math" panose="02040503050406030204" pitchFamily="18" charset="0"/>
                                  <a:sym typeface="Helvetica Neue Medium"/>
                                </a:rPr>
                                <m:t>𝒅𝒑</m:t>
                              </m:r>
                            </m:num>
                            <m:den>
                              <m:r>
                                <a:rPr lang="en-US" b="1" i="1">
                                  <a:solidFill>
                                    <a:schemeClr val="tx1"/>
                                  </a:solidFill>
                                  <a:latin typeface="Cambria Math" panose="02040503050406030204" pitchFamily="18" charset="0"/>
                                  <a:ea typeface="Cambria Math" panose="02040503050406030204" pitchFamily="18" charset="0"/>
                                  <a:sym typeface="Helvetica Neue Medium"/>
                                </a:rPr>
                                <m:t>𝒅𝒒</m:t>
                              </m:r>
                            </m:den>
                          </m:f>
                        </m:e>
                      </m:d>
                    </m:oMath>
                  </m:oMathPara>
                </a14:m>
                <a:endParaRPr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12" name="17. Hence,   edp  =   AR / (AR - MR)">
                <a:extLst>
                  <a:ext uri="{FF2B5EF4-FFF2-40B4-BE49-F238E27FC236}">
                    <a16:creationId xmlns:a16="http://schemas.microsoft.com/office/drawing/2014/main" id="{6F139E04-1844-074A-9BBD-053A8AE1D264}"/>
                  </a:ext>
                </a:extLst>
              </p:cNvPr>
              <p:cNvSpPr txBox="1">
                <a:spLocks noRot="1" noChangeAspect="1" noMove="1" noResize="1" noEditPoints="1" noAdjustHandles="1" noChangeArrowheads="1" noChangeShapeType="1" noTextEdit="1"/>
              </p:cNvSpPr>
              <p:nvPr/>
            </p:nvSpPr>
            <p:spPr>
              <a:xfrm>
                <a:off x="6034150" y="3927287"/>
                <a:ext cx="3790692" cy="1254778"/>
              </a:xfrm>
              <a:prstGeom prst="rect">
                <a:avLst/>
              </a:prstGeom>
              <a:blipFill>
                <a:blip r:embed="rId9"/>
                <a:stretch>
                  <a:fillRect b="-7000"/>
                </a:stretch>
              </a:blipFill>
              <a:ln w="12700">
                <a:miter lim="400000"/>
              </a:ln>
              <a:extLst>
                <a:ext uri="{C572A759-6A51-4108-AA02-DFA0A04FC94B}">
                  <ma14:wrappingTextBoxFlag xmlns:ma14="http://schemas.microsoft.com/office/mac/drawingml/2011/main" xmlns:m="http://schemas.openxmlformats.org/officeDocument/2006/math" xmlns="" xmlns:a14="http://schemas.microsoft.com/office/drawing/2010/main" val="1"/>
                </a:ext>
              </a:extLst>
            </p:spPr>
            <p:txBody>
              <a:bodyPr/>
              <a:lstStyle/>
              <a:p>
                <a:r>
                  <a:rPr lang="en-US">
                    <a:noFill/>
                  </a:rPr>
                  <a:t> </a:t>
                </a:r>
              </a:p>
            </p:txBody>
          </p:sp>
        </mc:Fallback>
      </mc:AlternateContent>
      <p:grpSp>
        <p:nvGrpSpPr>
          <p:cNvPr id="14" name="Group 13">
            <a:extLst>
              <a:ext uri="{FF2B5EF4-FFF2-40B4-BE49-F238E27FC236}">
                <a16:creationId xmlns:a16="http://schemas.microsoft.com/office/drawing/2014/main" id="{0A42E8C7-C05E-C045-9354-A3196F6CB770}"/>
              </a:ext>
            </a:extLst>
          </p:cNvPr>
          <p:cNvGrpSpPr/>
          <p:nvPr/>
        </p:nvGrpSpPr>
        <p:grpSpPr>
          <a:xfrm>
            <a:off x="1970845" y="5517299"/>
            <a:ext cx="7597172" cy="1224994"/>
            <a:chOff x="594696" y="4569546"/>
            <a:chExt cx="8882744" cy="1373379"/>
          </a:xfrm>
        </p:grpSpPr>
        <mc:AlternateContent xmlns:mc="http://schemas.openxmlformats.org/markup-compatibility/2006" xmlns:a14="http://schemas.microsoft.com/office/drawing/2010/main">
          <mc:Choice Requires="a14">
            <p:sp>
              <p:nvSpPr>
                <p:cNvPr id="15" name="17. Hence,   edp  =   AR / (AR - MR)">
                  <a:extLst>
                    <a:ext uri="{FF2B5EF4-FFF2-40B4-BE49-F238E27FC236}">
                      <a16:creationId xmlns:a16="http://schemas.microsoft.com/office/drawing/2014/main" id="{48C9EB25-7F71-5F49-BF8C-3ABB8C7146A4}"/>
                    </a:ext>
                  </a:extLst>
                </p:cNvPr>
                <p:cNvSpPr txBox="1"/>
                <p:nvPr/>
              </p:nvSpPr>
              <p:spPr>
                <a:xfrm>
                  <a:off x="594696" y="4682774"/>
                  <a:ext cx="5904709" cy="1254778"/>
                </a:xfrm>
                <a:prstGeom prst="rect">
                  <a:avLst/>
                </a:prstGeom>
                <a:ln w="12700">
                  <a:miter lim="400000"/>
                </a:ln>
                <a:extLst>
                  <a:ext uri="{C572A759-6A51-4108-AA02-DFA0A04FC94B}">
                    <ma14:wrappingTextBoxFlag xmlns:ma14="http://schemas.microsoft.com/office/mac/drawingml/2011/main" xmlns:m="http://schemas.openxmlformats.org/officeDocument/2006/math" xmlns="" val="1"/>
                  </a:ext>
                </a:extLst>
              </p:spPr>
              <p:txBody>
                <a:bodyPr lIns="50800" tIns="50800" rIns="50800" bIns="50800" anchor="b">
                  <a:normAutofit/>
                </a:bodyPr>
                <a:lstStyle/>
                <a:p>
                  <a:pPr algn="l" defTabSz="496570">
                    <a:defRPr sz="2550" b="0">
                      <a:latin typeface="+mn-lt"/>
                      <a:ea typeface="+mn-ea"/>
                      <a:cs typeface="+mn-cs"/>
                      <a:sym typeface="Helvetica Neue Medium"/>
                    </a:defRPr>
                  </a:pPr>
                  <a14:m>
                    <m:oMathPara xmlns:m="http://schemas.openxmlformats.org/officeDocument/2006/math">
                      <m:oMathParaPr>
                        <m:jc m:val="centerGroup"/>
                      </m:oMathParaPr>
                      <m:oMath xmlns:m="http://schemas.openxmlformats.org/officeDocument/2006/math">
                        <m:r>
                          <a:rPr lang="en-US" b="1" i="1" smtClean="0">
                            <a:solidFill>
                              <a:srgbClr val="7030A0"/>
                            </a:solidFill>
                            <a:latin typeface="Cambria Math" panose="02040503050406030204" pitchFamily="18" charset="0"/>
                          </a:rPr>
                          <m:t>   </m:t>
                        </m:r>
                        <m:r>
                          <a:rPr lang="ar-AE" b="1" i="1" smtClean="0">
                            <a:solidFill>
                              <a:srgbClr val="7030A0"/>
                            </a:solidFill>
                            <a:latin typeface="Cambria Math" panose="02040503050406030204" pitchFamily="18" charset="0"/>
                          </a:rPr>
                          <m:t>𝟗</m:t>
                        </m:r>
                        <m:r>
                          <a:rPr lang="ar-AE" b="1" i="1" smtClean="0">
                            <a:solidFill>
                              <a:srgbClr val="7030A0"/>
                            </a:solidFill>
                            <a:latin typeface="Cambria Math" panose="02040503050406030204" pitchFamily="18" charset="0"/>
                          </a:rPr>
                          <m:t>.    </m:t>
                        </m:r>
                        <m:f>
                          <m:fPr>
                            <m:ctrlPr>
                              <a:rPr lang="ar-AE" i="1" smtClean="0">
                                <a:solidFill>
                                  <a:srgbClr val="7030A0"/>
                                </a:solidFill>
                                <a:latin typeface="Cambria Math" panose="02040503050406030204" pitchFamily="18" charset="0"/>
                              </a:rPr>
                            </m:ctrlPr>
                          </m:fPr>
                          <m:num>
                            <m:r>
                              <a:rPr lang="ar-AE" b="1" i="1" smtClean="0">
                                <a:solidFill>
                                  <a:srgbClr val="7030A0"/>
                                </a:solidFill>
                                <a:latin typeface="Cambria Math" panose="02040503050406030204" pitchFamily="18" charset="0"/>
                              </a:rPr>
                              <m:t>𝒑</m:t>
                            </m:r>
                          </m:num>
                          <m:den>
                            <m:r>
                              <a:rPr lang="ar-AE" b="1" i="1" smtClean="0">
                                <a:solidFill>
                                  <a:srgbClr val="7030A0"/>
                                </a:solidFill>
                                <a:latin typeface="Cambria Math" panose="02040503050406030204" pitchFamily="18" charset="0"/>
                              </a:rPr>
                              <m:t>𝑴𝑹</m:t>
                            </m:r>
                            <m:r>
                              <a:rPr lang="ar-AE" b="1" i="1" smtClean="0">
                                <a:solidFill>
                                  <a:srgbClr val="7030A0"/>
                                </a:solidFill>
                                <a:latin typeface="Cambria Math" panose="02040503050406030204" pitchFamily="18" charset="0"/>
                              </a:rPr>
                              <m:t> −</m:t>
                            </m:r>
                            <m:r>
                              <a:rPr lang="ar-AE" b="1" i="1" smtClean="0">
                                <a:solidFill>
                                  <a:srgbClr val="7030A0"/>
                                </a:solidFill>
                                <a:latin typeface="Cambria Math" panose="02040503050406030204" pitchFamily="18" charset="0"/>
                              </a:rPr>
                              <m:t>𝒑</m:t>
                            </m:r>
                          </m:den>
                        </m:f>
                        <m:r>
                          <a:rPr lang="ar-AE" b="1" i="1" smtClean="0">
                            <a:solidFill>
                              <a:srgbClr val="7030A0"/>
                            </a:solidFill>
                            <a:latin typeface="Cambria Math" panose="02040503050406030204" pitchFamily="18" charset="0"/>
                          </a:rPr>
                          <m:t>=</m:t>
                        </m:r>
                        <m:d>
                          <m:dPr>
                            <m:ctrlPr>
                              <a:rPr lang="ar-AE" i="1">
                                <a:solidFill>
                                  <a:srgbClr val="7030A0"/>
                                </a:solidFill>
                                <a:latin typeface="Cambria Math" panose="02040503050406030204" pitchFamily="18" charset="0"/>
                                <a:sym typeface="Helvetica Neue Medium"/>
                              </a:rPr>
                            </m:ctrlPr>
                          </m:dPr>
                          <m:e>
                            <m:f>
                              <m:fPr>
                                <m:ctrlPr>
                                  <a:rPr lang="ar-AE" i="1">
                                    <a:solidFill>
                                      <a:srgbClr val="7030A0"/>
                                    </a:solidFill>
                                    <a:latin typeface="Cambria Math" panose="02040503050406030204" pitchFamily="18" charset="0"/>
                                    <a:sym typeface="Helvetica Neue Medium"/>
                                  </a:rPr>
                                </m:ctrlPr>
                              </m:fPr>
                              <m:num>
                                <m:r>
                                  <a:rPr lang="ar-AE" b="1" i="1" smtClean="0">
                                    <a:solidFill>
                                      <a:srgbClr val="7030A0"/>
                                    </a:solidFill>
                                    <a:latin typeface="Cambria Math" panose="02040503050406030204" pitchFamily="18" charset="0"/>
                                    <a:sym typeface="Helvetica Neue Medium"/>
                                  </a:rPr>
                                  <m:t>𝒑</m:t>
                                </m:r>
                              </m:num>
                              <m:den>
                                <m:r>
                                  <a:rPr lang="ar-AE" b="1" i="1" smtClean="0">
                                    <a:solidFill>
                                      <a:srgbClr val="7030A0"/>
                                    </a:solidFill>
                                    <a:latin typeface="Cambria Math" panose="02040503050406030204" pitchFamily="18" charset="0"/>
                                    <a:sym typeface="Helvetica Neue Medium"/>
                                  </a:rPr>
                                  <m:t>𝒒</m:t>
                                </m:r>
                              </m:den>
                            </m:f>
                            <m:r>
                              <a:rPr lang="ar-AE" b="1" i="1">
                                <a:solidFill>
                                  <a:srgbClr val="7030A0"/>
                                </a:solidFill>
                                <a:latin typeface="Cambria Math" panose="02040503050406030204" pitchFamily="18" charset="0"/>
                                <a:sym typeface="Helvetica Neue Medium"/>
                              </a:rPr>
                              <m:t> ×</m:t>
                            </m:r>
                            <m:f>
                              <m:fPr>
                                <m:ctrlPr>
                                  <a:rPr lang="ar-AE" i="1">
                                    <a:solidFill>
                                      <a:srgbClr val="7030A0"/>
                                    </a:solidFill>
                                    <a:latin typeface="Cambria Math" panose="02040503050406030204" pitchFamily="18" charset="0"/>
                                    <a:ea typeface="Cambria Math" panose="02040503050406030204" pitchFamily="18" charset="0"/>
                                    <a:sym typeface="Helvetica Neue Medium"/>
                                  </a:rPr>
                                </m:ctrlPr>
                              </m:fPr>
                              <m:num>
                                <m:r>
                                  <a:rPr lang="ar-AE" b="1" i="1">
                                    <a:solidFill>
                                      <a:srgbClr val="7030A0"/>
                                    </a:solidFill>
                                    <a:latin typeface="Cambria Math" panose="02040503050406030204" pitchFamily="18" charset="0"/>
                                    <a:ea typeface="Cambria Math" panose="02040503050406030204" pitchFamily="18" charset="0"/>
                                    <a:sym typeface="Helvetica Neue Medium"/>
                                  </a:rPr>
                                  <m:t>𝒅</m:t>
                                </m:r>
                                <m:r>
                                  <a:rPr lang="ar-AE" b="1" i="1" smtClean="0">
                                    <a:solidFill>
                                      <a:srgbClr val="7030A0"/>
                                    </a:solidFill>
                                    <a:latin typeface="Cambria Math" panose="02040503050406030204" pitchFamily="18" charset="0"/>
                                    <a:ea typeface="Cambria Math" panose="02040503050406030204" pitchFamily="18" charset="0"/>
                                    <a:sym typeface="Helvetica Neue Medium"/>
                                  </a:rPr>
                                  <m:t>𝒒</m:t>
                                </m:r>
                              </m:num>
                              <m:den>
                                <m:r>
                                  <a:rPr lang="ar-AE" b="1" i="1">
                                    <a:solidFill>
                                      <a:srgbClr val="7030A0"/>
                                    </a:solidFill>
                                    <a:latin typeface="Cambria Math" panose="02040503050406030204" pitchFamily="18" charset="0"/>
                                    <a:ea typeface="Cambria Math" panose="02040503050406030204" pitchFamily="18" charset="0"/>
                                    <a:sym typeface="Helvetica Neue Medium"/>
                                  </a:rPr>
                                  <m:t>𝒅</m:t>
                                </m:r>
                                <m:r>
                                  <a:rPr lang="ar-AE" b="1" i="1" smtClean="0">
                                    <a:solidFill>
                                      <a:srgbClr val="7030A0"/>
                                    </a:solidFill>
                                    <a:latin typeface="Cambria Math" panose="02040503050406030204" pitchFamily="18" charset="0"/>
                                    <a:ea typeface="Cambria Math" panose="02040503050406030204" pitchFamily="18" charset="0"/>
                                    <a:sym typeface="Helvetica Neue Medium"/>
                                  </a:rPr>
                                  <m:t>𝒑</m:t>
                                </m:r>
                              </m:den>
                            </m:f>
                          </m:e>
                        </m:d>
                      </m:oMath>
                    </m:oMathPara>
                  </a14:m>
                  <a:endParaRPr lang="ar-AE" dirty="0">
                    <a:solidFill>
                      <a:srgbClr val="7030A0"/>
                    </a:solidFill>
                    <a:latin typeface="Times New Roman" panose="02020603050405020304" pitchFamily="18" charset="0"/>
                    <a:cs typeface="Times New Roman" panose="02020603050405020304" pitchFamily="18" charset="0"/>
                  </a:endParaRPr>
                </a:p>
              </p:txBody>
            </p:sp>
          </mc:Choice>
          <mc:Fallback xmlns="">
            <p:sp>
              <p:nvSpPr>
                <p:cNvPr id="15" name="17. Hence,   edp  =   AR / (AR - MR)">
                  <a:extLst>
                    <a:ext uri="{FF2B5EF4-FFF2-40B4-BE49-F238E27FC236}">
                      <a16:creationId xmlns:a16="http://schemas.microsoft.com/office/drawing/2014/main" id="{48C9EB25-7F71-5F49-BF8C-3ABB8C7146A4}"/>
                    </a:ext>
                  </a:extLst>
                </p:cNvPr>
                <p:cNvSpPr txBox="1">
                  <a:spLocks noRot="1" noChangeAspect="1" noMove="1" noResize="1" noEditPoints="1" noAdjustHandles="1" noChangeArrowheads="1" noChangeShapeType="1" noTextEdit="1"/>
                </p:cNvSpPr>
                <p:nvPr/>
              </p:nvSpPr>
              <p:spPr>
                <a:xfrm>
                  <a:off x="594696" y="4682774"/>
                  <a:ext cx="5904709" cy="1254778"/>
                </a:xfrm>
                <a:prstGeom prst="rect">
                  <a:avLst/>
                </a:prstGeom>
                <a:blipFill>
                  <a:blip r:embed="rId11"/>
                  <a:stretch>
                    <a:fillRect b="-10112"/>
                  </a:stretch>
                </a:blipFill>
                <a:ln w="12700">
                  <a:miter lim="400000"/>
                </a:ln>
                <a:extLst>
                  <a:ext uri="{C572A759-6A51-4108-AA02-DFA0A04FC94B}">
                    <ma14:wrappingTextBoxFlag xmlns="" xmlns:m="http://schemas.openxmlformats.org/officeDocument/2006/math" xmlns:ma14="http://schemas.microsoft.com/office/mac/drawingml/2011/main" xmlns:a14="http://schemas.microsoft.com/office/drawing/2010/main"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17. Hence,   edp  =   AR / (AR - MR)">
                  <a:extLst>
                    <a:ext uri="{FF2B5EF4-FFF2-40B4-BE49-F238E27FC236}">
                      <a16:creationId xmlns:a16="http://schemas.microsoft.com/office/drawing/2014/main" id="{1EAA52DB-6339-4848-8448-304935B18261}"/>
                    </a:ext>
                  </a:extLst>
                </p:cNvPr>
                <p:cNvSpPr txBox="1"/>
                <p:nvPr/>
              </p:nvSpPr>
              <p:spPr>
                <a:xfrm>
                  <a:off x="6499405" y="5170316"/>
                  <a:ext cx="2978035" cy="588473"/>
                </a:xfrm>
                <a:prstGeom prst="rect">
                  <a:avLst/>
                </a:prstGeom>
                <a:ln w="12700">
                  <a:noFill/>
                  <a:miter lim="400000"/>
                </a:ln>
                <a:extLst>
                  <a:ext uri="{C572A759-6A51-4108-AA02-DFA0A04FC94B}">
                    <ma14:wrappingTextBoxFlag xmlns:ma14="http://schemas.microsoft.com/office/mac/drawingml/2011/main" xmlns:m="http://schemas.openxmlformats.org/officeDocument/2006/math" xmlns="" val="1"/>
                  </a:ext>
                </a:extLst>
              </p:spPr>
              <p:txBody>
                <a:bodyPr lIns="50800" tIns="50800" rIns="50800" bIns="50800" anchor="b">
                  <a:normAutofit fontScale="85000" lnSpcReduction="10000"/>
                </a:bodyPr>
                <a:lstStyle/>
                <a:p>
                  <a:pPr algn="l" defTabSz="496570">
                    <a:defRPr sz="2550" b="0">
                      <a:latin typeface="+mn-lt"/>
                      <a:ea typeface="+mn-ea"/>
                      <a:cs typeface="+mn-cs"/>
                      <a:sym typeface="Helvetica Neue Medium"/>
                    </a:defRPr>
                  </a:pPr>
                  <a14:m>
                    <m:oMathPara xmlns:m="http://schemas.openxmlformats.org/officeDocument/2006/math">
                      <m:oMathParaPr>
                        <m:jc m:val="centerGroup"/>
                      </m:oMathParaPr>
                      <m:oMath xmlns:m="http://schemas.openxmlformats.org/officeDocument/2006/math">
                        <m:r>
                          <a:rPr lang="en-US" b="1" i="0" smtClean="0">
                            <a:solidFill>
                              <a:srgbClr val="C00000"/>
                            </a:solidFill>
                            <a:latin typeface="Cambria Math" panose="02040503050406030204" pitchFamily="18" charset="0"/>
                          </a:rPr>
                          <m:t>𝐔𝐬𝐢𝐧𝐠</m:t>
                        </m:r>
                        <m:r>
                          <a:rPr lang="en-US" b="1" i="0" smtClean="0">
                            <a:solidFill>
                              <a:srgbClr val="C00000"/>
                            </a:solidFill>
                            <a:latin typeface="Cambria Math" panose="02040503050406030204" pitchFamily="18" charset="0"/>
                          </a:rPr>
                          <m:t> </m:t>
                        </m:r>
                        <m:r>
                          <a:rPr lang="en-US" b="1" i="0" smtClean="0">
                            <a:solidFill>
                              <a:srgbClr val="C00000"/>
                            </a:solidFill>
                            <a:latin typeface="Cambria Math" panose="02040503050406030204" pitchFamily="18" charset="0"/>
                          </a:rPr>
                          <m:t>𝐢𝐧𝐯𝐞𝐫𝐭𝐞𝐧𝐝𝐨</m:t>
                        </m:r>
                      </m:oMath>
                    </m:oMathPara>
                  </a14:m>
                  <a:endParaRPr lang="ar-AE" dirty="0">
                    <a:solidFill>
                      <a:srgbClr val="C00000"/>
                    </a:solidFill>
                    <a:latin typeface="Times New Roman" panose="02020603050405020304" pitchFamily="18" charset="0"/>
                    <a:cs typeface="Times New Roman" panose="02020603050405020304" pitchFamily="18" charset="0"/>
                  </a:endParaRPr>
                </a:p>
              </p:txBody>
            </p:sp>
          </mc:Choice>
          <mc:Fallback xmlns="">
            <p:sp>
              <p:nvSpPr>
                <p:cNvPr id="16" name="17. Hence,   edp  =   AR / (AR - MR)">
                  <a:extLst>
                    <a:ext uri="{FF2B5EF4-FFF2-40B4-BE49-F238E27FC236}">
                      <a16:creationId xmlns:a16="http://schemas.microsoft.com/office/drawing/2014/main" id="{1EAA52DB-6339-4848-8448-304935B18261}"/>
                    </a:ext>
                  </a:extLst>
                </p:cNvPr>
                <p:cNvSpPr txBox="1">
                  <a:spLocks noRot="1" noChangeAspect="1" noMove="1" noResize="1" noEditPoints="1" noAdjustHandles="1" noChangeArrowheads="1" noChangeShapeType="1" noTextEdit="1"/>
                </p:cNvSpPr>
                <p:nvPr/>
              </p:nvSpPr>
              <p:spPr>
                <a:xfrm>
                  <a:off x="6499405" y="5170316"/>
                  <a:ext cx="2978035" cy="588473"/>
                </a:xfrm>
                <a:prstGeom prst="rect">
                  <a:avLst/>
                </a:prstGeom>
                <a:blipFill>
                  <a:blip r:embed="rId12"/>
                  <a:stretch>
                    <a:fillRect r="-3960" b="-21429"/>
                  </a:stretch>
                </a:blipFill>
                <a:ln w="12700">
                  <a:noFill/>
                  <a:miter lim="400000"/>
                </a:ln>
                <a:extLst>
                  <a:ext uri="{C572A759-6A51-4108-AA02-DFA0A04FC94B}">
                    <ma14:wrappingTextBoxFlag xmlns:ma14="http://schemas.microsoft.com/office/mac/drawingml/2011/main" xmlns:m="http://schemas.openxmlformats.org/officeDocument/2006/math" xmlns="" xmlns:a14="http://schemas.microsoft.com/office/drawing/2010/main" val="1"/>
                  </a:ext>
                </a:extLst>
              </p:spPr>
              <p:txBody>
                <a:bodyPr/>
                <a:lstStyle/>
                <a:p>
                  <a:r>
                    <a:rPr lang="en-US">
                      <a:noFill/>
                    </a:rPr>
                    <a:t> </a:t>
                  </a:r>
                </a:p>
              </p:txBody>
            </p:sp>
          </mc:Fallback>
        </mc:AlternateContent>
        <p:sp>
          <p:nvSpPr>
            <p:cNvPr id="22" name="5-Point Star 13">
              <a:extLst>
                <a:ext uri="{FF2B5EF4-FFF2-40B4-BE49-F238E27FC236}">
                  <a16:creationId xmlns:a16="http://schemas.microsoft.com/office/drawing/2014/main" id="{DF42A46E-56E0-8A48-96DE-A52ECB9BB2C6}"/>
                </a:ext>
              </a:extLst>
            </p:cNvPr>
            <p:cNvSpPr/>
            <p:nvPr/>
          </p:nvSpPr>
          <p:spPr>
            <a:xfrm>
              <a:off x="747099" y="4569546"/>
              <a:ext cx="452161" cy="1373379"/>
            </a:xfrm>
            <a:prstGeom prst="star5">
              <a:avLst/>
            </a:prstGeom>
            <a:solidFill>
              <a:schemeClr val="accent6">
                <a:lumMod val="75000"/>
              </a:schemeClr>
            </a:solidFill>
            <a:ln w="12700" cap="flat">
              <a:solidFill>
                <a:schemeClr val="accent6">
                  <a:lumMod val="75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US" b="0" i="0" u="none" strike="noStrike" cap="none" spc="0" normalizeH="0" baseline="0">
                <a:ln>
                  <a:noFill/>
                </a:ln>
                <a:solidFill>
                  <a:srgbClr val="FFFFFF"/>
                </a:solidFill>
                <a:effectLst/>
                <a:uFillTx/>
                <a:latin typeface="Times New Roman" panose="02020603050405020304" pitchFamily="18" charset="0"/>
                <a:ea typeface="+mn-ea"/>
                <a:cs typeface="Times New Roman" panose="02020603050405020304" pitchFamily="18" charset="0"/>
                <a:sym typeface="Helvetica Neue Medium"/>
              </a:endParaRPr>
            </a:p>
          </p:txBody>
        </p:sp>
      </p:grpSp>
      <mc:AlternateContent xmlns:mc="http://schemas.openxmlformats.org/markup-compatibility/2006" xmlns:a14="http://schemas.microsoft.com/office/drawing/2010/main">
        <mc:Choice Requires="a14">
          <p:sp>
            <p:nvSpPr>
              <p:cNvPr id="23" name="17. Hence,   edp  =   AR / (AR - MR)">
                <a:extLst>
                  <a:ext uri="{FF2B5EF4-FFF2-40B4-BE49-F238E27FC236}">
                    <a16:creationId xmlns:a16="http://schemas.microsoft.com/office/drawing/2014/main" id="{E2573044-415B-3B45-9AD9-971127356840}"/>
                  </a:ext>
                </a:extLst>
              </p:cNvPr>
              <p:cNvSpPr txBox="1"/>
              <p:nvPr/>
            </p:nvSpPr>
            <p:spPr>
              <a:xfrm>
                <a:off x="2673180" y="8409614"/>
                <a:ext cx="3916195" cy="951902"/>
              </a:xfrm>
              <a:prstGeom prst="rect">
                <a:avLst/>
              </a:prstGeom>
              <a:ln w="12700">
                <a:miter lim="400000"/>
              </a:ln>
              <a:extLst>
                <a:ext uri="{C572A759-6A51-4108-AA02-DFA0A04FC94B}">
                  <ma14:wrappingTextBoxFlag xmlns:ma14="http://schemas.microsoft.com/office/mac/drawingml/2011/main" xmlns:m="http://schemas.openxmlformats.org/officeDocument/2006/math" xmlns="" val="1"/>
                </a:ext>
              </a:extLst>
            </p:spPr>
            <p:txBody>
              <a:bodyPr lIns="50800" tIns="50800" rIns="50800" bIns="50800" anchor="b">
                <a:noAutofit/>
              </a:bodyPr>
              <a:lstStyle/>
              <a:p>
                <a:pPr algn="l" defTabSz="496570">
                  <a:defRPr sz="2550" b="0">
                    <a:latin typeface="+mn-lt"/>
                    <a:ea typeface="+mn-ea"/>
                    <a:cs typeface="+mn-cs"/>
                    <a:sym typeface="Helvetica Neue Medium"/>
                  </a:defRPr>
                </a:pPr>
                <a14:m>
                  <m:oMathPara xmlns:m="http://schemas.openxmlformats.org/officeDocument/2006/math">
                    <m:oMathParaPr>
                      <m:jc m:val="centerGroup"/>
                    </m:oMathParaPr>
                    <m:oMath xmlns:m="http://schemas.openxmlformats.org/officeDocument/2006/math">
                      <m:r>
                        <a:rPr lang="ar-AE" sz="3200" b="1" i="1" smtClean="0">
                          <a:solidFill>
                            <a:srgbClr val="FF0000"/>
                          </a:solidFill>
                          <a:latin typeface="Cambria Math" panose="02040503050406030204" pitchFamily="18" charset="0"/>
                        </a:rPr>
                        <m:t>𝟏𝟏</m:t>
                      </m:r>
                      <m:r>
                        <a:rPr lang="ar-AE" sz="3200" b="1" i="1" smtClean="0">
                          <a:solidFill>
                            <a:srgbClr val="FF0000"/>
                          </a:solidFill>
                          <a:latin typeface="Cambria Math" panose="02040503050406030204" pitchFamily="18" charset="0"/>
                        </a:rPr>
                        <m:t>.    </m:t>
                      </m:r>
                      <m:f>
                        <m:fPr>
                          <m:ctrlPr>
                            <a:rPr lang="ar-AE" sz="3200" i="1" smtClean="0">
                              <a:solidFill>
                                <a:srgbClr val="FF0000"/>
                              </a:solidFill>
                              <a:latin typeface="Cambria Math" panose="02040503050406030204" pitchFamily="18" charset="0"/>
                            </a:rPr>
                          </m:ctrlPr>
                        </m:fPr>
                        <m:num>
                          <m:r>
                            <a:rPr lang="ar-AE" sz="3200" b="1" i="1" smtClean="0">
                              <a:solidFill>
                                <a:srgbClr val="FF0000"/>
                              </a:solidFill>
                              <a:latin typeface="Cambria Math" panose="02040503050406030204" pitchFamily="18" charset="0"/>
                            </a:rPr>
                            <m:t>𝑨𝑹</m:t>
                          </m:r>
                        </m:num>
                        <m:den>
                          <m:r>
                            <a:rPr lang="ar-AE" sz="3200" b="1" i="1" smtClean="0">
                              <a:solidFill>
                                <a:srgbClr val="FF0000"/>
                              </a:solidFill>
                              <a:latin typeface="Cambria Math" panose="02040503050406030204" pitchFamily="18" charset="0"/>
                            </a:rPr>
                            <m:t>𝑨𝑹</m:t>
                          </m:r>
                          <m:r>
                            <a:rPr lang="ar-AE" sz="3200" b="1" i="1" smtClean="0">
                              <a:solidFill>
                                <a:srgbClr val="FF0000"/>
                              </a:solidFill>
                              <a:latin typeface="Cambria Math" panose="02040503050406030204" pitchFamily="18" charset="0"/>
                            </a:rPr>
                            <m:t> −</m:t>
                          </m:r>
                          <m:r>
                            <a:rPr lang="ar-AE" sz="3200" b="1" i="1" smtClean="0">
                              <a:solidFill>
                                <a:srgbClr val="FF0000"/>
                              </a:solidFill>
                              <a:latin typeface="Cambria Math" panose="02040503050406030204" pitchFamily="18" charset="0"/>
                            </a:rPr>
                            <m:t>𝑴𝑹</m:t>
                          </m:r>
                        </m:den>
                      </m:f>
                      <m:r>
                        <a:rPr lang="ar-AE" sz="3200" b="1" i="1" smtClean="0">
                          <a:solidFill>
                            <a:srgbClr val="FF0000"/>
                          </a:solidFill>
                          <a:latin typeface="Cambria Math" panose="02040503050406030204" pitchFamily="18" charset="0"/>
                        </a:rPr>
                        <m:t>=</m:t>
                      </m:r>
                      <m:r>
                        <a:rPr lang="ar-AE" sz="3200" b="1" i="1" smtClean="0">
                          <a:solidFill>
                            <a:srgbClr val="FF0000"/>
                          </a:solidFill>
                          <a:latin typeface="Cambria Math" panose="02040503050406030204" pitchFamily="18" charset="0"/>
                          <a:sym typeface="Helvetica Neue Medium"/>
                        </a:rPr>
                        <m:t>𝒆</m:t>
                      </m:r>
                    </m:oMath>
                  </m:oMathPara>
                </a14:m>
                <a:endParaRPr lang="ar-AE" sz="3200"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23" name="17. Hence,   edp  =   AR / (AR - MR)">
                <a:extLst>
                  <a:ext uri="{FF2B5EF4-FFF2-40B4-BE49-F238E27FC236}">
                    <a16:creationId xmlns:a16="http://schemas.microsoft.com/office/drawing/2014/main" id="{E2573044-415B-3B45-9AD9-971127356840}"/>
                  </a:ext>
                </a:extLst>
              </p:cNvPr>
              <p:cNvSpPr txBox="1">
                <a:spLocks noRot="1" noChangeAspect="1" noMove="1" noResize="1" noEditPoints="1" noAdjustHandles="1" noChangeArrowheads="1" noChangeShapeType="1" noTextEdit="1"/>
              </p:cNvSpPr>
              <p:nvPr/>
            </p:nvSpPr>
            <p:spPr>
              <a:xfrm>
                <a:off x="2673180" y="8409614"/>
                <a:ext cx="3916195" cy="951902"/>
              </a:xfrm>
              <a:prstGeom prst="rect">
                <a:avLst/>
              </a:prstGeom>
              <a:blipFill>
                <a:blip r:embed="rId13"/>
                <a:stretch>
                  <a:fillRect t="-2632" r="-2913" b="-23684"/>
                </a:stretch>
              </a:blipFill>
              <a:ln w="12700">
                <a:miter lim="400000"/>
              </a:ln>
              <a:extLst>
                <a:ext uri="{C572A759-6A51-4108-AA02-DFA0A04FC94B}">
                  <ma14:wrappingTextBoxFlag xmlns:ma14="http://schemas.microsoft.com/office/mac/drawingml/2011/main" xmlns:m="http://schemas.openxmlformats.org/officeDocument/2006/math" xmlns="" xmlns:a14="http://schemas.microsoft.com/office/drawing/2010/main" val="1"/>
                </a:ext>
              </a:extLst>
            </p:spPr>
            <p:txBody>
              <a:bodyPr/>
              <a:lstStyle/>
              <a:p>
                <a:r>
                  <a:rPr lang="en-US">
                    <a:noFill/>
                  </a:rPr>
                  <a:t> </a:t>
                </a:r>
              </a:p>
            </p:txBody>
          </p:sp>
        </mc:Fallback>
      </mc:AlternateContent>
      <p:grpSp>
        <p:nvGrpSpPr>
          <p:cNvPr id="5" name="Group 4">
            <a:extLst>
              <a:ext uri="{FF2B5EF4-FFF2-40B4-BE49-F238E27FC236}">
                <a16:creationId xmlns:a16="http://schemas.microsoft.com/office/drawing/2014/main" id="{1E24638D-C292-2446-8B83-5456D10591B8}"/>
              </a:ext>
            </a:extLst>
          </p:cNvPr>
          <p:cNvGrpSpPr/>
          <p:nvPr/>
        </p:nvGrpSpPr>
        <p:grpSpPr>
          <a:xfrm>
            <a:off x="2471690" y="6735227"/>
            <a:ext cx="9210236" cy="1155231"/>
            <a:chOff x="3572702" y="6732156"/>
            <a:chExt cx="9210236" cy="1155231"/>
          </a:xfrm>
        </p:grpSpPr>
        <mc:AlternateContent xmlns:mc="http://schemas.openxmlformats.org/markup-compatibility/2006" xmlns:a14="http://schemas.microsoft.com/office/drawing/2010/main">
          <mc:Choice Requires="a14">
            <p:sp>
              <p:nvSpPr>
                <p:cNvPr id="13" name="17. Hence,   edp  =   AR / (AR - MR)">
                  <a:extLst>
                    <a:ext uri="{FF2B5EF4-FFF2-40B4-BE49-F238E27FC236}">
                      <a16:creationId xmlns:a16="http://schemas.microsoft.com/office/drawing/2014/main" id="{BA69A863-B565-2A44-A988-A7394485CB40}"/>
                    </a:ext>
                  </a:extLst>
                </p:cNvPr>
                <p:cNvSpPr txBox="1"/>
                <p:nvPr/>
              </p:nvSpPr>
              <p:spPr>
                <a:xfrm>
                  <a:off x="3572702" y="6732156"/>
                  <a:ext cx="3790691" cy="1093887"/>
                </a:xfrm>
                <a:prstGeom prst="rect">
                  <a:avLst/>
                </a:prstGeom>
                <a:ln w="12700">
                  <a:miter lim="400000"/>
                </a:ln>
                <a:extLst>
                  <a:ext uri="{C572A759-6A51-4108-AA02-DFA0A04FC94B}">
                    <ma14:wrappingTextBoxFlag xmlns:ma14="http://schemas.microsoft.com/office/mac/drawingml/2011/main" xmlns:m="http://schemas.openxmlformats.org/officeDocument/2006/math" xmlns="" val="1"/>
                  </a:ext>
                </a:extLst>
              </p:spPr>
              <p:txBody>
                <a:bodyPr lIns="50800" tIns="50800" rIns="50800" bIns="50800" anchor="b">
                  <a:normAutofit/>
                </a:bodyPr>
                <a:lstStyle/>
                <a:p>
                  <a:pPr algn="l" defTabSz="496570">
                    <a:defRPr sz="2550" b="0">
                      <a:latin typeface="+mn-lt"/>
                      <a:ea typeface="+mn-ea"/>
                      <a:cs typeface="+mn-cs"/>
                      <a:sym typeface="Helvetica Neue Medium"/>
                    </a:defRPr>
                  </a:pP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rPr>
                          <m:t>𝟏𝟎</m:t>
                        </m:r>
                        <m:r>
                          <a:rPr lang="en-US" b="1" i="1" smtClean="0">
                            <a:solidFill>
                              <a:schemeClr val="tx1"/>
                            </a:solidFill>
                            <a:latin typeface="Cambria Math" panose="02040503050406030204" pitchFamily="18" charset="0"/>
                          </a:rPr>
                          <m:t>.    </m:t>
                        </m:r>
                        <m:f>
                          <m:fPr>
                            <m:ctrlPr>
                              <a:rPr lang="en-US" i="1" smtClean="0">
                                <a:solidFill>
                                  <a:schemeClr val="tx1"/>
                                </a:solidFill>
                                <a:latin typeface="Cambria Math" panose="02040503050406030204" pitchFamily="18" charset="0"/>
                              </a:rPr>
                            </m:ctrlPr>
                          </m:fPr>
                          <m:num>
                            <m:r>
                              <a:rPr lang="en-US" b="1" i="1" smtClean="0">
                                <a:solidFill>
                                  <a:schemeClr val="tx1"/>
                                </a:solidFill>
                                <a:latin typeface="Cambria Math" panose="02040503050406030204" pitchFamily="18" charset="0"/>
                              </a:rPr>
                              <m:t>𝑨𝑹</m:t>
                            </m:r>
                          </m:num>
                          <m:den>
                            <m:r>
                              <a:rPr lang="en-US" b="1" i="1" smtClean="0">
                                <a:solidFill>
                                  <a:schemeClr val="tx1"/>
                                </a:solidFill>
                                <a:latin typeface="Cambria Math" panose="02040503050406030204" pitchFamily="18" charset="0"/>
                              </a:rPr>
                              <m:t>𝑴𝑹</m:t>
                            </m:r>
                            <m:r>
                              <a:rPr lang="en-US" b="1" i="1" smtClean="0">
                                <a:solidFill>
                                  <a:schemeClr val="tx1"/>
                                </a:solidFill>
                                <a:latin typeface="Cambria Math" panose="02040503050406030204" pitchFamily="18" charset="0"/>
                              </a:rPr>
                              <m:t> −</m:t>
                            </m:r>
                            <m:r>
                              <a:rPr lang="en-US" b="1" i="1" smtClean="0">
                                <a:solidFill>
                                  <a:schemeClr val="tx1"/>
                                </a:solidFill>
                                <a:latin typeface="Cambria Math" panose="02040503050406030204" pitchFamily="18" charset="0"/>
                              </a:rPr>
                              <m:t>𝑨𝑹</m:t>
                            </m:r>
                          </m:den>
                        </m:f>
                        <m:r>
                          <a:rPr lang="en-US" b="1" i="1" smtClean="0">
                            <a:solidFill>
                              <a:schemeClr val="tx1"/>
                            </a:solidFill>
                            <a:latin typeface="Cambria Math" panose="02040503050406030204" pitchFamily="18" charset="0"/>
                          </a:rPr>
                          <m:t>=</m:t>
                        </m:r>
                        <m:r>
                          <a:rPr lang="en-US" b="1" i="1" smtClean="0">
                            <a:solidFill>
                              <a:schemeClr val="accent3">
                                <a:lumMod val="50000"/>
                              </a:schemeClr>
                            </a:solidFill>
                            <a:latin typeface="Cambria Math" panose="02040503050406030204" pitchFamily="18" charset="0"/>
                            <a:sym typeface="Helvetica Neue Medium"/>
                          </a:rPr>
                          <m:t>−</m:t>
                        </m:r>
                        <m:r>
                          <a:rPr lang="en-US" b="1" i="1" smtClean="0">
                            <a:solidFill>
                              <a:srgbClr val="FF0000"/>
                            </a:solidFill>
                            <a:latin typeface="Cambria Math" panose="02040503050406030204" pitchFamily="18" charset="0"/>
                            <a:sym typeface="Helvetica Neue Medium"/>
                          </a:rPr>
                          <m:t>𝒆</m:t>
                        </m:r>
                      </m:oMath>
                    </m:oMathPara>
                  </a14:m>
                  <a:endParaRPr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13" name="17. Hence,   edp  =   AR / (AR - MR)">
                  <a:extLst>
                    <a:ext uri="{FF2B5EF4-FFF2-40B4-BE49-F238E27FC236}">
                      <a16:creationId xmlns:a16="http://schemas.microsoft.com/office/drawing/2014/main" id="{BA69A863-B565-2A44-A988-A7394485CB40}"/>
                    </a:ext>
                  </a:extLst>
                </p:cNvPr>
                <p:cNvSpPr txBox="1">
                  <a:spLocks noRot="1" noChangeAspect="1" noMove="1" noResize="1" noEditPoints="1" noAdjustHandles="1" noChangeArrowheads="1" noChangeShapeType="1" noTextEdit="1"/>
                </p:cNvSpPr>
                <p:nvPr/>
              </p:nvSpPr>
              <p:spPr>
                <a:xfrm>
                  <a:off x="3572702" y="6732156"/>
                  <a:ext cx="3790691" cy="1093887"/>
                </a:xfrm>
                <a:prstGeom prst="rect">
                  <a:avLst/>
                </a:prstGeom>
                <a:blipFill>
                  <a:blip r:embed="rId14"/>
                  <a:stretch>
                    <a:fillRect b="-17045"/>
                  </a:stretch>
                </a:blipFill>
                <a:ln w="12700">
                  <a:miter lim="400000"/>
                </a:ln>
                <a:extLst>
                  <a:ext uri="{C572A759-6A51-4108-AA02-DFA0A04FC94B}">
                    <ma14:wrappingTextBoxFlag xmlns="" xmlns:m="http://schemas.openxmlformats.org/officeDocument/2006/math" xmlns:ma14="http://schemas.microsoft.com/office/mac/drawingml/2011/main" xmlns:a14="http://schemas.microsoft.com/office/drawing/2010/main"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8" name="17. Hence,   edp  =   AR / (AR - MR)">
                  <a:extLst>
                    <a:ext uri="{FF2B5EF4-FFF2-40B4-BE49-F238E27FC236}">
                      <a16:creationId xmlns:a16="http://schemas.microsoft.com/office/drawing/2014/main" id="{B758726A-FB8B-C444-8AA0-D1D04190D3A5}"/>
                    </a:ext>
                  </a:extLst>
                </p:cNvPr>
                <p:cNvSpPr txBox="1"/>
                <p:nvPr/>
              </p:nvSpPr>
              <p:spPr>
                <a:xfrm>
                  <a:off x="8263480" y="7166990"/>
                  <a:ext cx="4519458" cy="720397"/>
                </a:xfrm>
                <a:prstGeom prst="rect">
                  <a:avLst/>
                </a:prstGeom>
                <a:ln w="12700">
                  <a:miter lim="400000"/>
                </a:ln>
                <a:extLst>
                  <a:ext uri="{C572A759-6A51-4108-AA02-DFA0A04FC94B}">
                    <ma14:wrappingTextBoxFlag xmlns:ma14="http://schemas.microsoft.com/office/mac/drawingml/2011/main" xmlns:m="http://schemas.openxmlformats.org/officeDocument/2006/math" xmlns="" val="1"/>
                  </a:ext>
                </a:extLst>
              </p:spPr>
              <p:txBody>
                <a:bodyPr lIns="50800" tIns="50800" rIns="50800" bIns="50800" anchor="b">
                  <a:noAutofit/>
                </a:bodyPr>
                <a:lstStyle/>
                <a:p>
                  <a:pPr algn="l" defTabSz="496570">
                    <a:defRPr sz="2550" b="0">
                      <a:latin typeface="+mn-lt"/>
                      <a:ea typeface="+mn-ea"/>
                      <a:cs typeface="+mn-cs"/>
                      <a:sym typeface="Helvetica Neue Medium"/>
                    </a:defRPr>
                  </a:pPr>
                  <a14:m>
                    <m:oMathPara xmlns:m="http://schemas.openxmlformats.org/officeDocument/2006/math">
                      <m:oMathParaPr>
                        <m:jc m:val="left"/>
                      </m:oMathParaPr>
                      <m:oMath xmlns:m="http://schemas.openxmlformats.org/officeDocument/2006/math">
                        <m:r>
                          <a:rPr lang="en-US" sz="2000" b="1" i="0" smtClean="0">
                            <a:solidFill>
                              <a:srgbClr val="C00000"/>
                            </a:solidFill>
                            <a:latin typeface="Cambria Math" panose="02040503050406030204" pitchFamily="18" charset="0"/>
                          </a:rPr>
                          <m:t>𝐈𝐧</m:t>
                        </m:r>
                        <m:r>
                          <a:rPr lang="en-US" sz="2000" b="1" i="0" smtClean="0">
                            <a:solidFill>
                              <a:srgbClr val="C00000"/>
                            </a:solidFill>
                            <a:latin typeface="Cambria Math" panose="02040503050406030204" pitchFamily="18" charset="0"/>
                          </a:rPr>
                          <m:t> </m:t>
                        </m:r>
                        <m:r>
                          <a:rPr lang="en-US" sz="2000" b="1" i="0" smtClean="0">
                            <a:solidFill>
                              <a:srgbClr val="C00000"/>
                            </a:solidFill>
                            <a:latin typeface="Cambria Math" panose="02040503050406030204" pitchFamily="18" charset="0"/>
                          </a:rPr>
                          <m:t>𝐤𝐞𝐞𝐩𝐢𝐧𝐠</m:t>
                        </m:r>
                        <m:r>
                          <a:rPr lang="en-US" sz="2000" b="1" i="0" smtClean="0">
                            <a:solidFill>
                              <a:srgbClr val="C00000"/>
                            </a:solidFill>
                            <a:latin typeface="Cambria Math" panose="02040503050406030204" pitchFamily="18" charset="0"/>
                          </a:rPr>
                          <m:t> </m:t>
                        </m:r>
                        <m:r>
                          <a:rPr lang="en-US" sz="2000" b="1" i="0" smtClean="0">
                            <a:solidFill>
                              <a:srgbClr val="C00000"/>
                            </a:solidFill>
                            <a:latin typeface="Cambria Math" panose="02040503050406030204" pitchFamily="18" charset="0"/>
                          </a:rPr>
                          <m:t>𝐰𝐢𝐭𝐡</m:t>
                        </m:r>
                        <m:r>
                          <a:rPr lang="en-US" sz="2000" b="1" i="0" smtClean="0">
                            <a:solidFill>
                              <a:srgbClr val="C00000"/>
                            </a:solidFill>
                            <a:latin typeface="Cambria Math" panose="02040503050406030204" pitchFamily="18" charset="0"/>
                          </a:rPr>
                          <m:t> </m:t>
                        </m:r>
                        <m:r>
                          <a:rPr lang="en-US" sz="2000" b="1" i="0" smtClean="0">
                            <a:solidFill>
                              <a:srgbClr val="C00000"/>
                            </a:solidFill>
                            <a:latin typeface="Cambria Math" panose="02040503050406030204" pitchFamily="18" charset="0"/>
                          </a:rPr>
                          <m:t>𝐭𝐡𝐞</m:t>
                        </m:r>
                        <m:r>
                          <a:rPr lang="en-US" sz="2000" b="1" i="0" smtClean="0">
                            <a:solidFill>
                              <a:srgbClr val="C00000"/>
                            </a:solidFill>
                            <a:latin typeface="Cambria Math" panose="02040503050406030204" pitchFamily="18" charset="0"/>
                          </a:rPr>
                          <m:t> </m:t>
                        </m:r>
                        <m:r>
                          <a:rPr lang="en-US" sz="2000" b="1" i="0" smtClean="0">
                            <a:solidFill>
                              <a:srgbClr val="C00000"/>
                            </a:solidFill>
                            <a:latin typeface="Cambria Math" panose="02040503050406030204" pitchFamily="18" charset="0"/>
                          </a:rPr>
                          <m:t>𝐋𝐚𝐰</m:t>
                        </m:r>
                        <m:r>
                          <a:rPr lang="en-US" sz="2000" b="1" i="0" smtClean="0">
                            <a:solidFill>
                              <a:srgbClr val="C00000"/>
                            </a:solidFill>
                            <a:latin typeface="Cambria Math" panose="02040503050406030204" pitchFamily="18" charset="0"/>
                          </a:rPr>
                          <m:t> </m:t>
                        </m:r>
                        <m:r>
                          <a:rPr lang="en-US" sz="2000" b="1" i="0" smtClean="0">
                            <a:solidFill>
                              <a:srgbClr val="C00000"/>
                            </a:solidFill>
                            <a:latin typeface="Cambria Math" panose="02040503050406030204" pitchFamily="18" charset="0"/>
                          </a:rPr>
                          <m:t>𝐨𝐟</m:t>
                        </m:r>
                        <m:r>
                          <a:rPr lang="en-US" sz="2000" b="1" i="0" smtClean="0">
                            <a:solidFill>
                              <a:srgbClr val="C00000"/>
                            </a:solidFill>
                            <a:latin typeface="Cambria Math" panose="02040503050406030204" pitchFamily="18" charset="0"/>
                          </a:rPr>
                          <m:t> </m:t>
                        </m:r>
                        <m:r>
                          <a:rPr lang="en-US" sz="2000" b="1" i="0" smtClean="0">
                            <a:solidFill>
                              <a:srgbClr val="C00000"/>
                            </a:solidFill>
                            <a:latin typeface="Cambria Math" panose="02040503050406030204" pitchFamily="18" charset="0"/>
                          </a:rPr>
                          <m:t>𝐃𝐞𝐦𝐚𝐧𝐝</m:t>
                        </m:r>
                        <m:r>
                          <a:rPr lang="en-US" sz="2000" b="1" i="0" smtClean="0">
                            <a:solidFill>
                              <a:srgbClr val="C00000"/>
                            </a:solidFill>
                            <a:latin typeface="Cambria Math" panose="02040503050406030204" pitchFamily="18" charset="0"/>
                          </a:rPr>
                          <m:t> </m:t>
                        </m:r>
                      </m:oMath>
                    </m:oMathPara>
                  </a14:m>
                  <a:endParaRPr lang="en-US" sz="2000" b="1" i="0" dirty="0">
                    <a:solidFill>
                      <a:srgbClr val="C00000"/>
                    </a:solidFill>
                    <a:latin typeface="Times New Roman" panose="02020603050405020304" pitchFamily="18" charset="0"/>
                    <a:cs typeface="Times New Roman" panose="02020603050405020304" pitchFamily="18" charset="0"/>
                  </a:endParaRPr>
                </a:p>
                <a:p>
                  <a:pPr algn="l" defTabSz="496570">
                    <a:defRPr sz="2550" b="0">
                      <a:latin typeface="+mn-lt"/>
                      <a:ea typeface="+mn-ea"/>
                      <a:cs typeface="+mn-cs"/>
                      <a:sym typeface="Helvetica Neue Medium"/>
                    </a:defRPr>
                  </a:pPr>
                  <a14:m>
                    <m:oMathPara xmlns:m="http://schemas.openxmlformats.org/officeDocument/2006/math">
                      <m:oMathParaPr>
                        <m:jc m:val="left"/>
                      </m:oMathParaPr>
                      <m:oMath xmlns:m="http://schemas.openxmlformats.org/officeDocument/2006/math">
                        <m:r>
                          <a:rPr lang="en-US" sz="2000" b="1" i="0" smtClean="0">
                            <a:solidFill>
                              <a:srgbClr val="C00000"/>
                            </a:solidFill>
                            <a:latin typeface="Cambria Math" panose="02040503050406030204" pitchFamily="18" charset="0"/>
                          </a:rPr>
                          <m:t>𝐟𝐨𝐫</m:t>
                        </m:r>
                        <m:r>
                          <a:rPr lang="en-US" sz="2000" b="1" i="0" smtClean="0">
                            <a:solidFill>
                              <a:srgbClr val="C00000"/>
                            </a:solidFill>
                            <a:latin typeface="Cambria Math" panose="02040503050406030204" pitchFamily="18" charset="0"/>
                          </a:rPr>
                          <m:t> </m:t>
                        </m:r>
                        <m:r>
                          <a:rPr lang="en-US" sz="2000" b="1" i="0" smtClean="0">
                            <a:solidFill>
                              <a:srgbClr val="C00000"/>
                            </a:solidFill>
                            <a:latin typeface="Cambria Math" panose="02040503050406030204" pitchFamily="18" charset="0"/>
                          </a:rPr>
                          <m:t>𝐍𝐨𝐫𝐦𝐚𝐥</m:t>
                        </m:r>
                        <m:r>
                          <a:rPr lang="en-US" sz="2000" b="1" i="0" smtClean="0">
                            <a:solidFill>
                              <a:srgbClr val="C00000"/>
                            </a:solidFill>
                            <a:latin typeface="Cambria Math" panose="02040503050406030204" pitchFamily="18" charset="0"/>
                          </a:rPr>
                          <m:t> </m:t>
                        </m:r>
                        <m:r>
                          <a:rPr lang="en-US" sz="2000" b="1" i="0" smtClean="0">
                            <a:solidFill>
                              <a:srgbClr val="C00000"/>
                            </a:solidFill>
                            <a:latin typeface="Cambria Math" panose="02040503050406030204" pitchFamily="18" charset="0"/>
                          </a:rPr>
                          <m:t>𝐆𝐨𝐨𝐝𝐬</m:t>
                        </m:r>
                        <m:r>
                          <a:rPr lang="en-US" sz="2000" b="1" i="0" smtClean="0">
                            <a:solidFill>
                              <a:srgbClr val="C00000"/>
                            </a:solidFill>
                            <a:latin typeface="Cambria Math" panose="02040503050406030204" pitchFamily="18" charset="0"/>
                          </a:rPr>
                          <m:t> </m:t>
                        </m:r>
                      </m:oMath>
                    </m:oMathPara>
                  </a14:m>
                  <a:endParaRPr lang="ar-AE" sz="2000" dirty="0">
                    <a:solidFill>
                      <a:srgbClr val="C00000"/>
                    </a:solidFill>
                    <a:latin typeface="Times New Roman" panose="02020603050405020304" pitchFamily="18" charset="0"/>
                    <a:cs typeface="Times New Roman" panose="02020603050405020304" pitchFamily="18" charset="0"/>
                  </a:endParaRPr>
                </a:p>
              </p:txBody>
            </p:sp>
          </mc:Choice>
          <mc:Fallback xmlns="">
            <p:sp>
              <p:nvSpPr>
                <p:cNvPr id="78" name="17. Hence,   edp  =   AR / (AR - MR)">
                  <a:extLst>
                    <a:ext uri="{FF2B5EF4-FFF2-40B4-BE49-F238E27FC236}">
                      <a16:creationId xmlns:a16="http://schemas.microsoft.com/office/drawing/2014/main" id="{B758726A-FB8B-C444-8AA0-D1D04190D3A5}"/>
                    </a:ext>
                  </a:extLst>
                </p:cNvPr>
                <p:cNvSpPr txBox="1">
                  <a:spLocks noRot="1" noChangeAspect="1" noMove="1" noResize="1" noEditPoints="1" noAdjustHandles="1" noChangeArrowheads="1" noChangeShapeType="1" noTextEdit="1"/>
                </p:cNvSpPr>
                <p:nvPr/>
              </p:nvSpPr>
              <p:spPr>
                <a:xfrm>
                  <a:off x="8263480" y="7166990"/>
                  <a:ext cx="4519458" cy="720397"/>
                </a:xfrm>
                <a:prstGeom prst="rect">
                  <a:avLst/>
                </a:prstGeom>
                <a:blipFill>
                  <a:blip r:embed="rId15"/>
                  <a:stretch>
                    <a:fillRect l="-1124" b="-13793"/>
                  </a:stretch>
                </a:blipFill>
                <a:ln w="12700">
                  <a:miter lim="400000"/>
                </a:ln>
                <a:extLst>
                  <a:ext uri="{C572A759-6A51-4108-AA02-DFA0A04FC94B}">
                    <ma14:wrappingTextBoxFlag xmlns:ma14="http://schemas.microsoft.com/office/mac/drawingml/2011/main" xmlns:m="http://schemas.openxmlformats.org/officeDocument/2006/math" xmlns="" xmlns:a14="http://schemas.microsoft.com/office/drawing/2010/main" val="1"/>
                  </a:ext>
                </a:extLst>
              </p:spPr>
              <p:txBody>
                <a:bodyPr/>
                <a:lstStyle/>
                <a:p>
                  <a:r>
                    <a:rPr lang="en-US">
                      <a:noFill/>
                    </a:rPr>
                    <a:t> </a:t>
                  </a:r>
                </a:p>
              </p:txBody>
            </p:sp>
          </mc:Fallback>
        </mc:AlternateContent>
      </p:grpSp>
    </p:spTree>
    <p:extLst>
      <p:ext uri="{BB962C8B-B14F-4D97-AF65-F5344CB8AC3E}">
        <p14:creationId xmlns:p14="http://schemas.microsoft.com/office/powerpoint/2010/main" val="2227817946"/>
      </p:ext>
    </p:extLst>
  </p:cSld>
  <p:clrMapOvr>
    <a:masterClrMapping/>
  </p:clrMapOvr>
  <p:transition spd="med"/>
  <p:timing>
    <p:tnLst>
      <p:par>
        <p:cTn id="1" dur="indefinite" restart="never" fill="hold"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iterate>
                                    <p:tmAbs val="0"/>
                                  </p:iterate>
                                  <p:childTnLst>
                                    <p:set>
                                      <p:cBhvr>
                                        <p:cTn id="26" fill="hold"/>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iterate>
                                    <p:tmAbs val="0"/>
                                  </p:iterate>
                                  <p:childTnLst>
                                    <p:set>
                                      <p:cBhvr>
                                        <p:cTn id="30" fill="hold"/>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iterate>
                                    <p:tmAbs val="0"/>
                                  </p:iterate>
                                  <p:childTnLst>
                                    <p:set>
                                      <p:cBhvr>
                                        <p:cTn id="42" fill="hold"/>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10" grpId="0" animBg="1"/>
      <p:bldP spid="11" grpId="0" animBg="1" advAuto="0"/>
      <p:bldP spid="12" grpId="0" animBg="1" advAuto="0"/>
      <p:bldP spid="23" grpId="0" animBg="1" advAuto="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2" name="17. Hence,   edp  =   AR / (AR - MR)">
                <a:extLst>
                  <a:ext uri="{FF2B5EF4-FFF2-40B4-BE49-F238E27FC236}">
                    <a16:creationId xmlns:a16="http://schemas.microsoft.com/office/drawing/2014/main" id="{E4DE0941-A6AA-DF47-AA91-1AC86E790631}"/>
                  </a:ext>
                </a:extLst>
              </p:cNvPr>
              <p:cNvSpPr txBox="1"/>
              <p:nvPr/>
            </p:nvSpPr>
            <p:spPr>
              <a:xfrm>
                <a:off x="439713" y="47317"/>
                <a:ext cx="5534959" cy="826987"/>
              </a:xfrm>
              <a:prstGeom prst="rect">
                <a:avLst/>
              </a:prstGeom>
              <a:ln w="12700">
                <a:miter lim="400000"/>
              </a:ln>
              <a:extLst>
                <a:ext uri="{C572A759-6A51-4108-AA02-DFA0A04FC94B}">
                  <ma14:wrappingTextBoxFlag xmlns:m="http://schemas.openxmlformats.org/officeDocument/2006/math" xmlns:ma14="http://schemas.microsoft.com/office/mac/drawingml/2011/main" xmlns="" val="1"/>
                </a:ext>
              </a:extLst>
            </p:spPr>
            <p:txBody>
              <a:bodyPr lIns="50800" tIns="50800" rIns="50800" bIns="50800" anchor="b">
                <a:noAutofit/>
              </a:bodyPr>
              <a:lstStyle/>
              <a:p>
                <a:pPr algn="l" defTabSz="496570">
                  <a:defRPr sz="2550" b="0">
                    <a:latin typeface="+mn-lt"/>
                    <a:ea typeface="+mn-ea"/>
                    <a:cs typeface="+mn-cs"/>
                    <a:sym typeface="Helvetica Neue Medium"/>
                  </a:defRPr>
                </a:pPr>
                <a:r>
                  <a:rPr lang="en-US" sz="3200" dirty="0">
                    <a:solidFill>
                      <a:schemeClr val="tx1"/>
                    </a:solidFill>
                    <a:latin typeface="Times New Roman" panose="02020603050405020304" pitchFamily="18" charset="0"/>
                    <a:cs typeface="Times New Roman" panose="02020603050405020304" pitchFamily="18" charset="0"/>
                  </a:rPr>
                  <a:t>Application of    </a:t>
                </a:r>
                <a14:m>
                  <m:oMath xmlns:m="http://schemas.openxmlformats.org/officeDocument/2006/math">
                    <m:r>
                      <a:rPr lang="en-US" sz="3200" b="1" i="0" smtClean="0">
                        <a:solidFill>
                          <a:schemeClr val="tx1"/>
                        </a:solidFill>
                        <a:latin typeface="Cambria Math" panose="02040503050406030204" pitchFamily="18" charset="0"/>
                      </a:rPr>
                      <m:t>𝐞</m:t>
                    </m:r>
                    <m:r>
                      <a:rPr lang="en-US" sz="3200" b="1" i="0" smtClean="0">
                        <a:solidFill>
                          <a:schemeClr val="tx1"/>
                        </a:solidFill>
                        <a:latin typeface="Cambria Math" panose="02040503050406030204" pitchFamily="18" charset="0"/>
                      </a:rPr>
                      <m:t>=</m:t>
                    </m:r>
                    <m:f>
                      <m:fPr>
                        <m:ctrlPr>
                          <a:rPr lang="ar-AE" sz="3200" i="1" smtClean="0">
                            <a:solidFill>
                              <a:schemeClr val="tx1"/>
                            </a:solidFill>
                            <a:latin typeface="Cambria Math" panose="02040503050406030204" pitchFamily="18" charset="0"/>
                          </a:rPr>
                        </m:ctrlPr>
                      </m:fPr>
                      <m:num>
                        <m:r>
                          <a:rPr lang="ar-AE" sz="3200" b="1" i="1" smtClean="0">
                            <a:solidFill>
                              <a:schemeClr val="tx1"/>
                            </a:solidFill>
                            <a:latin typeface="Cambria Math" panose="02040503050406030204" pitchFamily="18" charset="0"/>
                          </a:rPr>
                          <m:t>𝑨𝑹</m:t>
                        </m:r>
                      </m:num>
                      <m:den>
                        <m:r>
                          <a:rPr lang="ar-AE" sz="3200" b="1" i="1" smtClean="0">
                            <a:solidFill>
                              <a:schemeClr val="tx1"/>
                            </a:solidFill>
                            <a:latin typeface="Cambria Math" panose="02040503050406030204" pitchFamily="18" charset="0"/>
                          </a:rPr>
                          <m:t>𝑨𝑹</m:t>
                        </m:r>
                        <m:r>
                          <a:rPr lang="ar-AE" sz="3200" b="1" i="1" smtClean="0">
                            <a:solidFill>
                              <a:schemeClr val="tx1"/>
                            </a:solidFill>
                            <a:latin typeface="Cambria Math" panose="02040503050406030204" pitchFamily="18" charset="0"/>
                          </a:rPr>
                          <m:t> −</m:t>
                        </m:r>
                        <m:r>
                          <a:rPr lang="ar-AE" sz="3200" b="1" i="1" smtClean="0">
                            <a:solidFill>
                              <a:schemeClr val="tx1"/>
                            </a:solidFill>
                            <a:latin typeface="Cambria Math" panose="02040503050406030204" pitchFamily="18" charset="0"/>
                          </a:rPr>
                          <m:t>𝑴𝑹</m:t>
                        </m:r>
                      </m:den>
                    </m:f>
                  </m:oMath>
                </a14:m>
                <a:endParaRPr lang="ar-AE" sz="32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12" name="17. Hence,   edp  =   AR / (AR - MR)">
                <a:extLst>
                  <a:ext uri="{FF2B5EF4-FFF2-40B4-BE49-F238E27FC236}">
                    <a16:creationId xmlns:a16="http://schemas.microsoft.com/office/drawing/2014/main" id="{E4DE0941-A6AA-DF47-AA91-1AC86E790631}"/>
                  </a:ext>
                </a:extLst>
              </p:cNvPr>
              <p:cNvSpPr txBox="1">
                <a:spLocks noRot="1" noChangeAspect="1" noMove="1" noResize="1" noEditPoints="1" noAdjustHandles="1" noChangeArrowheads="1" noChangeShapeType="1" noTextEdit="1"/>
              </p:cNvSpPr>
              <p:nvPr/>
            </p:nvSpPr>
            <p:spPr>
              <a:xfrm>
                <a:off x="439713" y="47317"/>
                <a:ext cx="5534959" cy="826987"/>
              </a:xfrm>
              <a:prstGeom prst="rect">
                <a:avLst/>
              </a:prstGeom>
              <a:blipFill>
                <a:blip r:embed="rId2"/>
                <a:stretch>
                  <a:fillRect l="-3432" b="-19697"/>
                </a:stretch>
              </a:blipFill>
              <a:ln w="12700">
                <a:miter lim="400000"/>
              </a:ln>
              <a:extLst>
                <a:ext uri="{C572A759-6A51-4108-AA02-DFA0A04FC94B}">
                  <ma14:wrappingTextBoxFlag xmlns:m="http://schemas.openxmlformats.org/officeDocument/2006/math" xmlns:ma14="http://schemas.microsoft.com/office/mac/drawingml/2011/main" xmlns="" xmlns:a14="http://schemas.microsoft.com/office/drawing/2010/main" val="1"/>
                </a:ext>
              </a:extLst>
            </p:spPr>
            <p:txBody>
              <a:bodyPr/>
              <a:lstStyle/>
              <a:p>
                <a:r>
                  <a:rPr lang="en-US">
                    <a:noFill/>
                  </a:rPr>
                  <a:t> </a:t>
                </a:r>
              </a:p>
            </p:txBody>
          </p:sp>
        </mc:Fallback>
      </mc:AlternateContent>
      <p:sp>
        <p:nvSpPr>
          <p:cNvPr id="15" name="17. Hence,   edp  =   AR / (AR - MR)">
            <a:extLst>
              <a:ext uri="{FF2B5EF4-FFF2-40B4-BE49-F238E27FC236}">
                <a16:creationId xmlns:a16="http://schemas.microsoft.com/office/drawing/2014/main" id="{844C9469-F285-F043-B5DE-AE29C2046CA2}"/>
              </a:ext>
            </a:extLst>
          </p:cNvPr>
          <p:cNvSpPr txBox="1"/>
          <p:nvPr/>
        </p:nvSpPr>
        <p:spPr>
          <a:xfrm>
            <a:off x="439713" y="5188976"/>
            <a:ext cx="1690576" cy="872479"/>
          </a:xfrm>
          <a:prstGeom prst="rect">
            <a:avLst/>
          </a:prstGeom>
          <a:ln w="12700">
            <a:miter lim="400000"/>
          </a:ln>
          <a:extLst>
            <a:ext uri="{C572A759-6A51-4108-AA02-DFA0A04FC94B}">
              <ma14:wrappingTextBoxFlag xmlns:m="http://schemas.openxmlformats.org/officeDocument/2006/math" xmlns:ma14="http://schemas.microsoft.com/office/mac/drawingml/2011/main" xmlns:a14="http://schemas.microsoft.com/office/drawing/2010/main" xmlns:mc="http://schemas.openxmlformats.org/markup-compatibility/2006" xmlns="" val="1"/>
            </a:ext>
          </a:extLst>
        </p:spPr>
        <p:txBody>
          <a:bodyPr lIns="50800" tIns="50800" rIns="50800" bIns="50800" anchor="b">
            <a:noAutofit/>
          </a:bodyPr>
          <a:lstStyle/>
          <a:p>
            <a:pPr algn="l" defTabSz="496570">
              <a:defRPr sz="2550" b="0">
                <a:latin typeface="+mn-lt"/>
                <a:ea typeface="+mn-ea"/>
                <a:cs typeface="+mn-cs"/>
                <a:sym typeface="Helvetica Neue Medium"/>
              </a:defRPr>
            </a:pPr>
            <a:r>
              <a:rPr lang="en-US" sz="2800" dirty="0">
                <a:solidFill>
                  <a:schemeClr val="accent6">
                    <a:lumMod val="75000"/>
                  </a:schemeClr>
                </a:solidFill>
                <a:latin typeface="Times New Roman" panose="02020603050405020304" pitchFamily="18" charset="0"/>
                <a:cs typeface="Times New Roman" panose="02020603050405020304" pitchFamily="18" charset="0"/>
              </a:rPr>
              <a:t>If MR = 0</a:t>
            </a:r>
            <a:endParaRPr lang="ar-AE" sz="2800" dirty="0">
              <a:solidFill>
                <a:schemeClr val="accent6">
                  <a:lumMod val="75000"/>
                </a:schemeClr>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6" name="17. Hence,   edp  =   AR / (AR - MR)">
                <a:extLst>
                  <a:ext uri="{FF2B5EF4-FFF2-40B4-BE49-F238E27FC236}">
                    <a16:creationId xmlns:a16="http://schemas.microsoft.com/office/drawing/2014/main" id="{D48FADF7-47C9-F74C-98D0-D787075EF788}"/>
                  </a:ext>
                </a:extLst>
              </p:cNvPr>
              <p:cNvSpPr txBox="1"/>
              <p:nvPr/>
            </p:nvSpPr>
            <p:spPr>
              <a:xfrm>
                <a:off x="2130291" y="5073686"/>
                <a:ext cx="3158885" cy="1144450"/>
              </a:xfrm>
              <a:prstGeom prst="rect">
                <a:avLst/>
              </a:prstGeom>
              <a:ln w="12700">
                <a:miter lim="400000"/>
              </a:ln>
              <a:extLst>
                <a:ext uri="{C572A759-6A51-4108-AA02-DFA0A04FC94B}">
                  <ma14:wrappingTextBoxFlag xmlns:m="http://schemas.openxmlformats.org/officeDocument/2006/math" xmlns:ma14="http://schemas.microsoft.com/office/mac/drawingml/2011/main" xmlns="" val="1"/>
                </a:ext>
              </a:extLst>
            </p:spPr>
            <p:txBody>
              <a:bodyPr lIns="50800" tIns="50800" rIns="50800" bIns="50800" anchor="b">
                <a:noAutofit/>
              </a:bodyPr>
              <a:lstStyle/>
              <a:p>
                <a:pPr algn="l" defTabSz="496570">
                  <a:defRPr sz="2550" b="0">
                    <a:latin typeface="+mn-lt"/>
                    <a:ea typeface="+mn-ea"/>
                    <a:cs typeface="+mn-cs"/>
                    <a:sym typeface="Helvetica Neue Medium"/>
                  </a:defRPr>
                </a:pPr>
                <a14:m>
                  <m:oMathPara xmlns:m="http://schemas.openxmlformats.org/officeDocument/2006/math">
                    <m:oMathParaPr>
                      <m:jc m:val="centerGroup"/>
                    </m:oMathParaPr>
                    <m:oMath xmlns:m="http://schemas.openxmlformats.org/officeDocument/2006/math">
                      <m:r>
                        <a:rPr lang="en-US" sz="2800" b="1" i="0" smtClean="0">
                          <a:solidFill>
                            <a:schemeClr val="accent6">
                              <a:lumMod val="75000"/>
                            </a:schemeClr>
                          </a:solidFill>
                          <a:latin typeface="Cambria Math" panose="02040503050406030204" pitchFamily="18" charset="0"/>
                        </a:rPr>
                        <m:t>𝐞</m:t>
                      </m:r>
                      <m:r>
                        <a:rPr lang="en-US" sz="2800" b="1" i="0" smtClean="0">
                          <a:solidFill>
                            <a:schemeClr val="accent6">
                              <a:lumMod val="75000"/>
                            </a:schemeClr>
                          </a:solidFill>
                          <a:latin typeface="Cambria Math" panose="02040503050406030204" pitchFamily="18" charset="0"/>
                        </a:rPr>
                        <m:t>=</m:t>
                      </m:r>
                      <m:f>
                        <m:fPr>
                          <m:ctrlPr>
                            <a:rPr lang="ar-AE" sz="2800" i="1" smtClean="0">
                              <a:solidFill>
                                <a:schemeClr val="accent6">
                                  <a:lumMod val="75000"/>
                                </a:schemeClr>
                              </a:solidFill>
                              <a:latin typeface="Cambria Math" panose="02040503050406030204" pitchFamily="18" charset="0"/>
                            </a:rPr>
                          </m:ctrlPr>
                        </m:fPr>
                        <m:num>
                          <m:r>
                            <a:rPr lang="en-US" sz="2800" b="1" i="1" smtClean="0">
                              <a:solidFill>
                                <a:schemeClr val="accent6">
                                  <a:lumMod val="75000"/>
                                </a:schemeClr>
                              </a:solidFill>
                              <a:latin typeface="Cambria Math" panose="02040503050406030204" pitchFamily="18" charset="0"/>
                            </a:rPr>
                            <m:t>𝑨</m:t>
                          </m:r>
                        </m:num>
                        <m:den>
                          <m:r>
                            <a:rPr lang="en-US" sz="2800" b="1" i="1" smtClean="0">
                              <a:solidFill>
                                <a:schemeClr val="accent6">
                                  <a:lumMod val="75000"/>
                                </a:schemeClr>
                              </a:solidFill>
                              <a:latin typeface="Cambria Math" panose="02040503050406030204" pitchFamily="18" charset="0"/>
                            </a:rPr>
                            <m:t>𝑨</m:t>
                          </m:r>
                          <m:r>
                            <a:rPr lang="ar-AE" sz="2800" b="1" i="1" smtClean="0">
                              <a:solidFill>
                                <a:schemeClr val="accent6">
                                  <a:lumMod val="75000"/>
                                </a:schemeClr>
                              </a:solidFill>
                              <a:latin typeface="Cambria Math" panose="02040503050406030204" pitchFamily="18" charset="0"/>
                            </a:rPr>
                            <m:t> −</m:t>
                          </m:r>
                          <m:r>
                            <a:rPr lang="en-US" sz="2800" b="1" i="1" smtClean="0">
                              <a:solidFill>
                                <a:schemeClr val="accent6">
                                  <a:lumMod val="75000"/>
                                </a:schemeClr>
                              </a:solidFill>
                              <a:latin typeface="Cambria Math" panose="02040503050406030204" pitchFamily="18" charset="0"/>
                            </a:rPr>
                            <m:t>𝟎</m:t>
                          </m:r>
                        </m:den>
                      </m:f>
                      <m:r>
                        <a:rPr lang="en-US" sz="2800" b="1" i="1" smtClean="0">
                          <a:solidFill>
                            <a:schemeClr val="accent6">
                              <a:lumMod val="75000"/>
                            </a:schemeClr>
                          </a:solidFill>
                          <a:latin typeface="Cambria Math" panose="02040503050406030204" pitchFamily="18" charset="0"/>
                        </a:rPr>
                        <m:t>=</m:t>
                      </m:r>
                      <m:f>
                        <m:fPr>
                          <m:ctrlPr>
                            <a:rPr lang="ar-AE" sz="2800" i="1">
                              <a:solidFill>
                                <a:schemeClr val="accent6">
                                  <a:lumMod val="75000"/>
                                </a:schemeClr>
                              </a:solidFill>
                              <a:latin typeface="Cambria Math" panose="02040503050406030204" pitchFamily="18" charset="0"/>
                              <a:sym typeface="Helvetica Neue Medium"/>
                            </a:rPr>
                          </m:ctrlPr>
                        </m:fPr>
                        <m:num>
                          <m:r>
                            <a:rPr lang="en-US" sz="2800" b="1" i="1">
                              <a:solidFill>
                                <a:schemeClr val="accent6">
                                  <a:lumMod val="75000"/>
                                </a:schemeClr>
                              </a:solidFill>
                              <a:latin typeface="Cambria Math" panose="02040503050406030204" pitchFamily="18" charset="0"/>
                              <a:sym typeface="Helvetica Neue Medium"/>
                            </a:rPr>
                            <m:t>𝑨</m:t>
                          </m:r>
                        </m:num>
                        <m:den>
                          <m:r>
                            <a:rPr lang="en-US" sz="2800" b="1" i="1">
                              <a:solidFill>
                                <a:schemeClr val="accent6">
                                  <a:lumMod val="75000"/>
                                </a:schemeClr>
                              </a:solidFill>
                              <a:latin typeface="Cambria Math" panose="02040503050406030204" pitchFamily="18" charset="0"/>
                              <a:sym typeface="Helvetica Neue Medium"/>
                            </a:rPr>
                            <m:t>𝑨</m:t>
                          </m:r>
                          <m:r>
                            <a:rPr lang="ar-AE" sz="2800" b="1" i="1">
                              <a:solidFill>
                                <a:schemeClr val="accent6">
                                  <a:lumMod val="75000"/>
                                </a:schemeClr>
                              </a:solidFill>
                              <a:latin typeface="Cambria Math" panose="02040503050406030204" pitchFamily="18" charset="0"/>
                              <a:sym typeface="Helvetica Neue Medium"/>
                            </a:rPr>
                            <m:t> </m:t>
                          </m:r>
                        </m:den>
                      </m:f>
                      <m:r>
                        <a:rPr lang="en-US" sz="2800" b="1" i="1" smtClean="0">
                          <a:solidFill>
                            <a:schemeClr val="accent6">
                              <a:lumMod val="75000"/>
                            </a:schemeClr>
                          </a:solidFill>
                          <a:latin typeface="Cambria Math" panose="02040503050406030204" pitchFamily="18" charset="0"/>
                        </a:rPr>
                        <m:t>=</m:t>
                      </m:r>
                      <m:r>
                        <a:rPr lang="en-US" sz="2800" b="1" i="1" smtClean="0">
                          <a:solidFill>
                            <a:schemeClr val="accent6">
                              <a:lumMod val="75000"/>
                            </a:schemeClr>
                          </a:solidFill>
                          <a:latin typeface="Cambria Math" panose="02040503050406030204" pitchFamily="18" charset="0"/>
                        </a:rPr>
                        <m:t>𝟏</m:t>
                      </m:r>
                    </m:oMath>
                  </m:oMathPara>
                </a14:m>
                <a:endParaRPr lang="ar-AE" sz="2800" dirty="0">
                  <a:solidFill>
                    <a:schemeClr val="accent6">
                      <a:lumMod val="75000"/>
                    </a:schemeClr>
                  </a:solidFill>
                  <a:latin typeface="Times New Roman" panose="02020603050405020304" pitchFamily="18" charset="0"/>
                  <a:cs typeface="Times New Roman" panose="02020603050405020304" pitchFamily="18" charset="0"/>
                </a:endParaRPr>
              </a:p>
            </p:txBody>
          </p:sp>
        </mc:Choice>
        <mc:Fallback xmlns="">
          <p:sp>
            <p:nvSpPr>
              <p:cNvPr id="16" name="17. Hence,   edp  =   AR / (AR - MR)">
                <a:extLst>
                  <a:ext uri="{FF2B5EF4-FFF2-40B4-BE49-F238E27FC236}">
                    <a16:creationId xmlns:a16="http://schemas.microsoft.com/office/drawing/2014/main" id="{D48FADF7-47C9-F74C-98D0-D787075EF788}"/>
                  </a:ext>
                </a:extLst>
              </p:cNvPr>
              <p:cNvSpPr txBox="1">
                <a:spLocks noRot="1" noChangeAspect="1" noMove="1" noResize="1" noEditPoints="1" noAdjustHandles="1" noChangeArrowheads="1" noChangeShapeType="1" noTextEdit="1"/>
              </p:cNvSpPr>
              <p:nvPr/>
            </p:nvSpPr>
            <p:spPr>
              <a:xfrm>
                <a:off x="2130291" y="5073686"/>
                <a:ext cx="3158885" cy="1144450"/>
              </a:xfrm>
              <a:prstGeom prst="rect">
                <a:avLst/>
              </a:prstGeom>
              <a:blipFill>
                <a:blip r:embed="rId3"/>
                <a:stretch>
                  <a:fillRect l="-1200" r="-8000" b="-17582"/>
                </a:stretch>
              </a:blipFill>
              <a:ln w="12700">
                <a:miter lim="400000"/>
              </a:ln>
              <a:extLst>
                <a:ext uri="{C572A759-6A51-4108-AA02-DFA0A04FC94B}">
                  <ma14:wrappingTextBoxFlag xmlns:a14="http://schemas.microsoft.com/office/drawing/2010/main" xmlns:m="http://schemas.openxmlformats.org/officeDocument/2006/math" xmlns:ma14="http://schemas.microsoft.com/office/mac/drawingml/2011/main" xmlns="" val="1"/>
                </a:ext>
              </a:extLst>
            </p:spPr>
            <p:txBody>
              <a:bodyPr/>
              <a:lstStyle/>
              <a:p>
                <a:r>
                  <a:rPr lang="en-US">
                    <a:noFill/>
                  </a:rPr>
                  <a:t> </a:t>
                </a:r>
              </a:p>
            </p:txBody>
          </p:sp>
        </mc:Fallback>
      </mc:AlternateContent>
      <p:sp>
        <p:nvSpPr>
          <p:cNvPr id="17" name="17. Hence,   edp  =   AR / (AR - MR)">
            <a:extLst>
              <a:ext uri="{FF2B5EF4-FFF2-40B4-BE49-F238E27FC236}">
                <a16:creationId xmlns:a16="http://schemas.microsoft.com/office/drawing/2014/main" id="{27389AF9-92A6-6F4C-BA44-2DC2422230E6}"/>
              </a:ext>
            </a:extLst>
          </p:cNvPr>
          <p:cNvSpPr txBox="1"/>
          <p:nvPr/>
        </p:nvSpPr>
        <p:spPr>
          <a:xfrm>
            <a:off x="439713" y="3325013"/>
            <a:ext cx="1690578" cy="831278"/>
          </a:xfrm>
          <a:prstGeom prst="rect">
            <a:avLst/>
          </a:prstGeom>
          <a:ln w="12700">
            <a:miter lim="400000"/>
          </a:ln>
          <a:extLst>
            <a:ext uri="{C572A759-6A51-4108-AA02-DFA0A04FC94B}">
              <ma14:wrappingTextBoxFlag xmlns:m="http://schemas.openxmlformats.org/officeDocument/2006/math" xmlns:ma14="http://schemas.microsoft.com/office/mac/drawingml/2011/main" xmlns:a14="http://schemas.microsoft.com/office/drawing/2010/main" xmlns:mc="http://schemas.openxmlformats.org/markup-compatibility/2006" xmlns="" val="1"/>
            </a:ext>
          </a:extLst>
        </p:spPr>
        <p:txBody>
          <a:bodyPr lIns="50800" tIns="50800" rIns="50800" bIns="50800" anchor="b">
            <a:noAutofit/>
          </a:bodyPr>
          <a:lstStyle/>
          <a:p>
            <a:pPr algn="l" defTabSz="496570">
              <a:defRPr sz="2550" b="0">
                <a:latin typeface="+mn-lt"/>
                <a:ea typeface="+mn-ea"/>
                <a:cs typeface="+mn-cs"/>
                <a:sym typeface="Helvetica Neue Medium"/>
              </a:defRPr>
            </a:pPr>
            <a:r>
              <a:rPr lang="en-US" sz="2800" dirty="0">
                <a:solidFill>
                  <a:srgbClr val="7030A0"/>
                </a:solidFill>
                <a:latin typeface="Times New Roman" panose="02020603050405020304" pitchFamily="18" charset="0"/>
                <a:cs typeface="Times New Roman" panose="02020603050405020304" pitchFamily="18" charset="0"/>
              </a:rPr>
              <a:t>If MR &gt; 0</a:t>
            </a:r>
            <a:endParaRPr lang="ar-AE" sz="2800" dirty="0">
              <a:solidFill>
                <a:srgbClr val="7030A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8" name="17. Hence,   edp  =   AR / (AR - MR)">
                <a:extLst>
                  <a:ext uri="{FF2B5EF4-FFF2-40B4-BE49-F238E27FC236}">
                    <a16:creationId xmlns:a16="http://schemas.microsoft.com/office/drawing/2014/main" id="{E7D32499-D2B5-404E-8302-7789258486E5}"/>
                  </a:ext>
                </a:extLst>
              </p:cNvPr>
              <p:cNvSpPr txBox="1"/>
              <p:nvPr/>
            </p:nvSpPr>
            <p:spPr>
              <a:xfrm>
                <a:off x="2114502" y="3147125"/>
                <a:ext cx="4681389" cy="1247941"/>
              </a:xfrm>
              <a:prstGeom prst="rect">
                <a:avLst/>
              </a:prstGeom>
              <a:ln w="12700">
                <a:miter lim="400000"/>
              </a:ln>
              <a:extLst>
                <a:ext uri="{C572A759-6A51-4108-AA02-DFA0A04FC94B}">
                  <ma14:wrappingTextBoxFlag xmlns:m="http://schemas.openxmlformats.org/officeDocument/2006/math" xmlns:ma14="http://schemas.microsoft.com/office/mac/drawingml/2011/main" xmlns="" val="1"/>
                </a:ext>
              </a:extLst>
            </p:spPr>
            <p:txBody>
              <a:bodyPr lIns="50800" tIns="50800" rIns="50800" bIns="50800" anchor="b">
                <a:noAutofit/>
              </a:bodyPr>
              <a:lstStyle/>
              <a:p>
                <a:pPr algn="l" defTabSz="496570">
                  <a:defRPr sz="2550" b="0">
                    <a:latin typeface="+mn-lt"/>
                    <a:ea typeface="+mn-ea"/>
                    <a:cs typeface="+mn-cs"/>
                    <a:sym typeface="Helvetica Neue Medium"/>
                  </a:defRPr>
                </a:pPr>
                <a14:m>
                  <m:oMathPara xmlns:m="http://schemas.openxmlformats.org/officeDocument/2006/math">
                    <m:oMathParaPr>
                      <m:jc m:val="centerGroup"/>
                    </m:oMathParaPr>
                    <m:oMath xmlns:m="http://schemas.openxmlformats.org/officeDocument/2006/math">
                      <m:r>
                        <a:rPr lang="en-US" sz="2800" b="1" i="0" smtClean="0">
                          <a:solidFill>
                            <a:srgbClr val="7030A0"/>
                          </a:solidFill>
                          <a:latin typeface="Cambria Math" panose="02040503050406030204" pitchFamily="18" charset="0"/>
                        </a:rPr>
                        <m:t>𝐞</m:t>
                      </m:r>
                      <m:r>
                        <a:rPr lang="en-US" sz="2800" b="1" i="0" smtClean="0">
                          <a:solidFill>
                            <a:srgbClr val="7030A0"/>
                          </a:solidFill>
                          <a:latin typeface="Cambria Math" panose="02040503050406030204" pitchFamily="18" charset="0"/>
                        </a:rPr>
                        <m:t>=</m:t>
                      </m:r>
                      <m:f>
                        <m:fPr>
                          <m:ctrlPr>
                            <a:rPr lang="ar-AE" sz="2800" i="1" smtClean="0">
                              <a:solidFill>
                                <a:srgbClr val="7030A0"/>
                              </a:solidFill>
                              <a:latin typeface="Cambria Math" panose="02040503050406030204" pitchFamily="18" charset="0"/>
                            </a:rPr>
                          </m:ctrlPr>
                        </m:fPr>
                        <m:num>
                          <m:r>
                            <a:rPr lang="en-US" sz="2800" b="1" i="1" smtClean="0">
                              <a:solidFill>
                                <a:srgbClr val="7030A0"/>
                              </a:solidFill>
                              <a:latin typeface="Cambria Math" panose="02040503050406030204" pitchFamily="18" charset="0"/>
                            </a:rPr>
                            <m:t>𝑨</m:t>
                          </m:r>
                        </m:num>
                        <m:den>
                          <m:r>
                            <a:rPr lang="en-US" sz="2800" b="1" i="1" smtClean="0">
                              <a:solidFill>
                                <a:srgbClr val="7030A0"/>
                              </a:solidFill>
                              <a:latin typeface="Cambria Math" panose="02040503050406030204" pitchFamily="18" charset="0"/>
                            </a:rPr>
                            <m:t>𝑨</m:t>
                          </m:r>
                          <m:r>
                            <a:rPr lang="ar-AE" sz="2800" b="1" i="1" smtClean="0">
                              <a:solidFill>
                                <a:srgbClr val="7030A0"/>
                              </a:solidFill>
                              <a:latin typeface="Cambria Math" panose="02040503050406030204" pitchFamily="18" charset="0"/>
                            </a:rPr>
                            <m:t> −</m:t>
                          </m:r>
                          <m:r>
                            <a:rPr lang="en-US" sz="2800" b="1" i="1" smtClean="0">
                              <a:solidFill>
                                <a:srgbClr val="7030A0"/>
                              </a:solidFill>
                              <a:latin typeface="Cambria Math" panose="02040503050406030204" pitchFamily="18" charset="0"/>
                            </a:rPr>
                            <m:t>(+</m:t>
                          </m:r>
                          <m:r>
                            <a:rPr lang="en-US" sz="2800" b="1" i="1" smtClean="0">
                              <a:solidFill>
                                <a:srgbClr val="7030A0"/>
                              </a:solidFill>
                              <a:latin typeface="Cambria Math" panose="02040503050406030204" pitchFamily="18" charset="0"/>
                            </a:rPr>
                            <m:t>𝑴</m:t>
                          </m:r>
                          <m:r>
                            <a:rPr lang="en-US" sz="2800" b="1" i="1" smtClean="0">
                              <a:solidFill>
                                <a:srgbClr val="7030A0"/>
                              </a:solidFill>
                              <a:latin typeface="Cambria Math" panose="02040503050406030204" pitchFamily="18" charset="0"/>
                            </a:rPr>
                            <m:t>)</m:t>
                          </m:r>
                        </m:den>
                      </m:f>
                      <m:r>
                        <a:rPr lang="en-US" sz="2800" b="1" i="1" smtClean="0">
                          <a:solidFill>
                            <a:srgbClr val="7030A0"/>
                          </a:solidFill>
                          <a:latin typeface="Cambria Math" panose="02040503050406030204" pitchFamily="18" charset="0"/>
                        </a:rPr>
                        <m:t>=</m:t>
                      </m:r>
                      <m:f>
                        <m:fPr>
                          <m:ctrlPr>
                            <a:rPr lang="ar-AE" sz="2800" i="1">
                              <a:solidFill>
                                <a:srgbClr val="7030A0"/>
                              </a:solidFill>
                              <a:latin typeface="Cambria Math" panose="02040503050406030204" pitchFamily="18" charset="0"/>
                              <a:sym typeface="Helvetica Neue Medium"/>
                            </a:rPr>
                          </m:ctrlPr>
                        </m:fPr>
                        <m:num>
                          <m:r>
                            <a:rPr lang="en-US" sz="2800" b="1" i="1">
                              <a:solidFill>
                                <a:srgbClr val="7030A0"/>
                              </a:solidFill>
                              <a:latin typeface="Cambria Math" panose="02040503050406030204" pitchFamily="18" charset="0"/>
                              <a:sym typeface="Helvetica Neue Medium"/>
                            </a:rPr>
                            <m:t>𝑨</m:t>
                          </m:r>
                        </m:num>
                        <m:den>
                          <m:r>
                            <a:rPr lang="en-US" sz="2800" b="1" i="1">
                              <a:solidFill>
                                <a:srgbClr val="7030A0"/>
                              </a:solidFill>
                              <a:latin typeface="Cambria Math" panose="02040503050406030204" pitchFamily="18" charset="0"/>
                              <a:sym typeface="Helvetica Neue Medium"/>
                            </a:rPr>
                            <m:t>𝑨</m:t>
                          </m:r>
                          <m:r>
                            <a:rPr lang="ar-AE" sz="2800" b="1" i="1">
                              <a:solidFill>
                                <a:srgbClr val="7030A0"/>
                              </a:solidFill>
                              <a:latin typeface="Cambria Math" panose="02040503050406030204" pitchFamily="18" charset="0"/>
                              <a:sym typeface="Helvetica Neue Medium"/>
                            </a:rPr>
                            <m:t> </m:t>
                          </m:r>
                          <m:r>
                            <a:rPr lang="en-US" sz="2800" b="1" i="1" smtClean="0">
                              <a:solidFill>
                                <a:srgbClr val="7030A0"/>
                              </a:solidFill>
                              <a:latin typeface="Cambria Math" panose="02040503050406030204" pitchFamily="18" charset="0"/>
                              <a:sym typeface="Helvetica Neue Medium"/>
                            </a:rPr>
                            <m:t>−</m:t>
                          </m:r>
                          <m:r>
                            <a:rPr lang="en-US" sz="2800" b="1" i="1">
                              <a:solidFill>
                                <a:srgbClr val="7030A0"/>
                              </a:solidFill>
                              <a:latin typeface="Cambria Math" panose="02040503050406030204" pitchFamily="18" charset="0"/>
                              <a:sym typeface="Helvetica Neue Medium"/>
                            </a:rPr>
                            <m:t>𝑴</m:t>
                          </m:r>
                        </m:den>
                      </m:f>
                      <m:r>
                        <a:rPr lang="en-US" sz="2800" b="1" i="1" smtClean="0">
                          <a:solidFill>
                            <a:srgbClr val="7030A0"/>
                          </a:solidFill>
                          <a:latin typeface="Cambria Math" panose="02040503050406030204" pitchFamily="18" charset="0"/>
                        </a:rPr>
                        <m:t>&gt;</m:t>
                      </m:r>
                      <m:r>
                        <a:rPr lang="en-US" sz="2800" b="1" i="1" smtClean="0">
                          <a:solidFill>
                            <a:srgbClr val="7030A0"/>
                          </a:solidFill>
                          <a:latin typeface="Cambria Math" panose="02040503050406030204" pitchFamily="18" charset="0"/>
                        </a:rPr>
                        <m:t>𝟏</m:t>
                      </m:r>
                    </m:oMath>
                  </m:oMathPara>
                </a14:m>
                <a:endParaRPr lang="ar-AE" sz="2800" dirty="0">
                  <a:solidFill>
                    <a:srgbClr val="7030A0"/>
                  </a:solidFill>
                  <a:latin typeface="Times New Roman" panose="02020603050405020304" pitchFamily="18" charset="0"/>
                  <a:cs typeface="Times New Roman" panose="02020603050405020304" pitchFamily="18" charset="0"/>
                </a:endParaRPr>
              </a:p>
            </p:txBody>
          </p:sp>
        </mc:Choice>
        <mc:Fallback xmlns="">
          <p:sp>
            <p:nvSpPr>
              <p:cNvPr id="18" name="17. Hence,   edp  =   AR / (AR - MR)">
                <a:extLst>
                  <a:ext uri="{FF2B5EF4-FFF2-40B4-BE49-F238E27FC236}">
                    <a16:creationId xmlns:a16="http://schemas.microsoft.com/office/drawing/2014/main" id="{E7D32499-D2B5-404E-8302-7789258486E5}"/>
                  </a:ext>
                </a:extLst>
              </p:cNvPr>
              <p:cNvSpPr txBox="1">
                <a:spLocks noRot="1" noChangeAspect="1" noMove="1" noResize="1" noEditPoints="1" noAdjustHandles="1" noChangeArrowheads="1" noChangeShapeType="1" noTextEdit="1"/>
              </p:cNvSpPr>
              <p:nvPr/>
            </p:nvSpPr>
            <p:spPr>
              <a:xfrm>
                <a:off x="2114502" y="3147125"/>
                <a:ext cx="4681389" cy="1247941"/>
              </a:xfrm>
              <a:prstGeom prst="rect">
                <a:avLst/>
              </a:prstGeom>
              <a:blipFill>
                <a:blip r:embed="rId4"/>
                <a:stretch>
                  <a:fillRect r="-4324" b="-10000"/>
                </a:stretch>
              </a:blipFill>
              <a:ln w="12700">
                <a:miter lim="400000"/>
              </a:ln>
              <a:extLst>
                <a:ext uri="{C572A759-6A51-4108-AA02-DFA0A04FC94B}">
                  <ma14:wrappingTextBoxFlag xmlns:a14="http://schemas.microsoft.com/office/drawing/2010/main" xmlns:m="http://schemas.openxmlformats.org/officeDocument/2006/math" xmlns:ma14="http://schemas.microsoft.com/office/mac/drawingml/2011/main" xmlns="" val="1"/>
                </a:ext>
              </a:extLst>
            </p:spPr>
            <p:txBody>
              <a:bodyPr/>
              <a:lstStyle/>
              <a:p>
                <a:r>
                  <a:rPr lang="en-US">
                    <a:noFill/>
                  </a:rPr>
                  <a:t> </a:t>
                </a:r>
              </a:p>
            </p:txBody>
          </p:sp>
        </mc:Fallback>
      </mc:AlternateContent>
      <p:sp>
        <p:nvSpPr>
          <p:cNvPr id="19" name="17. Hence,   edp  =   AR / (AR - MR)">
            <a:extLst>
              <a:ext uri="{FF2B5EF4-FFF2-40B4-BE49-F238E27FC236}">
                <a16:creationId xmlns:a16="http://schemas.microsoft.com/office/drawing/2014/main" id="{5304A095-5AE8-F44B-92F8-8BBBD62B4399}"/>
              </a:ext>
            </a:extLst>
          </p:cNvPr>
          <p:cNvSpPr txBox="1"/>
          <p:nvPr/>
        </p:nvSpPr>
        <p:spPr>
          <a:xfrm>
            <a:off x="439713" y="7280155"/>
            <a:ext cx="1602962" cy="819480"/>
          </a:xfrm>
          <a:prstGeom prst="rect">
            <a:avLst/>
          </a:prstGeom>
          <a:ln w="12700">
            <a:miter lim="400000"/>
          </a:ln>
          <a:extLst>
            <a:ext uri="{C572A759-6A51-4108-AA02-DFA0A04FC94B}">
              <ma14:wrappingTextBoxFlag xmlns:m="http://schemas.openxmlformats.org/officeDocument/2006/math" xmlns:ma14="http://schemas.microsoft.com/office/mac/drawingml/2011/main" xmlns:a14="http://schemas.microsoft.com/office/drawing/2010/main" xmlns:mc="http://schemas.openxmlformats.org/markup-compatibility/2006" xmlns="" val="1"/>
            </a:ext>
          </a:extLst>
        </p:spPr>
        <p:txBody>
          <a:bodyPr lIns="50800" tIns="50800" rIns="50800" bIns="50800" anchor="b">
            <a:noAutofit/>
          </a:bodyPr>
          <a:lstStyle/>
          <a:p>
            <a:pPr algn="l" defTabSz="496570">
              <a:defRPr sz="2550" b="0">
                <a:latin typeface="+mn-lt"/>
                <a:ea typeface="+mn-ea"/>
                <a:cs typeface="+mn-cs"/>
                <a:sym typeface="Helvetica Neue Medium"/>
              </a:defRPr>
            </a:pPr>
            <a:r>
              <a:rPr lang="en-US" sz="2800" dirty="0">
                <a:solidFill>
                  <a:schemeClr val="accent3">
                    <a:lumMod val="50000"/>
                  </a:schemeClr>
                </a:solidFill>
                <a:latin typeface="Times New Roman" panose="02020603050405020304" pitchFamily="18" charset="0"/>
                <a:cs typeface="Times New Roman" panose="02020603050405020304" pitchFamily="18" charset="0"/>
              </a:rPr>
              <a:t>If MR &lt; 0</a:t>
            </a:r>
            <a:endParaRPr lang="ar-AE" sz="2800" dirty="0">
              <a:solidFill>
                <a:schemeClr val="accent3">
                  <a:lumMod val="50000"/>
                </a:schemeClr>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0" name="17. Hence,   edp  =   AR / (AR - MR)">
                <a:extLst>
                  <a:ext uri="{FF2B5EF4-FFF2-40B4-BE49-F238E27FC236}">
                    <a16:creationId xmlns:a16="http://schemas.microsoft.com/office/drawing/2014/main" id="{DB368AF8-121E-2249-9956-4B83BC6F7619}"/>
                  </a:ext>
                </a:extLst>
              </p:cNvPr>
              <p:cNvSpPr txBox="1"/>
              <p:nvPr/>
            </p:nvSpPr>
            <p:spPr>
              <a:xfrm>
                <a:off x="2042677" y="7065924"/>
                <a:ext cx="4681389" cy="1247941"/>
              </a:xfrm>
              <a:prstGeom prst="rect">
                <a:avLst/>
              </a:prstGeom>
              <a:ln w="12700">
                <a:miter lim="400000"/>
              </a:ln>
              <a:extLst>
                <a:ext uri="{C572A759-6A51-4108-AA02-DFA0A04FC94B}">
                  <ma14:wrappingTextBoxFlag xmlns:m="http://schemas.openxmlformats.org/officeDocument/2006/math" xmlns:ma14="http://schemas.microsoft.com/office/mac/drawingml/2011/main" xmlns="" val="1"/>
                </a:ext>
              </a:extLst>
            </p:spPr>
            <p:txBody>
              <a:bodyPr lIns="50800" tIns="50800" rIns="50800" bIns="50800" anchor="b">
                <a:noAutofit/>
              </a:bodyPr>
              <a:lstStyle/>
              <a:p>
                <a:pPr algn="l" defTabSz="496570">
                  <a:defRPr sz="2550" b="0">
                    <a:latin typeface="+mn-lt"/>
                    <a:ea typeface="+mn-ea"/>
                    <a:cs typeface="+mn-cs"/>
                    <a:sym typeface="Helvetica Neue Medium"/>
                  </a:defRPr>
                </a:pPr>
                <a14:m>
                  <m:oMathPara xmlns:m="http://schemas.openxmlformats.org/officeDocument/2006/math">
                    <m:oMathParaPr>
                      <m:jc m:val="centerGroup"/>
                    </m:oMathParaPr>
                    <m:oMath xmlns:m="http://schemas.openxmlformats.org/officeDocument/2006/math">
                      <m:r>
                        <a:rPr lang="en-US" sz="2800" b="1" i="0" smtClean="0">
                          <a:solidFill>
                            <a:schemeClr val="accent3">
                              <a:lumMod val="50000"/>
                            </a:schemeClr>
                          </a:solidFill>
                          <a:latin typeface="Cambria Math" panose="02040503050406030204" pitchFamily="18" charset="0"/>
                        </a:rPr>
                        <m:t>𝐞</m:t>
                      </m:r>
                      <m:r>
                        <a:rPr lang="en-US" sz="2800" b="1" i="0" smtClean="0">
                          <a:solidFill>
                            <a:schemeClr val="accent3">
                              <a:lumMod val="50000"/>
                            </a:schemeClr>
                          </a:solidFill>
                          <a:latin typeface="Cambria Math" panose="02040503050406030204" pitchFamily="18" charset="0"/>
                        </a:rPr>
                        <m:t>=</m:t>
                      </m:r>
                      <m:f>
                        <m:fPr>
                          <m:ctrlPr>
                            <a:rPr lang="ar-AE" sz="2800" i="1" smtClean="0">
                              <a:solidFill>
                                <a:schemeClr val="accent3">
                                  <a:lumMod val="50000"/>
                                </a:schemeClr>
                              </a:solidFill>
                              <a:latin typeface="Cambria Math" panose="02040503050406030204" pitchFamily="18" charset="0"/>
                            </a:rPr>
                          </m:ctrlPr>
                        </m:fPr>
                        <m:num>
                          <m:r>
                            <a:rPr lang="en-US" sz="2800" b="1" i="1" smtClean="0">
                              <a:solidFill>
                                <a:schemeClr val="accent3">
                                  <a:lumMod val="50000"/>
                                </a:schemeClr>
                              </a:solidFill>
                              <a:latin typeface="Cambria Math" panose="02040503050406030204" pitchFamily="18" charset="0"/>
                            </a:rPr>
                            <m:t>𝑨</m:t>
                          </m:r>
                        </m:num>
                        <m:den>
                          <m:r>
                            <a:rPr lang="en-US" sz="2800" b="1" i="1" smtClean="0">
                              <a:solidFill>
                                <a:schemeClr val="accent3">
                                  <a:lumMod val="50000"/>
                                </a:schemeClr>
                              </a:solidFill>
                              <a:latin typeface="Cambria Math" panose="02040503050406030204" pitchFamily="18" charset="0"/>
                            </a:rPr>
                            <m:t>𝑨</m:t>
                          </m:r>
                          <m:r>
                            <a:rPr lang="ar-AE" sz="2800" b="1" i="1" smtClean="0">
                              <a:solidFill>
                                <a:schemeClr val="accent3">
                                  <a:lumMod val="50000"/>
                                </a:schemeClr>
                              </a:solidFill>
                              <a:latin typeface="Cambria Math" panose="02040503050406030204" pitchFamily="18" charset="0"/>
                            </a:rPr>
                            <m:t> −</m:t>
                          </m:r>
                          <m:r>
                            <a:rPr lang="en-US" sz="2800" b="1" i="1" smtClean="0">
                              <a:solidFill>
                                <a:schemeClr val="accent3">
                                  <a:lumMod val="50000"/>
                                </a:schemeClr>
                              </a:solidFill>
                              <a:latin typeface="Cambria Math" panose="02040503050406030204" pitchFamily="18" charset="0"/>
                            </a:rPr>
                            <m:t>(−</m:t>
                          </m:r>
                          <m:r>
                            <a:rPr lang="en-US" sz="2800" b="1" i="1" smtClean="0">
                              <a:solidFill>
                                <a:schemeClr val="accent3">
                                  <a:lumMod val="50000"/>
                                </a:schemeClr>
                              </a:solidFill>
                              <a:latin typeface="Cambria Math" panose="02040503050406030204" pitchFamily="18" charset="0"/>
                            </a:rPr>
                            <m:t>𝑴</m:t>
                          </m:r>
                          <m:r>
                            <a:rPr lang="en-US" sz="2800" b="1" i="1" smtClean="0">
                              <a:solidFill>
                                <a:schemeClr val="accent3">
                                  <a:lumMod val="50000"/>
                                </a:schemeClr>
                              </a:solidFill>
                              <a:latin typeface="Cambria Math" panose="02040503050406030204" pitchFamily="18" charset="0"/>
                            </a:rPr>
                            <m:t>)</m:t>
                          </m:r>
                        </m:den>
                      </m:f>
                      <m:r>
                        <a:rPr lang="en-US" sz="2800" b="1" i="1" smtClean="0">
                          <a:solidFill>
                            <a:schemeClr val="accent3">
                              <a:lumMod val="50000"/>
                            </a:schemeClr>
                          </a:solidFill>
                          <a:latin typeface="Cambria Math" panose="02040503050406030204" pitchFamily="18" charset="0"/>
                        </a:rPr>
                        <m:t>=</m:t>
                      </m:r>
                      <m:f>
                        <m:fPr>
                          <m:ctrlPr>
                            <a:rPr lang="ar-AE" sz="2800" i="1">
                              <a:solidFill>
                                <a:schemeClr val="accent3">
                                  <a:lumMod val="50000"/>
                                </a:schemeClr>
                              </a:solidFill>
                              <a:latin typeface="Cambria Math" panose="02040503050406030204" pitchFamily="18" charset="0"/>
                              <a:sym typeface="Helvetica Neue Medium"/>
                            </a:rPr>
                          </m:ctrlPr>
                        </m:fPr>
                        <m:num>
                          <m:r>
                            <a:rPr lang="en-US" sz="2800" b="1" i="1">
                              <a:solidFill>
                                <a:schemeClr val="accent3">
                                  <a:lumMod val="50000"/>
                                </a:schemeClr>
                              </a:solidFill>
                              <a:latin typeface="Cambria Math" panose="02040503050406030204" pitchFamily="18" charset="0"/>
                              <a:sym typeface="Helvetica Neue Medium"/>
                            </a:rPr>
                            <m:t>𝑨</m:t>
                          </m:r>
                        </m:num>
                        <m:den>
                          <m:r>
                            <a:rPr lang="en-US" sz="2800" b="1" i="1">
                              <a:solidFill>
                                <a:schemeClr val="accent3">
                                  <a:lumMod val="50000"/>
                                </a:schemeClr>
                              </a:solidFill>
                              <a:latin typeface="Cambria Math" panose="02040503050406030204" pitchFamily="18" charset="0"/>
                              <a:sym typeface="Helvetica Neue Medium"/>
                            </a:rPr>
                            <m:t>𝑨</m:t>
                          </m:r>
                          <m:r>
                            <a:rPr lang="en-US" sz="2800" b="1" i="1" smtClean="0">
                              <a:solidFill>
                                <a:schemeClr val="accent3">
                                  <a:lumMod val="50000"/>
                                </a:schemeClr>
                              </a:solidFill>
                              <a:latin typeface="Cambria Math" panose="02040503050406030204" pitchFamily="18" charset="0"/>
                              <a:sym typeface="Helvetica Neue Medium"/>
                            </a:rPr>
                            <m:t>+</m:t>
                          </m:r>
                          <m:r>
                            <a:rPr lang="en-US" sz="2800" b="1" i="1">
                              <a:solidFill>
                                <a:schemeClr val="accent3">
                                  <a:lumMod val="50000"/>
                                </a:schemeClr>
                              </a:solidFill>
                              <a:latin typeface="Cambria Math" panose="02040503050406030204" pitchFamily="18" charset="0"/>
                              <a:sym typeface="Helvetica Neue Medium"/>
                            </a:rPr>
                            <m:t>𝑴</m:t>
                          </m:r>
                        </m:den>
                      </m:f>
                      <m:r>
                        <a:rPr lang="en-US" sz="2800" b="1" i="1" smtClean="0">
                          <a:solidFill>
                            <a:schemeClr val="accent3">
                              <a:lumMod val="50000"/>
                            </a:schemeClr>
                          </a:solidFill>
                          <a:latin typeface="Cambria Math" panose="02040503050406030204" pitchFamily="18" charset="0"/>
                        </a:rPr>
                        <m:t>&lt;</m:t>
                      </m:r>
                      <m:r>
                        <a:rPr lang="en-US" sz="2800" b="1" i="1" smtClean="0">
                          <a:solidFill>
                            <a:schemeClr val="accent3">
                              <a:lumMod val="50000"/>
                            </a:schemeClr>
                          </a:solidFill>
                          <a:latin typeface="Cambria Math" panose="02040503050406030204" pitchFamily="18" charset="0"/>
                        </a:rPr>
                        <m:t>𝟏</m:t>
                      </m:r>
                    </m:oMath>
                  </m:oMathPara>
                </a14:m>
                <a:endParaRPr lang="ar-AE" sz="2800">
                  <a:solidFill>
                    <a:schemeClr val="accent3">
                      <a:lumMod val="50000"/>
                    </a:schemeClr>
                  </a:solidFill>
                  <a:latin typeface="Times New Roman" panose="02020603050405020304" pitchFamily="18" charset="0"/>
                  <a:cs typeface="Times New Roman" panose="02020603050405020304" pitchFamily="18" charset="0"/>
                </a:endParaRPr>
              </a:p>
            </p:txBody>
          </p:sp>
        </mc:Choice>
        <mc:Fallback xmlns="">
          <p:sp>
            <p:nvSpPr>
              <p:cNvPr id="20" name="17. Hence,   edp  =   AR / (AR - MR)">
                <a:extLst>
                  <a:ext uri="{FF2B5EF4-FFF2-40B4-BE49-F238E27FC236}">
                    <a16:creationId xmlns:a16="http://schemas.microsoft.com/office/drawing/2014/main" id="{DB368AF8-121E-2249-9956-4B83BC6F7619}"/>
                  </a:ext>
                </a:extLst>
              </p:cNvPr>
              <p:cNvSpPr txBox="1">
                <a:spLocks noRot="1" noChangeAspect="1" noMove="1" noResize="1" noEditPoints="1" noAdjustHandles="1" noChangeArrowheads="1" noChangeShapeType="1" noTextEdit="1"/>
              </p:cNvSpPr>
              <p:nvPr/>
            </p:nvSpPr>
            <p:spPr>
              <a:xfrm>
                <a:off x="2042677" y="7065924"/>
                <a:ext cx="4681389" cy="1247941"/>
              </a:xfrm>
              <a:prstGeom prst="rect">
                <a:avLst/>
              </a:prstGeom>
              <a:blipFill>
                <a:blip r:embed="rId5"/>
                <a:stretch>
                  <a:fillRect r="-3514" b="-10101"/>
                </a:stretch>
              </a:blipFill>
              <a:ln w="12700">
                <a:miter lim="400000"/>
              </a:ln>
              <a:extLst>
                <a:ext uri="{C572A759-6A51-4108-AA02-DFA0A04FC94B}">
                  <ma14:wrappingTextBoxFlag xmlns:a14="http://schemas.microsoft.com/office/drawing/2010/main" xmlns:m="http://schemas.openxmlformats.org/officeDocument/2006/math" xmlns:ma14="http://schemas.microsoft.com/office/mac/drawingml/2011/main" xmlns="" val="1"/>
                </a:ext>
              </a:extLst>
            </p:spPr>
            <p:txBody>
              <a:bodyPr/>
              <a:lstStyle/>
              <a:p>
                <a:r>
                  <a:rPr lang="en-US">
                    <a:noFill/>
                  </a:rPr>
                  <a:t> </a:t>
                </a:r>
              </a:p>
            </p:txBody>
          </p:sp>
        </mc:Fallback>
      </mc:AlternateContent>
      <p:cxnSp>
        <p:nvCxnSpPr>
          <p:cNvPr id="4" name="Straight Connector 3">
            <a:extLst>
              <a:ext uri="{FF2B5EF4-FFF2-40B4-BE49-F238E27FC236}">
                <a16:creationId xmlns:a16="http://schemas.microsoft.com/office/drawing/2014/main" id="{EBB672F0-4837-8343-9795-82218F2849F4}"/>
              </a:ext>
            </a:extLst>
          </p:cNvPr>
          <p:cNvCxnSpPr>
            <a:cxnSpLocks/>
          </p:cNvCxnSpPr>
          <p:nvPr/>
        </p:nvCxnSpPr>
        <p:spPr>
          <a:xfrm>
            <a:off x="7702903" y="1951519"/>
            <a:ext cx="8964" cy="5593976"/>
          </a:xfrm>
          <a:prstGeom prst="line">
            <a:avLst/>
          </a:prstGeom>
          <a:noFill/>
          <a:ln w="38100" cap="flat">
            <a:solidFill>
              <a:srgbClr val="000000"/>
            </a:solidFill>
            <a:prstDash val="solid"/>
            <a:miter lim="400000"/>
            <a:headEnd type="triangle" w="med" len="med"/>
            <a:tailEnd type="triangle" w="med" len="med"/>
          </a:ln>
          <a:effectLst/>
          <a:sp3d/>
        </p:spPr>
        <p:style>
          <a:lnRef idx="0">
            <a:scrgbClr r="0" g="0" b="0"/>
          </a:lnRef>
          <a:fillRef idx="0">
            <a:scrgbClr r="0" g="0" b="0"/>
          </a:fillRef>
          <a:effectRef idx="0">
            <a:scrgbClr r="0" g="0" b="0"/>
          </a:effectRef>
          <a:fontRef idx="none"/>
        </p:style>
      </p:cxnSp>
      <p:cxnSp>
        <p:nvCxnSpPr>
          <p:cNvPr id="21" name="Straight Connector 20">
            <a:extLst>
              <a:ext uri="{FF2B5EF4-FFF2-40B4-BE49-F238E27FC236}">
                <a16:creationId xmlns:a16="http://schemas.microsoft.com/office/drawing/2014/main" id="{1200B3E8-1179-044C-B69E-06F7D3D7D8DA}"/>
              </a:ext>
            </a:extLst>
          </p:cNvPr>
          <p:cNvCxnSpPr>
            <a:cxnSpLocks/>
          </p:cNvCxnSpPr>
          <p:nvPr/>
        </p:nvCxnSpPr>
        <p:spPr>
          <a:xfrm flipH="1" flipV="1">
            <a:off x="7711869" y="6432026"/>
            <a:ext cx="3744256" cy="29811"/>
          </a:xfrm>
          <a:prstGeom prst="line">
            <a:avLst/>
          </a:prstGeom>
          <a:noFill/>
          <a:ln w="38100" cap="flat">
            <a:solidFill>
              <a:srgbClr val="000000"/>
            </a:solidFill>
            <a:prstDash val="solid"/>
            <a:miter lim="400000"/>
            <a:headEnd type="triangle" w="med" len="med"/>
            <a:tailEnd type="none" w="med" len="med"/>
          </a:ln>
          <a:effectLst/>
          <a:sp3d/>
        </p:spPr>
        <p:style>
          <a:lnRef idx="0">
            <a:scrgbClr r="0" g="0" b="0"/>
          </a:lnRef>
          <a:fillRef idx="0">
            <a:scrgbClr r="0" g="0" b="0"/>
          </a:fillRef>
          <a:effectRef idx="0">
            <a:scrgbClr r="0" g="0" b="0"/>
          </a:effectRef>
          <a:fontRef idx="none"/>
        </p:style>
      </p:cxnSp>
      <p:cxnSp>
        <p:nvCxnSpPr>
          <p:cNvPr id="22" name="Straight Connector 21">
            <a:extLst>
              <a:ext uri="{FF2B5EF4-FFF2-40B4-BE49-F238E27FC236}">
                <a16:creationId xmlns:a16="http://schemas.microsoft.com/office/drawing/2014/main" id="{849470B9-FEBE-4B40-966A-935D34B448A8}"/>
              </a:ext>
            </a:extLst>
          </p:cNvPr>
          <p:cNvCxnSpPr>
            <a:cxnSpLocks/>
          </p:cNvCxnSpPr>
          <p:nvPr/>
        </p:nvCxnSpPr>
        <p:spPr>
          <a:xfrm>
            <a:off x="7702903" y="3188648"/>
            <a:ext cx="2456328" cy="2718746"/>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6" name="Straight Connector 25">
            <a:extLst>
              <a:ext uri="{FF2B5EF4-FFF2-40B4-BE49-F238E27FC236}">
                <a16:creationId xmlns:a16="http://schemas.microsoft.com/office/drawing/2014/main" id="{DFCEE018-715F-D646-8935-7E5C786F9493}"/>
              </a:ext>
            </a:extLst>
          </p:cNvPr>
          <p:cNvCxnSpPr>
            <a:cxnSpLocks/>
          </p:cNvCxnSpPr>
          <p:nvPr/>
        </p:nvCxnSpPr>
        <p:spPr>
          <a:xfrm>
            <a:off x="7702903" y="3170719"/>
            <a:ext cx="1900516" cy="4374776"/>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8" name="Straight Connector 27">
            <a:extLst>
              <a:ext uri="{FF2B5EF4-FFF2-40B4-BE49-F238E27FC236}">
                <a16:creationId xmlns:a16="http://schemas.microsoft.com/office/drawing/2014/main" id="{8BDE31C2-ACC5-F043-9D1C-6E715C41D292}"/>
              </a:ext>
            </a:extLst>
          </p:cNvPr>
          <p:cNvCxnSpPr>
            <a:cxnSpLocks/>
          </p:cNvCxnSpPr>
          <p:nvPr/>
        </p:nvCxnSpPr>
        <p:spPr>
          <a:xfrm flipH="1" flipV="1">
            <a:off x="10112172" y="5865010"/>
            <a:ext cx="533397" cy="572324"/>
          </a:xfrm>
          <a:prstGeom prst="line">
            <a:avLst/>
          </a:prstGeom>
          <a:noFill/>
          <a:ln w="38100" cap="flat">
            <a:solidFill>
              <a:srgbClr val="000000"/>
            </a:solidFill>
            <a:prstDash val="dash"/>
            <a:miter lim="400000"/>
          </a:ln>
          <a:effectLst/>
          <a:sp3d/>
        </p:spPr>
        <p:style>
          <a:lnRef idx="0">
            <a:scrgbClr r="0" g="0" b="0"/>
          </a:lnRef>
          <a:fillRef idx="0">
            <a:scrgbClr r="0" g="0" b="0"/>
          </a:fillRef>
          <a:effectRef idx="0">
            <a:scrgbClr r="0" g="0" b="0"/>
          </a:effectRef>
          <a:fontRef idx="none"/>
        </p:style>
      </p:cxnSp>
      <mc:AlternateContent xmlns:mc="http://schemas.openxmlformats.org/markup-compatibility/2006" xmlns:a14="http://schemas.microsoft.com/office/drawing/2010/main">
        <mc:Choice Requires="a14">
          <p:sp>
            <p:nvSpPr>
              <p:cNvPr id="43" name="17. Hence,   edp  =   AR / (AR - MR)">
                <a:extLst>
                  <a:ext uri="{FF2B5EF4-FFF2-40B4-BE49-F238E27FC236}">
                    <a16:creationId xmlns:a16="http://schemas.microsoft.com/office/drawing/2014/main" id="{0174B1C0-ECFC-904E-AFF8-B10BD7669D6B}"/>
                  </a:ext>
                </a:extLst>
              </p:cNvPr>
              <p:cNvSpPr txBox="1"/>
              <p:nvPr/>
            </p:nvSpPr>
            <p:spPr>
              <a:xfrm>
                <a:off x="6914007" y="1722377"/>
                <a:ext cx="916641" cy="855550"/>
              </a:xfrm>
              <a:prstGeom prst="rect">
                <a:avLst/>
              </a:prstGeom>
              <a:ln w="12700">
                <a:miter lim="400000"/>
              </a:ln>
              <a:extLst>
                <a:ext uri="{C572A759-6A51-4108-AA02-DFA0A04FC94B}">
                  <ma14:wrappingTextBoxFlag xmlns:m="http://schemas.openxmlformats.org/officeDocument/2006/math" xmlns:ma14="http://schemas.microsoft.com/office/mac/drawingml/2011/main" xmlns="" val="1"/>
                </a:ext>
              </a:extLst>
            </p:spPr>
            <p:txBody>
              <a:bodyPr lIns="50800" tIns="50800" rIns="50800" bIns="50800" anchor="b">
                <a:noAutofit/>
              </a:bodyPr>
              <a:lstStyle/>
              <a:p>
                <a:pPr algn="l" defTabSz="496570">
                  <a:defRPr sz="2550" b="0">
                    <a:latin typeface="+mn-lt"/>
                    <a:ea typeface="+mn-ea"/>
                    <a:cs typeface="+mn-cs"/>
                    <a:sym typeface="Helvetica Neue Medium"/>
                  </a:defRPr>
                </a:pPr>
                <a14:m>
                  <m:oMathPara xmlns:m="http://schemas.openxmlformats.org/officeDocument/2006/math">
                    <m:oMathParaPr>
                      <m:jc m:val="centerGroup"/>
                    </m:oMathParaPr>
                    <m:oMath xmlns:m="http://schemas.openxmlformats.org/officeDocument/2006/math">
                      <m:r>
                        <a:rPr lang="en-US" sz="2000" b="1" i="0" smtClean="0">
                          <a:solidFill>
                            <a:schemeClr val="tx1"/>
                          </a:solidFill>
                          <a:latin typeface="Cambria Math" panose="02040503050406030204" pitchFamily="18" charset="0"/>
                        </a:rPr>
                        <m:t>𝐀𝐑</m:t>
                      </m:r>
                      <m:r>
                        <a:rPr lang="en-US" sz="2000" b="1" i="0" smtClean="0">
                          <a:solidFill>
                            <a:schemeClr val="tx1"/>
                          </a:solidFill>
                          <a:latin typeface="Cambria Math" panose="02040503050406030204" pitchFamily="18" charset="0"/>
                        </a:rPr>
                        <m:t>, </m:t>
                      </m:r>
                    </m:oMath>
                  </m:oMathPara>
                </a14:m>
                <a:endParaRPr lang="en-US" sz="2000" dirty="0">
                  <a:solidFill>
                    <a:schemeClr val="tx1"/>
                  </a:solidFill>
                  <a:latin typeface="Times New Roman" panose="02020603050405020304" pitchFamily="18" charset="0"/>
                  <a:cs typeface="Times New Roman" panose="02020603050405020304" pitchFamily="18" charset="0"/>
                </a:endParaRPr>
              </a:p>
              <a:p>
                <a:pPr algn="l" defTabSz="496570">
                  <a:defRPr sz="2550" b="0">
                    <a:latin typeface="+mn-lt"/>
                    <a:ea typeface="+mn-ea"/>
                    <a:cs typeface="+mn-cs"/>
                    <a:sym typeface="Helvetica Neue Medium"/>
                  </a:defRPr>
                </a:pPr>
                <a14:m>
                  <m:oMathPara xmlns:m="http://schemas.openxmlformats.org/officeDocument/2006/math">
                    <m:oMathParaPr>
                      <m:jc m:val="centerGroup"/>
                    </m:oMathParaPr>
                    <m:oMath xmlns:m="http://schemas.openxmlformats.org/officeDocument/2006/math">
                      <m:r>
                        <a:rPr lang="en-US" sz="2000" b="1" i="0" smtClean="0">
                          <a:solidFill>
                            <a:schemeClr val="tx1"/>
                          </a:solidFill>
                          <a:latin typeface="Cambria Math" panose="02040503050406030204" pitchFamily="18" charset="0"/>
                        </a:rPr>
                        <m:t>𝐌𝐑</m:t>
                      </m:r>
                    </m:oMath>
                  </m:oMathPara>
                </a14:m>
                <a:endParaRPr lang="ar-AE" sz="20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43" name="17. Hence,   edp  =   AR / (AR - MR)">
                <a:extLst>
                  <a:ext uri="{FF2B5EF4-FFF2-40B4-BE49-F238E27FC236}">
                    <a16:creationId xmlns:a16="http://schemas.microsoft.com/office/drawing/2014/main" id="{0174B1C0-ECFC-904E-AFF8-B10BD7669D6B}"/>
                  </a:ext>
                </a:extLst>
              </p:cNvPr>
              <p:cNvSpPr txBox="1">
                <a:spLocks noRot="1" noChangeAspect="1" noMove="1" noResize="1" noEditPoints="1" noAdjustHandles="1" noChangeArrowheads="1" noChangeShapeType="1" noTextEdit="1"/>
              </p:cNvSpPr>
              <p:nvPr/>
            </p:nvSpPr>
            <p:spPr>
              <a:xfrm>
                <a:off x="6914007" y="1722377"/>
                <a:ext cx="916641" cy="855550"/>
              </a:xfrm>
              <a:prstGeom prst="rect">
                <a:avLst/>
              </a:prstGeom>
              <a:blipFill>
                <a:blip r:embed="rId6"/>
                <a:stretch>
                  <a:fillRect b="-11594"/>
                </a:stretch>
              </a:blipFill>
              <a:ln w="12700">
                <a:miter lim="400000"/>
              </a:ln>
              <a:extLst>
                <a:ext uri="{C572A759-6A51-4108-AA02-DFA0A04FC94B}">
                  <ma14:wrappingTextBoxFlag xmlns:m="http://schemas.openxmlformats.org/officeDocument/2006/math" xmlns:ma14="http://schemas.microsoft.com/office/mac/drawingml/2011/main" xmlns="" xmlns:a14="http://schemas.microsoft.com/office/drawing/2010/main"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17. Hence,   edp  =   AR / (AR - MR)">
                <a:extLst>
                  <a:ext uri="{FF2B5EF4-FFF2-40B4-BE49-F238E27FC236}">
                    <a16:creationId xmlns:a16="http://schemas.microsoft.com/office/drawing/2014/main" id="{AB4B0B78-C3F7-C74B-98ED-54DD53E0B7B5}"/>
                  </a:ext>
                </a:extLst>
              </p:cNvPr>
              <p:cNvSpPr txBox="1"/>
              <p:nvPr/>
            </p:nvSpPr>
            <p:spPr>
              <a:xfrm>
                <a:off x="7216565" y="2914831"/>
                <a:ext cx="573745" cy="483616"/>
              </a:xfrm>
              <a:prstGeom prst="rect">
                <a:avLst/>
              </a:prstGeom>
              <a:ln w="12700">
                <a:miter lim="400000"/>
              </a:ln>
              <a:extLst>
                <a:ext uri="{C572A759-6A51-4108-AA02-DFA0A04FC94B}">
                  <ma14:wrappingTextBoxFlag xmlns:m="http://schemas.openxmlformats.org/officeDocument/2006/math" xmlns:ma14="http://schemas.microsoft.com/office/mac/drawingml/2011/main" xmlns="" val="1"/>
                </a:ext>
              </a:extLst>
            </p:spPr>
            <p:txBody>
              <a:bodyPr lIns="50800" tIns="50800" rIns="50800" bIns="50800" anchor="b">
                <a:noAutofit/>
              </a:bodyPr>
              <a:lstStyle/>
              <a:p>
                <a:pPr algn="l" defTabSz="496570">
                  <a:defRPr sz="2550" b="0">
                    <a:latin typeface="+mn-lt"/>
                    <a:ea typeface="+mn-ea"/>
                    <a:cs typeface="+mn-cs"/>
                    <a:sym typeface="Helvetica Neue Medium"/>
                  </a:defRPr>
                </a:pPr>
                <a14:m>
                  <m:oMathPara xmlns:m="http://schemas.openxmlformats.org/officeDocument/2006/math">
                    <m:oMathParaPr>
                      <m:jc m:val="centerGroup"/>
                    </m:oMathParaPr>
                    <m:oMath xmlns:m="http://schemas.openxmlformats.org/officeDocument/2006/math">
                      <m:r>
                        <a:rPr lang="en-US" b="1" i="0" smtClean="0">
                          <a:solidFill>
                            <a:schemeClr val="tx1"/>
                          </a:solidFill>
                          <a:latin typeface="Cambria Math" panose="02040503050406030204" pitchFamily="18" charset="0"/>
                        </a:rPr>
                        <m:t>𝐀</m:t>
                      </m:r>
                    </m:oMath>
                  </m:oMathPara>
                </a14:m>
                <a:endParaRPr lang="ar-AE">
                  <a:solidFill>
                    <a:schemeClr val="tx1"/>
                  </a:solidFill>
                  <a:latin typeface="Times New Roman" panose="02020603050405020304" pitchFamily="18" charset="0"/>
                  <a:cs typeface="Times New Roman" panose="02020603050405020304" pitchFamily="18" charset="0"/>
                </a:endParaRPr>
              </a:p>
            </p:txBody>
          </p:sp>
        </mc:Choice>
        <mc:Fallback xmlns="">
          <p:sp>
            <p:nvSpPr>
              <p:cNvPr id="44" name="17. Hence,   edp  =   AR / (AR - MR)">
                <a:extLst>
                  <a:ext uri="{FF2B5EF4-FFF2-40B4-BE49-F238E27FC236}">
                    <a16:creationId xmlns:a16="http://schemas.microsoft.com/office/drawing/2014/main" id="{AB4B0B78-C3F7-C74B-98ED-54DD53E0B7B5}"/>
                  </a:ext>
                </a:extLst>
              </p:cNvPr>
              <p:cNvSpPr txBox="1">
                <a:spLocks noRot="1" noChangeAspect="1" noMove="1" noResize="1" noEditPoints="1" noAdjustHandles="1" noChangeArrowheads="1" noChangeShapeType="1" noTextEdit="1"/>
              </p:cNvSpPr>
              <p:nvPr/>
            </p:nvSpPr>
            <p:spPr>
              <a:xfrm>
                <a:off x="7216565" y="2914831"/>
                <a:ext cx="573745" cy="483616"/>
              </a:xfrm>
              <a:prstGeom prst="rect">
                <a:avLst/>
              </a:prstGeom>
              <a:blipFill>
                <a:blip r:embed="rId7"/>
                <a:stretch>
                  <a:fillRect t="-10256" r="-17391" b="-30769"/>
                </a:stretch>
              </a:blipFill>
              <a:ln w="12700">
                <a:miter lim="400000"/>
              </a:ln>
              <a:extLst>
                <a:ext uri="{C572A759-6A51-4108-AA02-DFA0A04FC94B}">
                  <ma14:wrappingTextBoxFlag xmlns:a14="http://schemas.microsoft.com/office/drawing/2010/main" xmlns:m="http://schemas.openxmlformats.org/officeDocument/2006/math" xmlns:ma14="http://schemas.microsoft.com/office/mac/drawingml/2011/main" xmlns=""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17. Hence,   edp  =   AR / (AR - MR)">
                <a:extLst>
                  <a:ext uri="{FF2B5EF4-FFF2-40B4-BE49-F238E27FC236}">
                    <a16:creationId xmlns:a16="http://schemas.microsoft.com/office/drawing/2014/main" id="{6FF1B86D-F2B5-C24D-9133-8207421ECA1D}"/>
                  </a:ext>
                </a:extLst>
              </p:cNvPr>
              <p:cNvSpPr txBox="1"/>
              <p:nvPr/>
            </p:nvSpPr>
            <p:spPr>
              <a:xfrm>
                <a:off x="9316546" y="7654291"/>
                <a:ext cx="842685" cy="355919"/>
              </a:xfrm>
              <a:prstGeom prst="rect">
                <a:avLst/>
              </a:prstGeom>
              <a:ln w="12700">
                <a:miter lim="400000"/>
              </a:ln>
              <a:extLst>
                <a:ext uri="{C572A759-6A51-4108-AA02-DFA0A04FC94B}">
                  <ma14:wrappingTextBoxFlag xmlns:m="http://schemas.openxmlformats.org/officeDocument/2006/math" xmlns:ma14="http://schemas.microsoft.com/office/mac/drawingml/2011/main" xmlns="" val="1"/>
                </a:ext>
              </a:extLst>
            </p:spPr>
            <p:txBody>
              <a:bodyPr lIns="50800" tIns="50800" rIns="50800" bIns="50800" anchor="b">
                <a:noAutofit/>
              </a:bodyPr>
              <a:lstStyle/>
              <a:p>
                <a:pPr algn="l" defTabSz="496570">
                  <a:defRPr sz="2550" b="0">
                    <a:latin typeface="+mn-lt"/>
                    <a:ea typeface="+mn-ea"/>
                    <a:cs typeface="+mn-cs"/>
                    <a:sym typeface="Helvetica Neue Medium"/>
                  </a:defRPr>
                </a:pPr>
                <a14:m>
                  <m:oMathPara xmlns:m="http://schemas.openxmlformats.org/officeDocument/2006/math">
                    <m:oMathParaPr>
                      <m:jc m:val="centerGroup"/>
                    </m:oMathParaPr>
                    <m:oMath xmlns:m="http://schemas.openxmlformats.org/officeDocument/2006/math">
                      <m:r>
                        <a:rPr lang="en-US" b="1" i="0" smtClean="0">
                          <a:solidFill>
                            <a:schemeClr val="tx1"/>
                          </a:solidFill>
                          <a:latin typeface="Cambria Math" panose="02040503050406030204" pitchFamily="18" charset="0"/>
                        </a:rPr>
                        <m:t>𝐌𝐑</m:t>
                      </m:r>
                      <m:r>
                        <a:rPr lang="en-US" b="1" i="0" baseline="-25000" smtClean="0">
                          <a:solidFill>
                            <a:schemeClr val="tx1"/>
                          </a:solidFill>
                          <a:latin typeface="Cambria Math" panose="02040503050406030204" pitchFamily="18" charset="0"/>
                        </a:rPr>
                        <m:t>𝐜</m:t>
                      </m:r>
                    </m:oMath>
                  </m:oMathPara>
                </a14:m>
                <a:endParaRPr lang="ar-AE" baseline="-25000">
                  <a:solidFill>
                    <a:schemeClr val="tx1"/>
                  </a:solidFill>
                  <a:latin typeface="Times New Roman" panose="02020603050405020304" pitchFamily="18" charset="0"/>
                  <a:cs typeface="Times New Roman" panose="02020603050405020304" pitchFamily="18" charset="0"/>
                </a:endParaRPr>
              </a:p>
            </p:txBody>
          </p:sp>
        </mc:Choice>
        <mc:Fallback xmlns="">
          <p:sp>
            <p:nvSpPr>
              <p:cNvPr id="45" name="17. Hence,   edp  =   AR / (AR - MR)">
                <a:extLst>
                  <a:ext uri="{FF2B5EF4-FFF2-40B4-BE49-F238E27FC236}">
                    <a16:creationId xmlns:a16="http://schemas.microsoft.com/office/drawing/2014/main" id="{6FF1B86D-F2B5-C24D-9133-8207421ECA1D}"/>
                  </a:ext>
                </a:extLst>
              </p:cNvPr>
              <p:cNvSpPr txBox="1">
                <a:spLocks noRot="1" noChangeAspect="1" noMove="1" noResize="1" noEditPoints="1" noAdjustHandles="1" noChangeArrowheads="1" noChangeShapeType="1" noTextEdit="1"/>
              </p:cNvSpPr>
              <p:nvPr/>
            </p:nvSpPr>
            <p:spPr>
              <a:xfrm>
                <a:off x="9316546" y="7654291"/>
                <a:ext cx="842685" cy="355919"/>
              </a:xfrm>
              <a:prstGeom prst="rect">
                <a:avLst/>
              </a:prstGeom>
              <a:blipFill>
                <a:blip r:embed="rId8"/>
                <a:stretch>
                  <a:fillRect t="-10345" r="-5882" b="-31034"/>
                </a:stretch>
              </a:blipFill>
              <a:ln w="12700">
                <a:miter lim="400000"/>
              </a:ln>
              <a:extLst>
                <a:ext uri="{C572A759-6A51-4108-AA02-DFA0A04FC94B}">
                  <ma14:wrappingTextBoxFlag xmlns:a14="http://schemas.microsoft.com/office/drawing/2010/main" xmlns:m="http://schemas.openxmlformats.org/officeDocument/2006/math" xmlns:ma14="http://schemas.microsoft.com/office/mac/drawingml/2011/main" xmlns=""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17. Hence,   edp  =   AR / (AR - MR)">
                <a:extLst>
                  <a:ext uri="{FF2B5EF4-FFF2-40B4-BE49-F238E27FC236}">
                    <a16:creationId xmlns:a16="http://schemas.microsoft.com/office/drawing/2014/main" id="{05761AB7-8DA1-314E-89ED-11C10B757EB7}"/>
                  </a:ext>
                </a:extLst>
              </p:cNvPr>
              <p:cNvSpPr txBox="1"/>
              <p:nvPr/>
            </p:nvSpPr>
            <p:spPr>
              <a:xfrm>
                <a:off x="9477650" y="5826404"/>
                <a:ext cx="1004320" cy="600027"/>
              </a:xfrm>
              <a:prstGeom prst="rect">
                <a:avLst/>
              </a:prstGeom>
              <a:ln w="12700">
                <a:miter lim="400000"/>
              </a:ln>
              <a:extLst>
                <a:ext uri="{C572A759-6A51-4108-AA02-DFA0A04FC94B}">
                  <ma14:wrappingTextBoxFlag xmlns:m="http://schemas.openxmlformats.org/officeDocument/2006/math" xmlns:ma14="http://schemas.microsoft.com/office/mac/drawingml/2011/main" xmlns="" val="1"/>
                </a:ext>
              </a:extLst>
            </p:spPr>
            <p:txBody>
              <a:bodyPr lIns="50800" tIns="50800" rIns="50800" bIns="50800" anchor="b">
                <a:noAutofit/>
              </a:bodyPr>
              <a:lstStyle/>
              <a:p>
                <a:pPr algn="l" defTabSz="496570">
                  <a:defRPr sz="2550" b="0">
                    <a:latin typeface="+mn-lt"/>
                    <a:ea typeface="+mn-ea"/>
                    <a:cs typeface="+mn-cs"/>
                    <a:sym typeface="Helvetica Neue Medium"/>
                  </a:defRPr>
                </a:pPr>
                <a14:m>
                  <m:oMathPara xmlns:m="http://schemas.openxmlformats.org/officeDocument/2006/math">
                    <m:oMathParaPr>
                      <m:jc m:val="centerGroup"/>
                    </m:oMathParaPr>
                    <m:oMath xmlns:m="http://schemas.openxmlformats.org/officeDocument/2006/math">
                      <m:r>
                        <a:rPr lang="en-US" b="1" i="0" smtClean="0">
                          <a:solidFill>
                            <a:schemeClr val="tx1"/>
                          </a:solidFill>
                          <a:latin typeface="Cambria Math" panose="02040503050406030204" pitchFamily="18" charset="0"/>
                        </a:rPr>
                        <m:t>𝐀𝐑</m:t>
                      </m:r>
                      <m:r>
                        <a:rPr lang="en-US" b="1" i="0" baseline="-25000" smtClean="0">
                          <a:solidFill>
                            <a:schemeClr val="tx1"/>
                          </a:solidFill>
                          <a:latin typeface="Cambria Math" panose="02040503050406030204" pitchFamily="18" charset="0"/>
                        </a:rPr>
                        <m:t>𝐜</m:t>
                      </m:r>
                    </m:oMath>
                  </m:oMathPara>
                </a14:m>
                <a:endParaRPr lang="ar-AE" baseline="-25000">
                  <a:solidFill>
                    <a:schemeClr val="tx1"/>
                  </a:solidFill>
                  <a:latin typeface="Times New Roman" panose="02020603050405020304" pitchFamily="18" charset="0"/>
                  <a:cs typeface="Times New Roman" panose="02020603050405020304" pitchFamily="18" charset="0"/>
                </a:endParaRPr>
              </a:p>
            </p:txBody>
          </p:sp>
        </mc:Choice>
        <mc:Fallback xmlns="">
          <p:sp>
            <p:nvSpPr>
              <p:cNvPr id="46" name="17. Hence,   edp  =   AR / (AR - MR)">
                <a:extLst>
                  <a:ext uri="{FF2B5EF4-FFF2-40B4-BE49-F238E27FC236}">
                    <a16:creationId xmlns:a16="http://schemas.microsoft.com/office/drawing/2014/main" id="{05761AB7-8DA1-314E-89ED-11C10B757EB7}"/>
                  </a:ext>
                </a:extLst>
              </p:cNvPr>
              <p:cNvSpPr txBox="1">
                <a:spLocks noRot="1" noChangeAspect="1" noMove="1" noResize="1" noEditPoints="1" noAdjustHandles="1" noChangeArrowheads="1" noChangeShapeType="1" noTextEdit="1"/>
              </p:cNvSpPr>
              <p:nvPr/>
            </p:nvSpPr>
            <p:spPr>
              <a:xfrm>
                <a:off x="9477650" y="5826404"/>
                <a:ext cx="1004320" cy="600027"/>
              </a:xfrm>
              <a:prstGeom prst="rect">
                <a:avLst/>
              </a:prstGeom>
              <a:blipFill>
                <a:blip r:embed="rId9"/>
                <a:stretch>
                  <a:fillRect b="-20833"/>
                </a:stretch>
              </a:blipFill>
              <a:ln w="12700">
                <a:miter lim="400000"/>
              </a:ln>
              <a:extLst>
                <a:ext uri="{C572A759-6A51-4108-AA02-DFA0A04FC94B}">
                  <ma14:wrappingTextBoxFlag xmlns:a14="http://schemas.microsoft.com/office/drawing/2010/main" xmlns:m="http://schemas.openxmlformats.org/officeDocument/2006/math" xmlns:ma14="http://schemas.microsoft.com/office/mac/drawingml/2011/main" xmlns=""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17. Hence,   edp  =   AR / (AR - MR)">
                <a:extLst>
                  <a:ext uri="{FF2B5EF4-FFF2-40B4-BE49-F238E27FC236}">
                    <a16:creationId xmlns:a16="http://schemas.microsoft.com/office/drawing/2014/main" id="{03B0BAE1-8038-AF45-BB00-F60ABC5106BF}"/>
                  </a:ext>
                </a:extLst>
              </p:cNvPr>
              <p:cNvSpPr txBox="1"/>
              <p:nvPr/>
            </p:nvSpPr>
            <p:spPr>
              <a:xfrm>
                <a:off x="10280246" y="6432025"/>
                <a:ext cx="573745" cy="483616"/>
              </a:xfrm>
              <a:prstGeom prst="rect">
                <a:avLst/>
              </a:prstGeom>
              <a:ln w="12700">
                <a:miter lim="400000"/>
              </a:ln>
              <a:extLst>
                <a:ext uri="{C572A759-6A51-4108-AA02-DFA0A04FC94B}">
                  <ma14:wrappingTextBoxFlag xmlns:m="http://schemas.openxmlformats.org/officeDocument/2006/math" xmlns:ma14="http://schemas.microsoft.com/office/mac/drawingml/2011/main" xmlns="" val="1"/>
                </a:ext>
              </a:extLst>
            </p:spPr>
            <p:txBody>
              <a:bodyPr lIns="50800" tIns="50800" rIns="50800" bIns="50800" anchor="b">
                <a:noAutofit/>
              </a:bodyPr>
              <a:lstStyle/>
              <a:p>
                <a:pPr algn="l" defTabSz="496570">
                  <a:defRPr sz="2550" b="0">
                    <a:latin typeface="+mn-lt"/>
                    <a:ea typeface="+mn-ea"/>
                    <a:cs typeface="+mn-cs"/>
                    <a:sym typeface="Helvetica Neue Medium"/>
                  </a:defRPr>
                </a:pPr>
                <a14:m>
                  <m:oMathPara xmlns:m="http://schemas.openxmlformats.org/officeDocument/2006/math">
                    <m:oMathParaPr>
                      <m:jc m:val="centerGroup"/>
                    </m:oMathParaPr>
                    <m:oMath xmlns:m="http://schemas.openxmlformats.org/officeDocument/2006/math">
                      <m:r>
                        <a:rPr lang="en-US" sz="2800" b="1" i="0" smtClean="0">
                          <a:solidFill>
                            <a:schemeClr val="tx1"/>
                          </a:solidFill>
                          <a:latin typeface="Cambria Math" panose="02040503050406030204" pitchFamily="18" charset="0"/>
                        </a:rPr>
                        <m:t>𝐃</m:t>
                      </m:r>
                    </m:oMath>
                  </m:oMathPara>
                </a14:m>
                <a:endParaRPr lang="ar-AE" sz="2800">
                  <a:solidFill>
                    <a:schemeClr val="tx1"/>
                  </a:solidFill>
                  <a:latin typeface="Times New Roman" panose="02020603050405020304" pitchFamily="18" charset="0"/>
                  <a:cs typeface="Times New Roman" panose="02020603050405020304" pitchFamily="18" charset="0"/>
                </a:endParaRPr>
              </a:p>
            </p:txBody>
          </p:sp>
        </mc:Choice>
        <mc:Fallback xmlns="">
          <p:sp>
            <p:nvSpPr>
              <p:cNvPr id="48" name="17. Hence,   edp  =   AR / (AR - MR)">
                <a:extLst>
                  <a:ext uri="{FF2B5EF4-FFF2-40B4-BE49-F238E27FC236}">
                    <a16:creationId xmlns:a16="http://schemas.microsoft.com/office/drawing/2014/main" id="{03B0BAE1-8038-AF45-BB00-F60ABC5106BF}"/>
                  </a:ext>
                </a:extLst>
              </p:cNvPr>
              <p:cNvSpPr txBox="1">
                <a:spLocks noRot="1" noChangeAspect="1" noMove="1" noResize="1" noEditPoints="1" noAdjustHandles="1" noChangeArrowheads="1" noChangeShapeType="1" noTextEdit="1"/>
              </p:cNvSpPr>
              <p:nvPr/>
            </p:nvSpPr>
            <p:spPr>
              <a:xfrm>
                <a:off x="10280246" y="6432025"/>
                <a:ext cx="573745" cy="483616"/>
              </a:xfrm>
              <a:prstGeom prst="rect">
                <a:avLst/>
              </a:prstGeom>
              <a:blipFill>
                <a:blip r:embed="rId10"/>
                <a:stretch>
                  <a:fillRect t="-20513" r="-26087" b="-35897"/>
                </a:stretch>
              </a:blipFill>
              <a:ln w="12700">
                <a:miter lim="400000"/>
              </a:ln>
              <a:extLst>
                <a:ext uri="{C572A759-6A51-4108-AA02-DFA0A04FC94B}">
                  <ma14:wrappingTextBoxFlag xmlns:a14="http://schemas.microsoft.com/office/drawing/2010/main" xmlns:m="http://schemas.openxmlformats.org/officeDocument/2006/math" xmlns:ma14="http://schemas.microsoft.com/office/mac/drawingml/2011/main" xmlns=""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17. Hence,   edp  =   AR / (AR - MR)">
                <a:extLst>
                  <a:ext uri="{FF2B5EF4-FFF2-40B4-BE49-F238E27FC236}">
                    <a16:creationId xmlns:a16="http://schemas.microsoft.com/office/drawing/2014/main" id="{9ED998C5-FA51-1D40-AE60-E5E1ADAB4584}"/>
                  </a:ext>
                </a:extLst>
              </p:cNvPr>
              <p:cNvSpPr txBox="1"/>
              <p:nvPr/>
            </p:nvSpPr>
            <p:spPr>
              <a:xfrm>
                <a:off x="11020007" y="6565030"/>
                <a:ext cx="701490" cy="437902"/>
              </a:xfrm>
              <a:prstGeom prst="rect">
                <a:avLst/>
              </a:prstGeom>
              <a:ln w="12700">
                <a:miter lim="400000"/>
              </a:ln>
              <a:extLst>
                <a:ext uri="{C572A759-6A51-4108-AA02-DFA0A04FC94B}">
                  <ma14:wrappingTextBoxFlag xmlns:m="http://schemas.openxmlformats.org/officeDocument/2006/math" xmlns:ma14="http://schemas.microsoft.com/office/mac/drawingml/2011/main" xmlns="" val="1"/>
                </a:ext>
              </a:extLst>
            </p:spPr>
            <p:txBody>
              <a:bodyPr lIns="50800" tIns="50800" rIns="50800" bIns="50800" anchor="b">
                <a:noAutofit/>
              </a:bodyPr>
              <a:lstStyle/>
              <a:p>
                <a:pPr algn="l" defTabSz="496570">
                  <a:defRPr sz="2550" b="0">
                    <a:latin typeface="+mn-lt"/>
                    <a:ea typeface="+mn-ea"/>
                    <a:cs typeface="+mn-cs"/>
                    <a:sym typeface="Helvetica Neue Medium"/>
                  </a:defRPr>
                </a:pPr>
                <a14:m>
                  <m:oMathPara xmlns:m="http://schemas.openxmlformats.org/officeDocument/2006/math">
                    <m:oMathParaPr>
                      <m:jc m:val="centerGroup"/>
                    </m:oMathParaPr>
                    <m:oMath xmlns:m="http://schemas.openxmlformats.org/officeDocument/2006/math">
                      <m:r>
                        <a:rPr lang="en-US" b="1" i="0" smtClean="0">
                          <a:solidFill>
                            <a:schemeClr val="tx1"/>
                          </a:solidFill>
                          <a:latin typeface="Cambria Math" panose="02040503050406030204" pitchFamily="18" charset="0"/>
                        </a:rPr>
                        <m:t>𝐐𝐭𝐲</m:t>
                      </m:r>
                    </m:oMath>
                  </m:oMathPara>
                </a14:m>
                <a:endParaRPr lang="ar-AE">
                  <a:solidFill>
                    <a:schemeClr val="tx1"/>
                  </a:solidFill>
                  <a:latin typeface="Times New Roman" panose="02020603050405020304" pitchFamily="18" charset="0"/>
                  <a:cs typeface="Times New Roman" panose="02020603050405020304" pitchFamily="18" charset="0"/>
                </a:endParaRPr>
              </a:p>
            </p:txBody>
          </p:sp>
        </mc:Choice>
        <mc:Fallback xmlns="">
          <p:sp>
            <p:nvSpPr>
              <p:cNvPr id="52" name="17. Hence,   edp  =   AR / (AR - MR)">
                <a:extLst>
                  <a:ext uri="{FF2B5EF4-FFF2-40B4-BE49-F238E27FC236}">
                    <a16:creationId xmlns:a16="http://schemas.microsoft.com/office/drawing/2014/main" id="{9ED998C5-FA51-1D40-AE60-E5E1ADAB4584}"/>
                  </a:ext>
                </a:extLst>
              </p:cNvPr>
              <p:cNvSpPr txBox="1">
                <a:spLocks noRot="1" noChangeAspect="1" noMove="1" noResize="1" noEditPoints="1" noAdjustHandles="1" noChangeArrowheads="1" noChangeShapeType="1" noTextEdit="1"/>
              </p:cNvSpPr>
              <p:nvPr/>
            </p:nvSpPr>
            <p:spPr>
              <a:xfrm>
                <a:off x="11020007" y="6565030"/>
                <a:ext cx="701490" cy="437902"/>
              </a:xfrm>
              <a:prstGeom prst="rect">
                <a:avLst/>
              </a:prstGeom>
              <a:blipFill>
                <a:blip r:embed="rId11"/>
                <a:stretch>
                  <a:fillRect l="-7018" t="-22222" r="-24561" b="-33333"/>
                </a:stretch>
              </a:blipFill>
              <a:ln w="12700">
                <a:miter lim="400000"/>
              </a:ln>
              <a:extLst>
                <a:ext uri="{C572A759-6A51-4108-AA02-DFA0A04FC94B}">
                  <ma14:wrappingTextBoxFlag xmlns:a14="http://schemas.microsoft.com/office/drawing/2010/main" xmlns:m="http://schemas.openxmlformats.org/officeDocument/2006/math" xmlns:ma14="http://schemas.microsoft.com/office/mac/drawingml/2011/main" xmlns="" val="1"/>
                </a:ext>
              </a:extLst>
            </p:spPr>
            <p:txBody>
              <a:bodyPr/>
              <a:lstStyle/>
              <a:p>
                <a:r>
                  <a:rPr lang="en-US">
                    <a:noFill/>
                  </a:rPr>
                  <a:t> </a:t>
                </a:r>
              </a:p>
            </p:txBody>
          </p:sp>
        </mc:Fallback>
      </mc:AlternateContent>
      <p:grpSp>
        <p:nvGrpSpPr>
          <p:cNvPr id="61" name="Group 60">
            <a:extLst>
              <a:ext uri="{FF2B5EF4-FFF2-40B4-BE49-F238E27FC236}">
                <a16:creationId xmlns:a16="http://schemas.microsoft.com/office/drawing/2014/main" id="{82BC913E-F18E-F24B-BFCD-98C313372134}"/>
              </a:ext>
            </a:extLst>
          </p:cNvPr>
          <p:cNvGrpSpPr/>
          <p:nvPr/>
        </p:nvGrpSpPr>
        <p:grpSpPr>
          <a:xfrm>
            <a:off x="8402289" y="2291327"/>
            <a:ext cx="2315693" cy="2070904"/>
            <a:chOff x="9664094" y="899707"/>
            <a:chExt cx="2315693" cy="2070904"/>
          </a:xfrm>
        </p:grpSpPr>
        <p:sp>
          <p:nvSpPr>
            <p:cNvPr id="55" name="Left Brace 54">
              <a:extLst>
                <a:ext uri="{FF2B5EF4-FFF2-40B4-BE49-F238E27FC236}">
                  <a16:creationId xmlns:a16="http://schemas.microsoft.com/office/drawing/2014/main" id="{436584FD-E478-2E44-AE71-A9C4C370223D}"/>
                </a:ext>
              </a:extLst>
            </p:cNvPr>
            <p:cNvSpPr/>
            <p:nvPr/>
          </p:nvSpPr>
          <p:spPr>
            <a:xfrm rot="8100403">
              <a:off x="9664094" y="1221765"/>
              <a:ext cx="521379" cy="1748846"/>
            </a:xfrm>
            <a:prstGeom prst="leftBrace">
              <a:avLst>
                <a:gd name="adj1" fmla="val 0"/>
                <a:gd name="adj2" fmla="val 50000"/>
              </a:avLst>
            </a:prstGeom>
            <a:noFill/>
            <a:ln w="76200" cap="flat">
              <a:solidFill>
                <a:srgbClr val="7030A0"/>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2800" i="0" u="none" strike="noStrike" cap="none" spc="0" normalizeH="0" baseline="0">
                <a:ln>
                  <a:noFill/>
                </a:ln>
                <a:solidFill>
                  <a:srgbClr val="7030A0"/>
                </a:solidFill>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7" name="17. Hence,   edp  =   AR / (AR - MR)">
                  <a:extLst>
                    <a:ext uri="{FF2B5EF4-FFF2-40B4-BE49-F238E27FC236}">
                      <a16:creationId xmlns:a16="http://schemas.microsoft.com/office/drawing/2014/main" id="{12256091-D4EC-8443-A416-3AE96923920C}"/>
                    </a:ext>
                  </a:extLst>
                </p:cNvPr>
                <p:cNvSpPr txBox="1"/>
                <p:nvPr/>
              </p:nvSpPr>
              <p:spPr>
                <a:xfrm rot="19071877">
                  <a:off x="9822659" y="899707"/>
                  <a:ext cx="2157128" cy="483616"/>
                </a:xfrm>
                <a:prstGeom prst="rect">
                  <a:avLst/>
                </a:prstGeom>
                <a:ln w="12700">
                  <a:miter lim="400000"/>
                </a:ln>
                <a:extLst>
                  <a:ext uri="{C572A759-6A51-4108-AA02-DFA0A04FC94B}">
                    <ma14:wrappingTextBoxFlag xmlns:m="http://schemas.openxmlformats.org/officeDocument/2006/math" xmlns:ma14="http://schemas.microsoft.com/office/mac/drawingml/2011/main" xmlns="" val="1"/>
                  </a:ext>
                </a:extLst>
              </p:spPr>
              <p:txBody>
                <a:bodyPr lIns="50800" tIns="50800" rIns="50800" bIns="50800" anchor="b">
                  <a:noAutofit/>
                </a:bodyPr>
                <a:lstStyle/>
                <a:p>
                  <a:pPr algn="l" defTabSz="496570">
                    <a:defRPr sz="2550" b="0">
                      <a:latin typeface="+mn-lt"/>
                      <a:ea typeface="+mn-ea"/>
                      <a:cs typeface="+mn-cs"/>
                      <a:sym typeface="Helvetica Neue Medium"/>
                    </a:defRPr>
                  </a:pPr>
                  <a14:m>
                    <m:oMathPara xmlns:m="http://schemas.openxmlformats.org/officeDocument/2006/math">
                      <m:oMathParaPr>
                        <m:jc m:val="centerGroup"/>
                      </m:oMathParaPr>
                      <m:oMath xmlns:m="http://schemas.openxmlformats.org/officeDocument/2006/math">
                        <m:r>
                          <a:rPr lang="en-US" sz="2800" b="1" i="0" smtClean="0">
                            <a:solidFill>
                              <a:srgbClr val="7030A0"/>
                            </a:solidFill>
                            <a:latin typeface="Cambria Math" panose="02040503050406030204" pitchFamily="18" charset="0"/>
                          </a:rPr>
                          <m:t>𝐞</m:t>
                        </m:r>
                        <m:r>
                          <a:rPr lang="en-US" sz="2800" b="1" i="0" smtClean="0">
                            <a:solidFill>
                              <a:srgbClr val="7030A0"/>
                            </a:solidFill>
                            <a:latin typeface="Cambria Math" panose="02040503050406030204" pitchFamily="18" charset="0"/>
                          </a:rPr>
                          <m:t>&gt;</m:t>
                        </m:r>
                        <m:r>
                          <a:rPr lang="en-US" sz="2800" b="1" i="0" smtClean="0">
                            <a:solidFill>
                              <a:srgbClr val="7030A0"/>
                            </a:solidFill>
                            <a:latin typeface="Cambria Math" panose="02040503050406030204" pitchFamily="18" charset="0"/>
                          </a:rPr>
                          <m:t>𝟏</m:t>
                        </m:r>
                        <m:r>
                          <a:rPr lang="en-US" sz="2800" b="1" i="0" smtClean="0">
                            <a:solidFill>
                              <a:srgbClr val="7030A0"/>
                            </a:solidFill>
                            <a:latin typeface="Cambria Math" panose="02040503050406030204" pitchFamily="18" charset="0"/>
                          </a:rPr>
                          <m:t>;   </m:t>
                        </m:r>
                        <m:r>
                          <a:rPr lang="en-US" sz="2800" b="1" i="0" smtClean="0">
                            <a:solidFill>
                              <a:srgbClr val="7030A0"/>
                            </a:solidFill>
                            <a:latin typeface="Cambria Math" panose="02040503050406030204" pitchFamily="18" charset="0"/>
                          </a:rPr>
                          <m:t>𝐑𝐄</m:t>
                        </m:r>
                      </m:oMath>
                    </m:oMathPara>
                  </a14:m>
                  <a:endParaRPr lang="ar-AE" sz="2800">
                    <a:solidFill>
                      <a:srgbClr val="7030A0"/>
                    </a:solidFill>
                    <a:latin typeface="Times New Roman" panose="02020603050405020304" pitchFamily="18" charset="0"/>
                    <a:cs typeface="Times New Roman" panose="02020603050405020304" pitchFamily="18" charset="0"/>
                  </a:endParaRPr>
                </a:p>
              </p:txBody>
            </p:sp>
          </mc:Choice>
          <mc:Fallback xmlns="">
            <p:sp>
              <p:nvSpPr>
                <p:cNvPr id="57" name="17. Hence,   edp  =   AR / (AR - MR)">
                  <a:extLst>
                    <a:ext uri="{FF2B5EF4-FFF2-40B4-BE49-F238E27FC236}">
                      <a16:creationId xmlns:a16="http://schemas.microsoft.com/office/drawing/2014/main" id="{12256091-D4EC-8443-A416-3AE96923920C}"/>
                    </a:ext>
                  </a:extLst>
                </p:cNvPr>
                <p:cNvSpPr txBox="1">
                  <a:spLocks noRot="1" noChangeAspect="1" noMove="1" noResize="1" noEditPoints="1" noAdjustHandles="1" noChangeArrowheads="1" noChangeShapeType="1" noTextEdit="1"/>
                </p:cNvSpPr>
                <p:nvPr/>
              </p:nvSpPr>
              <p:spPr>
                <a:xfrm rot="19071877">
                  <a:off x="9822659" y="899707"/>
                  <a:ext cx="2157128" cy="483616"/>
                </a:xfrm>
                <a:prstGeom prst="rect">
                  <a:avLst/>
                </a:prstGeom>
                <a:blipFill>
                  <a:blip r:embed="rId12"/>
                  <a:stretch>
                    <a:fillRect t="-6993" r="-8497"/>
                  </a:stretch>
                </a:blipFill>
                <a:ln w="12700">
                  <a:miter lim="400000"/>
                </a:ln>
                <a:extLst>
                  <a:ext uri="{C572A759-6A51-4108-AA02-DFA0A04FC94B}">
                    <ma14:wrappingTextBoxFlag xmlns:a14="http://schemas.microsoft.com/office/drawing/2010/main" xmlns:m="http://schemas.openxmlformats.org/officeDocument/2006/math" xmlns:ma14="http://schemas.microsoft.com/office/mac/drawingml/2011/main" xmlns="" val="1"/>
                  </a:ext>
                </a:extLst>
              </p:spPr>
              <p:txBody>
                <a:bodyPr/>
                <a:lstStyle/>
                <a:p>
                  <a:r>
                    <a:rPr lang="en-US">
                      <a:noFill/>
                    </a:rPr>
                    <a:t> </a:t>
                  </a:r>
                </a:p>
              </p:txBody>
            </p:sp>
          </mc:Fallback>
        </mc:AlternateContent>
      </p:grpSp>
      <p:grpSp>
        <p:nvGrpSpPr>
          <p:cNvPr id="62" name="Group 61">
            <a:extLst>
              <a:ext uri="{FF2B5EF4-FFF2-40B4-BE49-F238E27FC236}">
                <a16:creationId xmlns:a16="http://schemas.microsoft.com/office/drawing/2014/main" id="{DBBAD58F-C745-A44F-BAFA-7408F7483826}"/>
              </a:ext>
            </a:extLst>
          </p:cNvPr>
          <p:cNvGrpSpPr/>
          <p:nvPr/>
        </p:nvGrpSpPr>
        <p:grpSpPr>
          <a:xfrm>
            <a:off x="10019555" y="3179205"/>
            <a:ext cx="1418941" cy="3002403"/>
            <a:chOff x="11281360" y="1787585"/>
            <a:chExt cx="1418941" cy="3002403"/>
          </a:xfrm>
        </p:grpSpPr>
        <p:sp>
          <p:nvSpPr>
            <p:cNvPr id="56" name="Left Brace 55">
              <a:extLst>
                <a:ext uri="{FF2B5EF4-FFF2-40B4-BE49-F238E27FC236}">
                  <a16:creationId xmlns:a16="http://schemas.microsoft.com/office/drawing/2014/main" id="{A9E877EE-A8C4-084C-80F9-2A7E5ACF2537}"/>
                </a:ext>
              </a:extLst>
            </p:cNvPr>
            <p:cNvSpPr/>
            <p:nvPr/>
          </p:nvSpPr>
          <p:spPr>
            <a:xfrm rot="8100403">
              <a:off x="11281360" y="3041142"/>
              <a:ext cx="521379" cy="1748846"/>
            </a:xfrm>
            <a:prstGeom prst="leftBrace">
              <a:avLst>
                <a:gd name="adj1" fmla="val 0"/>
                <a:gd name="adj2" fmla="val 50000"/>
              </a:avLst>
            </a:prstGeom>
            <a:noFill/>
            <a:ln w="76200" cap="flat">
              <a:solidFill>
                <a:schemeClr val="accent3">
                  <a:lumMod val="50000"/>
                </a:schemeClr>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2800" i="0" u="none" strike="noStrike" cap="none" spc="0" normalizeH="0" baseline="0">
                <a:ln>
                  <a:noFill/>
                </a:ln>
                <a:solidFill>
                  <a:schemeClr val="accent3">
                    <a:lumMod val="50000"/>
                  </a:schemeClr>
                </a:solidFill>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9" name="17. Hence,   edp  =   AR / (AR - MR)">
                  <a:extLst>
                    <a:ext uri="{FF2B5EF4-FFF2-40B4-BE49-F238E27FC236}">
                      <a16:creationId xmlns:a16="http://schemas.microsoft.com/office/drawing/2014/main" id="{1D02C78D-074B-7A4F-87F7-80762C492201}"/>
                    </a:ext>
                  </a:extLst>
                </p:cNvPr>
                <p:cNvSpPr txBox="1"/>
                <p:nvPr/>
              </p:nvSpPr>
              <p:spPr>
                <a:xfrm rot="18802245">
                  <a:off x="11379929" y="2624341"/>
                  <a:ext cx="2157128" cy="483616"/>
                </a:xfrm>
                <a:prstGeom prst="rect">
                  <a:avLst/>
                </a:prstGeom>
                <a:ln w="12700">
                  <a:miter lim="400000"/>
                </a:ln>
                <a:extLst>
                  <a:ext uri="{C572A759-6A51-4108-AA02-DFA0A04FC94B}">
                    <ma14:wrappingTextBoxFlag xmlns:m="http://schemas.openxmlformats.org/officeDocument/2006/math" xmlns:ma14="http://schemas.microsoft.com/office/mac/drawingml/2011/main" xmlns="" val="1"/>
                  </a:ext>
                </a:extLst>
              </p:spPr>
              <p:txBody>
                <a:bodyPr lIns="50800" tIns="50800" rIns="50800" bIns="50800" anchor="b">
                  <a:noAutofit/>
                </a:bodyPr>
                <a:lstStyle/>
                <a:p>
                  <a:pPr algn="l" defTabSz="496570">
                    <a:defRPr sz="2550" b="0">
                      <a:latin typeface="+mn-lt"/>
                      <a:ea typeface="+mn-ea"/>
                      <a:cs typeface="+mn-cs"/>
                      <a:sym typeface="Helvetica Neue Medium"/>
                    </a:defRPr>
                  </a:pPr>
                  <a14:m>
                    <m:oMathPara xmlns:m="http://schemas.openxmlformats.org/officeDocument/2006/math">
                      <m:oMathParaPr>
                        <m:jc m:val="centerGroup"/>
                      </m:oMathParaPr>
                      <m:oMath xmlns:m="http://schemas.openxmlformats.org/officeDocument/2006/math">
                        <m:r>
                          <a:rPr lang="en-US" sz="2800" b="1" i="1" smtClean="0">
                            <a:solidFill>
                              <a:schemeClr val="accent3">
                                <a:lumMod val="50000"/>
                              </a:schemeClr>
                            </a:solidFill>
                            <a:latin typeface="Cambria Math" panose="02040503050406030204" pitchFamily="18" charset="0"/>
                            <a:sym typeface="Helvetica Neue Medium"/>
                          </a:rPr>
                          <m:t>𝒆</m:t>
                        </m:r>
                        <m:r>
                          <a:rPr lang="en-US" sz="2800" b="1" smtClean="0">
                            <a:solidFill>
                              <a:schemeClr val="accent3">
                                <a:lumMod val="50000"/>
                              </a:schemeClr>
                            </a:solidFill>
                            <a:latin typeface="Cambria Math" panose="02040503050406030204" pitchFamily="18" charset="0"/>
                            <a:sym typeface="Helvetica Neue Medium"/>
                          </a:rPr>
                          <m:t>&lt;</m:t>
                        </m:r>
                        <m:r>
                          <a:rPr lang="en-US" sz="2800" b="1" i="1" smtClean="0">
                            <a:solidFill>
                              <a:schemeClr val="accent3">
                                <a:lumMod val="50000"/>
                              </a:schemeClr>
                            </a:solidFill>
                            <a:latin typeface="Cambria Math" panose="02040503050406030204" pitchFamily="18" charset="0"/>
                            <a:sym typeface="Helvetica Neue Medium"/>
                          </a:rPr>
                          <m:t>𝟏</m:t>
                        </m:r>
                        <m:r>
                          <a:rPr lang="en-US" sz="2800" b="1" i="0" smtClean="0">
                            <a:solidFill>
                              <a:schemeClr val="accent3">
                                <a:lumMod val="50000"/>
                              </a:schemeClr>
                            </a:solidFill>
                            <a:latin typeface="Cambria Math" panose="02040503050406030204" pitchFamily="18" charset="0"/>
                            <a:sym typeface="Helvetica Neue Medium"/>
                          </a:rPr>
                          <m:t>;  </m:t>
                        </m:r>
                        <m:r>
                          <a:rPr lang="en-US" sz="2800" b="1" i="0" smtClean="0">
                            <a:solidFill>
                              <a:schemeClr val="accent3">
                                <a:lumMod val="50000"/>
                              </a:schemeClr>
                            </a:solidFill>
                            <a:latin typeface="Cambria Math" panose="02040503050406030204" pitchFamily="18" charset="0"/>
                          </a:rPr>
                          <m:t>𝐑𝐈𝐄</m:t>
                        </m:r>
                      </m:oMath>
                    </m:oMathPara>
                  </a14:m>
                  <a:endParaRPr lang="ar-AE" sz="2800">
                    <a:solidFill>
                      <a:schemeClr val="accent3">
                        <a:lumMod val="50000"/>
                      </a:schemeClr>
                    </a:solidFill>
                    <a:latin typeface="Times New Roman" panose="02020603050405020304" pitchFamily="18" charset="0"/>
                    <a:cs typeface="Times New Roman" panose="02020603050405020304" pitchFamily="18" charset="0"/>
                  </a:endParaRPr>
                </a:p>
              </p:txBody>
            </p:sp>
          </mc:Choice>
          <mc:Fallback xmlns="">
            <p:sp>
              <p:nvSpPr>
                <p:cNvPr id="59" name="17. Hence,   edp  =   AR / (AR - MR)">
                  <a:extLst>
                    <a:ext uri="{FF2B5EF4-FFF2-40B4-BE49-F238E27FC236}">
                      <a16:creationId xmlns:a16="http://schemas.microsoft.com/office/drawing/2014/main" id="{1D02C78D-074B-7A4F-87F7-80762C492201}"/>
                    </a:ext>
                  </a:extLst>
                </p:cNvPr>
                <p:cNvSpPr txBox="1">
                  <a:spLocks noRot="1" noChangeAspect="1" noMove="1" noResize="1" noEditPoints="1" noAdjustHandles="1" noChangeArrowheads="1" noChangeShapeType="1" noTextEdit="1"/>
                </p:cNvSpPr>
                <p:nvPr/>
              </p:nvSpPr>
              <p:spPr>
                <a:xfrm rot="18802245">
                  <a:off x="11379929" y="2624341"/>
                  <a:ext cx="2157128" cy="483616"/>
                </a:xfrm>
                <a:prstGeom prst="rect">
                  <a:avLst/>
                </a:prstGeom>
                <a:blipFill>
                  <a:blip r:embed="rId13"/>
                  <a:stretch>
                    <a:fillRect t="-7947" r="-10274"/>
                  </a:stretch>
                </a:blipFill>
                <a:ln w="12700">
                  <a:miter lim="400000"/>
                </a:ln>
                <a:extLst>
                  <a:ext uri="{C572A759-6A51-4108-AA02-DFA0A04FC94B}">
                    <ma14:wrappingTextBoxFlag xmlns:a14="http://schemas.microsoft.com/office/drawing/2010/main" xmlns:m="http://schemas.openxmlformats.org/officeDocument/2006/math" xmlns:ma14="http://schemas.microsoft.com/office/mac/drawingml/2011/main" xmlns="" val="1"/>
                  </a:ext>
                </a:extLst>
              </p:spPr>
              <p:txBody>
                <a:bodyPr/>
                <a:lstStyle/>
                <a:p>
                  <a:r>
                    <a:rPr lang="en-US">
                      <a:noFill/>
                    </a:rPr>
                    <a:t> </a:t>
                  </a:r>
                </a:p>
              </p:txBody>
            </p:sp>
          </mc:Fallback>
        </mc:AlternateContent>
      </p:grpSp>
      <p:grpSp>
        <p:nvGrpSpPr>
          <p:cNvPr id="60" name="Group 59">
            <a:extLst>
              <a:ext uri="{FF2B5EF4-FFF2-40B4-BE49-F238E27FC236}">
                <a16:creationId xmlns:a16="http://schemas.microsoft.com/office/drawing/2014/main" id="{FF485B11-5316-0740-B1F9-E26B50F6F00B}"/>
              </a:ext>
            </a:extLst>
          </p:cNvPr>
          <p:cNvGrpSpPr/>
          <p:nvPr/>
        </p:nvGrpSpPr>
        <p:grpSpPr>
          <a:xfrm>
            <a:off x="8725947" y="2643466"/>
            <a:ext cx="4283157" cy="4296407"/>
            <a:chOff x="8991838" y="1361268"/>
            <a:chExt cx="4283157" cy="4296407"/>
          </a:xfrm>
        </p:grpSpPr>
        <p:cxnSp>
          <p:nvCxnSpPr>
            <p:cNvPr id="40" name="Straight Connector 39">
              <a:extLst>
                <a:ext uri="{FF2B5EF4-FFF2-40B4-BE49-F238E27FC236}">
                  <a16:creationId xmlns:a16="http://schemas.microsoft.com/office/drawing/2014/main" id="{DD4554DE-A2EA-984E-9310-6A4A483850E1}"/>
                </a:ext>
              </a:extLst>
            </p:cNvPr>
            <p:cNvCxnSpPr>
              <a:cxnSpLocks/>
            </p:cNvCxnSpPr>
            <p:nvPr/>
          </p:nvCxnSpPr>
          <p:spPr>
            <a:xfrm flipH="1" flipV="1">
              <a:off x="9373442" y="3444201"/>
              <a:ext cx="29135" cy="1700032"/>
            </a:xfrm>
            <a:prstGeom prst="line">
              <a:avLst/>
            </a:prstGeom>
            <a:noFill/>
            <a:ln w="38100" cap="flat">
              <a:solidFill>
                <a:schemeClr val="accent6">
                  <a:lumMod val="75000"/>
                </a:schemeClr>
              </a:solidFill>
              <a:prstDash val="dash"/>
              <a:miter lim="400000"/>
            </a:ln>
            <a:effectLst/>
            <a:sp3d/>
          </p:spPr>
          <p:style>
            <a:lnRef idx="0">
              <a:scrgbClr r="0" g="0" b="0"/>
            </a:lnRef>
            <a:fillRef idx="0">
              <a:scrgbClr r="0" g="0" b="0"/>
            </a:fillRef>
            <a:effectRef idx="0">
              <a:scrgbClr r="0" g="0" b="0"/>
            </a:effectRef>
            <a:fontRef idx="none"/>
          </p:style>
        </p:cxnSp>
        <mc:AlternateContent xmlns:mc="http://schemas.openxmlformats.org/markup-compatibility/2006" xmlns:a14="http://schemas.microsoft.com/office/drawing/2010/main">
          <mc:Choice Requires="a14">
            <p:sp>
              <p:nvSpPr>
                <p:cNvPr id="47" name="17. Hence,   edp  =   AR / (AR - MR)">
                  <a:extLst>
                    <a:ext uri="{FF2B5EF4-FFF2-40B4-BE49-F238E27FC236}">
                      <a16:creationId xmlns:a16="http://schemas.microsoft.com/office/drawing/2014/main" id="{DC2BA380-2EE3-844B-8AB9-5F22C4E2916A}"/>
                    </a:ext>
                  </a:extLst>
                </p:cNvPr>
                <p:cNvSpPr txBox="1"/>
                <p:nvPr/>
              </p:nvSpPr>
              <p:spPr>
                <a:xfrm>
                  <a:off x="8992438" y="5174059"/>
                  <a:ext cx="573745" cy="483616"/>
                </a:xfrm>
                <a:prstGeom prst="rect">
                  <a:avLst/>
                </a:prstGeom>
                <a:ln w="12700">
                  <a:miter lim="400000"/>
                </a:ln>
                <a:extLst>
                  <a:ext uri="{C572A759-6A51-4108-AA02-DFA0A04FC94B}">
                    <ma14:wrappingTextBoxFlag xmlns:m="http://schemas.openxmlformats.org/officeDocument/2006/math" xmlns:ma14="http://schemas.microsoft.com/office/mac/drawingml/2011/main" xmlns="" val="1"/>
                  </a:ext>
                </a:extLst>
              </p:spPr>
              <p:txBody>
                <a:bodyPr lIns="50800" tIns="50800" rIns="50800" bIns="50800" anchor="b">
                  <a:noAutofit/>
                </a:bodyPr>
                <a:lstStyle/>
                <a:p>
                  <a:pPr algn="l" defTabSz="496570">
                    <a:defRPr sz="2550" b="0">
                      <a:latin typeface="+mn-lt"/>
                      <a:ea typeface="+mn-ea"/>
                      <a:cs typeface="+mn-cs"/>
                      <a:sym typeface="Helvetica Neue Medium"/>
                    </a:defRPr>
                  </a:pPr>
                  <a14:m>
                    <m:oMathPara xmlns:m="http://schemas.openxmlformats.org/officeDocument/2006/math">
                      <m:oMathParaPr>
                        <m:jc m:val="centerGroup"/>
                      </m:oMathParaPr>
                      <m:oMath xmlns:m="http://schemas.openxmlformats.org/officeDocument/2006/math">
                        <m:r>
                          <a:rPr lang="en-US" sz="2800" b="1" i="0" smtClean="0">
                            <a:solidFill>
                              <a:schemeClr val="accent6">
                                <a:lumMod val="75000"/>
                              </a:schemeClr>
                            </a:solidFill>
                            <a:latin typeface="Cambria Math" panose="02040503050406030204" pitchFamily="18" charset="0"/>
                          </a:rPr>
                          <m:t>𝐓</m:t>
                        </m:r>
                      </m:oMath>
                    </m:oMathPara>
                  </a14:m>
                  <a:endParaRPr lang="ar-AE" sz="2800">
                    <a:solidFill>
                      <a:schemeClr val="accent6">
                        <a:lumMod val="75000"/>
                      </a:schemeClr>
                    </a:solidFill>
                    <a:latin typeface="Times New Roman" panose="02020603050405020304" pitchFamily="18" charset="0"/>
                    <a:cs typeface="Times New Roman" panose="02020603050405020304" pitchFamily="18" charset="0"/>
                  </a:endParaRPr>
                </a:p>
              </p:txBody>
            </p:sp>
          </mc:Choice>
          <mc:Fallback xmlns="">
            <p:sp>
              <p:nvSpPr>
                <p:cNvPr id="47" name="17. Hence,   edp  =   AR / (AR - MR)">
                  <a:extLst>
                    <a:ext uri="{FF2B5EF4-FFF2-40B4-BE49-F238E27FC236}">
                      <a16:creationId xmlns:a16="http://schemas.microsoft.com/office/drawing/2014/main" id="{DC2BA380-2EE3-844B-8AB9-5F22C4E2916A}"/>
                    </a:ext>
                  </a:extLst>
                </p:cNvPr>
                <p:cNvSpPr txBox="1">
                  <a:spLocks noRot="1" noChangeAspect="1" noMove="1" noResize="1" noEditPoints="1" noAdjustHandles="1" noChangeArrowheads="1" noChangeShapeType="1" noTextEdit="1"/>
                </p:cNvSpPr>
                <p:nvPr/>
              </p:nvSpPr>
              <p:spPr>
                <a:xfrm>
                  <a:off x="8992438" y="5174059"/>
                  <a:ext cx="573745" cy="483616"/>
                </a:xfrm>
                <a:prstGeom prst="rect">
                  <a:avLst/>
                </a:prstGeom>
                <a:blipFill>
                  <a:blip r:embed="rId15"/>
                  <a:stretch>
                    <a:fillRect t="-20513" r="-23913" b="-35897"/>
                  </a:stretch>
                </a:blipFill>
                <a:ln w="12700">
                  <a:miter lim="400000"/>
                </a:ln>
                <a:extLst>
                  <a:ext uri="{C572A759-6A51-4108-AA02-DFA0A04FC94B}">
                    <ma14:wrappingTextBoxFlag xmlns:a14="http://schemas.microsoft.com/office/drawing/2010/main" xmlns:m="http://schemas.openxmlformats.org/officeDocument/2006/math" xmlns:ma14="http://schemas.microsoft.com/office/mac/drawingml/2011/main" xmlns=""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17. Hence,   edp  =   AR / (AR - MR)">
                  <a:extLst>
                    <a:ext uri="{FF2B5EF4-FFF2-40B4-BE49-F238E27FC236}">
                      <a16:creationId xmlns:a16="http://schemas.microsoft.com/office/drawing/2014/main" id="{C52DE5ED-CC71-3245-B011-9ADCB30AF66D}"/>
                    </a:ext>
                  </a:extLst>
                </p:cNvPr>
                <p:cNvSpPr txBox="1"/>
                <p:nvPr/>
              </p:nvSpPr>
              <p:spPr>
                <a:xfrm>
                  <a:off x="9214314" y="3037766"/>
                  <a:ext cx="573745" cy="483616"/>
                </a:xfrm>
                <a:prstGeom prst="rect">
                  <a:avLst/>
                </a:prstGeom>
                <a:ln w="12700">
                  <a:miter lim="400000"/>
                </a:ln>
                <a:extLst>
                  <a:ext uri="{C572A759-6A51-4108-AA02-DFA0A04FC94B}">
                    <ma14:wrappingTextBoxFlag xmlns:m="http://schemas.openxmlformats.org/officeDocument/2006/math" xmlns:ma14="http://schemas.microsoft.com/office/mac/drawingml/2011/main" xmlns="" val="1"/>
                  </a:ext>
                </a:extLst>
              </p:spPr>
              <p:txBody>
                <a:bodyPr lIns="50800" tIns="50800" rIns="50800" bIns="50800" anchor="b">
                  <a:noAutofit/>
                </a:bodyPr>
                <a:lstStyle/>
                <a:p>
                  <a:pPr algn="l" defTabSz="496570">
                    <a:defRPr sz="2550" b="0">
                      <a:latin typeface="+mn-lt"/>
                      <a:ea typeface="+mn-ea"/>
                      <a:cs typeface="+mn-cs"/>
                      <a:sym typeface="Helvetica Neue Medium"/>
                    </a:defRPr>
                  </a:pPr>
                  <a14:m>
                    <m:oMathPara xmlns:m="http://schemas.openxmlformats.org/officeDocument/2006/math">
                      <m:oMathParaPr>
                        <m:jc m:val="centerGroup"/>
                      </m:oMathParaPr>
                      <m:oMath xmlns:m="http://schemas.openxmlformats.org/officeDocument/2006/math">
                        <m:r>
                          <a:rPr lang="en-US" sz="2800" b="1" i="0" smtClean="0">
                            <a:solidFill>
                              <a:schemeClr val="accent6">
                                <a:lumMod val="75000"/>
                              </a:schemeClr>
                            </a:solidFill>
                            <a:latin typeface="Cambria Math" panose="02040503050406030204" pitchFamily="18" charset="0"/>
                          </a:rPr>
                          <m:t>𝐌</m:t>
                        </m:r>
                      </m:oMath>
                    </m:oMathPara>
                  </a14:m>
                  <a:endParaRPr lang="ar-AE" sz="2800">
                    <a:solidFill>
                      <a:schemeClr val="accent6">
                        <a:lumMod val="75000"/>
                      </a:schemeClr>
                    </a:solidFill>
                    <a:latin typeface="Times New Roman" panose="02020603050405020304" pitchFamily="18" charset="0"/>
                    <a:cs typeface="Times New Roman" panose="02020603050405020304" pitchFamily="18" charset="0"/>
                  </a:endParaRPr>
                </a:p>
              </p:txBody>
            </p:sp>
          </mc:Choice>
          <mc:Fallback xmlns="">
            <p:sp>
              <p:nvSpPr>
                <p:cNvPr id="53" name="17. Hence,   edp  =   AR / (AR - MR)">
                  <a:extLst>
                    <a:ext uri="{FF2B5EF4-FFF2-40B4-BE49-F238E27FC236}">
                      <a16:creationId xmlns:a16="http://schemas.microsoft.com/office/drawing/2014/main" id="{C52DE5ED-CC71-3245-B011-9ADCB30AF66D}"/>
                    </a:ext>
                  </a:extLst>
                </p:cNvPr>
                <p:cNvSpPr txBox="1">
                  <a:spLocks noRot="1" noChangeAspect="1" noMove="1" noResize="1" noEditPoints="1" noAdjustHandles="1" noChangeArrowheads="1" noChangeShapeType="1" noTextEdit="1"/>
                </p:cNvSpPr>
                <p:nvPr/>
              </p:nvSpPr>
              <p:spPr>
                <a:xfrm>
                  <a:off x="9214314" y="3037766"/>
                  <a:ext cx="573745" cy="483616"/>
                </a:xfrm>
                <a:prstGeom prst="rect">
                  <a:avLst/>
                </a:prstGeom>
                <a:blipFill>
                  <a:blip r:embed="rId16"/>
                  <a:stretch>
                    <a:fillRect t="-23077" r="-30435" b="-33333"/>
                  </a:stretch>
                </a:blipFill>
                <a:ln w="12700">
                  <a:miter lim="400000"/>
                </a:ln>
                <a:extLst>
                  <a:ext uri="{C572A759-6A51-4108-AA02-DFA0A04FC94B}">
                    <ma14:wrappingTextBoxFlag xmlns:a14="http://schemas.microsoft.com/office/drawing/2010/main" xmlns:m="http://schemas.openxmlformats.org/officeDocument/2006/math" xmlns:ma14="http://schemas.microsoft.com/office/mac/drawingml/2011/main" xmlns=""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17. Hence,   edp  =   AR / (AR - MR)">
                  <a:extLst>
                    <a:ext uri="{FF2B5EF4-FFF2-40B4-BE49-F238E27FC236}">
                      <a16:creationId xmlns:a16="http://schemas.microsoft.com/office/drawing/2014/main" id="{FF01ECA3-A86C-4E40-B334-F36A6BAF0990}"/>
                    </a:ext>
                  </a:extLst>
                </p:cNvPr>
                <p:cNvSpPr txBox="1"/>
                <p:nvPr/>
              </p:nvSpPr>
              <p:spPr>
                <a:xfrm rot="18999892">
                  <a:off x="8991838" y="1361268"/>
                  <a:ext cx="4283157" cy="671275"/>
                </a:xfrm>
                <a:prstGeom prst="rect">
                  <a:avLst/>
                </a:prstGeom>
                <a:ln w="12700">
                  <a:miter lim="400000"/>
                </a:ln>
                <a:extLst>
                  <a:ext uri="{C572A759-6A51-4108-AA02-DFA0A04FC94B}">
                    <ma14:wrappingTextBoxFlag xmlns:m="http://schemas.openxmlformats.org/officeDocument/2006/math" xmlns:ma14="http://schemas.microsoft.com/office/mac/drawingml/2011/main" xmlns="" val="1"/>
                  </a:ext>
                </a:extLst>
              </p:spPr>
              <p:txBody>
                <a:bodyPr lIns="50800" tIns="50800" rIns="50800" bIns="50800" anchor="b">
                  <a:noAutofit/>
                </a:bodyPr>
                <a:lstStyle/>
                <a:p>
                  <a:pPr algn="l" defTabSz="496570">
                    <a:defRPr sz="2550" b="0">
                      <a:latin typeface="+mn-lt"/>
                      <a:ea typeface="+mn-ea"/>
                      <a:cs typeface="+mn-cs"/>
                      <a:sym typeface="Helvetica Neue Medium"/>
                    </a:defRPr>
                  </a:pPr>
                  <a:r>
                    <a:rPr lang="en-US" sz="2800" dirty="0">
                      <a:solidFill>
                        <a:schemeClr val="accent6">
                          <a:lumMod val="75000"/>
                        </a:schemeClr>
                      </a:solidFill>
                      <a:latin typeface="Times New Roman" panose="02020603050405020304" pitchFamily="18" charset="0"/>
                      <a:cs typeface="Times New Roman" panose="02020603050405020304" pitchFamily="18" charset="0"/>
                    </a:rPr>
                    <a:t>= mid-pt. of AD; </a:t>
                  </a:r>
                  <a14:m>
                    <m:oMath xmlns:m="http://schemas.openxmlformats.org/officeDocument/2006/math">
                      <m:r>
                        <a:rPr lang="en-US" sz="2800" i="1">
                          <a:solidFill>
                            <a:schemeClr val="accent6">
                              <a:lumMod val="75000"/>
                            </a:schemeClr>
                          </a:solidFill>
                          <a:latin typeface="Cambria Math" panose="02040503050406030204" pitchFamily="18" charset="0"/>
                          <a:sym typeface="Helvetica Neue Medium"/>
                        </a:rPr>
                        <m:t>𝒆</m:t>
                      </m:r>
                      <m:r>
                        <a:rPr lang="en-US" sz="2800">
                          <a:solidFill>
                            <a:schemeClr val="accent6">
                              <a:lumMod val="75000"/>
                            </a:schemeClr>
                          </a:solidFill>
                          <a:latin typeface="Cambria Math" panose="02040503050406030204" pitchFamily="18" charset="0"/>
                          <a:sym typeface="Helvetica Neue Medium"/>
                        </a:rPr>
                        <m:t>=</m:t>
                      </m:r>
                      <m:r>
                        <a:rPr lang="en-US" sz="2800" i="1">
                          <a:solidFill>
                            <a:schemeClr val="accent6">
                              <a:lumMod val="75000"/>
                            </a:schemeClr>
                          </a:solidFill>
                          <a:latin typeface="Cambria Math" panose="02040503050406030204" pitchFamily="18" charset="0"/>
                          <a:sym typeface="Helvetica Neue Medium"/>
                        </a:rPr>
                        <m:t>𝟏</m:t>
                      </m:r>
                      <m:r>
                        <a:rPr lang="en-US" sz="2800">
                          <a:solidFill>
                            <a:schemeClr val="accent6">
                              <a:lumMod val="75000"/>
                            </a:schemeClr>
                          </a:solidFill>
                          <a:latin typeface="Cambria Math" panose="02040503050406030204" pitchFamily="18" charset="0"/>
                          <a:sym typeface="Helvetica Neue Medium"/>
                        </a:rPr>
                        <m:t>;  </m:t>
                      </m:r>
                      <m:r>
                        <a:rPr lang="en-US" sz="2800">
                          <a:solidFill>
                            <a:schemeClr val="accent6">
                              <a:lumMod val="75000"/>
                            </a:schemeClr>
                          </a:solidFill>
                          <a:latin typeface="Cambria Math" panose="02040503050406030204" pitchFamily="18" charset="0"/>
                          <a:sym typeface="Helvetica Neue Medium"/>
                        </a:rPr>
                        <m:t>𝐔𝐄</m:t>
                      </m:r>
                    </m:oMath>
                  </a14:m>
                  <a:endParaRPr lang="ar-AE" sz="2800" dirty="0">
                    <a:solidFill>
                      <a:schemeClr val="accent6">
                        <a:lumMod val="75000"/>
                      </a:schemeClr>
                    </a:solidFill>
                    <a:latin typeface="Times New Roman" panose="02020603050405020304" pitchFamily="18" charset="0"/>
                    <a:cs typeface="Times New Roman" panose="02020603050405020304" pitchFamily="18" charset="0"/>
                  </a:endParaRPr>
                </a:p>
              </p:txBody>
            </p:sp>
          </mc:Choice>
          <mc:Fallback xmlns="">
            <p:sp>
              <p:nvSpPr>
                <p:cNvPr id="58" name="17. Hence,   edp  =   AR / (AR - MR)">
                  <a:extLst>
                    <a:ext uri="{FF2B5EF4-FFF2-40B4-BE49-F238E27FC236}">
                      <a16:creationId xmlns:a16="http://schemas.microsoft.com/office/drawing/2014/main" id="{FF01ECA3-A86C-4E40-B334-F36A6BAF0990}"/>
                    </a:ext>
                  </a:extLst>
                </p:cNvPr>
                <p:cNvSpPr txBox="1">
                  <a:spLocks noRot="1" noChangeAspect="1" noMove="1" noResize="1" noEditPoints="1" noAdjustHandles="1" noChangeArrowheads="1" noChangeShapeType="1" noTextEdit="1"/>
                </p:cNvSpPr>
                <p:nvPr/>
              </p:nvSpPr>
              <p:spPr>
                <a:xfrm rot="18999892">
                  <a:off x="8991838" y="1361268"/>
                  <a:ext cx="4283157" cy="671275"/>
                </a:xfrm>
                <a:prstGeom prst="rect">
                  <a:avLst/>
                </a:prstGeom>
                <a:blipFill>
                  <a:blip r:embed="rId17"/>
                  <a:stretch>
                    <a:fillRect l="-1767" t="-2214" r="-7774" b="-7011"/>
                  </a:stretch>
                </a:blipFill>
                <a:ln w="12700">
                  <a:miter lim="400000"/>
                </a:ln>
                <a:extLst>
                  <a:ext uri="{C572A759-6A51-4108-AA02-DFA0A04FC94B}">
                    <ma14:wrappingTextBoxFlag xmlns:a14="http://schemas.microsoft.com/office/drawing/2010/main" xmlns:m="http://schemas.openxmlformats.org/officeDocument/2006/math" xmlns:ma14="http://schemas.microsoft.com/office/mac/drawingml/2011/main" xmlns="" val="1"/>
                  </a:ext>
                </a:extLst>
              </p:spPr>
              <p:txBody>
                <a:bodyPr/>
                <a:lstStyle/>
                <a:p>
                  <a:r>
                    <a:rPr lang="en-US">
                      <a:noFill/>
                    </a:rPr>
                    <a:t> </a:t>
                  </a:r>
                </a:p>
              </p:txBody>
            </p:sp>
          </mc:Fallback>
        </mc:AlternateContent>
      </p:grpSp>
      <p:grpSp>
        <p:nvGrpSpPr>
          <p:cNvPr id="3" name="Group 2">
            <a:extLst>
              <a:ext uri="{FF2B5EF4-FFF2-40B4-BE49-F238E27FC236}">
                <a16:creationId xmlns:a16="http://schemas.microsoft.com/office/drawing/2014/main" id="{B3BA826A-10F3-8542-A3E8-AE39297D2EBB}"/>
              </a:ext>
            </a:extLst>
          </p:cNvPr>
          <p:cNvGrpSpPr/>
          <p:nvPr/>
        </p:nvGrpSpPr>
        <p:grpSpPr>
          <a:xfrm>
            <a:off x="531462" y="1539605"/>
            <a:ext cx="5673638" cy="1245042"/>
            <a:chOff x="531462" y="1539605"/>
            <a:chExt cx="5673638" cy="1245042"/>
          </a:xfrm>
        </p:grpSpPr>
        <mc:AlternateContent xmlns:mc="http://schemas.openxmlformats.org/markup-compatibility/2006" xmlns:a14="http://schemas.microsoft.com/office/drawing/2010/main">
          <mc:Choice Requires="a14">
            <p:sp>
              <p:nvSpPr>
                <p:cNvPr id="63" name="17. Hence,   edp  =   AR / (AR - MR)">
                  <a:extLst>
                    <a:ext uri="{FF2B5EF4-FFF2-40B4-BE49-F238E27FC236}">
                      <a16:creationId xmlns:a16="http://schemas.microsoft.com/office/drawing/2014/main" id="{31134650-04C2-844D-BC6E-91F20A026976}"/>
                    </a:ext>
                  </a:extLst>
                </p:cNvPr>
                <p:cNvSpPr txBox="1"/>
                <p:nvPr/>
              </p:nvSpPr>
              <p:spPr>
                <a:xfrm>
                  <a:off x="531462" y="1627107"/>
                  <a:ext cx="4757714" cy="1157540"/>
                </a:xfrm>
                <a:prstGeom prst="rect">
                  <a:avLst/>
                </a:prstGeom>
                <a:ln w="12700">
                  <a:miter lim="400000"/>
                </a:ln>
                <a:extLst>
                  <a:ext uri="{C572A759-6A51-4108-AA02-DFA0A04FC94B}">
                    <ma14:wrappingTextBoxFlag xmlns:m="http://schemas.openxmlformats.org/officeDocument/2006/math" xmlns:ma14="http://schemas.microsoft.com/office/mac/drawingml/2011/main" xmlns="" val="1"/>
                  </a:ext>
                </a:extLst>
              </p:spPr>
              <p:txBody>
                <a:bodyPr lIns="50800" tIns="50800" rIns="50800" bIns="50800" anchor="b">
                  <a:noAutofit/>
                </a:bodyPr>
                <a:lstStyle/>
                <a:p>
                  <a:pPr algn="l" defTabSz="496570">
                    <a:defRPr sz="2550" b="0">
                      <a:latin typeface="+mn-lt"/>
                      <a:ea typeface="+mn-ea"/>
                      <a:cs typeface="+mn-cs"/>
                      <a:sym typeface="Helvetica Neue Medium"/>
                    </a:defRPr>
                  </a:pPr>
                  <a14:m>
                    <m:oMathPara xmlns:m="http://schemas.openxmlformats.org/officeDocument/2006/math">
                      <m:oMathParaPr>
                        <m:jc m:val="centerGroup"/>
                      </m:oMathParaPr>
                      <m:oMath xmlns:m="http://schemas.openxmlformats.org/officeDocument/2006/math">
                        <m:sSub>
                          <m:sSubPr>
                            <m:ctrlPr>
                              <a:rPr lang="en-US" i="1" smtClean="0">
                                <a:solidFill>
                                  <a:srgbClr val="0070C0"/>
                                </a:solidFill>
                                <a:latin typeface="Cambria Math" panose="02040503050406030204" pitchFamily="18" charset="0"/>
                              </a:rPr>
                            </m:ctrlPr>
                          </m:sSubPr>
                          <m:e>
                            <m:r>
                              <a:rPr lang="en-US" b="1" i="0">
                                <a:solidFill>
                                  <a:srgbClr val="0070C0"/>
                                </a:solidFill>
                                <a:latin typeface="Cambria Math" panose="02040503050406030204" pitchFamily="18" charset="0"/>
                                <a:sym typeface="Helvetica Neue Medium"/>
                              </a:rPr>
                              <m:t>𝐞</m:t>
                            </m:r>
                          </m:e>
                          <m:sub>
                            <m:r>
                              <a:rPr lang="en-US" b="1" i="0" smtClean="0">
                                <a:solidFill>
                                  <a:srgbClr val="0070C0"/>
                                </a:solidFill>
                                <a:latin typeface="Cambria Math" panose="02040503050406030204" pitchFamily="18" charset="0"/>
                              </a:rPr>
                              <m:t>𝐝𝐏</m:t>
                            </m:r>
                          </m:sub>
                        </m:sSub>
                        <m:r>
                          <a:rPr lang="en-US" b="1" i="0" smtClean="0">
                            <a:solidFill>
                              <a:srgbClr val="0070C0"/>
                            </a:solidFill>
                            <a:latin typeface="Cambria Math" panose="02040503050406030204" pitchFamily="18" charset="0"/>
                          </a:rPr>
                          <m:t>=</m:t>
                        </m:r>
                        <m:f>
                          <m:fPr>
                            <m:ctrlPr>
                              <a:rPr lang="ar-AE" i="1" smtClean="0">
                                <a:solidFill>
                                  <a:srgbClr val="0070C0"/>
                                </a:solidFill>
                                <a:latin typeface="Cambria Math" panose="02040503050406030204" pitchFamily="18" charset="0"/>
                              </a:rPr>
                            </m:ctrlPr>
                          </m:fPr>
                          <m:num>
                            <m:r>
                              <a:rPr lang="en-US" b="1" i="0" smtClean="0">
                                <a:solidFill>
                                  <a:srgbClr val="0070C0"/>
                                </a:solidFill>
                                <a:latin typeface="Cambria Math" panose="02040503050406030204" pitchFamily="18" charset="0"/>
                              </a:rPr>
                              <m:t>𝐋𝐨𝐰𝐞𝐫</m:t>
                            </m:r>
                            <m:r>
                              <a:rPr lang="en-US" b="1" i="0" smtClean="0">
                                <a:solidFill>
                                  <a:srgbClr val="0070C0"/>
                                </a:solidFill>
                                <a:latin typeface="Cambria Math" panose="02040503050406030204" pitchFamily="18" charset="0"/>
                              </a:rPr>
                              <m:t> </m:t>
                            </m:r>
                            <m:r>
                              <a:rPr lang="en-US" b="1" i="0" smtClean="0">
                                <a:solidFill>
                                  <a:srgbClr val="0070C0"/>
                                </a:solidFill>
                                <a:latin typeface="Cambria Math" panose="02040503050406030204" pitchFamily="18" charset="0"/>
                              </a:rPr>
                              <m:t>𝐒𝐞𝐠𝐦𝐞𝐧𝐭</m:t>
                            </m:r>
                          </m:num>
                          <m:den>
                            <m:r>
                              <a:rPr lang="en-US" b="1" i="0" smtClean="0">
                                <a:solidFill>
                                  <a:srgbClr val="0070C0"/>
                                </a:solidFill>
                                <a:latin typeface="Cambria Math" panose="02040503050406030204" pitchFamily="18" charset="0"/>
                              </a:rPr>
                              <m:t>𝐔𝐩𝐩𝐞𝐫</m:t>
                            </m:r>
                            <m:r>
                              <a:rPr lang="en-US" b="1" i="0" smtClean="0">
                                <a:solidFill>
                                  <a:srgbClr val="0070C0"/>
                                </a:solidFill>
                                <a:latin typeface="Cambria Math" panose="02040503050406030204" pitchFamily="18" charset="0"/>
                              </a:rPr>
                              <m:t> </m:t>
                            </m:r>
                            <m:r>
                              <a:rPr lang="en-US" b="1" i="0" smtClean="0">
                                <a:solidFill>
                                  <a:srgbClr val="0070C0"/>
                                </a:solidFill>
                                <a:latin typeface="Cambria Math" panose="02040503050406030204" pitchFamily="18" charset="0"/>
                              </a:rPr>
                              <m:t>𝐒𝐞𝐠𝐦𝐞𝐧𝐭</m:t>
                            </m:r>
                          </m:den>
                        </m:f>
                      </m:oMath>
                    </m:oMathPara>
                  </a14:m>
                  <a:endParaRPr lang="ar-AE" dirty="0">
                    <a:solidFill>
                      <a:srgbClr val="0070C0"/>
                    </a:solidFill>
                    <a:latin typeface="Times New Roman" panose="02020603050405020304" pitchFamily="18" charset="0"/>
                    <a:cs typeface="Times New Roman" panose="02020603050405020304" pitchFamily="18" charset="0"/>
                  </a:endParaRPr>
                </a:p>
              </p:txBody>
            </p:sp>
          </mc:Choice>
          <mc:Fallback xmlns="">
            <p:sp>
              <p:nvSpPr>
                <p:cNvPr id="63" name="17. Hence,   edp  =   AR / (AR - MR)">
                  <a:extLst>
                    <a:ext uri="{FF2B5EF4-FFF2-40B4-BE49-F238E27FC236}">
                      <a16:creationId xmlns:a16="http://schemas.microsoft.com/office/drawing/2014/main" id="{31134650-04C2-844D-BC6E-91F20A026976}"/>
                    </a:ext>
                  </a:extLst>
                </p:cNvPr>
                <p:cNvSpPr txBox="1">
                  <a:spLocks noRot="1" noChangeAspect="1" noMove="1" noResize="1" noEditPoints="1" noAdjustHandles="1" noChangeArrowheads="1" noChangeShapeType="1" noTextEdit="1"/>
                </p:cNvSpPr>
                <p:nvPr/>
              </p:nvSpPr>
              <p:spPr>
                <a:xfrm>
                  <a:off x="531462" y="1627107"/>
                  <a:ext cx="4757714" cy="1157540"/>
                </a:xfrm>
                <a:prstGeom prst="rect">
                  <a:avLst/>
                </a:prstGeom>
                <a:blipFill>
                  <a:blip r:embed="rId18"/>
                  <a:stretch>
                    <a:fillRect b="-9783"/>
                  </a:stretch>
                </a:blipFill>
                <a:ln w="12700">
                  <a:miter lim="400000"/>
                </a:ln>
                <a:extLst>
                  <a:ext uri="{C572A759-6A51-4108-AA02-DFA0A04FC94B}">
                    <ma14:wrappingTextBoxFlag xmlns:m="http://schemas.openxmlformats.org/officeDocument/2006/math" xmlns:ma14="http://schemas.microsoft.com/office/mac/drawingml/2011/main" xmlns="" xmlns:a14="http://schemas.microsoft.com/office/drawing/2010/main"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4" name="17. Hence,   edp  =   AR / (AR - MR)">
                  <a:extLst>
                    <a:ext uri="{FF2B5EF4-FFF2-40B4-BE49-F238E27FC236}">
                      <a16:creationId xmlns:a16="http://schemas.microsoft.com/office/drawing/2014/main" id="{50521A17-2EAD-9944-9016-D7B20C86AF5A}"/>
                    </a:ext>
                  </a:extLst>
                </p:cNvPr>
                <p:cNvSpPr txBox="1"/>
                <p:nvPr/>
              </p:nvSpPr>
              <p:spPr>
                <a:xfrm>
                  <a:off x="4176449" y="1539605"/>
                  <a:ext cx="2028651" cy="1157540"/>
                </a:xfrm>
                <a:prstGeom prst="rect">
                  <a:avLst/>
                </a:prstGeom>
                <a:ln w="12700">
                  <a:miter lim="400000"/>
                </a:ln>
                <a:extLst>
                  <a:ext uri="{C572A759-6A51-4108-AA02-DFA0A04FC94B}">
                    <ma14:wrappingTextBoxFlag xmlns:m="http://schemas.openxmlformats.org/officeDocument/2006/math" xmlns:ma14="http://schemas.microsoft.com/office/mac/drawingml/2011/main" xmlns="" val="1"/>
                  </a:ext>
                </a:extLst>
              </p:spPr>
              <p:txBody>
                <a:bodyPr lIns="50800" tIns="50800" rIns="50800" bIns="50800" anchor="b">
                  <a:noAutofit/>
                </a:bodyPr>
                <a:lstStyle/>
                <a:p>
                  <a:pPr algn="l" defTabSz="496570">
                    <a:defRPr sz="2550" b="0">
                      <a:latin typeface="+mn-lt"/>
                      <a:ea typeface="+mn-ea"/>
                      <a:cs typeface="+mn-cs"/>
                      <a:sym typeface="Helvetica Neue Medium"/>
                    </a:defRPr>
                  </a:pPr>
                  <a14:m>
                    <m:oMathPara xmlns:m="http://schemas.openxmlformats.org/officeDocument/2006/math">
                      <m:oMathParaPr>
                        <m:jc m:val="centerGroup"/>
                      </m:oMathParaPr>
                      <m:oMath xmlns:m="http://schemas.openxmlformats.org/officeDocument/2006/math">
                        <m:r>
                          <a:rPr lang="en-US" sz="2800" b="1" i="0" smtClean="0">
                            <a:solidFill>
                              <a:schemeClr val="accent6">
                                <a:lumMod val="75000"/>
                              </a:schemeClr>
                            </a:solidFill>
                            <a:latin typeface="Cambria Math" panose="02040503050406030204" pitchFamily="18" charset="0"/>
                          </a:rPr>
                          <m:t>=</m:t>
                        </m:r>
                        <m:f>
                          <m:fPr>
                            <m:ctrlPr>
                              <a:rPr lang="ar-AE" sz="2800" i="1" smtClean="0">
                                <a:solidFill>
                                  <a:schemeClr val="accent6">
                                    <a:lumMod val="75000"/>
                                  </a:schemeClr>
                                </a:solidFill>
                                <a:latin typeface="Cambria Math" panose="02040503050406030204" pitchFamily="18" charset="0"/>
                              </a:rPr>
                            </m:ctrlPr>
                          </m:fPr>
                          <m:num>
                            <m:r>
                              <a:rPr lang="en-US" sz="2800" b="1" i="0" smtClean="0">
                                <a:solidFill>
                                  <a:schemeClr val="accent6">
                                    <a:lumMod val="75000"/>
                                  </a:schemeClr>
                                </a:solidFill>
                                <a:latin typeface="Cambria Math" panose="02040503050406030204" pitchFamily="18" charset="0"/>
                              </a:rPr>
                              <m:t>𝐌𝐃</m:t>
                            </m:r>
                          </m:num>
                          <m:den>
                            <m:r>
                              <a:rPr lang="en-US" sz="2800" b="1" i="0" smtClean="0">
                                <a:solidFill>
                                  <a:schemeClr val="accent6">
                                    <a:lumMod val="75000"/>
                                  </a:schemeClr>
                                </a:solidFill>
                                <a:latin typeface="Cambria Math" panose="02040503050406030204" pitchFamily="18" charset="0"/>
                              </a:rPr>
                              <m:t>𝐌𝐀</m:t>
                            </m:r>
                          </m:den>
                        </m:f>
                      </m:oMath>
                    </m:oMathPara>
                  </a14:m>
                  <a:endParaRPr lang="ar-AE" sz="2800" dirty="0">
                    <a:solidFill>
                      <a:schemeClr val="accent6">
                        <a:lumMod val="75000"/>
                      </a:schemeClr>
                    </a:solidFill>
                    <a:latin typeface="Times New Roman" panose="02020603050405020304" pitchFamily="18" charset="0"/>
                    <a:cs typeface="Times New Roman" panose="02020603050405020304" pitchFamily="18" charset="0"/>
                  </a:endParaRPr>
                </a:p>
              </p:txBody>
            </p:sp>
          </mc:Choice>
          <mc:Fallback xmlns="">
            <p:sp>
              <p:nvSpPr>
                <p:cNvPr id="64" name="17. Hence,   edp  =   AR / (AR - MR)">
                  <a:extLst>
                    <a:ext uri="{FF2B5EF4-FFF2-40B4-BE49-F238E27FC236}">
                      <a16:creationId xmlns:a16="http://schemas.microsoft.com/office/drawing/2014/main" id="{50521A17-2EAD-9944-9016-D7B20C86AF5A}"/>
                    </a:ext>
                  </a:extLst>
                </p:cNvPr>
                <p:cNvSpPr txBox="1">
                  <a:spLocks noRot="1" noChangeAspect="1" noMove="1" noResize="1" noEditPoints="1" noAdjustHandles="1" noChangeArrowheads="1" noChangeShapeType="1" noTextEdit="1"/>
                </p:cNvSpPr>
                <p:nvPr/>
              </p:nvSpPr>
              <p:spPr>
                <a:xfrm>
                  <a:off x="4176449" y="1539605"/>
                  <a:ext cx="2028651" cy="1157540"/>
                </a:xfrm>
                <a:prstGeom prst="rect">
                  <a:avLst/>
                </a:prstGeom>
                <a:blipFill>
                  <a:blip r:embed="rId19"/>
                  <a:stretch>
                    <a:fillRect b="-5435"/>
                  </a:stretch>
                </a:blipFill>
                <a:ln w="12700">
                  <a:miter lim="400000"/>
                </a:ln>
                <a:extLst>
                  <a:ext uri="{C572A759-6A51-4108-AA02-DFA0A04FC94B}">
                    <ma14:wrappingTextBoxFlag xmlns:m="http://schemas.openxmlformats.org/officeDocument/2006/math" xmlns:ma14="http://schemas.microsoft.com/office/mac/drawingml/2011/main" xmlns="" xmlns:a14="http://schemas.microsoft.com/office/drawing/2010/main" val="1"/>
                  </a:ext>
                </a:extLst>
              </p:spPr>
              <p:txBody>
                <a:bodyPr/>
                <a:lstStyle/>
                <a:p>
                  <a:r>
                    <a:rPr lang="en-US">
                      <a:noFill/>
                    </a:rPr>
                    <a:t> </a:t>
                  </a:r>
                </a:p>
              </p:txBody>
            </p:sp>
          </mc:Fallback>
        </mc:AlternateContent>
      </p:grpSp>
      <p:sp>
        <p:nvSpPr>
          <p:cNvPr id="2" name="Slide Number Placeholder 1">
            <a:extLst>
              <a:ext uri="{FF2B5EF4-FFF2-40B4-BE49-F238E27FC236}">
                <a16:creationId xmlns:a16="http://schemas.microsoft.com/office/drawing/2014/main" id="{C5D14FDA-EDCD-314D-BDEC-16FBEA8FBD15}"/>
              </a:ext>
            </a:extLst>
          </p:cNvPr>
          <p:cNvSpPr>
            <a:spLocks noGrp="1"/>
          </p:cNvSpPr>
          <p:nvPr>
            <p:ph type="sldNum" sz="quarter" idx="2"/>
          </p:nvPr>
        </p:nvSpPr>
        <p:spPr/>
        <p:txBody>
          <a:bodyPr/>
          <a:lstStyle/>
          <a:p>
            <a:fld id="{86CB4B4D-7CA3-9044-876B-883B54F8677D}" type="slidenum">
              <a:rPr lang="en-IN" smtClean="0"/>
              <a:t>23</a:t>
            </a:fld>
            <a:endParaRPr lang="en-IN"/>
          </a:p>
        </p:txBody>
      </p:sp>
    </p:spTree>
    <p:extLst>
      <p:ext uri="{BB962C8B-B14F-4D97-AF65-F5344CB8AC3E}">
        <p14:creationId xmlns:p14="http://schemas.microsoft.com/office/powerpoint/2010/main" val="2701373781"/>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p:tmAbs val="0"/>
                                  </p:iterate>
                                  <p:childTnLst>
                                    <p:set>
                                      <p:cBhvr>
                                        <p:cTn id="18" fill="hold"/>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iterate>
                                    <p:tmAbs val="0"/>
                                  </p:iterate>
                                  <p:childTnLst>
                                    <p:set>
                                      <p:cBhvr>
                                        <p:cTn id="30" fill="hold"/>
                                        <p:tgtEl>
                                          <p:spTgt spid="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advAuto="0"/>
      <p:bldP spid="16" grpId="0" animBg="1"/>
      <p:bldP spid="17" grpId="0" animBg="1" advAuto="0"/>
      <p:bldP spid="18" grpId="0" animBg="1"/>
      <p:bldP spid="19" grpId="0" animBg="1" advAuto="0"/>
      <p:bldP spid="20"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5D14FDA-EDCD-314D-BDEC-16FBEA8FBD15}"/>
              </a:ext>
            </a:extLst>
          </p:cNvPr>
          <p:cNvSpPr>
            <a:spLocks noGrp="1"/>
          </p:cNvSpPr>
          <p:nvPr>
            <p:ph type="sldNum" sz="quarter" idx="2"/>
          </p:nvPr>
        </p:nvSpPr>
        <p:spPr/>
        <p:txBody>
          <a:bodyPr/>
          <a:lstStyle/>
          <a:p>
            <a:fld id="{86CB4B4D-7CA3-9044-876B-883B54F8677D}" type="slidenum">
              <a:rPr lang="en-IN" smtClean="0"/>
              <a:t>24</a:t>
            </a:fld>
            <a:endParaRPr lang="en-IN"/>
          </a:p>
        </p:txBody>
      </p:sp>
      <p:grpSp>
        <p:nvGrpSpPr>
          <p:cNvPr id="5" name="Group 4">
            <a:extLst>
              <a:ext uri="{FF2B5EF4-FFF2-40B4-BE49-F238E27FC236}">
                <a16:creationId xmlns:a16="http://schemas.microsoft.com/office/drawing/2014/main" id="{EE78EA44-94D9-B547-928C-8905D03EDEAC}"/>
              </a:ext>
            </a:extLst>
          </p:cNvPr>
          <p:cNvGrpSpPr/>
          <p:nvPr/>
        </p:nvGrpSpPr>
        <p:grpSpPr>
          <a:xfrm>
            <a:off x="703910" y="1412224"/>
            <a:ext cx="4380153" cy="6497475"/>
            <a:chOff x="612470" y="1412224"/>
            <a:chExt cx="4380153" cy="6497475"/>
          </a:xfrm>
        </p:grpSpPr>
        <mc:AlternateContent xmlns:mc="http://schemas.openxmlformats.org/markup-compatibility/2006" xmlns:a14="http://schemas.microsoft.com/office/drawing/2010/main">
          <mc:Choice Requires="a14">
            <p:sp>
              <p:nvSpPr>
                <p:cNvPr id="12" name="17. Hence,   edp  =   AR / (AR - MR)">
                  <a:extLst>
                    <a:ext uri="{FF2B5EF4-FFF2-40B4-BE49-F238E27FC236}">
                      <a16:creationId xmlns:a16="http://schemas.microsoft.com/office/drawing/2014/main" id="{E4DE0941-A6AA-DF47-AA91-1AC86E790631}"/>
                    </a:ext>
                  </a:extLst>
                </p:cNvPr>
                <p:cNvSpPr txBox="1"/>
                <p:nvPr/>
              </p:nvSpPr>
              <p:spPr>
                <a:xfrm>
                  <a:off x="747943" y="1412224"/>
                  <a:ext cx="3031411" cy="826987"/>
                </a:xfrm>
                <a:prstGeom prst="rect">
                  <a:avLst/>
                </a:prstGeom>
                <a:ln w="12700">
                  <a:miter lim="400000"/>
                </a:ln>
                <a:extLst>
                  <a:ext uri="{C572A759-6A51-4108-AA02-DFA0A04FC94B}">
                    <ma14:wrappingTextBoxFlag xmlns="" xmlns:ma14="http://schemas.microsoft.com/office/mac/drawingml/2011/main" xmlns:m="http://schemas.openxmlformats.org/officeDocument/2006/math" val="1"/>
                  </a:ext>
                </a:extLst>
              </p:spPr>
              <p:txBody>
                <a:bodyPr lIns="50800" tIns="50800" rIns="50800" bIns="50800" anchor="b">
                  <a:noAutofit/>
                </a:bodyPr>
                <a:lstStyle/>
                <a:p>
                  <a:pPr algn="l" defTabSz="496570">
                    <a:defRPr sz="2550" b="0">
                      <a:latin typeface="+mn-lt"/>
                      <a:ea typeface="+mn-ea"/>
                      <a:cs typeface="+mn-cs"/>
                      <a:sym typeface="Helvetica Neue Medium"/>
                    </a:defRPr>
                  </a:pPr>
                  <a14:m>
                    <m:oMathPara xmlns:m="http://schemas.openxmlformats.org/officeDocument/2006/math">
                      <m:oMathParaPr>
                        <m:jc m:val="centerGroup"/>
                      </m:oMathParaPr>
                      <m:oMath xmlns:m="http://schemas.openxmlformats.org/officeDocument/2006/math">
                        <m:r>
                          <a:rPr lang="en-US" sz="3600" b="1" i="0" smtClean="0">
                            <a:solidFill>
                              <a:schemeClr val="tx1"/>
                            </a:solidFill>
                            <a:latin typeface="Cambria Math" panose="02040503050406030204" pitchFamily="18" charset="0"/>
                          </a:rPr>
                          <m:t>𝟏</m:t>
                        </m:r>
                        <m:r>
                          <a:rPr lang="en-US" sz="3600" b="1" i="0" smtClean="0">
                            <a:solidFill>
                              <a:schemeClr val="tx1"/>
                            </a:solidFill>
                            <a:latin typeface="Cambria Math" panose="02040503050406030204" pitchFamily="18" charset="0"/>
                          </a:rPr>
                          <m:t>   </m:t>
                        </m:r>
                        <m:r>
                          <a:rPr lang="en-US" sz="3600" b="1" i="0" smtClean="0">
                            <a:solidFill>
                              <a:schemeClr val="tx1"/>
                            </a:solidFill>
                            <a:latin typeface="Cambria Math" panose="02040503050406030204" pitchFamily="18" charset="0"/>
                          </a:rPr>
                          <m:t>𝐞</m:t>
                        </m:r>
                        <m:r>
                          <a:rPr lang="en-US" sz="3600" b="1" i="0" smtClean="0">
                            <a:solidFill>
                              <a:schemeClr val="tx1"/>
                            </a:solidFill>
                            <a:latin typeface="Cambria Math" panose="02040503050406030204" pitchFamily="18" charset="0"/>
                          </a:rPr>
                          <m:t>=</m:t>
                        </m:r>
                        <m:f>
                          <m:fPr>
                            <m:ctrlPr>
                              <a:rPr lang="ar-AE" sz="3600" i="1" smtClean="0">
                                <a:solidFill>
                                  <a:schemeClr val="tx1"/>
                                </a:solidFill>
                                <a:latin typeface="Cambria Math" panose="02040503050406030204" pitchFamily="18" charset="0"/>
                              </a:rPr>
                            </m:ctrlPr>
                          </m:fPr>
                          <m:num>
                            <m:r>
                              <a:rPr lang="en-US" sz="3600" b="1" i="1" smtClean="0">
                                <a:solidFill>
                                  <a:schemeClr val="tx1"/>
                                </a:solidFill>
                                <a:latin typeface="Cambria Math" panose="02040503050406030204" pitchFamily="18" charset="0"/>
                              </a:rPr>
                              <m:t>𝑨</m:t>
                            </m:r>
                          </m:num>
                          <m:den>
                            <m:r>
                              <a:rPr lang="ar-AE" sz="3600" b="1" i="1" smtClean="0">
                                <a:solidFill>
                                  <a:schemeClr val="tx1"/>
                                </a:solidFill>
                                <a:latin typeface="Cambria Math" panose="02040503050406030204" pitchFamily="18" charset="0"/>
                              </a:rPr>
                              <m:t>𝑨</m:t>
                            </m:r>
                            <m:r>
                              <a:rPr lang="ar-AE" sz="3600" b="1" i="1" smtClean="0">
                                <a:solidFill>
                                  <a:schemeClr val="tx1"/>
                                </a:solidFill>
                                <a:latin typeface="Cambria Math" panose="02040503050406030204" pitchFamily="18" charset="0"/>
                              </a:rPr>
                              <m:t> −</m:t>
                            </m:r>
                            <m:r>
                              <a:rPr lang="ar-AE" sz="3600" b="1" i="1" smtClean="0">
                                <a:solidFill>
                                  <a:schemeClr val="tx1"/>
                                </a:solidFill>
                                <a:latin typeface="Cambria Math" panose="02040503050406030204" pitchFamily="18" charset="0"/>
                              </a:rPr>
                              <m:t>𝑴</m:t>
                            </m:r>
                          </m:den>
                        </m:f>
                      </m:oMath>
                    </m:oMathPara>
                  </a14:m>
                  <a:endParaRPr lang="ar-AE" sz="36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12" name="17. Hence,   edp  =   AR / (AR - MR)">
                  <a:extLst>
                    <a:ext uri="{FF2B5EF4-FFF2-40B4-BE49-F238E27FC236}">
                      <a16:creationId xmlns:a16="http://schemas.microsoft.com/office/drawing/2014/main" id="{E4DE0941-A6AA-DF47-AA91-1AC86E790631}"/>
                    </a:ext>
                  </a:extLst>
                </p:cNvPr>
                <p:cNvSpPr txBox="1">
                  <a:spLocks noRot="1" noChangeAspect="1" noMove="1" noResize="1" noEditPoints="1" noAdjustHandles="1" noChangeArrowheads="1" noChangeShapeType="1" noTextEdit="1"/>
                </p:cNvSpPr>
                <p:nvPr/>
              </p:nvSpPr>
              <p:spPr>
                <a:xfrm>
                  <a:off x="747943" y="1412224"/>
                  <a:ext cx="3031411" cy="826987"/>
                </a:xfrm>
                <a:prstGeom prst="rect">
                  <a:avLst/>
                </a:prstGeom>
                <a:blipFill>
                  <a:blip r:embed="rId2"/>
                  <a:stretch>
                    <a:fillRect l="-1255" t="-30303" r="-8787" b="-33333"/>
                  </a:stretch>
                </a:blipFill>
                <a:ln w="12700">
                  <a:miter lim="400000"/>
                </a:ln>
                <a:extLst>
                  <a:ext uri="{C572A759-6A51-4108-AA02-DFA0A04FC94B}">
                    <ma14:wrappingTextBoxFlag xmlns="" xmlns:ma14="http://schemas.microsoft.com/office/mac/drawingml/2011/main" xmlns:m="http://schemas.openxmlformats.org/officeDocument/2006/math" xmlns:a14="http://schemas.microsoft.com/office/drawing/2010/main"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17. Hence,   edp  =   AR / (AR - MR)">
                  <a:extLst>
                    <a:ext uri="{FF2B5EF4-FFF2-40B4-BE49-F238E27FC236}">
                      <a16:creationId xmlns:a16="http://schemas.microsoft.com/office/drawing/2014/main" id="{88EE96D6-9AB1-B648-B626-493683964639}"/>
                    </a:ext>
                  </a:extLst>
                </p:cNvPr>
                <p:cNvSpPr txBox="1"/>
                <p:nvPr/>
              </p:nvSpPr>
              <p:spPr>
                <a:xfrm>
                  <a:off x="699340" y="2599041"/>
                  <a:ext cx="4018964" cy="826987"/>
                </a:xfrm>
                <a:prstGeom prst="rect">
                  <a:avLst/>
                </a:prstGeom>
                <a:ln w="12700">
                  <a:miter lim="400000"/>
                </a:ln>
                <a:extLst>
                  <a:ext uri="{C572A759-6A51-4108-AA02-DFA0A04FC94B}">
                    <ma14:wrappingTextBoxFlag xmlns="" xmlns:ma14="http://schemas.microsoft.com/office/mac/drawingml/2011/main" xmlns:m="http://schemas.openxmlformats.org/officeDocument/2006/math" val="1"/>
                  </a:ext>
                </a:extLst>
              </p:spPr>
              <p:txBody>
                <a:bodyPr lIns="50800" tIns="50800" rIns="50800" bIns="50800" anchor="b">
                  <a:noAutofit/>
                </a:bodyPr>
                <a:lstStyle/>
                <a:p>
                  <a:pPr algn="l" defTabSz="496570">
                    <a:defRPr sz="2550" b="0">
                      <a:latin typeface="+mn-lt"/>
                      <a:ea typeface="+mn-ea"/>
                      <a:cs typeface="+mn-cs"/>
                      <a:sym typeface="Helvetica Neue Medium"/>
                    </a:defRPr>
                  </a:pPr>
                  <a:r>
                    <a:rPr lang="en-US" sz="3600" b="1" dirty="0">
                      <a:solidFill>
                        <a:schemeClr val="tx1"/>
                      </a:solidFill>
                      <a:latin typeface="Times New Roman" panose="02020603050405020304" pitchFamily="18" charset="0"/>
                      <a:cs typeface="Times New Roman" panose="02020603050405020304" pitchFamily="18" charset="0"/>
                    </a:rPr>
                    <a:t>  2</a:t>
                  </a:r>
                  <a:r>
                    <a:rPr lang="en-US" sz="3600" b="1" dirty="0">
                      <a:solidFill>
                        <a:schemeClr val="tx1"/>
                      </a:solidFill>
                    </a:rPr>
                    <a:t>  </a:t>
                  </a:r>
                  <a14:m>
                    <m:oMath xmlns:m="http://schemas.openxmlformats.org/officeDocument/2006/math">
                      <m:r>
                        <a:rPr lang="en-US" sz="3600" b="1" i="0" smtClean="0">
                          <a:solidFill>
                            <a:schemeClr val="tx1"/>
                          </a:solidFill>
                          <a:latin typeface="Cambria Math" panose="02040503050406030204" pitchFamily="18" charset="0"/>
                        </a:rPr>
                        <m:t>𝐞</m:t>
                      </m:r>
                      <m:d>
                        <m:dPr>
                          <m:ctrlPr>
                            <a:rPr lang="en-US" sz="3600" b="1" i="1" smtClean="0">
                              <a:solidFill>
                                <a:schemeClr val="tx1"/>
                              </a:solidFill>
                              <a:latin typeface="Cambria Math" panose="02040503050406030204" pitchFamily="18" charset="0"/>
                            </a:rPr>
                          </m:ctrlPr>
                        </m:dPr>
                        <m:e>
                          <m:r>
                            <a:rPr lang="en-US" sz="3600" b="1" i="0" smtClean="0">
                              <a:solidFill>
                                <a:schemeClr val="tx1"/>
                              </a:solidFill>
                              <a:latin typeface="Cambria Math" panose="02040503050406030204" pitchFamily="18" charset="0"/>
                            </a:rPr>
                            <m:t>𝐀</m:t>
                          </m:r>
                          <m:r>
                            <a:rPr lang="en-US" sz="3600" b="1" i="0" smtClean="0">
                              <a:solidFill>
                                <a:schemeClr val="tx1"/>
                              </a:solidFill>
                              <a:latin typeface="Cambria Math" panose="02040503050406030204" pitchFamily="18" charset="0"/>
                            </a:rPr>
                            <m:t> −</m:t>
                          </m:r>
                          <m:r>
                            <a:rPr lang="en-US" sz="3600" b="1" i="0" smtClean="0">
                              <a:solidFill>
                                <a:schemeClr val="tx1"/>
                              </a:solidFill>
                              <a:latin typeface="Cambria Math" panose="02040503050406030204" pitchFamily="18" charset="0"/>
                            </a:rPr>
                            <m:t>𝐌</m:t>
                          </m:r>
                        </m:e>
                      </m:d>
                      <m:r>
                        <a:rPr lang="en-US" sz="3600" b="1" i="0" smtClean="0">
                          <a:solidFill>
                            <a:schemeClr val="tx1"/>
                          </a:solidFill>
                          <a:latin typeface="Cambria Math" panose="02040503050406030204" pitchFamily="18" charset="0"/>
                        </a:rPr>
                        <m:t>=</m:t>
                      </m:r>
                      <m:r>
                        <a:rPr lang="en-US" sz="3600" i="1" smtClean="0">
                          <a:solidFill>
                            <a:schemeClr val="tx1"/>
                          </a:solidFill>
                          <a:latin typeface="Cambria Math" panose="02040503050406030204" pitchFamily="18" charset="0"/>
                        </a:rPr>
                        <m:t>𝐴</m:t>
                      </m:r>
                    </m:oMath>
                  </a14:m>
                  <a:endParaRPr lang="ar-AE" sz="36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36" name="17. Hence,   edp  =   AR / (AR - MR)">
                  <a:extLst>
                    <a:ext uri="{FF2B5EF4-FFF2-40B4-BE49-F238E27FC236}">
                      <a16:creationId xmlns:a16="http://schemas.microsoft.com/office/drawing/2014/main" id="{88EE96D6-9AB1-B648-B626-493683964639}"/>
                    </a:ext>
                  </a:extLst>
                </p:cNvPr>
                <p:cNvSpPr txBox="1">
                  <a:spLocks noRot="1" noChangeAspect="1" noMove="1" noResize="1" noEditPoints="1" noAdjustHandles="1" noChangeArrowheads="1" noChangeShapeType="1" noTextEdit="1"/>
                </p:cNvSpPr>
                <p:nvPr/>
              </p:nvSpPr>
              <p:spPr>
                <a:xfrm>
                  <a:off x="699340" y="2599041"/>
                  <a:ext cx="4018964" cy="826987"/>
                </a:xfrm>
                <a:prstGeom prst="rect">
                  <a:avLst/>
                </a:prstGeom>
                <a:blipFill>
                  <a:blip r:embed="rId3"/>
                  <a:stretch>
                    <a:fillRect b="-27273"/>
                  </a:stretch>
                </a:blipFill>
                <a:ln w="12700">
                  <a:miter lim="400000"/>
                </a:ln>
                <a:extLst>
                  <a:ext uri="{C572A759-6A51-4108-AA02-DFA0A04FC94B}">
                    <ma14:wrappingTextBoxFlag xmlns="" xmlns:ma14="http://schemas.microsoft.com/office/mac/drawingml/2011/main" xmlns:m="http://schemas.openxmlformats.org/officeDocument/2006/math" xmlns:a14="http://schemas.microsoft.com/office/drawing/2010/main"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17. Hence,   edp  =   AR / (AR - MR)">
                  <a:extLst>
                    <a:ext uri="{FF2B5EF4-FFF2-40B4-BE49-F238E27FC236}">
                      <a16:creationId xmlns:a16="http://schemas.microsoft.com/office/drawing/2014/main" id="{ECD285C0-09D7-F641-BCAF-0B57C21D7225}"/>
                    </a:ext>
                  </a:extLst>
                </p:cNvPr>
                <p:cNvSpPr txBox="1"/>
                <p:nvPr/>
              </p:nvSpPr>
              <p:spPr>
                <a:xfrm>
                  <a:off x="612470" y="3685480"/>
                  <a:ext cx="4018964" cy="826987"/>
                </a:xfrm>
                <a:prstGeom prst="rect">
                  <a:avLst/>
                </a:prstGeom>
                <a:ln w="12700">
                  <a:miter lim="400000"/>
                </a:ln>
                <a:extLst>
                  <a:ext uri="{C572A759-6A51-4108-AA02-DFA0A04FC94B}">
                    <ma14:wrappingTextBoxFlag xmlns="" xmlns:ma14="http://schemas.microsoft.com/office/mac/drawingml/2011/main" xmlns:m="http://schemas.openxmlformats.org/officeDocument/2006/math" val="1"/>
                  </a:ext>
                </a:extLst>
              </p:spPr>
              <p:txBody>
                <a:bodyPr lIns="50800" tIns="50800" rIns="50800" bIns="50800" anchor="b">
                  <a:noAutofit/>
                </a:bodyPr>
                <a:lstStyle/>
                <a:p>
                  <a:pPr algn="l" defTabSz="496570">
                    <a:defRPr sz="2550" b="0">
                      <a:latin typeface="+mn-lt"/>
                      <a:ea typeface="+mn-ea"/>
                      <a:cs typeface="+mn-cs"/>
                      <a:sym typeface="Helvetica Neue Medium"/>
                    </a:defRPr>
                  </a:pPr>
                  <a14:m>
                    <m:oMathPara xmlns:m="http://schemas.openxmlformats.org/officeDocument/2006/math">
                      <m:oMathParaPr>
                        <m:jc m:val="centerGroup"/>
                      </m:oMathParaPr>
                      <m:oMath xmlns:m="http://schemas.openxmlformats.org/officeDocument/2006/math">
                        <m:r>
                          <a:rPr lang="en-US" sz="3600" b="1" i="0" smtClean="0">
                            <a:solidFill>
                              <a:schemeClr val="tx1"/>
                            </a:solidFill>
                            <a:latin typeface="Cambria Math" panose="02040503050406030204" pitchFamily="18" charset="0"/>
                          </a:rPr>
                          <m:t>𝟑</m:t>
                        </m:r>
                        <m:r>
                          <a:rPr lang="en-US" sz="3600" b="1" i="0" smtClean="0">
                            <a:solidFill>
                              <a:schemeClr val="tx1"/>
                            </a:solidFill>
                            <a:latin typeface="Cambria Math" panose="02040503050406030204" pitchFamily="18" charset="0"/>
                          </a:rPr>
                          <m:t>   </m:t>
                        </m:r>
                        <m:r>
                          <a:rPr lang="en-US" sz="3600" b="1" i="0" smtClean="0">
                            <a:solidFill>
                              <a:schemeClr val="tx1"/>
                            </a:solidFill>
                            <a:latin typeface="Cambria Math" panose="02040503050406030204" pitchFamily="18" charset="0"/>
                          </a:rPr>
                          <m:t>𝐞𝐀</m:t>
                        </m:r>
                        <m:r>
                          <a:rPr lang="en-US" sz="3600" b="1" i="0" smtClean="0">
                            <a:solidFill>
                              <a:schemeClr val="tx1"/>
                            </a:solidFill>
                            <a:latin typeface="Cambria Math" panose="02040503050406030204" pitchFamily="18" charset="0"/>
                          </a:rPr>
                          <m:t> −</m:t>
                        </m:r>
                        <m:r>
                          <a:rPr lang="en-US" sz="3600" b="1" i="0" smtClean="0">
                            <a:solidFill>
                              <a:schemeClr val="tx1"/>
                            </a:solidFill>
                            <a:latin typeface="Cambria Math" panose="02040503050406030204" pitchFamily="18" charset="0"/>
                          </a:rPr>
                          <m:t>𝐞𝐌</m:t>
                        </m:r>
                        <m:r>
                          <a:rPr lang="en-US" sz="3600" b="1" i="0" smtClean="0">
                            <a:solidFill>
                              <a:schemeClr val="tx1"/>
                            </a:solidFill>
                            <a:latin typeface="Cambria Math" panose="02040503050406030204" pitchFamily="18" charset="0"/>
                          </a:rPr>
                          <m:t>=</m:t>
                        </m:r>
                        <m:r>
                          <a:rPr lang="en-US" sz="3600" i="1" smtClean="0">
                            <a:solidFill>
                              <a:schemeClr val="tx1"/>
                            </a:solidFill>
                            <a:latin typeface="Cambria Math" panose="02040503050406030204" pitchFamily="18" charset="0"/>
                          </a:rPr>
                          <m:t>𝐴</m:t>
                        </m:r>
                      </m:oMath>
                    </m:oMathPara>
                  </a14:m>
                  <a:endParaRPr lang="ar-AE" sz="36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37" name="17. Hence,   edp  =   AR / (AR - MR)">
                  <a:extLst>
                    <a:ext uri="{FF2B5EF4-FFF2-40B4-BE49-F238E27FC236}">
                      <a16:creationId xmlns:a16="http://schemas.microsoft.com/office/drawing/2014/main" id="{ECD285C0-09D7-F641-BCAF-0B57C21D7225}"/>
                    </a:ext>
                  </a:extLst>
                </p:cNvPr>
                <p:cNvSpPr txBox="1">
                  <a:spLocks noRot="1" noChangeAspect="1" noMove="1" noResize="1" noEditPoints="1" noAdjustHandles="1" noChangeArrowheads="1" noChangeShapeType="1" noTextEdit="1"/>
                </p:cNvSpPr>
                <p:nvPr/>
              </p:nvSpPr>
              <p:spPr>
                <a:xfrm>
                  <a:off x="612470" y="3685480"/>
                  <a:ext cx="4018964" cy="826987"/>
                </a:xfrm>
                <a:prstGeom prst="rect">
                  <a:avLst/>
                </a:prstGeom>
                <a:blipFill>
                  <a:blip r:embed="rId4"/>
                  <a:stretch>
                    <a:fillRect r="-946" b="-25758"/>
                  </a:stretch>
                </a:blipFill>
                <a:ln w="12700">
                  <a:miter lim="400000"/>
                </a:ln>
                <a:extLst>
                  <a:ext uri="{C572A759-6A51-4108-AA02-DFA0A04FC94B}">
                    <ma14:wrappingTextBoxFlag xmlns="" xmlns:ma14="http://schemas.microsoft.com/office/mac/drawingml/2011/main" xmlns:m="http://schemas.openxmlformats.org/officeDocument/2006/math" xmlns:a14="http://schemas.microsoft.com/office/drawing/2010/main"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17. Hence,   edp  =   AR / (AR - MR)">
                  <a:extLst>
                    <a:ext uri="{FF2B5EF4-FFF2-40B4-BE49-F238E27FC236}">
                      <a16:creationId xmlns:a16="http://schemas.microsoft.com/office/drawing/2014/main" id="{7EC2FA13-9558-D543-9ED6-83B17C0E0256}"/>
                    </a:ext>
                  </a:extLst>
                </p:cNvPr>
                <p:cNvSpPr txBox="1"/>
                <p:nvPr/>
              </p:nvSpPr>
              <p:spPr>
                <a:xfrm>
                  <a:off x="747943" y="4731633"/>
                  <a:ext cx="4018964" cy="826987"/>
                </a:xfrm>
                <a:prstGeom prst="rect">
                  <a:avLst/>
                </a:prstGeom>
                <a:ln w="12700">
                  <a:miter lim="400000"/>
                </a:ln>
                <a:extLst>
                  <a:ext uri="{C572A759-6A51-4108-AA02-DFA0A04FC94B}">
                    <ma14:wrappingTextBoxFlag xmlns="" xmlns:ma14="http://schemas.microsoft.com/office/mac/drawingml/2011/main" xmlns:m="http://schemas.openxmlformats.org/officeDocument/2006/math" val="1"/>
                  </a:ext>
                </a:extLst>
              </p:spPr>
              <p:txBody>
                <a:bodyPr lIns="50800" tIns="50800" rIns="50800" bIns="50800" anchor="b">
                  <a:noAutofit/>
                </a:bodyPr>
                <a:lstStyle/>
                <a:p>
                  <a:pPr algn="l" defTabSz="496570">
                    <a:defRPr sz="2550" b="0">
                      <a:latin typeface="+mn-lt"/>
                      <a:ea typeface="+mn-ea"/>
                      <a:cs typeface="+mn-cs"/>
                      <a:sym typeface="Helvetica Neue Medium"/>
                    </a:defRPr>
                  </a:pPr>
                  <a14:m>
                    <m:oMathPara xmlns:m="http://schemas.openxmlformats.org/officeDocument/2006/math">
                      <m:oMathParaPr>
                        <m:jc m:val="centerGroup"/>
                      </m:oMathParaPr>
                      <m:oMath xmlns:m="http://schemas.openxmlformats.org/officeDocument/2006/math">
                        <m:r>
                          <a:rPr lang="en-US" sz="3600" b="1" i="0" smtClean="0">
                            <a:solidFill>
                              <a:schemeClr val="tx1"/>
                            </a:solidFill>
                            <a:latin typeface="Cambria Math" panose="02040503050406030204" pitchFamily="18" charset="0"/>
                          </a:rPr>
                          <m:t>𝟒</m:t>
                        </m:r>
                        <m:r>
                          <a:rPr lang="en-US" sz="3600" b="1" i="0" smtClean="0">
                            <a:solidFill>
                              <a:schemeClr val="tx1"/>
                            </a:solidFill>
                            <a:latin typeface="Cambria Math" panose="02040503050406030204" pitchFamily="18" charset="0"/>
                          </a:rPr>
                          <m:t>   </m:t>
                        </m:r>
                        <m:r>
                          <a:rPr lang="en-US" sz="3600" b="1" i="0" smtClean="0">
                            <a:solidFill>
                              <a:schemeClr val="tx1"/>
                            </a:solidFill>
                            <a:latin typeface="Cambria Math" panose="02040503050406030204" pitchFamily="18" charset="0"/>
                          </a:rPr>
                          <m:t>𝐞𝐀</m:t>
                        </m:r>
                        <m:r>
                          <a:rPr lang="en-US" sz="3600" b="1" i="0" smtClean="0">
                            <a:solidFill>
                              <a:schemeClr val="tx1"/>
                            </a:solidFill>
                            <a:latin typeface="Cambria Math" panose="02040503050406030204" pitchFamily="18" charset="0"/>
                          </a:rPr>
                          <m:t> −</m:t>
                        </m:r>
                        <m:r>
                          <a:rPr lang="en-US" sz="3600" b="1" i="0" smtClean="0">
                            <a:solidFill>
                              <a:schemeClr val="tx1"/>
                            </a:solidFill>
                            <a:latin typeface="Cambria Math" panose="02040503050406030204" pitchFamily="18" charset="0"/>
                          </a:rPr>
                          <m:t>𝐀</m:t>
                        </m:r>
                        <m:r>
                          <a:rPr lang="en-US" sz="3600" b="1" i="0" smtClean="0">
                            <a:solidFill>
                              <a:schemeClr val="tx1"/>
                            </a:solidFill>
                            <a:latin typeface="Cambria Math" panose="02040503050406030204" pitchFamily="18" charset="0"/>
                          </a:rPr>
                          <m:t> =</m:t>
                        </m:r>
                        <m:r>
                          <a:rPr lang="en-US" sz="3600">
                            <a:solidFill>
                              <a:schemeClr val="tx1"/>
                            </a:solidFill>
                            <a:latin typeface="Cambria Math" panose="02040503050406030204" pitchFamily="18" charset="0"/>
                            <a:sym typeface="Helvetica Neue Medium"/>
                          </a:rPr>
                          <m:t>𝐞𝐌</m:t>
                        </m:r>
                      </m:oMath>
                    </m:oMathPara>
                  </a14:m>
                  <a:endParaRPr lang="ar-AE" sz="36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38" name="17. Hence,   edp  =   AR / (AR - MR)">
                  <a:extLst>
                    <a:ext uri="{FF2B5EF4-FFF2-40B4-BE49-F238E27FC236}">
                      <a16:creationId xmlns:a16="http://schemas.microsoft.com/office/drawing/2014/main" id="{7EC2FA13-9558-D543-9ED6-83B17C0E0256}"/>
                    </a:ext>
                  </a:extLst>
                </p:cNvPr>
                <p:cNvSpPr txBox="1">
                  <a:spLocks noRot="1" noChangeAspect="1" noMove="1" noResize="1" noEditPoints="1" noAdjustHandles="1" noChangeArrowheads="1" noChangeShapeType="1" noTextEdit="1"/>
                </p:cNvSpPr>
                <p:nvPr/>
              </p:nvSpPr>
              <p:spPr>
                <a:xfrm>
                  <a:off x="747943" y="4731633"/>
                  <a:ext cx="4018964" cy="826987"/>
                </a:xfrm>
                <a:prstGeom prst="rect">
                  <a:avLst/>
                </a:prstGeom>
                <a:blipFill>
                  <a:blip r:embed="rId5"/>
                  <a:stretch>
                    <a:fillRect r="-2208" b="-27273"/>
                  </a:stretch>
                </a:blipFill>
                <a:ln w="12700">
                  <a:miter lim="400000"/>
                </a:ln>
                <a:extLst>
                  <a:ext uri="{C572A759-6A51-4108-AA02-DFA0A04FC94B}">
                    <ma14:wrappingTextBoxFlag xmlns="" xmlns:ma14="http://schemas.microsoft.com/office/mac/drawingml/2011/main" xmlns:m="http://schemas.openxmlformats.org/officeDocument/2006/math" xmlns:a14="http://schemas.microsoft.com/office/drawing/2010/main"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17. Hence,   edp  =   AR / (AR - MR)">
                  <a:extLst>
                    <a:ext uri="{FF2B5EF4-FFF2-40B4-BE49-F238E27FC236}">
                      <a16:creationId xmlns:a16="http://schemas.microsoft.com/office/drawing/2014/main" id="{61668B96-BE84-2A45-9CBC-9D86FC8572F9}"/>
                    </a:ext>
                  </a:extLst>
                </p:cNvPr>
                <p:cNvSpPr txBox="1"/>
                <p:nvPr/>
              </p:nvSpPr>
              <p:spPr>
                <a:xfrm>
                  <a:off x="973659" y="5778654"/>
                  <a:ext cx="4018964" cy="826987"/>
                </a:xfrm>
                <a:prstGeom prst="rect">
                  <a:avLst/>
                </a:prstGeom>
                <a:ln w="12700">
                  <a:miter lim="400000"/>
                </a:ln>
                <a:extLst>
                  <a:ext uri="{C572A759-6A51-4108-AA02-DFA0A04FC94B}">
                    <ma14:wrappingTextBoxFlag xmlns="" xmlns:ma14="http://schemas.microsoft.com/office/mac/drawingml/2011/main" xmlns:m="http://schemas.openxmlformats.org/officeDocument/2006/math" val="1"/>
                  </a:ext>
                </a:extLst>
              </p:spPr>
              <p:txBody>
                <a:bodyPr lIns="50800" tIns="50800" rIns="50800" bIns="50800" anchor="b">
                  <a:noAutofit/>
                </a:bodyPr>
                <a:lstStyle/>
                <a:p>
                  <a:pPr algn="l" defTabSz="496570">
                    <a:defRPr sz="2550" b="0">
                      <a:latin typeface="+mn-lt"/>
                      <a:ea typeface="+mn-ea"/>
                      <a:cs typeface="+mn-cs"/>
                      <a:sym typeface="Helvetica Neue Medium"/>
                    </a:defRPr>
                  </a:pPr>
                  <a14:m>
                    <m:oMathPara xmlns:m="http://schemas.openxmlformats.org/officeDocument/2006/math">
                      <m:oMathParaPr>
                        <m:jc m:val="centerGroup"/>
                      </m:oMathParaPr>
                      <m:oMath xmlns:m="http://schemas.openxmlformats.org/officeDocument/2006/math">
                        <m:r>
                          <a:rPr lang="en-US" sz="3600" b="1" i="0" smtClean="0">
                            <a:solidFill>
                              <a:schemeClr val="tx1"/>
                            </a:solidFill>
                            <a:latin typeface="Cambria Math" panose="02040503050406030204" pitchFamily="18" charset="0"/>
                          </a:rPr>
                          <m:t>𝟓</m:t>
                        </m:r>
                        <m:r>
                          <a:rPr lang="en-US" sz="3600" b="1" i="0" smtClean="0">
                            <a:solidFill>
                              <a:schemeClr val="tx1"/>
                            </a:solidFill>
                            <a:latin typeface="Cambria Math" panose="02040503050406030204" pitchFamily="18" charset="0"/>
                          </a:rPr>
                          <m:t>   </m:t>
                        </m:r>
                        <m:r>
                          <a:rPr lang="en-US" sz="3600" b="1" i="0" smtClean="0">
                            <a:solidFill>
                              <a:schemeClr val="tx1"/>
                            </a:solidFill>
                            <a:latin typeface="Cambria Math" panose="02040503050406030204" pitchFamily="18" charset="0"/>
                          </a:rPr>
                          <m:t>𝐀</m:t>
                        </m:r>
                        <m:r>
                          <a:rPr lang="en-US" sz="3600" b="1" i="0" smtClean="0">
                            <a:solidFill>
                              <a:schemeClr val="tx1"/>
                            </a:solidFill>
                            <a:latin typeface="Cambria Math" panose="02040503050406030204" pitchFamily="18" charset="0"/>
                          </a:rPr>
                          <m:t> (</m:t>
                        </m:r>
                        <m:r>
                          <a:rPr lang="en-US" sz="3600" b="1" i="0" smtClean="0">
                            <a:solidFill>
                              <a:schemeClr val="tx1"/>
                            </a:solidFill>
                            <a:latin typeface="Cambria Math" panose="02040503050406030204" pitchFamily="18" charset="0"/>
                          </a:rPr>
                          <m:t>𝐞</m:t>
                        </m:r>
                        <m:r>
                          <a:rPr lang="en-US" sz="3600" b="1" i="0" smtClean="0">
                            <a:solidFill>
                              <a:schemeClr val="tx1"/>
                            </a:solidFill>
                            <a:latin typeface="Cambria Math" panose="02040503050406030204" pitchFamily="18" charset="0"/>
                          </a:rPr>
                          <m:t> −</m:t>
                        </m:r>
                        <m:r>
                          <a:rPr lang="en-US" sz="3600" b="1" i="0" smtClean="0">
                            <a:solidFill>
                              <a:schemeClr val="tx1"/>
                            </a:solidFill>
                            <a:latin typeface="Cambria Math" panose="02040503050406030204" pitchFamily="18" charset="0"/>
                          </a:rPr>
                          <m:t>𝟏</m:t>
                        </m:r>
                        <m:r>
                          <a:rPr lang="en-US" sz="3600" b="1" i="0" smtClean="0">
                            <a:solidFill>
                              <a:schemeClr val="tx1"/>
                            </a:solidFill>
                            <a:latin typeface="Cambria Math" panose="02040503050406030204" pitchFamily="18" charset="0"/>
                          </a:rPr>
                          <m:t>) =</m:t>
                        </m:r>
                        <m:r>
                          <a:rPr lang="en-US" sz="3600">
                            <a:solidFill>
                              <a:schemeClr val="tx1"/>
                            </a:solidFill>
                            <a:latin typeface="Cambria Math" panose="02040503050406030204" pitchFamily="18" charset="0"/>
                            <a:sym typeface="Helvetica Neue Medium"/>
                          </a:rPr>
                          <m:t>𝐞𝐌</m:t>
                        </m:r>
                      </m:oMath>
                    </m:oMathPara>
                  </a14:m>
                  <a:endParaRPr lang="ar-AE" sz="36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39" name="17. Hence,   edp  =   AR / (AR - MR)">
                  <a:extLst>
                    <a:ext uri="{FF2B5EF4-FFF2-40B4-BE49-F238E27FC236}">
                      <a16:creationId xmlns:a16="http://schemas.microsoft.com/office/drawing/2014/main" id="{61668B96-BE84-2A45-9CBC-9D86FC8572F9}"/>
                    </a:ext>
                  </a:extLst>
                </p:cNvPr>
                <p:cNvSpPr txBox="1">
                  <a:spLocks noRot="1" noChangeAspect="1" noMove="1" noResize="1" noEditPoints="1" noAdjustHandles="1" noChangeArrowheads="1" noChangeShapeType="1" noTextEdit="1"/>
                </p:cNvSpPr>
                <p:nvPr/>
              </p:nvSpPr>
              <p:spPr>
                <a:xfrm>
                  <a:off x="973659" y="5778654"/>
                  <a:ext cx="4018964" cy="826987"/>
                </a:xfrm>
                <a:prstGeom prst="rect">
                  <a:avLst/>
                </a:prstGeom>
                <a:blipFill>
                  <a:blip r:embed="rId6"/>
                  <a:stretch>
                    <a:fillRect b="-19697"/>
                  </a:stretch>
                </a:blipFill>
                <a:ln w="12700">
                  <a:miter lim="400000"/>
                </a:ln>
                <a:extLst>
                  <a:ext uri="{C572A759-6A51-4108-AA02-DFA0A04FC94B}">
                    <ma14:wrappingTextBoxFlag xmlns:a14="http://schemas.microsoft.com/office/drawing/2010/main" xmlns="" xmlns:ma14="http://schemas.microsoft.com/office/mac/drawingml/2011/main" xmlns:m="http://schemas.openxmlformats.org/officeDocument/2006/math"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17. Hence,   edp  =   AR / (AR - MR)">
                  <a:extLst>
                    <a:ext uri="{FF2B5EF4-FFF2-40B4-BE49-F238E27FC236}">
                      <a16:creationId xmlns:a16="http://schemas.microsoft.com/office/drawing/2014/main" id="{7808580E-0F50-3D4F-85C9-65409857A5FA}"/>
                    </a:ext>
                  </a:extLst>
                </p:cNvPr>
                <p:cNvSpPr txBox="1"/>
                <p:nvPr/>
              </p:nvSpPr>
              <p:spPr>
                <a:xfrm>
                  <a:off x="973659" y="7082712"/>
                  <a:ext cx="3031411" cy="826987"/>
                </a:xfrm>
                <a:prstGeom prst="rect">
                  <a:avLst/>
                </a:prstGeom>
                <a:ln w="12700">
                  <a:miter lim="400000"/>
                </a:ln>
                <a:extLst>
                  <a:ext uri="{C572A759-6A51-4108-AA02-DFA0A04FC94B}">
                    <ma14:wrappingTextBoxFlag xmlns="" xmlns:ma14="http://schemas.microsoft.com/office/mac/drawingml/2011/main" xmlns:m="http://schemas.openxmlformats.org/officeDocument/2006/math" val="1"/>
                  </a:ext>
                </a:extLst>
              </p:spPr>
              <p:txBody>
                <a:bodyPr lIns="50800" tIns="50800" rIns="50800" bIns="50800" anchor="b">
                  <a:noAutofit/>
                </a:bodyPr>
                <a:lstStyle/>
                <a:p>
                  <a:pPr algn="l" defTabSz="496570">
                    <a:defRPr sz="2550" b="0">
                      <a:latin typeface="+mn-lt"/>
                      <a:ea typeface="+mn-ea"/>
                      <a:cs typeface="+mn-cs"/>
                      <a:sym typeface="Helvetica Neue Medium"/>
                    </a:defRPr>
                  </a:pPr>
                  <a:r>
                    <a:rPr lang="en-US" sz="3600" b="1" dirty="0">
                      <a:solidFill>
                        <a:schemeClr val="tx1"/>
                      </a:solidFill>
                      <a:latin typeface="Times New Roman" panose="02020603050405020304" pitchFamily="18" charset="0"/>
                      <a:cs typeface="Times New Roman" panose="02020603050405020304" pitchFamily="18" charset="0"/>
                    </a:rPr>
                    <a:t>6</a:t>
                  </a:r>
                  <a14:m>
                    <m:oMath xmlns:m="http://schemas.openxmlformats.org/officeDocument/2006/math">
                      <m:r>
                        <a:rPr lang="en-US" sz="3600">
                          <a:solidFill>
                            <a:schemeClr val="tx1"/>
                          </a:solidFill>
                          <a:latin typeface="Cambria Math" panose="02040503050406030204" pitchFamily="18" charset="0"/>
                          <a:cs typeface="+mn-cs"/>
                        </a:rPr>
                        <m:t> </m:t>
                      </m:r>
                      <m:r>
                        <a:rPr lang="en-US" sz="3600" b="0" i="0" smtClean="0">
                          <a:solidFill>
                            <a:schemeClr val="tx1"/>
                          </a:solidFill>
                          <a:latin typeface="Cambria Math" panose="02040503050406030204" pitchFamily="18" charset="0"/>
                          <a:cs typeface="+mn-cs"/>
                        </a:rPr>
                        <m:t>   </m:t>
                      </m:r>
                      <m:r>
                        <a:rPr lang="en-US" sz="3600" b="1" i="0" smtClean="0">
                          <a:solidFill>
                            <a:schemeClr val="tx1"/>
                          </a:solidFill>
                          <a:latin typeface="Cambria Math" panose="02040503050406030204" pitchFamily="18" charset="0"/>
                        </a:rPr>
                        <m:t>𝐀</m:t>
                      </m:r>
                      <m:r>
                        <a:rPr lang="en-US" sz="3600" b="1" i="0" smtClean="0">
                          <a:solidFill>
                            <a:schemeClr val="tx1"/>
                          </a:solidFill>
                          <a:latin typeface="Cambria Math" panose="02040503050406030204" pitchFamily="18" charset="0"/>
                        </a:rPr>
                        <m:t>=</m:t>
                      </m:r>
                      <m:f>
                        <m:fPr>
                          <m:ctrlPr>
                            <a:rPr lang="ar-AE" sz="3600" i="1" smtClean="0">
                              <a:solidFill>
                                <a:schemeClr val="tx1"/>
                              </a:solidFill>
                              <a:latin typeface="Cambria Math" panose="02040503050406030204" pitchFamily="18" charset="0"/>
                            </a:rPr>
                          </m:ctrlPr>
                        </m:fPr>
                        <m:num>
                          <m:r>
                            <a:rPr lang="en-US" sz="3600" b="1" i="1" smtClean="0">
                              <a:solidFill>
                                <a:schemeClr val="tx1"/>
                              </a:solidFill>
                              <a:latin typeface="Cambria Math" panose="02040503050406030204" pitchFamily="18" charset="0"/>
                            </a:rPr>
                            <m:t>𝒆𝑴</m:t>
                          </m:r>
                        </m:num>
                        <m:den>
                          <m:r>
                            <a:rPr lang="en-US" sz="3600" b="1" i="1" smtClean="0">
                              <a:solidFill>
                                <a:schemeClr val="tx1"/>
                              </a:solidFill>
                              <a:latin typeface="Cambria Math" panose="02040503050406030204" pitchFamily="18" charset="0"/>
                            </a:rPr>
                            <m:t>(</m:t>
                          </m:r>
                          <m:r>
                            <a:rPr lang="en-US" sz="3600" b="1" i="1" smtClean="0">
                              <a:solidFill>
                                <a:schemeClr val="tx1"/>
                              </a:solidFill>
                              <a:latin typeface="Cambria Math" panose="02040503050406030204" pitchFamily="18" charset="0"/>
                            </a:rPr>
                            <m:t>𝒆</m:t>
                          </m:r>
                          <m:r>
                            <a:rPr lang="en-US" sz="3600" b="1" i="1" smtClean="0">
                              <a:solidFill>
                                <a:schemeClr val="tx1"/>
                              </a:solidFill>
                              <a:latin typeface="Cambria Math" panose="02040503050406030204" pitchFamily="18" charset="0"/>
                            </a:rPr>
                            <m:t> −</m:t>
                          </m:r>
                          <m:r>
                            <a:rPr lang="en-US" sz="3600" b="1" i="1" smtClean="0">
                              <a:solidFill>
                                <a:schemeClr val="tx1"/>
                              </a:solidFill>
                              <a:latin typeface="Cambria Math" panose="02040503050406030204" pitchFamily="18" charset="0"/>
                            </a:rPr>
                            <m:t>𝟏</m:t>
                          </m:r>
                          <m:r>
                            <a:rPr lang="en-US" sz="3600" b="1" i="1" smtClean="0">
                              <a:solidFill>
                                <a:schemeClr val="tx1"/>
                              </a:solidFill>
                              <a:latin typeface="Cambria Math" panose="02040503050406030204" pitchFamily="18" charset="0"/>
                            </a:rPr>
                            <m:t>) </m:t>
                          </m:r>
                        </m:den>
                      </m:f>
                    </m:oMath>
                  </a14:m>
                  <a:endParaRPr lang="ar-AE" sz="36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41" name="17. Hence,   edp  =   AR / (AR - MR)">
                  <a:extLst>
                    <a:ext uri="{FF2B5EF4-FFF2-40B4-BE49-F238E27FC236}">
                      <a16:creationId xmlns:a16="http://schemas.microsoft.com/office/drawing/2014/main" id="{7808580E-0F50-3D4F-85C9-65409857A5FA}"/>
                    </a:ext>
                  </a:extLst>
                </p:cNvPr>
                <p:cNvSpPr txBox="1">
                  <a:spLocks noRot="1" noChangeAspect="1" noMove="1" noResize="1" noEditPoints="1" noAdjustHandles="1" noChangeArrowheads="1" noChangeShapeType="1" noTextEdit="1"/>
                </p:cNvSpPr>
                <p:nvPr/>
              </p:nvSpPr>
              <p:spPr>
                <a:xfrm>
                  <a:off x="973659" y="7082712"/>
                  <a:ext cx="3031411" cy="826987"/>
                </a:xfrm>
                <a:prstGeom prst="rect">
                  <a:avLst/>
                </a:prstGeom>
                <a:blipFill>
                  <a:blip r:embed="rId7"/>
                  <a:stretch>
                    <a:fillRect l="-7531" t="-11940" b="-13433"/>
                  </a:stretch>
                </a:blipFill>
                <a:ln w="12700">
                  <a:miter lim="400000"/>
                </a:ln>
                <a:extLst>
                  <a:ext uri="{C572A759-6A51-4108-AA02-DFA0A04FC94B}">
                    <ma14:wrappingTextBoxFlag xmlns="" xmlns:ma14="http://schemas.microsoft.com/office/mac/drawingml/2011/main" xmlns:m="http://schemas.openxmlformats.org/officeDocument/2006/math" xmlns:a14="http://schemas.microsoft.com/office/drawing/2010/main" val="1"/>
                  </a:ext>
                </a:extLst>
              </p:spPr>
              <p:txBody>
                <a:bodyPr/>
                <a:lstStyle/>
                <a:p>
                  <a:r>
                    <a:rPr lang="en-US">
                      <a:noFill/>
                    </a:rPr>
                    <a:t> </a:t>
                  </a:r>
                </a:p>
              </p:txBody>
            </p:sp>
          </mc:Fallback>
        </mc:AlternateContent>
      </p:grpSp>
      <p:grpSp>
        <p:nvGrpSpPr>
          <p:cNvPr id="6" name="Group 5">
            <a:extLst>
              <a:ext uri="{FF2B5EF4-FFF2-40B4-BE49-F238E27FC236}">
                <a16:creationId xmlns:a16="http://schemas.microsoft.com/office/drawing/2014/main" id="{DE356DFC-16E4-8A42-A462-86526C02A82E}"/>
              </a:ext>
            </a:extLst>
          </p:cNvPr>
          <p:cNvGrpSpPr/>
          <p:nvPr/>
        </p:nvGrpSpPr>
        <p:grpSpPr>
          <a:xfrm>
            <a:off x="7324155" y="1430407"/>
            <a:ext cx="4809409" cy="6137674"/>
            <a:chOff x="7232715" y="1430407"/>
            <a:chExt cx="4809409" cy="6137674"/>
          </a:xfrm>
        </p:grpSpPr>
        <mc:AlternateContent xmlns:mc="http://schemas.openxmlformats.org/markup-compatibility/2006" xmlns:a14="http://schemas.microsoft.com/office/drawing/2010/main">
          <mc:Choice Requires="a14">
            <p:sp>
              <p:nvSpPr>
                <p:cNvPr id="42" name="17. Hence,   edp  =   AR / (AR - MR)">
                  <a:extLst>
                    <a:ext uri="{FF2B5EF4-FFF2-40B4-BE49-F238E27FC236}">
                      <a16:creationId xmlns:a16="http://schemas.microsoft.com/office/drawing/2014/main" id="{7F10EE11-7C71-D04C-A15C-BBA9799BEB1A}"/>
                    </a:ext>
                  </a:extLst>
                </p:cNvPr>
                <p:cNvSpPr txBox="1"/>
                <p:nvPr/>
              </p:nvSpPr>
              <p:spPr>
                <a:xfrm>
                  <a:off x="7526860" y="1430407"/>
                  <a:ext cx="3031411" cy="826987"/>
                </a:xfrm>
                <a:prstGeom prst="rect">
                  <a:avLst/>
                </a:prstGeom>
                <a:ln w="12700">
                  <a:miter lim="400000"/>
                </a:ln>
                <a:extLst>
                  <a:ext uri="{C572A759-6A51-4108-AA02-DFA0A04FC94B}">
                    <ma14:wrappingTextBoxFlag xmlns="" xmlns:ma14="http://schemas.microsoft.com/office/mac/drawingml/2011/main" xmlns:m="http://schemas.openxmlformats.org/officeDocument/2006/math" val="1"/>
                  </a:ext>
                </a:extLst>
              </p:spPr>
              <p:txBody>
                <a:bodyPr lIns="50800" tIns="50800" rIns="50800" bIns="50800" anchor="b">
                  <a:noAutofit/>
                </a:bodyPr>
                <a:lstStyle/>
                <a:p>
                  <a:pPr algn="l" defTabSz="496570">
                    <a:defRPr sz="2550" b="0">
                      <a:latin typeface="+mn-lt"/>
                      <a:ea typeface="+mn-ea"/>
                      <a:cs typeface="+mn-cs"/>
                      <a:sym typeface="Helvetica Neue Medium"/>
                    </a:defRPr>
                  </a:pPr>
                  <a:r>
                    <a:rPr lang="en-US" sz="3600" b="1" dirty="0" err="1">
                      <a:solidFill>
                        <a:schemeClr val="accent6">
                          <a:lumMod val="75000"/>
                        </a:schemeClr>
                      </a:solidFill>
                      <a:latin typeface="Times New Roman" panose="02020603050405020304" pitchFamily="18" charset="0"/>
                      <a:cs typeface="Times New Roman" panose="02020603050405020304" pitchFamily="18" charset="0"/>
                    </a:rPr>
                    <a:t>i</a:t>
                  </a:r>
                  <a14:m>
                    <m:oMath xmlns:m="http://schemas.openxmlformats.org/officeDocument/2006/math">
                      <m:r>
                        <a:rPr lang="en-US" sz="3600" b="1" i="0" smtClean="0">
                          <a:solidFill>
                            <a:schemeClr val="accent6">
                              <a:lumMod val="75000"/>
                            </a:schemeClr>
                          </a:solidFill>
                          <a:latin typeface="Cambria Math" panose="02040503050406030204" pitchFamily="18" charset="0"/>
                        </a:rPr>
                        <m:t>.   </m:t>
                      </m:r>
                      <m:r>
                        <a:rPr lang="en-US" sz="3600" b="1" i="0" smtClean="0">
                          <a:solidFill>
                            <a:schemeClr val="accent6">
                              <a:lumMod val="75000"/>
                            </a:schemeClr>
                          </a:solidFill>
                          <a:latin typeface="Cambria Math" panose="02040503050406030204" pitchFamily="18" charset="0"/>
                        </a:rPr>
                        <m:t>𝐞</m:t>
                      </m:r>
                      <m:r>
                        <a:rPr lang="en-US" sz="3600" b="1" i="0" smtClean="0">
                          <a:solidFill>
                            <a:schemeClr val="accent6">
                              <a:lumMod val="75000"/>
                            </a:schemeClr>
                          </a:solidFill>
                          <a:latin typeface="Cambria Math" panose="02040503050406030204" pitchFamily="18" charset="0"/>
                        </a:rPr>
                        <m:t>=</m:t>
                      </m:r>
                      <m:f>
                        <m:fPr>
                          <m:ctrlPr>
                            <a:rPr lang="ar-AE" sz="3600" i="1" smtClean="0">
                              <a:solidFill>
                                <a:schemeClr val="accent6">
                                  <a:lumMod val="75000"/>
                                </a:schemeClr>
                              </a:solidFill>
                              <a:latin typeface="Cambria Math" panose="02040503050406030204" pitchFamily="18" charset="0"/>
                            </a:rPr>
                          </m:ctrlPr>
                        </m:fPr>
                        <m:num>
                          <m:r>
                            <a:rPr lang="en-US" sz="3600" b="1" i="1" smtClean="0">
                              <a:solidFill>
                                <a:schemeClr val="accent6">
                                  <a:lumMod val="75000"/>
                                </a:schemeClr>
                              </a:solidFill>
                              <a:latin typeface="Cambria Math" panose="02040503050406030204" pitchFamily="18" charset="0"/>
                            </a:rPr>
                            <m:t>𝑨</m:t>
                          </m:r>
                        </m:num>
                        <m:den>
                          <m:r>
                            <a:rPr lang="ar-AE" sz="3600" b="1" i="1" smtClean="0">
                              <a:solidFill>
                                <a:schemeClr val="accent6">
                                  <a:lumMod val="75000"/>
                                </a:schemeClr>
                              </a:solidFill>
                              <a:latin typeface="Cambria Math" panose="02040503050406030204" pitchFamily="18" charset="0"/>
                            </a:rPr>
                            <m:t>𝑨</m:t>
                          </m:r>
                          <m:r>
                            <a:rPr lang="ar-AE" sz="3600" b="1" i="1" smtClean="0">
                              <a:solidFill>
                                <a:schemeClr val="accent6">
                                  <a:lumMod val="75000"/>
                                </a:schemeClr>
                              </a:solidFill>
                              <a:latin typeface="Cambria Math" panose="02040503050406030204" pitchFamily="18" charset="0"/>
                            </a:rPr>
                            <m:t> −</m:t>
                          </m:r>
                          <m:r>
                            <a:rPr lang="ar-AE" sz="3600" b="1" i="1" smtClean="0">
                              <a:solidFill>
                                <a:schemeClr val="accent6">
                                  <a:lumMod val="75000"/>
                                </a:schemeClr>
                              </a:solidFill>
                              <a:latin typeface="Cambria Math" panose="02040503050406030204" pitchFamily="18" charset="0"/>
                            </a:rPr>
                            <m:t>𝑴</m:t>
                          </m:r>
                        </m:den>
                      </m:f>
                    </m:oMath>
                  </a14:m>
                  <a:endParaRPr lang="ar-AE" sz="3600" dirty="0">
                    <a:solidFill>
                      <a:schemeClr val="accent6">
                        <a:lumMod val="75000"/>
                      </a:schemeClr>
                    </a:solidFill>
                    <a:latin typeface="Times New Roman" panose="02020603050405020304" pitchFamily="18" charset="0"/>
                    <a:cs typeface="Times New Roman" panose="02020603050405020304" pitchFamily="18" charset="0"/>
                  </a:endParaRPr>
                </a:p>
              </p:txBody>
            </p:sp>
          </mc:Choice>
          <mc:Fallback xmlns="">
            <p:sp>
              <p:nvSpPr>
                <p:cNvPr id="42" name="17. Hence,   edp  =   AR / (AR - MR)">
                  <a:extLst>
                    <a:ext uri="{FF2B5EF4-FFF2-40B4-BE49-F238E27FC236}">
                      <a16:creationId xmlns:a16="http://schemas.microsoft.com/office/drawing/2014/main" id="{7F10EE11-7C71-D04C-A15C-BBA9799BEB1A}"/>
                    </a:ext>
                  </a:extLst>
                </p:cNvPr>
                <p:cNvSpPr txBox="1">
                  <a:spLocks noRot="1" noChangeAspect="1" noMove="1" noResize="1" noEditPoints="1" noAdjustHandles="1" noChangeArrowheads="1" noChangeShapeType="1" noTextEdit="1"/>
                </p:cNvSpPr>
                <p:nvPr/>
              </p:nvSpPr>
              <p:spPr>
                <a:xfrm>
                  <a:off x="7526860" y="1430407"/>
                  <a:ext cx="3031411" cy="826987"/>
                </a:xfrm>
                <a:prstGeom prst="rect">
                  <a:avLst/>
                </a:prstGeom>
                <a:blipFill>
                  <a:blip r:embed="rId8"/>
                  <a:stretch>
                    <a:fillRect l="-5417" b="-16667"/>
                  </a:stretch>
                </a:blipFill>
                <a:ln w="12700">
                  <a:miter lim="400000"/>
                </a:ln>
                <a:extLst>
                  <a:ext uri="{C572A759-6A51-4108-AA02-DFA0A04FC94B}">
                    <ma14:wrappingTextBoxFlag xmlns:m="http://schemas.openxmlformats.org/officeDocument/2006/math" xmlns:ma14="http://schemas.microsoft.com/office/mac/drawingml/2011/main" xmlns="" xmlns:a14="http://schemas.microsoft.com/office/drawing/2010/main"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17. Hence,   edp  =   AR / (AR - MR)">
                  <a:extLst>
                    <a:ext uri="{FF2B5EF4-FFF2-40B4-BE49-F238E27FC236}">
                      <a16:creationId xmlns:a16="http://schemas.microsoft.com/office/drawing/2014/main" id="{06E582BB-38E4-9849-BBF2-661279ED9AA9}"/>
                    </a:ext>
                  </a:extLst>
                </p:cNvPr>
                <p:cNvSpPr txBox="1"/>
                <p:nvPr/>
              </p:nvSpPr>
              <p:spPr>
                <a:xfrm>
                  <a:off x="7526860" y="2380554"/>
                  <a:ext cx="4018964" cy="826987"/>
                </a:xfrm>
                <a:prstGeom prst="rect">
                  <a:avLst/>
                </a:prstGeom>
                <a:ln w="12700">
                  <a:miter lim="400000"/>
                </a:ln>
                <a:extLst>
                  <a:ext uri="{C572A759-6A51-4108-AA02-DFA0A04FC94B}">
                    <ma14:wrappingTextBoxFlag xmlns="" xmlns:ma14="http://schemas.microsoft.com/office/mac/drawingml/2011/main" xmlns:m="http://schemas.openxmlformats.org/officeDocument/2006/math" val="1"/>
                  </a:ext>
                </a:extLst>
              </p:spPr>
              <p:txBody>
                <a:bodyPr lIns="50800" tIns="50800" rIns="50800" bIns="50800" anchor="b">
                  <a:noAutofit/>
                </a:bodyPr>
                <a:lstStyle/>
                <a:p>
                  <a:pPr algn="l" defTabSz="496570">
                    <a:defRPr sz="2550" b="0">
                      <a:latin typeface="+mn-lt"/>
                      <a:ea typeface="+mn-ea"/>
                      <a:cs typeface="+mn-cs"/>
                      <a:sym typeface="Helvetica Neue Medium"/>
                    </a:defRPr>
                  </a:pPr>
                  <a:r>
                    <a:rPr lang="en-US" sz="3600" b="1" dirty="0">
                      <a:solidFill>
                        <a:schemeClr val="accent6">
                          <a:lumMod val="75000"/>
                        </a:schemeClr>
                      </a:solidFill>
                      <a:latin typeface="Times New Roman" panose="02020603050405020304" pitchFamily="18" charset="0"/>
                      <a:cs typeface="Times New Roman" panose="02020603050405020304" pitchFamily="18" charset="0"/>
                    </a:rPr>
                    <a:t>ii</a:t>
                  </a:r>
                  <a14:m>
                    <m:oMath xmlns:m="http://schemas.openxmlformats.org/officeDocument/2006/math">
                      <m:r>
                        <a:rPr lang="en-US" sz="3600" b="1" i="0" smtClean="0">
                          <a:solidFill>
                            <a:schemeClr val="accent6">
                              <a:lumMod val="75000"/>
                            </a:schemeClr>
                          </a:solidFill>
                          <a:latin typeface="Cambria Math" panose="02040503050406030204" pitchFamily="18" charset="0"/>
                        </a:rPr>
                        <m:t>.   </m:t>
                      </m:r>
                      <m:r>
                        <a:rPr lang="en-US" sz="3600" b="1" i="0" smtClean="0">
                          <a:solidFill>
                            <a:schemeClr val="accent6">
                              <a:lumMod val="75000"/>
                            </a:schemeClr>
                          </a:solidFill>
                          <a:latin typeface="Cambria Math" panose="02040503050406030204" pitchFamily="18" charset="0"/>
                        </a:rPr>
                        <m:t>𝐞</m:t>
                      </m:r>
                      <m:d>
                        <m:dPr>
                          <m:ctrlPr>
                            <a:rPr lang="en-US" sz="3600" i="1" smtClean="0">
                              <a:solidFill>
                                <a:schemeClr val="accent6">
                                  <a:lumMod val="75000"/>
                                </a:schemeClr>
                              </a:solidFill>
                              <a:latin typeface="Cambria Math" panose="02040503050406030204" pitchFamily="18" charset="0"/>
                            </a:rPr>
                          </m:ctrlPr>
                        </m:dPr>
                        <m:e>
                          <m:r>
                            <a:rPr lang="en-US" sz="3600" b="1" i="0" smtClean="0">
                              <a:solidFill>
                                <a:schemeClr val="accent6">
                                  <a:lumMod val="75000"/>
                                </a:schemeClr>
                              </a:solidFill>
                              <a:latin typeface="Cambria Math" panose="02040503050406030204" pitchFamily="18" charset="0"/>
                            </a:rPr>
                            <m:t>𝐀</m:t>
                          </m:r>
                          <m:r>
                            <a:rPr lang="en-US" sz="3600" b="1" i="0" smtClean="0">
                              <a:solidFill>
                                <a:schemeClr val="accent6">
                                  <a:lumMod val="75000"/>
                                </a:schemeClr>
                              </a:solidFill>
                              <a:latin typeface="Cambria Math" panose="02040503050406030204" pitchFamily="18" charset="0"/>
                            </a:rPr>
                            <m:t> −</m:t>
                          </m:r>
                          <m:r>
                            <a:rPr lang="en-US" sz="3600" b="1" i="0" smtClean="0">
                              <a:solidFill>
                                <a:schemeClr val="accent6">
                                  <a:lumMod val="75000"/>
                                </a:schemeClr>
                              </a:solidFill>
                              <a:latin typeface="Cambria Math" panose="02040503050406030204" pitchFamily="18" charset="0"/>
                            </a:rPr>
                            <m:t>𝐌</m:t>
                          </m:r>
                        </m:e>
                      </m:d>
                      <m:r>
                        <a:rPr lang="en-US" sz="3600" b="1" i="0" smtClean="0">
                          <a:solidFill>
                            <a:schemeClr val="accent6">
                              <a:lumMod val="75000"/>
                            </a:schemeClr>
                          </a:solidFill>
                          <a:latin typeface="Cambria Math" panose="02040503050406030204" pitchFamily="18" charset="0"/>
                        </a:rPr>
                        <m:t>=</m:t>
                      </m:r>
                      <m:r>
                        <a:rPr lang="en-US" sz="3600" b="1" i="1" smtClean="0">
                          <a:solidFill>
                            <a:schemeClr val="accent6">
                              <a:lumMod val="75000"/>
                            </a:schemeClr>
                          </a:solidFill>
                          <a:latin typeface="Cambria Math" panose="02040503050406030204" pitchFamily="18" charset="0"/>
                        </a:rPr>
                        <m:t>𝑨</m:t>
                      </m:r>
                    </m:oMath>
                  </a14:m>
                  <a:endParaRPr lang="ar-AE" sz="3600" dirty="0">
                    <a:solidFill>
                      <a:schemeClr val="accent6">
                        <a:lumMod val="75000"/>
                      </a:schemeClr>
                    </a:solidFill>
                    <a:latin typeface="Times New Roman" panose="02020603050405020304" pitchFamily="18" charset="0"/>
                    <a:cs typeface="Times New Roman" panose="02020603050405020304" pitchFamily="18" charset="0"/>
                  </a:endParaRPr>
                </a:p>
              </p:txBody>
            </p:sp>
          </mc:Choice>
          <mc:Fallback xmlns="">
            <p:sp>
              <p:nvSpPr>
                <p:cNvPr id="49" name="17. Hence,   edp  =   AR / (AR - MR)">
                  <a:extLst>
                    <a:ext uri="{FF2B5EF4-FFF2-40B4-BE49-F238E27FC236}">
                      <a16:creationId xmlns:a16="http://schemas.microsoft.com/office/drawing/2014/main" id="{06E582BB-38E4-9849-BBF2-661279ED9AA9}"/>
                    </a:ext>
                  </a:extLst>
                </p:cNvPr>
                <p:cNvSpPr txBox="1">
                  <a:spLocks noRot="1" noChangeAspect="1" noMove="1" noResize="1" noEditPoints="1" noAdjustHandles="1" noChangeArrowheads="1" noChangeShapeType="1" noTextEdit="1"/>
                </p:cNvSpPr>
                <p:nvPr/>
              </p:nvSpPr>
              <p:spPr>
                <a:xfrm>
                  <a:off x="7526860" y="2380554"/>
                  <a:ext cx="4018964" cy="826987"/>
                </a:xfrm>
                <a:prstGeom prst="rect">
                  <a:avLst/>
                </a:prstGeom>
                <a:blipFill>
                  <a:blip r:embed="rId9"/>
                  <a:stretch>
                    <a:fillRect l="-5678" b="-27273"/>
                  </a:stretch>
                </a:blipFill>
                <a:ln w="12700">
                  <a:miter lim="400000"/>
                </a:ln>
                <a:extLst>
                  <a:ext uri="{C572A759-6A51-4108-AA02-DFA0A04FC94B}">
                    <ma14:wrappingTextBoxFlag xmlns="" xmlns:ma14="http://schemas.microsoft.com/office/mac/drawingml/2011/main" xmlns:m="http://schemas.openxmlformats.org/officeDocument/2006/math" xmlns:a14="http://schemas.microsoft.com/office/drawing/2010/main"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17. Hence,   edp  =   AR / (AR - MR)">
                  <a:extLst>
                    <a:ext uri="{FF2B5EF4-FFF2-40B4-BE49-F238E27FC236}">
                      <a16:creationId xmlns:a16="http://schemas.microsoft.com/office/drawing/2014/main" id="{9F4E9698-BCD6-284E-9D71-1F843F9B4B77}"/>
                    </a:ext>
                  </a:extLst>
                </p:cNvPr>
                <p:cNvSpPr txBox="1"/>
                <p:nvPr/>
              </p:nvSpPr>
              <p:spPr>
                <a:xfrm>
                  <a:off x="7264568" y="3362639"/>
                  <a:ext cx="4018964" cy="826987"/>
                </a:xfrm>
                <a:prstGeom prst="rect">
                  <a:avLst/>
                </a:prstGeom>
                <a:ln w="12700">
                  <a:miter lim="400000"/>
                </a:ln>
                <a:extLst>
                  <a:ext uri="{C572A759-6A51-4108-AA02-DFA0A04FC94B}">
                    <ma14:wrappingTextBoxFlag xmlns="" xmlns:ma14="http://schemas.microsoft.com/office/mac/drawingml/2011/main" xmlns:m="http://schemas.openxmlformats.org/officeDocument/2006/math" val="1"/>
                  </a:ext>
                </a:extLst>
              </p:spPr>
              <p:txBody>
                <a:bodyPr lIns="50800" tIns="50800" rIns="50800" bIns="50800" anchor="b">
                  <a:noAutofit/>
                </a:bodyPr>
                <a:lstStyle/>
                <a:p>
                  <a:pPr algn="l" defTabSz="496570">
                    <a:defRPr sz="2550" b="0">
                      <a:latin typeface="+mn-lt"/>
                      <a:ea typeface="+mn-ea"/>
                      <a:cs typeface="+mn-cs"/>
                      <a:sym typeface="Helvetica Neue Medium"/>
                    </a:defRPr>
                  </a:pPr>
                  <a14:m>
                    <m:oMathPara xmlns:m="http://schemas.openxmlformats.org/officeDocument/2006/math">
                      <m:oMathParaPr>
                        <m:jc m:val="centerGroup"/>
                      </m:oMathParaPr>
                      <m:oMath xmlns:m="http://schemas.openxmlformats.org/officeDocument/2006/math">
                        <m:r>
                          <a:rPr lang="en-US" sz="3600" b="1" i="0" smtClean="0">
                            <a:solidFill>
                              <a:schemeClr val="accent6">
                                <a:lumMod val="75000"/>
                              </a:schemeClr>
                            </a:solidFill>
                            <a:latin typeface="Cambria Math" panose="02040503050406030204" pitchFamily="18" charset="0"/>
                          </a:rPr>
                          <m:t>𝐢𝐢𝐢</m:t>
                        </m:r>
                        <m:r>
                          <a:rPr lang="en-US" sz="3600" b="1" i="0" smtClean="0">
                            <a:solidFill>
                              <a:schemeClr val="accent6">
                                <a:lumMod val="75000"/>
                              </a:schemeClr>
                            </a:solidFill>
                            <a:latin typeface="Cambria Math" panose="02040503050406030204" pitchFamily="18" charset="0"/>
                          </a:rPr>
                          <m:t>.    </m:t>
                        </m:r>
                        <m:r>
                          <a:rPr lang="en-US" sz="3600" b="1" i="0" smtClean="0">
                            <a:solidFill>
                              <a:schemeClr val="accent6">
                                <a:lumMod val="75000"/>
                              </a:schemeClr>
                            </a:solidFill>
                            <a:latin typeface="Cambria Math" panose="02040503050406030204" pitchFamily="18" charset="0"/>
                          </a:rPr>
                          <m:t>𝐞𝐀</m:t>
                        </m:r>
                        <m:r>
                          <a:rPr lang="en-US" sz="3600" b="1" i="0" smtClean="0">
                            <a:solidFill>
                              <a:schemeClr val="accent6">
                                <a:lumMod val="75000"/>
                              </a:schemeClr>
                            </a:solidFill>
                            <a:latin typeface="Cambria Math" panose="02040503050406030204" pitchFamily="18" charset="0"/>
                          </a:rPr>
                          <m:t> −</m:t>
                        </m:r>
                        <m:r>
                          <a:rPr lang="en-US" sz="3600" b="1" i="0" smtClean="0">
                            <a:solidFill>
                              <a:schemeClr val="accent6">
                                <a:lumMod val="75000"/>
                              </a:schemeClr>
                            </a:solidFill>
                            <a:latin typeface="Cambria Math" panose="02040503050406030204" pitchFamily="18" charset="0"/>
                          </a:rPr>
                          <m:t>𝐞𝐌</m:t>
                        </m:r>
                        <m:r>
                          <a:rPr lang="en-US" sz="3600" b="1" i="0" smtClean="0">
                            <a:solidFill>
                              <a:schemeClr val="accent6">
                                <a:lumMod val="75000"/>
                              </a:schemeClr>
                            </a:solidFill>
                            <a:latin typeface="Cambria Math" panose="02040503050406030204" pitchFamily="18" charset="0"/>
                          </a:rPr>
                          <m:t>=</m:t>
                        </m:r>
                        <m:r>
                          <a:rPr lang="en-US" sz="3600" b="1" i="1" smtClean="0">
                            <a:solidFill>
                              <a:schemeClr val="accent6">
                                <a:lumMod val="75000"/>
                              </a:schemeClr>
                            </a:solidFill>
                            <a:latin typeface="Cambria Math" panose="02040503050406030204" pitchFamily="18" charset="0"/>
                          </a:rPr>
                          <m:t>𝑨</m:t>
                        </m:r>
                      </m:oMath>
                    </m:oMathPara>
                  </a14:m>
                  <a:endParaRPr lang="ar-AE" sz="3600" dirty="0">
                    <a:solidFill>
                      <a:schemeClr val="accent6">
                        <a:lumMod val="75000"/>
                      </a:schemeClr>
                    </a:solidFill>
                    <a:latin typeface="Times New Roman" panose="02020603050405020304" pitchFamily="18" charset="0"/>
                    <a:cs typeface="Times New Roman" panose="02020603050405020304" pitchFamily="18" charset="0"/>
                  </a:endParaRPr>
                </a:p>
              </p:txBody>
            </p:sp>
          </mc:Choice>
          <mc:Fallback xmlns="">
            <p:sp>
              <p:nvSpPr>
                <p:cNvPr id="50" name="17. Hence,   edp  =   AR / (AR - MR)">
                  <a:extLst>
                    <a:ext uri="{FF2B5EF4-FFF2-40B4-BE49-F238E27FC236}">
                      <a16:creationId xmlns:a16="http://schemas.microsoft.com/office/drawing/2014/main" id="{9F4E9698-BCD6-284E-9D71-1F843F9B4B77}"/>
                    </a:ext>
                  </a:extLst>
                </p:cNvPr>
                <p:cNvSpPr txBox="1">
                  <a:spLocks noRot="1" noChangeAspect="1" noMove="1" noResize="1" noEditPoints="1" noAdjustHandles="1" noChangeArrowheads="1" noChangeShapeType="1" noTextEdit="1"/>
                </p:cNvSpPr>
                <p:nvPr/>
              </p:nvSpPr>
              <p:spPr>
                <a:xfrm>
                  <a:off x="7264568" y="3362639"/>
                  <a:ext cx="4018964" cy="826987"/>
                </a:xfrm>
                <a:prstGeom prst="rect">
                  <a:avLst/>
                </a:prstGeom>
                <a:blipFill>
                  <a:blip r:embed="rId10"/>
                  <a:stretch>
                    <a:fillRect r="-5363" b="-27273"/>
                  </a:stretch>
                </a:blipFill>
                <a:ln w="12700">
                  <a:miter lim="400000"/>
                </a:ln>
                <a:extLst>
                  <a:ext uri="{C572A759-6A51-4108-AA02-DFA0A04FC94B}">
                    <ma14:wrappingTextBoxFlag xmlns="" xmlns:ma14="http://schemas.microsoft.com/office/mac/drawingml/2011/main" xmlns:m="http://schemas.openxmlformats.org/officeDocument/2006/math" xmlns:a14="http://schemas.microsoft.com/office/drawing/2010/main"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17. Hence,   edp  =   AR / (AR - MR)">
                  <a:extLst>
                    <a:ext uri="{FF2B5EF4-FFF2-40B4-BE49-F238E27FC236}">
                      <a16:creationId xmlns:a16="http://schemas.microsoft.com/office/drawing/2014/main" id="{5F6F2857-BEC9-734D-92EE-BB237CE75A43}"/>
                    </a:ext>
                  </a:extLst>
                </p:cNvPr>
                <p:cNvSpPr txBox="1"/>
                <p:nvPr/>
              </p:nvSpPr>
              <p:spPr>
                <a:xfrm>
                  <a:off x="7232715" y="4344337"/>
                  <a:ext cx="4809409" cy="826987"/>
                </a:xfrm>
                <a:prstGeom prst="rect">
                  <a:avLst/>
                </a:prstGeom>
                <a:ln w="12700">
                  <a:miter lim="400000"/>
                </a:ln>
                <a:extLst>
                  <a:ext uri="{C572A759-6A51-4108-AA02-DFA0A04FC94B}">
                    <ma14:wrappingTextBoxFlag xmlns="" xmlns:ma14="http://schemas.microsoft.com/office/mac/drawingml/2011/main" xmlns:m="http://schemas.openxmlformats.org/officeDocument/2006/math" val="1"/>
                  </a:ext>
                </a:extLst>
              </p:spPr>
              <p:txBody>
                <a:bodyPr lIns="50800" tIns="50800" rIns="50800" bIns="50800" anchor="b">
                  <a:noAutofit/>
                </a:bodyPr>
                <a:lstStyle/>
                <a:p>
                  <a:pPr algn="l" defTabSz="496570">
                    <a:defRPr sz="2550" b="0">
                      <a:latin typeface="+mn-lt"/>
                      <a:ea typeface="+mn-ea"/>
                      <a:cs typeface="+mn-cs"/>
                      <a:sym typeface="Helvetica Neue Medium"/>
                    </a:defRPr>
                  </a:pPr>
                  <a14:m>
                    <m:oMathPara xmlns:m="http://schemas.openxmlformats.org/officeDocument/2006/math">
                      <m:oMathParaPr>
                        <m:jc m:val="centerGroup"/>
                      </m:oMathParaPr>
                      <m:oMath xmlns:m="http://schemas.openxmlformats.org/officeDocument/2006/math">
                        <m:r>
                          <a:rPr lang="en-US" sz="3600" b="1" i="0" smtClean="0">
                            <a:solidFill>
                              <a:schemeClr val="accent6">
                                <a:lumMod val="75000"/>
                              </a:schemeClr>
                            </a:solidFill>
                            <a:latin typeface="Cambria Math" panose="02040503050406030204" pitchFamily="18" charset="0"/>
                          </a:rPr>
                          <m:t>𝐢𝐯</m:t>
                        </m:r>
                        <m:r>
                          <a:rPr lang="en-US" sz="3600" b="1" i="0" smtClean="0">
                            <a:solidFill>
                              <a:schemeClr val="accent6">
                                <a:lumMod val="75000"/>
                              </a:schemeClr>
                            </a:solidFill>
                            <a:latin typeface="Cambria Math" panose="02040503050406030204" pitchFamily="18" charset="0"/>
                          </a:rPr>
                          <m:t>.     −</m:t>
                        </m:r>
                        <m:r>
                          <a:rPr lang="en-US" sz="3600" b="1" i="1">
                            <a:solidFill>
                              <a:schemeClr val="accent6">
                                <a:lumMod val="75000"/>
                              </a:schemeClr>
                            </a:solidFill>
                            <a:latin typeface="Cambria Math" panose="02040503050406030204" pitchFamily="18" charset="0"/>
                            <a:sym typeface="Helvetica Neue Medium"/>
                          </a:rPr>
                          <m:t>𝒆𝑴</m:t>
                        </m:r>
                        <m:r>
                          <a:rPr lang="en-US" sz="3600" b="1" i="0" smtClean="0">
                            <a:solidFill>
                              <a:schemeClr val="accent6">
                                <a:lumMod val="75000"/>
                              </a:schemeClr>
                            </a:solidFill>
                            <a:latin typeface="Cambria Math" panose="02040503050406030204" pitchFamily="18" charset="0"/>
                            <a:sym typeface="Helvetica Neue Medium"/>
                          </a:rPr>
                          <m:t> </m:t>
                        </m:r>
                        <m:r>
                          <a:rPr lang="en-US" sz="3600" b="1" i="0" smtClean="0">
                            <a:solidFill>
                              <a:schemeClr val="accent6">
                                <a:lumMod val="75000"/>
                              </a:schemeClr>
                            </a:solidFill>
                            <a:latin typeface="Cambria Math" panose="02040503050406030204" pitchFamily="18" charset="0"/>
                          </a:rPr>
                          <m:t>=</m:t>
                        </m:r>
                        <m:r>
                          <a:rPr lang="en-US" sz="3600" b="1" i="0" smtClean="0">
                            <a:solidFill>
                              <a:schemeClr val="accent6">
                                <a:lumMod val="75000"/>
                              </a:schemeClr>
                            </a:solidFill>
                            <a:latin typeface="Cambria Math" panose="02040503050406030204" pitchFamily="18" charset="0"/>
                            <a:sym typeface="Helvetica Neue Medium"/>
                          </a:rPr>
                          <m:t>𝐀</m:t>
                        </m:r>
                        <m:r>
                          <a:rPr lang="en-US" sz="3600" b="1" i="0" smtClean="0">
                            <a:solidFill>
                              <a:schemeClr val="accent6">
                                <a:lumMod val="75000"/>
                              </a:schemeClr>
                            </a:solidFill>
                            <a:latin typeface="Cambria Math" panose="02040503050406030204" pitchFamily="18" charset="0"/>
                            <a:sym typeface="Helvetica Neue Medium"/>
                          </a:rPr>
                          <m:t> −</m:t>
                        </m:r>
                        <m:r>
                          <a:rPr lang="en-US" sz="3600" b="1" i="0" smtClean="0">
                            <a:solidFill>
                              <a:schemeClr val="accent6">
                                <a:lumMod val="75000"/>
                              </a:schemeClr>
                            </a:solidFill>
                            <a:latin typeface="Cambria Math" panose="02040503050406030204" pitchFamily="18" charset="0"/>
                            <a:sym typeface="Helvetica Neue Medium"/>
                          </a:rPr>
                          <m:t>𝐞𝐀</m:t>
                        </m:r>
                      </m:oMath>
                    </m:oMathPara>
                  </a14:m>
                  <a:endParaRPr lang="ar-AE" sz="3600" dirty="0">
                    <a:solidFill>
                      <a:schemeClr val="accent6">
                        <a:lumMod val="75000"/>
                      </a:schemeClr>
                    </a:solidFill>
                    <a:latin typeface="Times New Roman" panose="02020603050405020304" pitchFamily="18" charset="0"/>
                    <a:cs typeface="Times New Roman" panose="02020603050405020304" pitchFamily="18" charset="0"/>
                  </a:endParaRPr>
                </a:p>
              </p:txBody>
            </p:sp>
          </mc:Choice>
          <mc:Fallback xmlns="">
            <p:sp>
              <p:nvSpPr>
                <p:cNvPr id="51" name="17. Hence,   edp  =   AR / (AR - MR)">
                  <a:extLst>
                    <a:ext uri="{FF2B5EF4-FFF2-40B4-BE49-F238E27FC236}">
                      <a16:creationId xmlns:a16="http://schemas.microsoft.com/office/drawing/2014/main" id="{5F6F2857-BEC9-734D-92EE-BB237CE75A43}"/>
                    </a:ext>
                  </a:extLst>
                </p:cNvPr>
                <p:cNvSpPr txBox="1">
                  <a:spLocks noRot="1" noChangeAspect="1" noMove="1" noResize="1" noEditPoints="1" noAdjustHandles="1" noChangeArrowheads="1" noChangeShapeType="1" noTextEdit="1"/>
                </p:cNvSpPr>
                <p:nvPr/>
              </p:nvSpPr>
              <p:spPr>
                <a:xfrm>
                  <a:off x="7232715" y="4344337"/>
                  <a:ext cx="4809409" cy="826987"/>
                </a:xfrm>
                <a:prstGeom prst="rect">
                  <a:avLst/>
                </a:prstGeom>
                <a:blipFill>
                  <a:blip r:embed="rId11"/>
                  <a:stretch>
                    <a:fillRect r="-1579" b="-25758"/>
                  </a:stretch>
                </a:blipFill>
                <a:ln w="12700">
                  <a:miter lim="400000"/>
                </a:ln>
                <a:extLst>
                  <a:ext uri="{C572A759-6A51-4108-AA02-DFA0A04FC94B}">
                    <ma14:wrappingTextBoxFlag xmlns="" xmlns:ma14="http://schemas.microsoft.com/office/mac/drawingml/2011/main" xmlns:m="http://schemas.openxmlformats.org/officeDocument/2006/math" xmlns:a14="http://schemas.microsoft.com/office/drawing/2010/main"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17. Hence,   edp  =   AR / (AR - MR)">
                  <a:extLst>
                    <a:ext uri="{FF2B5EF4-FFF2-40B4-BE49-F238E27FC236}">
                      <a16:creationId xmlns:a16="http://schemas.microsoft.com/office/drawing/2014/main" id="{4E794D62-C32D-1B4A-8FA3-CAAC084ECF3A}"/>
                    </a:ext>
                  </a:extLst>
                </p:cNvPr>
                <p:cNvSpPr txBox="1"/>
                <p:nvPr/>
              </p:nvSpPr>
              <p:spPr>
                <a:xfrm>
                  <a:off x="7627937" y="5274027"/>
                  <a:ext cx="4018964" cy="826987"/>
                </a:xfrm>
                <a:prstGeom prst="rect">
                  <a:avLst/>
                </a:prstGeom>
                <a:ln w="12700">
                  <a:miter lim="400000"/>
                </a:ln>
                <a:extLst>
                  <a:ext uri="{C572A759-6A51-4108-AA02-DFA0A04FC94B}">
                    <ma14:wrappingTextBoxFlag xmlns="" xmlns:ma14="http://schemas.microsoft.com/office/mac/drawingml/2011/main" xmlns:m="http://schemas.openxmlformats.org/officeDocument/2006/math" val="1"/>
                  </a:ext>
                </a:extLst>
              </p:spPr>
              <p:txBody>
                <a:bodyPr lIns="50800" tIns="50800" rIns="50800" bIns="50800" anchor="b">
                  <a:noAutofit/>
                </a:bodyPr>
                <a:lstStyle/>
                <a:p>
                  <a:pPr algn="l" defTabSz="496570">
                    <a:defRPr sz="2550" b="0">
                      <a:latin typeface="+mn-lt"/>
                      <a:ea typeface="+mn-ea"/>
                      <a:cs typeface="+mn-cs"/>
                      <a:sym typeface="Helvetica Neue Medium"/>
                    </a:defRPr>
                  </a:pPr>
                  <a14:m>
                    <m:oMath xmlns:m="http://schemas.openxmlformats.org/officeDocument/2006/math">
                      <m:r>
                        <a:rPr lang="en-US" sz="3600" b="1" i="0" smtClean="0">
                          <a:solidFill>
                            <a:schemeClr val="accent6">
                              <a:lumMod val="75000"/>
                            </a:schemeClr>
                          </a:solidFill>
                          <a:latin typeface="Cambria Math" panose="02040503050406030204" pitchFamily="18" charset="0"/>
                        </a:rPr>
                        <m:t>𝐯</m:t>
                      </m:r>
                      <m:r>
                        <a:rPr lang="en-US" sz="3600" b="1" i="0" smtClean="0">
                          <a:solidFill>
                            <a:schemeClr val="accent6">
                              <a:lumMod val="75000"/>
                            </a:schemeClr>
                          </a:solidFill>
                          <a:latin typeface="Cambria Math" panose="02040503050406030204" pitchFamily="18" charset="0"/>
                        </a:rPr>
                        <m:t>.       </m:t>
                      </m:r>
                      <m:r>
                        <a:rPr lang="en-US" sz="3600" b="1" i="0" smtClean="0">
                          <a:solidFill>
                            <a:schemeClr val="accent6">
                              <a:lumMod val="75000"/>
                            </a:schemeClr>
                          </a:solidFill>
                          <a:latin typeface="Cambria Math" panose="02040503050406030204" pitchFamily="18" charset="0"/>
                        </a:rPr>
                        <m:t>𝐞𝐌</m:t>
                      </m:r>
                      <m:r>
                        <a:rPr lang="en-US" sz="3600" b="1" i="0" smtClean="0">
                          <a:solidFill>
                            <a:schemeClr val="accent6">
                              <a:lumMod val="75000"/>
                            </a:schemeClr>
                          </a:solidFill>
                          <a:latin typeface="Cambria Math" panose="02040503050406030204" pitchFamily="18" charset="0"/>
                        </a:rPr>
                        <m:t> =</m:t>
                      </m:r>
                      <m:r>
                        <a:rPr lang="en-US" sz="3600" b="1" i="1">
                          <a:solidFill>
                            <a:schemeClr val="accent6">
                              <a:lumMod val="75000"/>
                            </a:schemeClr>
                          </a:solidFill>
                          <a:latin typeface="Cambria Math" panose="02040503050406030204" pitchFamily="18" charset="0"/>
                          <a:sym typeface="Helvetica Neue Medium"/>
                        </a:rPr>
                        <m:t>𝒆</m:t>
                      </m:r>
                      <m:r>
                        <a:rPr lang="en-US" sz="3600" b="1" i="0" smtClean="0">
                          <a:solidFill>
                            <a:schemeClr val="accent6">
                              <a:lumMod val="75000"/>
                            </a:schemeClr>
                          </a:solidFill>
                          <a:latin typeface="Cambria Math" panose="02040503050406030204" pitchFamily="18" charset="0"/>
                          <a:sym typeface="Helvetica Neue Medium"/>
                        </a:rPr>
                        <m:t>𝐀</m:t>
                      </m:r>
                    </m:oMath>
                  </a14:m>
                  <a:r>
                    <a:rPr lang="en-US" sz="3600" dirty="0">
                      <a:solidFill>
                        <a:schemeClr val="accent6">
                          <a:lumMod val="75000"/>
                        </a:schemeClr>
                      </a:solidFill>
                      <a:latin typeface="Times New Roman" panose="02020603050405020304" pitchFamily="18" charset="0"/>
                      <a:cs typeface="Times New Roman" panose="02020603050405020304" pitchFamily="18" charset="0"/>
                    </a:rPr>
                    <a:t> - A</a:t>
                  </a:r>
                  <a:endParaRPr lang="ar-AE" sz="3600" dirty="0">
                    <a:solidFill>
                      <a:schemeClr val="accent6">
                        <a:lumMod val="75000"/>
                      </a:schemeClr>
                    </a:solidFill>
                    <a:latin typeface="Times New Roman" panose="02020603050405020304" pitchFamily="18" charset="0"/>
                    <a:cs typeface="Times New Roman" panose="02020603050405020304" pitchFamily="18" charset="0"/>
                  </a:endParaRPr>
                </a:p>
              </p:txBody>
            </p:sp>
          </mc:Choice>
          <mc:Fallback xmlns="">
            <p:sp>
              <p:nvSpPr>
                <p:cNvPr id="54" name="17. Hence,   edp  =   AR / (AR - MR)">
                  <a:extLst>
                    <a:ext uri="{FF2B5EF4-FFF2-40B4-BE49-F238E27FC236}">
                      <a16:creationId xmlns:a16="http://schemas.microsoft.com/office/drawing/2014/main" id="{4E794D62-C32D-1B4A-8FA3-CAAC084ECF3A}"/>
                    </a:ext>
                  </a:extLst>
                </p:cNvPr>
                <p:cNvSpPr txBox="1">
                  <a:spLocks noRot="1" noChangeAspect="1" noMove="1" noResize="1" noEditPoints="1" noAdjustHandles="1" noChangeArrowheads="1" noChangeShapeType="1" noTextEdit="1"/>
                </p:cNvSpPr>
                <p:nvPr/>
              </p:nvSpPr>
              <p:spPr>
                <a:xfrm>
                  <a:off x="7627937" y="5274027"/>
                  <a:ext cx="4018964" cy="826987"/>
                </a:xfrm>
                <a:prstGeom prst="rect">
                  <a:avLst/>
                </a:prstGeom>
                <a:blipFill>
                  <a:blip r:embed="rId12"/>
                  <a:stretch>
                    <a:fillRect l="-1572" r="-1258" b="-25758"/>
                  </a:stretch>
                </a:blipFill>
                <a:ln w="12700">
                  <a:miter lim="400000"/>
                </a:ln>
                <a:extLst>
                  <a:ext uri="{C572A759-6A51-4108-AA02-DFA0A04FC94B}">
                    <ma14:wrappingTextBoxFlag xmlns="" xmlns:ma14="http://schemas.microsoft.com/office/mac/drawingml/2011/main" xmlns:m="http://schemas.openxmlformats.org/officeDocument/2006/math" xmlns:a14="http://schemas.microsoft.com/office/drawing/2010/main"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6" name="17. Hence,   edp  =   AR / (AR - MR)">
                  <a:extLst>
                    <a:ext uri="{FF2B5EF4-FFF2-40B4-BE49-F238E27FC236}">
                      <a16:creationId xmlns:a16="http://schemas.microsoft.com/office/drawing/2014/main" id="{02879EAA-C2BE-8D44-91AE-E4A9EB50A381}"/>
                    </a:ext>
                  </a:extLst>
                </p:cNvPr>
                <p:cNvSpPr txBox="1"/>
                <p:nvPr/>
              </p:nvSpPr>
              <p:spPr>
                <a:xfrm>
                  <a:off x="7264568" y="6101014"/>
                  <a:ext cx="4615546" cy="1467067"/>
                </a:xfrm>
                <a:prstGeom prst="rect">
                  <a:avLst/>
                </a:prstGeom>
                <a:ln w="12700">
                  <a:miter lim="400000"/>
                </a:ln>
                <a:extLst>
                  <a:ext uri="{C572A759-6A51-4108-AA02-DFA0A04FC94B}">
                    <ma14:wrappingTextBoxFlag xmlns="" xmlns:ma14="http://schemas.microsoft.com/office/mac/drawingml/2011/main" xmlns:m="http://schemas.openxmlformats.org/officeDocument/2006/math" val="1"/>
                  </a:ext>
                </a:extLst>
              </p:spPr>
              <p:txBody>
                <a:bodyPr lIns="50800" tIns="50800" rIns="50800" bIns="50800" anchor="b">
                  <a:noAutofit/>
                </a:bodyPr>
                <a:lstStyle/>
                <a:p>
                  <a:pPr algn="l" defTabSz="496570">
                    <a:defRPr sz="2550" b="0">
                      <a:latin typeface="+mn-lt"/>
                      <a:ea typeface="+mn-ea"/>
                      <a:cs typeface="+mn-cs"/>
                      <a:sym typeface="Helvetica Neue Medium"/>
                    </a:defRPr>
                  </a:pPr>
                  <a14:m>
                    <m:oMathPara xmlns:m="http://schemas.openxmlformats.org/officeDocument/2006/math">
                      <m:oMathParaPr>
                        <m:jc m:val="centerGroup"/>
                      </m:oMathParaPr>
                      <m:oMath xmlns:m="http://schemas.openxmlformats.org/officeDocument/2006/math">
                        <m:r>
                          <a:rPr lang="en-US" sz="3600" b="1" i="0" smtClean="0">
                            <a:solidFill>
                              <a:schemeClr val="accent6">
                                <a:lumMod val="75000"/>
                              </a:schemeClr>
                            </a:solidFill>
                            <a:latin typeface="Cambria Math" panose="02040503050406030204" pitchFamily="18" charset="0"/>
                          </a:rPr>
                          <m:t>𝐯𝐢</m:t>
                        </m:r>
                        <m:r>
                          <a:rPr lang="en-US" sz="3600" b="1" i="0" smtClean="0">
                            <a:solidFill>
                              <a:schemeClr val="accent6">
                                <a:lumMod val="75000"/>
                              </a:schemeClr>
                            </a:solidFill>
                            <a:latin typeface="Cambria Math" panose="02040503050406030204" pitchFamily="18" charset="0"/>
                          </a:rPr>
                          <m:t>. .   </m:t>
                        </m:r>
                        <m:r>
                          <a:rPr lang="en-US" sz="3600" b="1" i="0" smtClean="0">
                            <a:solidFill>
                              <a:schemeClr val="accent6">
                                <a:lumMod val="75000"/>
                              </a:schemeClr>
                            </a:solidFill>
                            <a:latin typeface="Cambria Math" panose="02040503050406030204" pitchFamily="18" charset="0"/>
                          </a:rPr>
                          <m:t>𝐌</m:t>
                        </m:r>
                        <m:r>
                          <a:rPr lang="en-US" sz="3600" b="1" i="0" smtClean="0">
                            <a:solidFill>
                              <a:schemeClr val="accent6">
                                <a:lumMod val="75000"/>
                              </a:schemeClr>
                            </a:solidFill>
                            <a:latin typeface="Cambria Math" panose="02040503050406030204" pitchFamily="18" charset="0"/>
                          </a:rPr>
                          <m:t>=</m:t>
                        </m:r>
                        <m:f>
                          <m:fPr>
                            <m:ctrlPr>
                              <a:rPr lang="ar-AE" sz="3600" i="1" smtClean="0">
                                <a:solidFill>
                                  <a:schemeClr val="accent6">
                                    <a:lumMod val="75000"/>
                                  </a:schemeClr>
                                </a:solidFill>
                                <a:latin typeface="Cambria Math" panose="02040503050406030204" pitchFamily="18" charset="0"/>
                              </a:rPr>
                            </m:ctrlPr>
                          </m:fPr>
                          <m:num>
                            <m:r>
                              <a:rPr lang="en-US" sz="3600" b="1" i="1" smtClean="0">
                                <a:solidFill>
                                  <a:schemeClr val="accent6">
                                    <a:lumMod val="75000"/>
                                  </a:schemeClr>
                                </a:solidFill>
                                <a:latin typeface="Cambria Math" panose="02040503050406030204" pitchFamily="18" charset="0"/>
                              </a:rPr>
                              <m:t>𝑨</m:t>
                            </m:r>
                            <m:r>
                              <a:rPr lang="en-US" sz="3600" b="1" i="1" smtClean="0">
                                <a:solidFill>
                                  <a:schemeClr val="accent6">
                                    <a:lumMod val="75000"/>
                                  </a:schemeClr>
                                </a:solidFill>
                                <a:latin typeface="Cambria Math" panose="02040503050406030204" pitchFamily="18" charset="0"/>
                              </a:rPr>
                              <m:t>(</m:t>
                            </m:r>
                            <m:r>
                              <a:rPr lang="en-US" sz="3600" b="1" i="1" smtClean="0">
                                <a:solidFill>
                                  <a:schemeClr val="accent6">
                                    <a:lumMod val="75000"/>
                                  </a:schemeClr>
                                </a:solidFill>
                                <a:latin typeface="Cambria Math" panose="02040503050406030204" pitchFamily="18" charset="0"/>
                              </a:rPr>
                              <m:t>𝒆</m:t>
                            </m:r>
                            <m:r>
                              <a:rPr lang="en-US" sz="3600" b="1" i="1" smtClean="0">
                                <a:solidFill>
                                  <a:schemeClr val="accent6">
                                    <a:lumMod val="75000"/>
                                  </a:schemeClr>
                                </a:solidFill>
                                <a:latin typeface="Cambria Math" panose="02040503050406030204" pitchFamily="18" charset="0"/>
                              </a:rPr>
                              <m:t> −</m:t>
                            </m:r>
                            <m:r>
                              <a:rPr lang="en-US" sz="3600" b="1" i="1" smtClean="0">
                                <a:solidFill>
                                  <a:schemeClr val="accent6">
                                    <a:lumMod val="75000"/>
                                  </a:schemeClr>
                                </a:solidFill>
                                <a:latin typeface="Cambria Math" panose="02040503050406030204" pitchFamily="18" charset="0"/>
                              </a:rPr>
                              <m:t>𝟏</m:t>
                            </m:r>
                            <m:r>
                              <a:rPr lang="en-US" sz="3600" b="1" i="1" smtClean="0">
                                <a:solidFill>
                                  <a:schemeClr val="accent6">
                                    <a:lumMod val="75000"/>
                                  </a:schemeClr>
                                </a:solidFill>
                                <a:latin typeface="Cambria Math" panose="02040503050406030204" pitchFamily="18" charset="0"/>
                              </a:rPr>
                              <m:t>)</m:t>
                            </m:r>
                          </m:num>
                          <m:den>
                            <m:r>
                              <a:rPr lang="en-US" sz="3600" b="1" i="1" smtClean="0">
                                <a:solidFill>
                                  <a:schemeClr val="accent6">
                                    <a:lumMod val="75000"/>
                                  </a:schemeClr>
                                </a:solidFill>
                                <a:latin typeface="Cambria Math" panose="02040503050406030204" pitchFamily="18" charset="0"/>
                              </a:rPr>
                              <m:t>𝒆</m:t>
                            </m:r>
                            <m:r>
                              <a:rPr lang="ar-AE" sz="3600" b="1" i="1" smtClean="0">
                                <a:solidFill>
                                  <a:schemeClr val="accent6">
                                    <a:lumMod val="75000"/>
                                  </a:schemeClr>
                                </a:solidFill>
                                <a:latin typeface="Cambria Math" panose="02040503050406030204" pitchFamily="18" charset="0"/>
                              </a:rPr>
                              <m:t> </m:t>
                            </m:r>
                          </m:den>
                        </m:f>
                      </m:oMath>
                    </m:oMathPara>
                  </a14:m>
                  <a:endParaRPr lang="ar-AE" sz="3600" dirty="0">
                    <a:solidFill>
                      <a:schemeClr val="accent6">
                        <a:lumMod val="75000"/>
                      </a:schemeClr>
                    </a:solidFill>
                    <a:latin typeface="Times New Roman" panose="02020603050405020304" pitchFamily="18" charset="0"/>
                    <a:cs typeface="Times New Roman" panose="02020603050405020304" pitchFamily="18" charset="0"/>
                  </a:endParaRPr>
                </a:p>
              </p:txBody>
            </p:sp>
          </mc:Choice>
          <mc:Fallback xmlns="">
            <p:sp>
              <p:nvSpPr>
                <p:cNvPr id="66" name="17. Hence,   edp  =   AR / (AR - MR)">
                  <a:extLst>
                    <a:ext uri="{FF2B5EF4-FFF2-40B4-BE49-F238E27FC236}">
                      <a16:creationId xmlns:a16="http://schemas.microsoft.com/office/drawing/2014/main" id="{02879EAA-C2BE-8D44-91AE-E4A9EB50A381}"/>
                    </a:ext>
                  </a:extLst>
                </p:cNvPr>
                <p:cNvSpPr txBox="1">
                  <a:spLocks noRot="1" noChangeAspect="1" noMove="1" noResize="1" noEditPoints="1" noAdjustHandles="1" noChangeArrowheads="1" noChangeShapeType="1" noTextEdit="1"/>
                </p:cNvSpPr>
                <p:nvPr/>
              </p:nvSpPr>
              <p:spPr>
                <a:xfrm>
                  <a:off x="7264568" y="6101014"/>
                  <a:ext cx="4615546" cy="1467067"/>
                </a:xfrm>
                <a:prstGeom prst="rect">
                  <a:avLst/>
                </a:prstGeom>
                <a:blipFill>
                  <a:blip r:embed="rId13"/>
                  <a:stretch>
                    <a:fillRect b="-18966"/>
                  </a:stretch>
                </a:blipFill>
                <a:ln w="12700">
                  <a:miter lim="400000"/>
                </a:ln>
                <a:extLst>
                  <a:ext uri="{C572A759-6A51-4108-AA02-DFA0A04FC94B}">
                    <ma14:wrappingTextBoxFlag xmlns="" xmlns:ma14="http://schemas.microsoft.com/office/mac/drawingml/2011/main" xmlns:m="http://schemas.openxmlformats.org/officeDocument/2006/math" xmlns:a14="http://schemas.microsoft.com/office/drawing/2010/main" val="1"/>
                  </a:ext>
                </a:extLst>
              </p:spPr>
              <p:txBody>
                <a:bodyPr/>
                <a:lstStyle/>
                <a:p>
                  <a:r>
                    <a:rPr lang="en-US">
                      <a:noFill/>
                    </a:rPr>
                    <a:t> </a:t>
                  </a:r>
                </a:p>
              </p:txBody>
            </p:sp>
          </mc:Fallback>
        </mc:AlternateContent>
      </p:grpSp>
    </p:spTree>
    <p:extLst>
      <p:ext uri="{BB962C8B-B14F-4D97-AF65-F5344CB8AC3E}">
        <p14:creationId xmlns:p14="http://schemas.microsoft.com/office/powerpoint/2010/main" val="3536547434"/>
      </p:ext>
    </p:extLst>
  </p:cSld>
  <p:clrMapOvr>
    <a:masterClrMapping/>
  </p:clrMapOvr>
  <p:transition spd="med"/>
  <p:timing>
    <p:tnLst>
      <p:par>
        <p:cTn id="1" dur="indefinite" restart="never" fill="hold"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C84A8EB-71DC-154F-851E-BE1DA9C7D324}"/>
              </a:ext>
            </a:extLst>
          </p:cNvPr>
          <p:cNvSpPr>
            <a:spLocks noGrp="1"/>
          </p:cNvSpPr>
          <p:nvPr>
            <p:ph type="sldNum" sz="quarter" idx="2"/>
          </p:nvPr>
        </p:nvSpPr>
        <p:spPr>
          <a:xfrm>
            <a:off x="12596324" y="9269065"/>
            <a:ext cx="340259" cy="324306"/>
          </a:xfrm>
        </p:spPr>
        <p:txBody>
          <a:bodyPr/>
          <a:lstStyle/>
          <a:p>
            <a:fld id="{86CB4B4D-7CA3-9044-876B-883B54F8677D}" type="slidenum">
              <a:rPr lang="en-IN" smtClean="0"/>
              <a:t>25</a:t>
            </a:fld>
            <a:endParaRPr lang="en-IN" dirty="0"/>
          </a:p>
        </p:txBody>
      </p:sp>
      <p:sp>
        <p:nvSpPr>
          <p:cNvPr id="121" name="Line"/>
          <p:cNvSpPr/>
          <p:nvPr/>
        </p:nvSpPr>
        <p:spPr>
          <a:xfrm flipV="1">
            <a:off x="1503071" y="1523282"/>
            <a:ext cx="1" cy="5161468"/>
          </a:xfrm>
          <a:prstGeom prst="line">
            <a:avLst/>
          </a:prstGeom>
          <a:noFill/>
          <a:ln w="28575" cap="flat">
            <a:solidFill>
              <a:srgbClr val="000000"/>
            </a:solidFill>
            <a:prstDash val="solid"/>
            <a:miter lim="400000"/>
            <a:headEnd type="triangle" w="med" len="med"/>
            <a:tailEnd type="triangle" w="med" len="med"/>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sz="1200">
              <a:latin typeface="Times New Roman" panose="02020603050405020304" pitchFamily="18" charset="0"/>
              <a:cs typeface="Times New Roman" panose="02020603050405020304" pitchFamily="18" charset="0"/>
            </a:endParaRPr>
          </a:p>
        </p:txBody>
      </p:sp>
      <p:sp>
        <p:nvSpPr>
          <p:cNvPr id="122" name="Line"/>
          <p:cNvSpPr/>
          <p:nvPr/>
        </p:nvSpPr>
        <p:spPr>
          <a:xfrm flipV="1">
            <a:off x="1069208" y="6309342"/>
            <a:ext cx="3628971" cy="0"/>
          </a:xfrm>
          <a:prstGeom prst="line">
            <a:avLst/>
          </a:prstGeom>
          <a:noFill/>
          <a:ln w="28575" cap="flat">
            <a:solidFill>
              <a:srgbClr val="000000"/>
            </a:solidFill>
            <a:prstDash val="solid"/>
            <a:miter lim="400000"/>
            <a:headEnd type="triangle" w="med" len="med"/>
            <a:tailEnd type="triangle" w="med" len="med"/>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sz="1200">
              <a:latin typeface="Times New Roman" panose="02020603050405020304" pitchFamily="18" charset="0"/>
              <a:cs typeface="Times New Roman" panose="02020603050405020304" pitchFamily="18" charset="0"/>
            </a:endParaRPr>
          </a:p>
        </p:txBody>
      </p:sp>
      <p:sp>
        <p:nvSpPr>
          <p:cNvPr id="123" name="AR, MR"/>
          <p:cNvSpPr txBox="1"/>
          <p:nvPr/>
        </p:nvSpPr>
        <p:spPr>
          <a:xfrm>
            <a:off x="737941" y="1540075"/>
            <a:ext cx="761548" cy="569050"/>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Autofit/>
          </a:bodyPr>
          <a:lstStyle>
            <a:lvl1pPr defTabSz="426466">
              <a:defRPr sz="2190" b="0">
                <a:latin typeface="+mn-lt"/>
                <a:ea typeface="+mn-ea"/>
                <a:cs typeface="+mn-cs"/>
                <a:sym typeface="Helvetica Neue Medium"/>
              </a:defRPr>
            </a:lvl1pPr>
          </a:lstStyle>
          <a:p>
            <a:r>
              <a:rPr lang="en-US" sz="2000" dirty="0">
                <a:latin typeface="Times New Roman" panose="02020603050405020304" pitchFamily="18" charset="0"/>
                <a:cs typeface="Times New Roman" panose="02020603050405020304" pitchFamily="18" charset="0"/>
              </a:rPr>
              <a:t>Price</a:t>
            </a:r>
            <a:endParaRPr sz="2000" dirty="0">
              <a:latin typeface="Times New Roman" panose="02020603050405020304" pitchFamily="18" charset="0"/>
              <a:cs typeface="Times New Roman" panose="02020603050405020304" pitchFamily="18" charset="0"/>
            </a:endParaRPr>
          </a:p>
        </p:txBody>
      </p:sp>
      <p:sp>
        <p:nvSpPr>
          <p:cNvPr id="124" name="Qty"/>
          <p:cNvSpPr txBox="1"/>
          <p:nvPr/>
        </p:nvSpPr>
        <p:spPr>
          <a:xfrm>
            <a:off x="4112724" y="6375730"/>
            <a:ext cx="772189" cy="474931"/>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Autofit/>
          </a:bodyPr>
          <a:lstStyle>
            <a:lvl1pPr defTabSz="467359">
              <a:defRPr b="0">
                <a:latin typeface="+mn-lt"/>
                <a:ea typeface="+mn-ea"/>
                <a:cs typeface="+mn-cs"/>
                <a:sym typeface="Helvetica Neue Medium"/>
              </a:defRPr>
            </a:lvl1pPr>
          </a:lstStyle>
          <a:p>
            <a:r>
              <a:rPr sz="2000" dirty="0">
                <a:latin typeface="Times New Roman" panose="02020603050405020304" pitchFamily="18" charset="0"/>
                <a:cs typeface="Times New Roman" panose="02020603050405020304" pitchFamily="18" charset="0"/>
              </a:rPr>
              <a:t>Qty</a:t>
            </a:r>
          </a:p>
        </p:txBody>
      </p:sp>
      <p:sp>
        <p:nvSpPr>
          <p:cNvPr id="111" name="Line">
            <a:extLst>
              <a:ext uri="{FF2B5EF4-FFF2-40B4-BE49-F238E27FC236}">
                <a16:creationId xmlns:a16="http://schemas.microsoft.com/office/drawing/2014/main" id="{43AC6F69-6654-FF44-8972-D4CC7AE32319}"/>
              </a:ext>
            </a:extLst>
          </p:cNvPr>
          <p:cNvSpPr/>
          <p:nvPr/>
        </p:nvSpPr>
        <p:spPr>
          <a:xfrm flipV="1">
            <a:off x="5356508" y="1639729"/>
            <a:ext cx="1" cy="5161468"/>
          </a:xfrm>
          <a:prstGeom prst="line">
            <a:avLst/>
          </a:prstGeom>
          <a:noFill/>
          <a:ln w="28575" cap="flat">
            <a:solidFill>
              <a:srgbClr val="000000"/>
            </a:solidFill>
            <a:prstDash val="solid"/>
            <a:miter lim="400000"/>
            <a:headEnd type="triangle" w="med" len="med"/>
            <a:tailEnd type="triangle" w="med" len="med"/>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sz="1200">
              <a:latin typeface="Times New Roman" panose="02020603050405020304" pitchFamily="18" charset="0"/>
              <a:cs typeface="Times New Roman" panose="02020603050405020304" pitchFamily="18" charset="0"/>
            </a:endParaRPr>
          </a:p>
        </p:txBody>
      </p:sp>
      <p:sp>
        <p:nvSpPr>
          <p:cNvPr id="112" name="Line">
            <a:extLst>
              <a:ext uri="{FF2B5EF4-FFF2-40B4-BE49-F238E27FC236}">
                <a16:creationId xmlns:a16="http://schemas.microsoft.com/office/drawing/2014/main" id="{335B1852-EA8A-EA41-BED8-2EE3095CBC40}"/>
              </a:ext>
            </a:extLst>
          </p:cNvPr>
          <p:cNvSpPr/>
          <p:nvPr/>
        </p:nvSpPr>
        <p:spPr>
          <a:xfrm>
            <a:off x="4892035" y="6299424"/>
            <a:ext cx="2928285" cy="1"/>
          </a:xfrm>
          <a:prstGeom prst="line">
            <a:avLst/>
          </a:prstGeom>
          <a:noFill/>
          <a:ln w="28575" cap="flat">
            <a:solidFill>
              <a:srgbClr val="000000"/>
            </a:solidFill>
            <a:prstDash val="solid"/>
            <a:miter lim="400000"/>
            <a:headEnd type="triangle" w="med" len="med"/>
            <a:tailEnd type="triangle" w="med" len="med"/>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sz="1200">
              <a:latin typeface="Times New Roman" panose="02020603050405020304" pitchFamily="18" charset="0"/>
              <a:cs typeface="Times New Roman" panose="02020603050405020304" pitchFamily="18" charset="0"/>
            </a:endParaRPr>
          </a:p>
        </p:txBody>
      </p:sp>
      <p:sp>
        <p:nvSpPr>
          <p:cNvPr id="46" name="C">
            <a:extLst>
              <a:ext uri="{FF2B5EF4-FFF2-40B4-BE49-F238E27FC236}">
                <a16:creationId xmlns:a16="http://schemas.microsoft.com/office/drawing/2014/main" id="{396F82E0-714D-774C-B2C7-C4D60EDEE79E}"/>
              </a:ext>
            </a:extLst>
          </p:cNvPr>
          <p:cNvSpPr txBox="1"/>
          <p:nvPr/>
        </p:nvSpPr>
        <p:spPr>
          <a:xfrm>
            <a:off x="1910962" y="473974"/>
            <a:ext cx="1794111" cy="826223"/>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Autofit/>
          </a:bodyPr>
          <a:lstStyle>
            <a:lvl1pPr>
              <a:defRPr sz="3000" b="0">
                <a:latin typeface="+mn-lt"/>
                <a:ea typeface="+mn-ea"/>
                <a:cs typeface="+mn-cs"/>
                <a:sym typeface="Helvetica Neue Medium"/>
              </a:defRPr>
            </a:lvl1pPr>
          </a:lstStyle>
          <a:p>
            <a:r>
              <a:rPr lang="en-US" sz="2000" b="1" dirty="0">
                <a:solidFill>
                  <a:schemeClr val="tx1"/>
                </a:solidFill>
                <a:latin typeface="Times New Roman" panose="02020603050405020304" pitchFamily="18" charset="0"/>
                <a:cs typeface="Times New Roman" panose="02020603050405020304" pitchFamily="18" charset="0"/>
              </a:rPr>
              <a:t>Individual A</a:t>
            </a:r>
          </a:p>
        </p:txBody>
      </p:sp>
      <p:sp>
        <p:nvSpPr>
          <p:cNvPr id="42" name="Line">
            <a:extLst>
              <a:ext uri="{FF2B5EF4-FFF2-40B4-BE49-F238E27FC236}">
                <a16:creationId xmlns:a16="http://schemas.microsoft.com/office/drawing/2014/main" id="{EAD280C2-D13B-314F-B1BF-42025DCC6561}"/>
              </a:ext>
            </a:extLst>
          </p:cNvPr>
          <p:cNvSpPr/>
          <p:nvPr/>
        </p:nvSpPr>
        <p:spPr>
          <a:xfrm flipH="1" flipV="1">
            <a:off x="8582876" y="1602246"/>
            <a:ext cx="7752" cy="5136045"/>
          </a:xfrm>
          <a:prstGeom prst="line">
            <a:avLst/>
          </a:prstGeom>
          <a:noFill/>
          <a:ln w="28575" cap="flat">
            <a:solidFill>
              <a:srgbClr val="000000"/>
            </a:solidFill>
            <a:prstDash val="solid"/>
            <a:miter lim="400000"/>
            <a:headEnd type="triangle" w="med" len="med"/>
            <a:tailEnd type="triangle" w="med" len="med"/>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sz="1200">
              <a:latin typeface="Times New Roman" panose="02020603050405020304" pitchFamily="18" charset="0"/>
              <a:cs typeface="Times New Roman" panose="02020603050405020304" pitchFamily="18" charset="0"/>
            </a:endParaRPr>
          </a:p>
        </p:txBody>
      </p:sp>
      <p:sp>
        <p:nvSpPr>
          <p:cNvPr id="43" name="Line">
            <a:extLst>
              <a:ext uri="{FF2B5EF4-FFF2-40B4-BE49-F238E27FC236}">
                <a16:creationId xmlns:a16="http://schemas.microsoft.com/office/drawing/2014/main" id="{1393B559-4F6C-E14F-B1A1-A7BE5B220CAA}"/>
              </a:ext>
            </a:extLst>
          </p:cNvPr>
          <p:cNvSpPr/>
          <p:nvPr/>
        </p:nvSpPr>
        <p:spPr>
          <a:xfrm>
            <a:off x="8304436" y="6353658"/>
            <a:ext cx="4291888" cy="2506"/>
          </a:xfrm>
          <a:prstGeom prst="line">
            <a:avLst/>
          </a:prstGeom>
          <a:noFill/>
          <a:ln w="28575" cap="flat">
            <a:solidFill>
              <a:srgbClr val="000000"/>
            </a:solidFill>
            <a:prstDash val="solid"/>
            <a:miter lim="400000"/>
            <a:headEnd type="triangle" w="med" len="med"/>
            <a:tailEnd type="triangle" w="med" len="med"/>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sz="1200">
              <a:latin typeface="Times New Roman" panose="02020603050405020304" pitchFamily="18" charset="0"/>
              <a:cs typeface="Times New Roman" panose="02020603050405020304" pitchFamily="18" charset="0"/>
            </a:endParaRPr>
          </a:p>
        </p:txBody>
      </p:sp>
      <p:sp>
        <p:nvSpPr>
          <p:cNvPr id="63" name="C">
            <a:extLst>
              <a:ext uri="{FF2B5EF4-FFF2-40B4-BE49-F238E27FC236}">
                <a16:creationId xmlns:a16="http://schemas.microsoft.com/office/drawing/2014/main" id="{4056FFCC-0D0A-8942-910E-58ACEB0AEC2E}"/>
              </a:ext>
            </a:extLst>
          </p:cNvPr>
          <p:cNvSpPr txBox="1"/>
          <p:nvPr/>
        </p:nvSpPr>
        <p:spPr>
          <a:xfrm>
            <a:off x="4064986" y="-29389"/>
            <a:ext cx="4239415" cy="515230"/>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Autofit/>
          </a:bodyPr>
          <a:lstStyle>
            <a:lvl1pPr>
              <a:defRPr sz="3000" b="0">
                <a:latin typeface="+mn-lt"/>
                <a:ea typeface="+mn-ea"/>
                <a:cs typeface="+mn-cs"/>
                <a:sym typeface="Helvetica Neue Medium"/>
              </a:defRPr>
            </a:lvl1pPr>
          </a:lstStyle>
          <a:p>
            <a:r>
              <a:rPr lang="en-US" sz="2400" b="1" dirty="0">
                <a:solidFill>
                  <a:srgbClr val="FF0000"/>
                </a:solidFill>
                <a:latin typeface="Times New Roman" panose="02020603050405020304" pitchFamily="18" charset="0"/>
                <a:cs typeface="Times New Roman" panose="02020603050405020304" pitchFamily="18" charset="0"/>
              </a:rPr>
              <a:t>BANDWAGON EFFECT</a:t>
            </a:r>
            <a:endParaRPr lang="en-US" sz="2400" b="1" dirty="0">
              <a:latin typeface="Times New Roman" panose="02020603050405020304" pitchFamily="18" charset="0"/>
              <a:cs typeface="Times New Roman" panose="02020603050405020304" pitchFamily="18" charset="0"/>
            </a:endParaRPr>
          </a:p>
        </p:txBody>
      </p:sp>
      <p:sp>
        <p:nvSpPr>
          <p:cNvPr id="75" name="C">
            <a:extLst>
              <a:ext uri="{FF2B5EF4-FFF2-40B4-BE49-F238E27FC236}">
                <a16:creationId xmlns:a16="http://schemas.microsoft.com/office/drawing/2014/main" id="{BB01863F-8903-3A47-9D10-96EB169A9177}"/>
              </a:ext>
            </a:extLst>
          </p:cNvPr>
          <p:cNvSpPr txBox="1"/>
          <p:nvPr/>
        </p:nvSpPr>
        <p:spPr>
          <a:xfrm>
            <a:off x="931929" y="6860082"/>
            <a:ext cx="11316487" cy="518385"/>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Autofit/>
          </a:bodyPr>
          <a:lstStyle>
            <a:lvl1pPr>
              <a:defRPr sz="3000" b="0">
                <a:latin typeface="+mn-lt"/>
                <a:ea typeface="+mn-ea"/>
                <a:cs typeface="+mn-cs"/>
                <a:sym typeface="Helvetica Neue Medium"/>
              </a:defRPr>
            </a:lvl1pPr>
          </a:lstStyle>
          <a:p>
            <a:pPr algn="just"/>
            <a:r>
              <a:rPr lang="en-US" sz="2400" b="1" dirty="0">
                <a:solidFill>
                  <a:schemeClr val="tx1"/>
                </a:solidFill>
                <a:latin typeface="Times New Roman" panose="02020603050405020304" pitchFamily="18" charset="0"/>
                <a:cs typeface="Times New Roman" panose="02020603050405020304" pitchFamily="18" charset="0"/>
              </a:rPr>
              <a:t>The Price of the concerned good falls</a:t>
            </a:r>
          </a:p>
        </p:txBody>
      </p:sp>
      <p:sp>
        <p:nvSpPr>
          <p:cNvPr id="69" name="C">
            <a:extLst>
              <a:ext uri="{FF2B5EF4-FFF2-40B4-BE49-F238E27FC236}">
                <a16:creationId xmlns:a16="http://schemas.microsoft.com/office/drawing/2014/main" id="{A2AA943D-EC06-A743-AC8B-5CDB754212BE}"/>
              </a:ext>
            </a:extLst>
          </p:cNvPr>
          <p:cNvSpPr txBox="1"/>
          <p:nvPr/>
        </p:nvSpPr>
        <p:spPr>
          <a:xfrm>
            <a:off x="6106870" y="485840"/>
            <a:ext cx="1794111" cy="826223"/>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Autofit/>
          </a:bodyPr>
          <a:lstStyle>
            <a:lvl1pPr>
              <a:defRPr sz="3000" b="0">
                <a:latin typeface="+mn-lt"/>
                <a:ea typeface="+mn-ea"/>
                <a:cs typeface="+mn-cs"/>
                <a:sym typeface="Helvetica Neue Medium"/>
              </a:defRPr>
            </a:lvl1pPr>
          </a:lstStyle>
          <a:p>
            <a:r>
              <a:rPr lang="en-US" sz="2000" b="1" dirty="0">
                <a:solidFill>
                  <a:schemeClr val="tx1"/>
                </a:solidFill>
                <a:latin typeface="Times New Roman" panose="02020603050405020304" pitchFamily="18" charset="0"/>
                <a:cs typeface="Times New Roman" panose="02020603050405020304" pitchFamily="18" charset="0"/>
              </a:rPr>
              <a:t>Individual B</a:t>
            </a:r>
          </a:p>
        </p:txBody>
      </p:sp>
      <p:sp>
        <p:nvSpPr>
          <p:cNvPr id="70" name="C">
            <a:extLst>
              <a:ext uri="{FF2B5EF4-FFF2-40B4-BE49-F238E27FC236}">
                <a16:creationId xmlns:a16="http://schemas.microsoft.com/office/drawing/2014/main" id="{B58F5C2B-FE99-5248-AA54-09F34E23B525}"/>
              </a:ext>
            </a:extLst>
          </p:cNvPr>
          <p:cNvSpPr txBox="1"/>
          <p:nvPr/>
        </p:nvSpPr>
        <p:spPr>
          <a:xfrm>
            <a:off x="9498520" y="452930"/>
            <a:ext cx="1794111" cy="826223"/>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Autofit/>
          </a:bodyPr>
          <a:lstStyle>
            <a:lvl1pPr>
              <a:defRPr sz="3000" b="0">
                <a:latin typeface="+mn-lt"/>
                <a:ea typeface="+mn-ea"/>
                <a:cs typeface="+mn-cs"/>
                <a:sym typeface="Helvetica Neue Medium"/>
              </a:defRPr>
            </a:lvl1pPr>
          </a:lstStyle>
          <a:p>
            <a:r>
              <a:rPr lang="en-US" sz="2000" b="1" dirty="0">
                <a:solidFill>
                  <a:schemeClr val="tx1"/>
                </a:solidFill>
                <a:latin typeface="Times New Roman" panose="02020603050405020304" pitchFamily="18" charset="0"/>
                <a:cs typeface="Times New Roman" panose="02020603050405020304" pitchFamily="18" charset="0"/>
              </a:rPr>
              <a:t>Market</a:t>
            </a:r>
          </a:p>
        </p:txBody>
      </p:sp>
      <p:sp>
        <p:nvSpPr>
          <p:cNvPr id="72" name="AR, MR">
            <a:extLst>
              <a:ext uri="{FF2B5EF4-FFF2-40B4-BE49-F238E27FC236}">
                <a16:creationId xmlns:a16="http://schemas.microsoft.com/office/drawing/2014/main" id="{73935365-6C8C-F541-8B9A-382812662747}"/>
              </a:ext>
            </a:extLst>
          </p:cNvPr>
          <p:cNvSpPr txBox="1"/>
          <p:nvPr/>
        </p:nvSpPr>
        <p:spPr>
          <a:xfrm>
            <a:off x="4450029" y="1336232"/>
            <a:ext cx="761548" cy="569050"/>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Autofit/>
          </a:bodyPr>
          <a:lstStyle>
            <a:lvl1pPr defTabSz="426466">
              <a:defRPr sz="2190" b="0">
                <a:latin typeface="+mn-lt"/>
                <a:ea typeface="+mn-ea"/>
                <a:cs typeface="+mn-cs"/>
                <a:sym typeface="Helvetica Neue Medium"/>
              </a:defRPr>
            </a:lvl1pPr>
          </a:lstStyle>
          <a:p>
            <a:r>
              <a:rPr lang="en-US" sz="2000" dirty="0">
                <a:latin typeface="Times New Roman" panose="02020603050405020304" pitchFamily="18" charset="0"/>
                <a:cs typeface="Times New Roman" panose="02020603050405020304" pitchFamily="18" charset="0"/>
              </a:rPr>
              <a:t>Price</a:t>
            </a:r>
            <a:endParaRPr sz="2000" dirty="0">
              <a:latin typeface="Times New Roman" panose="02020603050405020304" pitchFamily="18" charset="0"/>
              <a:cs typeface="Times New Roman" panose="02020603050405020304" pitchFamily="18" charset="0"/>
            </a:endParaRPr>
          </a:p>
        </p:txBody>
      </p:sp>
      <p:sp>
        <p:nvSpPr>
          <p:cNvPr id="73" name="AR, MR">
            <a:extLst>
              <a:ext uri="{FF2B5EF4-FFF2-40B4-BE49-F238E27FC236}">
                <a16:creationId xmlns:a16="http://schemas.microsoft.com/office/drawing/2014/main" id="{074E3417-5CAB-2E42-B168-D8B7F210E4B8}"/>
              </a:ext>
            </a:extLst>
          </p:cNvPr>
          <p:cNvSpPr txBox="1"/>
          <p:nvPr/>
        </p:nvSpPr>
        <p:spPr>
          <a:xfrm>
            <a:off x="7768699" y="1441983"/>
            <a:ext cx="761548" cy="569050"/>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Autofit/>
          </a:bodyPr>
          <a:lstStyle>
            <a:lvl1pPr defTabSz="426466">
              <a:defRPr sz="2190" b="0">
                <a:latin typeface="+mn-lt"/>
                <a:ea typeface="+mn-ea"/>
                <a:cs typeface="+mn-cs"/>
                <a:sym typeface="Helvetica Neue Medium"/>
              </a:defRPr>
            </a:lvl1pPr>
          </a:lstStyle>
          <a:p>
            <a:r>
              <a:rPr lang="en-US" sz="2000" dirty="0">
                <a:latin typeface="Times New Roman" panose="02020603050405020304" pitchFamily="18" charset="0"/>
                <a:cs typeface="Times New Roman" panose="02020603050405020304" pitchFamily="18" charset="0"/>
              </a:rPr>
              <a:t>Price</a:t>
            </a:r>
            <a:endParaRPr sz="2000" dirty="0">
              <a:latin typeface="Times New Roman" panose="02020603050405020304" pitchFamily="18" charset="0"/>
              <a:cs typeface="Times New Roman" panose="02020603050405020304" pitchFamily="18" charset="0"/>
            </a:endParaRPr>
          </a:p>
        </p:txBody>
      </p:sp>
      <p:sp>
        <p:nvSpPr>
          <p:cNvPr id="74" name="Qty">
            <a:extLst>
              <a:ext uri="{FF2B5EF4-FFF2-40B4-BE49-F238E27FC236}">
                <a16:creationId xmlns:a16="http://schemas.microsoft.com/office/drawing/2014/main" id="{765A2FBD-CC5D-A840-B798-43E3E35B5BE2}"/>
              </a:ext>
            </a:extLst>
          </p:cNvPr>
          <p:cNvSpPr txBox="1"/>
          <p:nvPr/>
        </p:nvSpPr>
        <p:spPr>
          <a:xfrm>
            <a:off x="7330640" y="6286000"/>
            <a:ext cx="772189" cy="474931"/>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Autofit/>
          </a:bodyPr>
          <a:lstStyle>
            <a:lvl1pPr defTabSz="467359">
              <a:defRPr b="0">
                <a:latin typeface="+mn-lt"/>
                <a:ea typeface="+mn-ea"/>
                <a:cs typeface="+mn-cs"/>
                <a:sym typeface="Helvetica Neue Medium"/>
              </a:defRPr>
            </a:lvl1pPr>
          </a:lstStyle>
          <a:p>
            <a:r>
              <a:rPr sz="2000" dirty="0">
                <a:latin typeface="Times New Roman" panose="02020603050405020304" pitchFamily="18" charset="0"/>
                <a:cs typeface="Times New Roman" panose="02020603050405020304" pitchFamily="18" charset="0"/>
              </a:rPr>
              <a:t>Qty</a:t>
            </a:r>
          </a:p>
        </p:txBody>
      </p:sp>
      <p:sp>
        <p:nvSpPr>
          <p:cNvPr id="78" name="Qty">
            <a:extLst>
              <a:ext uri="{FF2B5EF4-FFF2-40B4-BE49-F238E27FC236}">
                <a16:creationId xmlns:a16="http://schemas.microsoft.com/office/drawing/2014/main" id="{B9CDA4B3-7B73-C04F-9137-55753B6631D4}"/>
              </a:ext>
            </a:extLst>
          </p:cNvPr>
          <p:cNvSpPr txBox="1"/>
          <p:nvPr/>
        </p:nvSpPr>
        <p:spPr>
          <a:xfrm>
            <a:off x="11115589" y="6373024"/>
            <a:ext cx="1349119" cy="474931"/>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Autofit/>
          </a:bodyPr>
          <a:lstStyle>
            <a:lvl1pPr defTabSz="467359">
              <a:defRPr b="0">
                <a:latin typeface="+mn-lt"/>
                <a:ea typeface="+mn-ea"/>
                <a:cs typeface="+mn-cs"/>
                <a:sym typeface="Helvetica Neue Medium"/>
              </a:defRPr>
            </a:lvl1pPr>
          </a:lstStyle>
          <a:p>
            <a:r>
              <a:rPr sz="2000" dirty="0">
                <a:latin typeface="Times New Roman" panose="02020603050405020304" pitchFamily="18" charset="0"/>
                <a:cs typeface="Times New Roman" panose="02020603050405020304" pitchFamily="18" charset="0"/>
              </a:rPr>
              <a:t>Qty</a:t>
            </a:r>
            <a:r>
              <a:rPr lang="en-US" sz="2000" dirty="0">
                <a:latin typeface="Times New Roman" panose="02020603050405020304" pitchFamily="18" charset="0"/>
                <a:cs typeface="Times New Roman" panose="02020603050405020304" pitchFamily="18" charset="0"/>
              </a:rPr>
              <a:t> (100)</a:t>
            </a:r>
            <a:endParaRPr sz="2000" dirty="0">
              <a:latin typeface="Times New Roman" panose="02020603050405020304" pitchFamily="18" charset="0"/>
              <a:cs typeface="Times New Roman" panose="02020603050405020304" pitchFamily="18" charset="0"/>
            </a:endParaRPr>
          </a:p>
        </p:txBody>
      </p:sp>
      <p:grpSp>
        <p:nvGrpSpPr>
          <p:cNvPr id="31" name="Group 30">
            <a:extLst>
              <a:ext uri="{FF2B5EF4-FFF2-40B4-BE49-F238E27FC236}">
                <a16:creationId xmlns:a16="http://schemas.microsoft.com/office/drawing/2014/main" id="{E336AC20-F7B7-2245-81D4-9F06D0CFE154}"/>
              </a:ext>
            </a:extLst>
          </p:cNvPr>
          <p:cNvGrpSpPr/>
          <p:nvPr/>
        </p:nvGrpSpPr>
        <p:grpSpPr>
          <a:xfrm>
            <a:off x="9078428" y="3677828"/>
            <a:ext cx="3376098" cy="1879583"/>
            <a:chOff x="9078428" y="3677828"/>
            <a:chExt cx="3376098" cy="1879583"/>
          </a:xfrm>
        </p:grpSpPr>
        <p:sp>
          <p:nvSpPr>
            <p:cNvPr id="94" name="Line">
              <a:extLst>
                <a:ext uri="{FF2B5EF4-FFF2-40B4-BE49-F238E27FC236}">
                  <a16:creationId xmlns:a16="http://schemas.microsoft.com/office/drawing/2014/main" id="{EC727F6E-88DB-1448-BCEE-27A28385EE68}"/>
                </a:ext>
              </a:extLst>
            </p:cNvPr>
            <p:cNvSpPr/>
            <p:nvPr/>
          </p:nvSpPr>
          <p:spPr>
            <a:xfrm flipH="1" flipV="1">
              <a:off x="9078428" y="3677828"/>
              <a:ext cx="2625556" cy="1672958"/>
            </a:xfrm>
            <a:prstGeom prst="line">
              <a:avLst/>
            </a:prstGeom>
            <a:noFill/>
            <a:ln w="57150" cap="flat">
              <a:solidFill>
                <a:schemeClr val="tx1"/>
              </a:solidFill>
              <a:prstDash val="solid"/>
              <a:miter lim="400000"/>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sz="1200">
                <a:latin typeface="Times New Roman" panose="02020603050405020304" pitchFamily="18" charset="0"/>
                <a:cs typeface="Times New Roman" panose="02020603050405020304" pitchFamily="18" charset="0"/>
              </a:endParaRPr>
            </a:p>
          </p:txBody>
        </p:sp>
        <p:sp>
          <p:nvSpPr>
            <p:cNvPr id="95" name="ARc">
              <a:extLst>
                <a:ext uri="{FF2B5EF4-FFF2-40B4-BE49-F238E27FC236}">
                  <a16:creationId xmlns:a16="http://schemas.microsoft.com/office/drawing/2014/main" id="{03AAC215-F745-D946-A2C8-803E8CDD5DC2}"/>
                </a:ext>
              </a:extLst>
            </p:cNvPr>
            <p:cNvSpPr txBox="1"/>
            <p:nvPr/>
          </p:nvSpPr>
          <p:spPr>
            <a:xfrm>
              <a:off x="11582947" y="5063367"/>
              <a:ext cx="871579" cy="494044"/>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Autofit/>
            </a:bodyPr>
            <a:lstStyle/>
            <a:p>
              <a:pPr defTabSz="397256">
                <a:defRPr sz="2040" b="0">
                  <a:latin typeface="+mn-lt"/>
                  <a:ea typeface="+mn-ea"/>
                  <a:cs typeface="+mn-cs"/>
                  <a:sym typeface="Helvetica Neue Medium"/>
                </a:defRPr>
              </a:pPr>
              <a:r>
                <a:rPr lang="en-US" sz="2000" dirty="0">
                  <a:latin typeface="Times New Roman" panose="02020603050405020304" pitchFamily="18" charset="0"/>
                  <a:cs typeface="Times New Roman" panose="02020603050405020304" pitchFamily="18" charset="0"/>
                </a:rPr>
                <a:t>D</a:t>
              </a:r>
              <a:r>
                <a:rPr lang="en-US" sz="2000" baseline="-25000" dirty="0">
                  <a:latin typeface="Times New Roman" panose="02020603050405020304" pitchFamily="18" charset="0"/>
                  <a:cs typeface="Times New Roman" panose="02020603050405020304" pitchFamily="18" charset="0"/>
                </a:rPr>
                <a:t>BW</a:t>
              </a:r>
              <a:endParaRPr sz="2000" baseline="-25000" dirty="0">
                <a:latin typeface="Times New Roman" panose="02020603050405020304" pitchFamily="18" charset="0"/>
                <a:cs typeface="Times New Roman" panose="02020603050405020304" pitchFamily="18" charset="0"/>
              </a:endParaRPr>
            </a:p>
          </p:txBody>
        </p:sp>
      </p:grpSp>
      <p:sp>
        <p:nvSpPr>
          <p:cNvPr id="104" name="C">
            <a:extLst>
              <a:ext uri="{FF2B5EF4-FFF2-40B4-BE49-F238E27FC236}">
                <a16:creationId xmlns:a16="http://schemas.microsoft.com/office/drawing/2014/main" id="{6BC3AF75-0819-1C4B-BD20-F467E99C5E82}"/>
              </a:ext>
            </a:extLst>
          </p:cNvPr>
          <p:cNvSpPr txBox="1"/>
          <p:nvPr/>
        </p:nvSpPr>
        <p:spPr>
          <a:xfrm>
            <a:off x="955470" y="7367252"/>
            <a:ext cx="11316487" cy="518385"/>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Autofit/>
          </a:bodyPr>
          <a:lstStyle>
            <a:lvl1pPr>
              <a:defRPr sz="3000" b="0">
                <a:latin typeface="+mn-lt"/>
                <a:ea typeface="+mn-ea"/>
                <a:cs typeface="+mn-cs"/>
                <a:sym typeface="Helvetica Neue Medium"/>
              </a:defRPr>
            </a:lvl1pPr>
          </a:lstStyle>
          <a:p>
            <a:pPr algn="just"/>
            <a:r>
              <a:rPr lang="en-US" sz="2400" b="1" dirty="0">
                <a:solidFill>
                  <a:schemeClr val="tx1"/>
                </a:solidFill>
                <a:latin typeface="Times New Roman" panose="02020603050405020304" pitchFamily="18" charset="0"/>
                <a:cs typeface="Times New Roman" panose="02020603050405020304" pitchFamily="18" charset="0"/>
              </a:rPr>
              <a:t>The Demand for the concerned good rises ( Demand curves shift upwards to the right)</a:t>
            </a:r>
          </a:p>
        </p:txBody>
      </p:sp>
      <p:grpSp>
        <p:nvGrpSpPr>
          <p:cNvPr id="39" name="Group 38">
            <a:extLst>
              <a:ext uri="{FF2B5EF4-FFF2-40B4-BE49-F238E27FC236}">
                <a16:creationId xmlns:a16="http://schemas.microsoft.com/office/drawing/2014/main" id="{CDE0277C-BB4A-FF4A-A78B-26F7EB66DE91}"/>
              </a:ext>
            </a:extLst>
          </p:cNvPr>
          <p:cNvGrpSpPr/>
          <p:nvPr/>
        </p:nvGrpSpPr>
        <p:grpSpPr>
          <a:xfrm>
            <a:off x="1719862" y="2121397"/>
            <a:ext cx="10310447" cy="3859206"/>
            <a:chOff x="1719862" y="2121397"/>
            <a:chExt cx="10310447" cy="3859206"/>
          </a:xfrm>
        </p:grpSpPr>
        <p:grpSp>
          <p:nvGrpSpPr>
            <p:cNvPr id="29" name="Group 28">
              <a:extLst>
                <a:ext uri="{FF2B5EF4-FFF2-40B4-BE49-F238E27FC236}">
                  <a16:creationId xmlns:a16="http://schemas.microsoft.com/office/drawing/2014/main" id="{E479F9E6-9FE5-984A-B7F1-D0D0297A0ADD}"/>
                </a:ext>
              </a:extLst>
            </p:cNvPr>
            <p:cNvGrpSpPr/>
            <p:nvPr/>
          </p:nvGrpSpPr>
          <p:grpSpPr>
            <a:xfrm>
              <a:off x="2364615" y="3085678"/>
              <a:ext cx="7387151" cy="725252"/>
              <a:chOff x="2364615" y="3085678"/>
              <a:chExt cx="7387151" cy="725252"/>
            </a:xfrm>
          </p:grpSpPr>
          <p:cxnSp>
            <p:nvCxnSpPr>
              <p:cNvPr id="98" name="Straight Arrow Connector 97">
                <a:extLst>
                  <a:ext uri="{FF2B5EF4-FFF2-40B4-BE49-F238E27FC236}">
                    <a16:creationId xmlns:a16="http://schemas.microsoft.com/office/drawing/2014/main" id="{F6A75095-657C-F94F-B177-80F03EEC80F4}"/>
                  </a:ext>
                </a:extLst>
              </p:cNvPr>
              <p:cNvCxnSpPr>
                <a:cxnSpLocks/>
              </p:cNvCxnSpPr>
              <p:nvPr/>
            </p:nvCxnSpPr>
            <p:spPr>
              <a:xfrm flipV="1">
                <a:off x="9455537" y="3085678"/>
                <a:ext cx="296229" cy="236329"/>
              </a:xfrm>
              <a:prstGeom prst="straightConnector1">
                <a:avLst/>
              </a:prstGeom>
              <a:noFill/>
              <a:ln w="38100" cap="flat">
                <a:solidFill>
                  <a:srgbClr val="FF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00" name="Straight Arrow Connector 99">
                <a:extLst>
                  <a:ext uri="{FF2B5EF4-FFF2-40B4-BE49-F238E27FC236}">
                    <a16:creationId xmlns:a16="http://schemas.microsoft.com/office/drawing/2014/main" id="{20889B64-1BBB-7048-A9FA-4227C1A43969}"/>
                  </a:ext>
                </a:extLst>
              </p:cNvPr>
              <p:cNvCxnSpPr>
                <a:cxnSpLocks/>
              </p:cNvCxnSpPr>
              <p:nvPr/>
            </p:nvCxnSpPr>
            <p:spPr>
              <a:xfrm flipV="1">
                <a:off x="2364615" y="3598791"/>
                <a:ext cx="331301" cy="212139"/>
              </a:xfrm>
              <a:prstGeom prst="straightConnector1">
                <a:avLst/>
              </a:prstGeom>
              <a:noFill/>
              <a:ln w="38100" cap="flat">
                <a:solidFill>
                  <a:srgbClr val="FF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02" name="Straight Arrow Connector 101">
                <a:extLst>
                  <a:ext uri="{FF2B5EF4-FFF2-40B4-BE49-F238E27FC236}">
                    <a16:creationId xmlns:a16="http://schemas.microsoft.com/office/drawing/2014/main" id="{7C08176E-2448-5445-AA83-B42A19922D3A}"/>
                  </a:ext>
                </a:extLst>
              </p:cNvPr>
              <p:cNvCxnSpPr>
                <a:cxnSpLocks/>
              </p:cNvCxnSpPr>
              <p:nvPr/>
            </p:nvCxnSpPr>
            <p:spPr>
              <a:xfrm flipV="1">
                <a:off x="5963041" y="3301895"/>
                <a:ext cx="296229" cy="236329"/>
              </a:xfrm>
              <a:prstGeom prst="straightConnector1">
                <a:avLst/>
              </a:prstGeom>
              <a:noFill/>
              <a:ln w="38100" cap="flat">
                <a:solidFill>
                  <a:srgbClr val="FF0000"/>
                </a:solidFill>
                <a:prstDash val="solid"/>
                <a:miter lim="400000"/>
                <a:tailEnd type="triangle"/>
              </a:ln>
              <a:effectLst/>
              <a:sp3d/>
            </p:spPr>
            <p:style>
              <a:lnRef idx="0">
                <a:scrgbClr r="0" g="0" b="0"/>
              </a:lnRef>
              <a:fillRef idx="0">
                <a:scrgbClr r="0" g="0" b="0"/>
              </a:fillRef>
              <a:effectRef idx="0">
                <a:scrgbClr r="0" g="0" b="0"/>
              </a:effectRef>
              <a:fontRef idx="none"/>
            </p:style>
          </p:cxnSp>
        </p:grpSp>
        <p:grpSp>
          <p:nvGrpSpPr>
            <p:cNvPr id="38" name="Group 37">
              <a:extLst>
                <a:ext uri="{FF2B5EF4-FFF2-40B4-BE49-F238E27FC236}">
                  <a16:creationId xmlns:a16="http://schemas.microsoft.com/office/drawing/2014/main" id="{BE40462A-C2C9-B641-B054-1807FB0B6CD4}"/>
                </a:ext>
              </a:extLst>
            </p:cNvPr>
            <p:cNvGrpSpPr/>
            <p:nvPr/>
          </p:nvGrpSpPr>
          <p:grpSpPr>
            <a:xfrm>
              <a:off x="1719862" y="2121397"/>
              <a:ext cx="10310447" cy="3859206"/>
              <a:chOff x="1719862" y="2121397"/>
              <a:chExt cx="10310447" cy="3859206"/>
            </a:xfrm>
          </p:grpSpPr>
          <p:sp>
            <p:nvSpPr>
              <p:cNvPr id="47" name="Line">
                <a:extLst>
                  <a:ext uri="{FF2B5EF4-FFF2-40B4-BE49-F238E27FC236}">
                    <a16:creationId xmlns:a16="http://schemas.microsoft.com/office/drawing/2014/main" id="{E3BB3A85-7A60-A74B-9EEC-AAE0B5C12F55}"/>
                  </a:ext>
                </a:extLst>
              </p:cNvPr>
              <p:cNvSpPr/>
              <p:nvPr/>
            </p:nvSpPr>
            <p:spPr>
              <a:xfrm flipH="1" flipV="1">
                <a:off x="9603652" y="2794431"/>
                <a:ext cx="1774952" cy="2799077"/>
              </a:xfrm>
              <a:prstGeom prst="line">
                <a:avLst/>
              </a:prstGeom>
              <a:noFill/>
              <a:ln w="38100" cap="flat">
                <a:solidFill>
                  <a:srgbClr val="38571A"/>
                </a:solidFill>
                <a:prstDash val="solid"/>
                <a:miter lim="400000"/>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sz="1200">
                  <a:latin typeface="Times New Roman" panose="02020603050405020304" pitchFamily="18" charset="0"/>
                  <a:cs typeface="Times New Roman" panose="02020603050405020304" pitchFamily="18" charset="0"/>
                </a:endParaRPr>
              </a:p>
            </p:txBody>
          </p:sp>
          <p:cxnSp>
            <p:nvCxnSpPr>
              <p:cNvPr id="68" name="Straight Connector 67">
                <a:extLst>
                  <a:ext uri="{FF2B5EF4-FFF2-40B4-BE49-F238E27FC236}">
                    <a16:creationId xmlns:a16="http://schemas.microsoft.com/office/drawing/2014/main" id="{E532D708-2EA3-8F48-9F64-62872AEA6A9B}"/>
                  </a:ext>
                </a:extLst>
              </p:cNvPr>
              <p:cNvCxnSpPr>
                <a:cxnSpLocks/>
              </p:cNvCxnSpPr>
              <p:nvPr/>
            </p:nvCxnSpPr>
            <p:spPr>
              <a:xfrm>
                <a:off x="1719862" y="2121397"/>
                <a:ext cx="2297180" cy="3293111"/>
              </a:xfrm>
              <a:prstGeom prst="line">
                <a:avLst/>
              </a:prstGeom>
              <a:noFill/>
              <a:ln w="38100" cap="flat">
                <a:solidFill>
                  <a:schemeClr val="accent3">
                    <a:lumMod val="50000"/>
                  </a:schemeClr>
                </a:solidFill>
                <a:prstDash val="solid"/>
                <a:miter lim="400000"/>
              </a:ln>
              <a:effectLst/>
              <a:sp3d/>
            </p:spPr>
            <p:style>
              <a:lnRef idx="0">
                <a:scrgbClr r="0" g="0" b="0"/>
              </a:lnRef>
              <a:fillRef idx="0">
                <a:scrgbClr r="0" g="0" b="0"/>
              </a:fillRef>
              <a:effectRef idx="0">
                <a:scrgbClr r="0" g="0" b="0"/>
              </a:effectRef>
              <a:fontRef idx="none"/>
            </p:style>
          </p:cxnSp>
          <p:cxnSp>
            <p:nvCxnSpPr>
              <p:cNvPr id="71" name="Straight Connector 70">
                <a:extLst>
                  <a:ext uri="{FF2B5EF4-FFF2-40B4-BE49-F238E27FC236}">
                    <a16:creationId xmlns:a16="http://schemas.microsoft.com/office/drawing/2014/main" id="{5F72B484-7158-504C-8132-FCC3ADA8CA70}"/>
                  </a:ext>
                </a:extLst>
              </p:cNvPr>
              <p:cNvCxnSpPr>
                <a:cxnSpLocks/>
              </p:cNvCxnSpPr>
              <p:nvPr/>
            </p:nvCxnSpPr>
            <p:spPr>
              <a:xfrm>
                <a:off x="5861962" y="2810537"/>
                <a:ext cx="1950119" cy="2233730"/>
              </a:xfrm>
              <a:prstGeom prst="line">
                <a:avLst/>
              </a:prstGeom>
              <a:noFill/>
              <a:ln w="38100" cap="flat">
                <a:solidFill>
                  <a:schemeClr val="accent3">
                    <a:lumMod val="50000"/>
                  </a:schemeClr>
                </a:solidFill>
                <a:prstDash val="solid"/>
                <a:miter lim="400000"/>
              </a:ln>
              <a:effectLst/>
              <a:sp3d/>
            </p:spPr>
            <p:style>
              <a:lnRef idx="0">
                <a:scrgbClr r="0" g="0" b="0"/>
              </a:lnRef>
              <a:fillRef idx="0">
                <a:scrgbClr r="0" g="0" b="0"/>
              </a:fillRef>
              <a:effectRef idx="0">
                <a:scrgbClr r="0" g="0" b="0"/>
              </a:effectRef>
              <a:fontRef idx="none"/>
            </p:style>
          </p:cxnSp>
          <p:sp>
            <p:nvSpPr>
              <p:cNvPr id="144" name="ARc"/>
              <p:cNvSpPr txBox="1"/>
              <p:nvPr/>
            </p:nvSpPr>
            <p:spPr>
              <a:xfrm>
                <a:off x="3857860" y="5149075"/>
                <a:ext cx="871579" cy="494044"/>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Autofit/>
              </a:bodyPr>
              <a:lstStyle/>
              <a:p>
                <a:pPr defTabSz="397256">
                  <a:defRPr sz="2040" b="0">
                    <a:latin typeface="+mn-lt"/>
                    <a:ea typeface="+mn-ea"/>
                    <a:cs typeface="+mn-cs"/>
                    <a:sym typeface="Helvetica Neue Medium"/>
                  </a:defRPr>
                </a:pPr>
                <a:r>
                  <a:rPr lang="en-US" sz="2000" dirty="0">
                    <a:latin typeface="Times New Roman" panose="02020603050405020304" pitchFamily="18" charset="0"/>
                    <a:cs typeface="Times New Roman" panose="02020603050405020304" pitchFamily="18" charset="0"/>
                  </a:rPr>
                  <a:t>D</a:t>
                </a:r>
                <a:r>
                  <a:rPr lang="en-US" sz="2000" baseline="-25000" dirty="0">
                    <a:latin typeface="Times New Roman" panose="02020603050405020304" pitchFamily="18" charset="0"/>
                    <a:cs typeface="Times New Roman" panose="02020603050405020304" pitchFamily="18" charset="0"/>
                  </a:rPr>
                  <a:t>A1</a:t>
                </a:r>
                <a:endParaRPr sz="2000" baseline="-25000" dirty="0">
                  <a:latin typeface="Times New Roman" panose="02020603050405020304" pitchFamily="18" charset="0"/>
                  <a:cs typeface="Times New Roman" panose="02020603050405020304" pitchFamily="18" charset="0"/>
                </a:endParaRPr>
              </a:p>
            </p:txBody>
          </p:sp>
          <p:sp>
            <p:nvSpPr>
              <p:cNvPr id="80" name="ARc">
                <a:extLst>
                  <a:ext uri="{FF2B5EF4-FFF2-40B4-BE49-F238E27FC236}">
                    <a16:creationId xmlns:a16="http://schemas.microsoft.com/office/drawing/2014/main" id="{BA5D7001-1605-2C44-855D-5484B60D8407}"/>
                  </a:ext>
                </a:extLst>
              </p:cNvPr>
              <p:cNvSpPr txBox="1"/>
              <p:nvPr/>
            </p:nvSpPr>
            <p:spPr>
              <a:xfrm>
                <a:off x="7606038" y="4932386"/>
                <a:ext cx="871579" cy="494044"/>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Autofit/>
              </a:bodyPr>
              <a:lstStyle/>
              <a:p>
                <a:pPr defTabSz="397256">
                  <a:defRPr sz="2040" b="0">
                    <a:latin typeface="+mn-lt"/>
                    <a:ea typeface="+mn-ea"/>
                    <a:cs typeface="+mn-cs"/>
                    <a:sym typeface="Helvetica Neue Medium"/>
                  </a:defRPr>
                </a:pPr>
                <a:r>
                  <a:rPr lang="en-US" sz="2000" dirty="0">
                    <a:latin typeface="Times New Roman" panose="02020603050405020304" pitchFamily="18" charset="0"/>
                    <a:cs typeface="Times New Roman" panose="02020603050405020304" pitchFamily="18" charset="0"/>
                  </a:rPr>
                  <a:t>D</a:t>
                </a:r>
                <a:r>
                  <a:rPr lang="en-US" sz="2000" baseline="-25000" dirty="0">
                    <a:latin typeface="Times New Roman" panose="02020603050405020304" pitchFamily="18" charset="0"/>
                    <a:cs typeface="Times New Roman" panose="02020603050405020304" pitchFamily="18" charset="0"/>
                  </a:rPr>
                  <a:t>B1</a:t>
                </a:r>
                <a:endParaRPr sz="2000" baseline="-25000" dirty="0">
                  <a:latin typeface="Times New Roman" panose="02020603050405020304" pitchFamily="18" charset="0"/>
                  <a:cs typeface="Times New Roman" panose="02020603050405020304" pitchFamily="18" charset="0"/>
                </a:endParaRPr>
              </a:p>
            </p:txBody>
          </p:sp>
          <p:sp>
            <p:nvSpPr>
              <p:cNvPr id="89" name="ARc">
                <a:extLst>
                  <a:ext uri="{FF2B5EF4-FFF2-40B4-BE49-F238E27FC236}">
                    <a16:creationId xmlns:a16="http://schemas.microsoft.com/office/drawing/2014/main" id="{3A04A11F-580E-5F40-8C96-30C12B60DBC0}"/>
                  </a:ext>
                </a:extLst>
              </p:cNvPr>
              <p:cNvSpPr txBox="1"/>
              <p:nvPr/>
            </p:nvSpPr>
            <p:spPr>
              <a:xfrm>
                <a:off x="11158730" y="5486559"/>
                <a:ext cx="871579" cy="494044"/>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Autofit/>
              </a:bodyPr>
              <a:lstStyle/>
              <a:p>
                <a:pPr defTabSz="397256">
                  <a:defRPr sz="2040" b="0">
                    <a:latin typeface="+mn-lt"/>
                    <a:ea typeface="+mn-ea"/>
                    <a:cs typeface="+mn-cs"/>
                    <a:sym typeface="Helvetica Neue Medium"/>
                  </a:defRPr>
                </a:pPr>
                <a:r>
                  <a:rPr lang="en-US" sz="2000" dirty="0">
                    <a:latin typeface="Times New Roman" panose="02020603050405020304" pitchFamily="18" charset="0"/>
                    <a:cs typeface="Times New Roman" panose="02020603050405020304" pitchFamily="18" charset="0"/>
                  </a:rPr>
                  <a:t>D</a:t>
                </a:r>
                <a:r>
                  <a:rPr lang="en-US" sz="2000" baseline="-25000" dirty="0">
                    <a:latin typeface="Times New Roman" panose="02020603050405020304" pitchFamily="18" charset="0"/>
                    <a:cs typeface="Times New Roman" panose="02020603050405020304" pitchFamily="18" charset="0"/>
                  </a:rPr>
                  <a:t>M1</a:t>
                </a:r>
                <a:endParaRPr sz="2000" baseline="-25000" dirty="0">
                  <a:latin typeface="Times New Roman" panose="02020603050405020304" pitchFamily="18" charset="0"/>
                  <a:cs typeface="Times New Roman" panose="02020603050405020304" pitchFamily="18" charset="0"/>
                </a:endParaRPr>
              </a:p>
            </p:txBody>
          </p:sp>
        </p:grpSp>
      </p:grpSp>
      <p:sp>
        <p:nvSpPr>
          <p:cNvPr id="129" name="Line"/>
          <p:cNvSpPr/>
          <p:nvPr/>
        </p:nvSpPr>
        <p:spPr>
          <a:xfrm flipH="1">
            <a:off x="1499485" y="4215366"/>
            <a:ext cx="8438865" cy="18604"/>
          </a:xfrm>
          <a:prstGeom prst="line">
            <a:avLst/>
          </a:prstGeom>
          <a:noFill/>
          <a:ln w="63500" cap="flat">
            <a:solidFill>
              <a:srgbClr val="FF0000"/>
            </a:solidFill>
            <a:prstDash val="sysDot"/>
            <a:miter lim="400000"/>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sz="1200">
              <a:latin typeface="Times New Roman" panose="02020603050405020304" pitchFamily="18" charset="0"/>
              <a:cs typeface="Times New Roman" panose="02020603050405020304" pitchFamily="18" charset="0"/>
            </a:endParaRPr>
          </a:p>
        </p:txBody>
      </p:sp>
      <p:sp>
        <p:nvSpPr>
          <p:cNvPr id="139" name="P"/>
          <p:cNvSpPr txBox="1"/>
          <p:nvPr/>
        </p:nvSpPr>
        <p:spPr>
          <a:xfrm>
            <a:off x="1069711" y="3627516"/>
            <a:ext cx="505022" cy="631839"/>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rmAutofit/>
          </a:bodyPr>
          <a:lstStyle>
            <a:lvl1pPr>
              <a:defRPr sz="3000" b="0">
                <a:latin typeface="+mn-lt"/>
                <a:ea typeface="+mn-ea"/>
                <a:cs typeface="+mn-cs"/>
                <a:sym typeface="Helvetica Neue Medium"/>
              </a:defRPr>
            </a:lvl1pPr>
          </a:lstStyle>
          <a:p>
            <a:r>
              <a:rPr lang="en-US" sz="2000" b="1" dirty="0">
                <a:latin typeface="Times New Roman" panose="02020603050405020304" pitchFamily="18" charset="0"/>
                <a:cs typeface="Times New Roman" panose="02020603050405020304" pitchFamily="18" charset="0"/>
              </a:rPr>
              <a:t>P</a:t>
            </a:r>
            <a:r>
              <a:rPr lang="en-US" sz="2000" b="1" baseline="-25000" dirty="0">
                <a:latin typeface="Times New Roman" panose="02020603050405020304" pitchFamily="18" charset="0"/>
                <a:cs typeface="Times New Roman" panose="02020603050405020304" pitchFamily="18" charset="0"/>
              </a:rPr>
              <a:t>1</a:t>
            </a:r>
            <a:endParaRPr sz="2000" b="1" baseline="-25000" dirty="0">
              <a:latin typeface="Times New Roman" panose="02020603050405020304" pitchFamily="18" charset="0"/>
              <a:cs typeface="Times New Roman" panose="02020603050405020304" pitchFamily="18" charset="0"/>
            </a:endParaRPr>
          </a:p>
        </p:txBody>
      </p:sp>
      <p:sp>
        <p:nvSpPr>
          <p:cNvPr id="92" name="P">
            <a:extLst>
              <a:ext uri="{FF2B5EF4-FFF2-40B4-BE49-F238E27FC236}">
                <a16:creationId xmlns:a16="http://schemas.microsoft.com/office/drawing/2014/main" id="{6E4B9744-1A5B-B949-A7AD-D3F38B7F1F1B}"/>
              </a:ext>
            </a:extLst>
          </p:cNvPr>
          <p:cNvSpPr txBox="1"/>
          <p:nvPr/>
        </p:nvSpPr>
        <p:spPr>
          <a:xfrm>
            <a:off x="9763367" y="3555065"/>
            <a:ext cx="627839" cy="631839"/>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rmAutofit/>
          </a:bodyPr>
          <a:lstStyle>
            <a:lvl1pPr>
              <a:defRPr sz="3000" b="0">
                <a:latin typeface="+mn-lt"/>
                <a:ea typeface="+mn-ea"/>
                <a:cs typeface="+mn-cs"/>
                <a:sym typeface="Helvetica Neue Medium"/>
              </a:defRPr>
            </a:lvl1pPr>
          </a:lstStyle>
          <a:p>
            <a:r>
              <a:rPr lang="en-US" sz="2000" b="1" dirty="0">
                <a:latin typeface="Times New Roman" panose="02020603050405020304" pitchFamily="18" charset="0"/>
                <a:cs typeface="Times New Roman" panose="02020603050405020304" pitchFamily="18" charset="0"/>
              </a:rPr>
              <a:t>T</a:t>
            </a:r>
            <a:r>
              <a:rPr lang="en-US" sz="2000" b="1" baseline="-25000" dirty="0">
                <a:latin typeface="Times New Roman" panose="02020603050405020304" pitchFamily="18" charset="0"/>
                <a:cs typeface="Times New Roman" panose="02020603050405020304" pitchFamily="18" charset="0"/>
              </a:rPr>
              <a:t>M1</a:t>
            </a:r>
            <a:endParaRPr sz="2000" b="1" baseline="-25000" dirty="0">
              <a:latin typeface="Times New Roman" panose="02020603050405020304" pitchFamily="18" charset="0"/>
              <a:cs typeface="Times New Roman" panose="02020603050405020304" pitchFamily="18" charset="0"/>
            </a:endParaRPr>
          </a:p>
        </p:txBody>
      </p:sp>
      <p:sp>
        <p:nvSpPr>
          <p:cNvPr id="105" name="P">
            <a:extLst>
              <a:ext uri="{FF2B5EF4-FFF2-40B4-BE49-F238E27FC236}">
                <a16:creationId xmlns:a16="http://schemas.microsoft.com/office/drawing/2014/main" id="{FE453844-6791-9A46-B234-57C698021F56}"/>
              </a:ext>
            </a:extLst>
          </p:cNvPr>
          <p:cNvSpPr txBox="1"/>
          <p:nvPr/>
        </p:nvSpPr>
        <p:spPr>
          <a:xfrm>
            <a:off x="1889116" y="3518637"/>
            <a:ext cx="505022" cy="631839"/>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rmAutofit/>
          </a:bodyPr>
          <a:lstStyle>
            <a:lvl1pPr>
              <a:defRPr sz="3000" b="0">
                <a:latin typeface="+mn-lt"/>
                <a:ea typeface="+mn-ea"/>
                <a:cs typeface="+mn-cs"/>
                <a:sym typeface="Helvetica Neue Medium"/>
              </a:defRPr>
            </a:lvl1pPr>
          </a:lstStyle>
          <a:p>
            <a:r>
              <a:rPr lang="en-US" sz="2000" b="1" dirty="0">
                <a:latin typeface="Times New Roman" panose="02020603050405020304" pitchFamily="18" charset="0"/>
                <a:cs typeface="Times New Roman" panose="02020603050405020304" pitchFamily="18" charset="0"/>
              </a:rPr>
              <a:t>E</a:t>
            </a:r>
            <a:r>
              <a:rPr lang="en-US" sz="2000" b="1" baseline="-25000" dirty="0">
                <a:latin typeface="Times New Roman" panose="02020603050405020304" pitchFamily="18" charset="0"/>
                <a:cs typeface="Times New Roman" panose="02020603050405020304" pitchFamily="18" charset="0"/>
              </a:rPr>
              <a:t>A1</a:t>
            </a:r>
            <a:endParaRPr sz="2000" b="1" baseline="-25000" dirty="0">
              <a:latin typeface="Times New Roman" panose="02020603050405020304" pitchFamily="18" charset="0"/>
              <a:cs typeface="Times New Roman" panose="02020603050405020304" pitchFamily="18" charset="0"/>
            </a:endParaRPr>
          </a:p>
        </p:txBody>
      </p:sp>
      <p:sp>
        <p:nvSpPr>
          <p:cNvPr id="108" name="P">
            <a:extLst>
              <a:ext uri="{FF2B5EF4-FFF2-40B4-BE49-F238E27FC236}">
                <a16:creationId xmlns:a16="http://schemas.microsoft.com/office/drawing/2014/main" id="{29DB0AAC-4899-6644-AF82-D4DD1815B511}"/>
              </a:ext>
            </a:extLst>
          </p:cNvPr>
          <p:cNvSpPr txBox="1"/>
          <p:nvPr/>
        </p:nvSpPr>
        <p:spPr>
          <a:xfrm>
            <a:off x="6366017" y="3565667"/>
            <a:ext cx="505022" cy="631839"/>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rmAutofit/>
          </a:bodyPr>
          <a:lstStyle>
            <a:lvl1pPr>
              <a:defRPr sz="3000" b="0">
                <a:latin typeface="+mn-lt"/>
                <a:ea typeface="+mn-ea"/>
                <a:cs typeface="+mn-cs"/>
                <a:sym typeface="Helvetica Neue Medium"/>
              </a:defRPr>
            </a:lvl1pPr>
          </a:lstStyle>
          <a:p>
            <a:r>
              <a:rPr lang="en-US" sz="2000" b="1" dirty="0">
                <a:latin typeface="Times New Roman" panose="02020603050405020304" pitchFamily="18" charset="0"/>
                <a:cs typeface="Times New Roman" panose="02020603050405020304" pitchFamily="18" charset="0"/>
              </a:rPr>
              <a:t>E</a:t>
            </a:r>
            <a:r>
              <a:rPr lang="en-US" sz="2000" b="1" baseline="-25000" dirty="0">
                <a:latin typeface="Times New Roman" panose="02020603050405020304" pitchFamily="18" charset="0"/>
                <a:cs typeface="Times New Roman" panose="02020603050405020304" pitchFamily="18" charset="0"/>
              </a:rPr>
              <a:t>B1</a:t>
            </a:r>
            <a:endParaRPr sz="2000" b="1" baseline="-25000" dirty="0">
              <a:latin typeface="Times New Roman" panose="02020603050405020304" pitchFamily="18" charset="0"/>
              <a:cs typeface="Times New Roman" panose="02020603050405020304" pitchFamily="18" charset="0"/>
            </a:endParaRPr>
          </a:p>
        </p:txBody>
      </p:sp>
      <p:sp>
        <p:nvSpPr>
          <p:cNvPr id="49" name="Line">
            <a:extLst>
              <a:ext uri="{FF2B5EF4-FFF2-40B4-BE49-F238E27FC236}">
                <a16:creationId xmlns:a16="http://schemas.microsoft.com/office/drawing/2014/main" id="{0103ECF1-3518-2C4B-809E-DAD361A9F791}"/>
              </a:ext>
            </a:extLst>
          </p:cNvPr>
          <p:cNvSpPr/>
          <p:nvPr/>
        </p:nvSpPr>
        <p:spPr>
          <a:xfrm flipH="1" flipV="1">
            <a:off x="9134543" y="2979770"/>
            <a:ext cx="1856260" cy="2891745"/>
          </a:xfrm>
          <a:prstGeom prst="line">
            <a:avLst/>
          </a:prstGeom>
          <a:noFill/>
          <a:ln w="38100" cap="flat">
            <a:solidFill>
              <a:srgbClr val="C00000"/>
            </a:solidFill>
            <a:prstDash val="sysDash"/>
            <a:miter lim="400000"/>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sz="1200">
              <a:latin typeface="Times New Roman" panose="02020603050405020304" pitchFamily="18" charset="0"/>
              <a:cs typeface="Times New Roman" panose="02020603050405020304" pitchFamily="18" charset="0"/>
            </a:endParaRPr>
          </a:p>
        </p:txBody>
      </p:sp>
      <p:cxnSp>
        <p:nvCxnSpPr>
          <p:cNvPr id="66" name="Straight Connector 65">
            <a:extLst>
              <a:ext uri="{FF2B5EF4-FFF2-40B4-BE49-F238E27FC236}">
                <a16:creationId xmlns:a16="http://schemas.microsoft.com/office/drawing/2014/main" id="{21BB7E0F-F6BB-BD42-9603-A4C406735AC9}"/>
              </a:ext>
            </a:extLst>
          </p:cNvPr>
          <p:cNvCxnSpPr>
            <a:cxnSpLocks/>
          </p:cNvCxnSpPr>
          <p:nvPr/>
        </p:nvCxnSpPr>
        <p:spPr>
          <a:xfrm>
            <a:off x="5474567" y="3065153"/>
            <a:ext cx="1940514" cy="2219721"/>
          </a:xfrm>
          <a:prstGeom prst="line">
            <a:avLst/>
          </a:prstGeom>
          <a:noFill/>
          <a:ln w="38100" cap="flat">
            <a:solidFill>
              <a:srgbClr val="C00000"/>
            </a:solidFill>
            <a:prstDash val="sysDash"/>
            <a:miter lim="400000"/>
          </a:ln>
          <a:effectLst/>
          <a:sp3d/>
        </p:spPr>
        <p:style>
          <a:lnRef idx="0">
            <a:scrgbClr r="0" g="0" b="0"/>
          </a:lnRef>
          <a:fillRef idx="0">
            <a:scrgbClr r="0" g="0" b="0"/>
          </a:fillRef>
          <a:effectRef idx="0">
            <a:scrgbClr r="0" g="0" b="0"/>
          </a:effectRef>
          <a:fontRef idx="none"/>
        </p:style>
      </p:cxnSp>
      <p:cxnSp>
        <p:nvCxnSpPr>
          <p:cNvPr id="67" name="Straight Connector 66">
            <a:extLst>
              <a:ext uri="{FF2B5EF4-FFF2-40B4-BE49-F238E27FC236}">
                <a16:creationId xmlns:a16="http://schemas.microsoft.com/office/drawing/2014/main" id="{2FC31E6F-8E93-F842-9257-FCF9E2D76363}"/>
              </a:ext>
            </a:extLst>
          </p:cNvPr>
          <p:cNvCxnSpPr>
            <a:cxnSpLocks/>
          </p:cNvCxnSpPr>
          <p:nvPr/>
        </p:nvCxnSpPr>
        <p:spPr>
          <a:xfrm>
            <a:off x="1617656" y="2884464"/>
            <a:ext cx="1863671" cy="2708697"/>
          </a:xfrm>
          <a:prstGeom prst="line">
            <a:avLst/>
          </a:prstGeom>
          <a:noFill/>
          <a:ln w="38100" cap="flat">
            <a:solidFill>
              <a:srgbClr val="C00000"/>
            </a:solidFill>
            <a:prstDash val="sysDash"/>
            <a:miter lim="400000"/>
          </a:ln>
          <a:effectLst/>
          <a:sp3d/>
        </p:spPr>
        <p:style>
          <a:lnRef idx="0">
            <a:scrgbClr r="0" g="0" b="0"/>
          </a:lnRef>
          <a:fillRef idx="0">
            <a:scrgbClr r="0" g="0" b="0"/>
          </a:fillRef>
          <a:effectRef idx="0">
            <a:scrgbClr r="0" g="0" b="0"/>
          </a:effectRef>
          <a:fontRef idx="none"/>
        </p:style>
      </p:cxnSp>
      <p:sp>
        <p:nvSpPr>
          <p:cNvPr id="79" name="ARc">
            <a:extLst>
              <a:ext uri="{FF2B5EF4-FFF2-40B4-BE49-F238E27FC236}">
                <a16:creationId xmlns:a16="http://schemas.microsoft.com/office/drawing/2014/main" id="{EF827DC5-6675-7942-A10B-81212F3037C0}"/>
              </a:ext>
            </a:extLst>
          </p:cNvPr>
          <p:cNvSpPr txBox="1"/>
          <p:nvPr/>
        </p:nvSpPr>
        <p:spPr>
          <a:xfrm>
            <a:off x="3331736" y="5478075"/>
            <a:ext cx="950285" cy="487288"/>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Autofit/>
          </a:bodyPr>
          <a:lstStyle/>
          <a:p>
            <a:pPr defTabSz="397256">
              <a:defRPr sz="2040" b="0">
                <a:latin typeface="+mn-lt"/>
                <a:ea typeface="+mn-ea"/>
                <a:cs typeface="+mn-cs"/>
                <a:sym typeface="Helvetica Neue Medium"/>
              </a:defRPr>
            </a:pPr>
            <a:r>
              <a:rPr lang="en-US" sz="2000" dirty="0">
                <a:latin typeface="Times New Roman" panose="02020603050405020304" pitchFamily="18" charset="0"/>
                <a:cs typeface="Times New Roman" panose="02020603050405020304" pitchFamily="18" charset="0"/>
              </a:rPr>
              <a:t>D</a:t>
            </a:r>
            <a:r>
              <a:rPr lang="en-US" sz="2000" baseline="-25000" dirty="0">
                <a:latin typeface="Times New Roman" panose="02020603050405020304" pitchFamily="18" charset="0"/>
                <a:cs typeface="Times New Roman" panose="02020603050405020304" pitchFamily="18" charset="0"/>
              </a:rPr>
              <a:t>A2</a:t>
            </a:r>
            <a:endParaRPr sz="2000" baseline="-25000" dirty="0">
              <a:latin typeface="Times New Roman" panose="02020603050405020304" pitchFamily="18" charset="0"/>
              <a:cs typeface="Times New Roman" panose="02020603050405020304" pitchFamily="18" charset="0"/>
            </a:endParaRPr>
          </a:p>
        </p:txBody>
      </p:sp>
      <p:sp>
        <p:nvSpPr>
          <p:cNvPr id="86" name="ARc">
            <a:extLst>
              <a:ext uri="{FF2B5EF4-FFF2-40B4-BE49-F238E27FC236}">
                <a16:creationId xmlns:a16="http://schemas.microsoft.com/office/drawing/2014/main" id="{78EB9ACC-2ACC-6D43-8366-5E5B8A8A89E3}"/>
              </a:ext>
            </a:extLst>
          </p:cNvPr>
          <p:cNvSpPr txBox="1"/>
          <p:nvPr/>
        </p:nvSpPr>
        <p:spPr>
          <a:xfrm>
            <a:off x="7049846" y="5262349"/>
            <a:ext cx="871579" cy="494044"/>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Autofit/>
          </a:bodyPr>
          <a:lstStyle/>
          <a:p>
            <a:pPr defTabSz="397256">
              <a:defRPr sz="2040" b="0">
                <a:latin typeface="+mn-lt"/>
                <a:ea typeface="+mn-ea"/>
                <a:cs typeface="+mn-cs"/>
                <a:sym typeface="Helvetica Neue Medium"/>
              </a:defRPr>
            </a:pPr>
            <a:r>
              <a:rPr lang="en-US" sz="2000" dirty="0">
                <a:latin typeface="Times New Roman" panose="02020603050405020304" pitchFamily="18" charset="0"/>
                <a:cs typeface="Times New Roman" panose="02020603050405020304" pitchFamily="18" charset="0"/>
              </a:rPr>
              <a:t>D</a:t>
            </a:r>
            <a:r>
              <a:rPr lang="en-US" sz="2000" baseline="-25000" dirty="0">
                <a:latin typeface="Times New Roman" panose="02020603050405020304" pitchFamily="18" charset="0"/>
                <a:cs typeface="Times New Roman" panose="02020603050405020304" pitchFamily="18" charset="0"/>
              </a:rPr>
              <a:t>B2</a:t>
            </a:r>
            <a:endParaRPr sz="2000" baseline="-25000" dirty="0">
              <a:latin typeface="Times New Roman" panose="02020603050405020304" pitchFamily="18" charset="0"/>
              <a:cs typeface="Times New Roman" panose="02020603050405020304" pitchFamily="18" charset="0"/>
            </a:endParaRPr>
          </a:p>
        </p:txBody>
      </p:sp>
      <p:sp>
        <p:nvSpPr>
          <p:cNvPr id="88" name="ARc">
            <a:extLst>
              <a:ext uri="{FF2B5EF4-FFF2-40B4-BE49-F238E27FC236}">
                <a16:creationId xmlns:a16="http://schemas.microsoft.com/office/drawing/2014/main" id="{01445DB3-77C5-7F4E-A953-5ED59F6A8621}"/>
              </a:ext>
            </a:extLst>
          </p:cNvPr>
          <p:cNvSpPr txBox="1"/>
          <p:nvPr/>
        </p:nvSpPr>
        <p:spPr>
          <a:xfrm>
            <a:off x="10328075" y="5671694"/>
            <a:ext cx="871579" cy="494044"/>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Autofit/>
          </a:bodyPr>
          <a:lstStyle/>
          <a:p>
            <a:pPr defTabSz="397256">
              <a:defRPr sz="2040" b="0">
                <a:latin typeface="+mn-lt"/>
                <a:ea typeface="+mn-ea"/>
                <a:cs typeface="+mn-cs"/>
                <a:sym typeface="Helvetica Neue Medium"/>
              </a:defRPr>
            </a:pPr>
            <a:r>
              <a:rPr lang="en-US" sz="2000" dirty="0">
                <a:latin typeface="Times New Roman" panose="02020603050405020304" pitchFamily="18" charset="0"/>
                <a:cs typeface="Times New Roman" panose="02020603050405020304" pitchFamily="18" charset="0"/>
              </a:rPr>
              <a:t>D</a:t>
            </a:r>
            <a:r>
              <a:rPr lang="en-US" sz="2000" baseline="-25000" dirty="0">
                <a:latin typeface="Times New Roman" panose="02020603050405020304" pitchFamily="18" charset="0"/>
                <a:cs typeface="Times New Roman" panose="02020603050405020304" pitchFamily="18" charset="0"/>
              </a:rPr>
              <a:t>M2</a:t>
            </a:r>
            <a:endParaRPr sz="2000" baseline="-25000" dirty="0">
              <a:latin typeface="Times New Roman" panose="02020603050405020304" pitchFamily="18" charset="0"/>
              <a:cs typeface="Times New Roman" panose="02020603050405020304" pitchFamily="18" charset="0"/>
            </a:endParaRPr>
          </a:p>
        </p:txBody>
      </p:sp>
      <p:grpSp>
        <p:nvGrpSpPr>
          <p:cNvPr id="50" name="Group 49">
            <a:extLst>
              <a:ext uri="{FF2B5EF4-FFF2-40B4-BE49-F238E27FC236}">
                <a16:creationId xmlns:a16="http://schemas.microsoft.com/office/drawing/2014/main" id="{EE174C95-FFE6-E644-8826-1E349F08521D}"/>
              </a:ext>
            </a:extLst>
          </p:cNvPr>
          <p:cNvGrpSpPr/>
          <p:nvPr/>
        </p:nvGrpSpPr>
        <p:grpSpPr>
          <a:xfrm>
            <a:off x="998434" y="4215366"/>
            <a:ext cx="691536" cy="848001"/>
            <a:chOff x="998434" y="4215366"/>
            <a:chExt cx="691536" cy="848001"/>
          </a:xfrm>
        </p:grpSpPr>
        <p:cxnSp>
          <p:nvCxnSpPr>
            <p:cNvPr id="22" name="Straight Arrow Connector 21">
              <a:extLst>
                <a:ext uri="{FF2B5EF4-FFF2-40B4-BE49-F238E27FC236}">
                  <a16:creationId xmlns:a16="http://schemas.microsoft.com/office/drawing/2014/main" id="{7FA56865-CFC3-694D-AEDE-D9812EC4ACEB}"/>
                </a:ext>
              </a:extLst>
            </p:cNvPr>
            <p:cNvCxnSpPr/>
            <p:nvPr/>
          </p:nvCxnSpPr>
          <p:spPr>
            <a:xfrm>
              <a:off x="1069208" y="4215366"/>
              <a:ext cx="0" cy="534974"/>
            </a:xfrm>
            <a:prstGeom prst="straightConnector1">
              <a:avLst/>
            </a:prstGeom>
            <a:noFill/>
            <a:ln w="38100" cap="flat">
              <a:solidFill>
                <a:srgbClr val="FF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103" name="A">
              <a:extLst>
                <a:ext uri="{FF2B5EF4-FFF2-40B4-BE49-F238E27FC236}">
                  <a16:creationId xmlns:a16="http://schemas.microsoft.com/office/drawing/2014/main" id="{39164C5F-EEF9-064F-B077-CDD867EC7A4C}"/>
                </a:ext>
              </a:extLst>
            </p:cNvPr>
            <p:cNvSpPr txBox="1"/>
            <p:nvPr/>
          </p:nvSpPr>
          <p:spPr>
            <a:xfrm>
              <a:off x="998434" y="4431528"/>
              <a:ext cx="691536" cy="631839"/>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rmAutofit/>
            </a:bodyPr>
            <a:lstStyle>
              <a:lvl1pPr>
                <a:defRPr sz="3000" b="0">
                  <a:latin typeface="+mn-lt"/>
                  <a:ea typeface="+mn-ea"/>
                  <a:cs typeface="+mn-cs"/>
                  <a:sym typeface="Helvetica Neue Medium"/>
                </a:defRPr>
              </a:lvl1pPr>
            </a:lstStyle>
            <a:p>
              <a:r>
                <a:rPr lang="en-US" sz="2000" b="1" dirty="0">
                  <a:latin typeface="Times New Roman" panose="02020603050405020304" pitchFamily="18" charset="0"/>
                  <a:cs typeface="Times New Roman" panose="02020603050405020304" pitchFamily="18" charset="0"/>
                </a:rPr>
                <a:t>P</a:t>
              </a:r>
              <a:r>
                <a:rPr lang="en-US" sz="2000" b="1" baseline="-25000" dirty="0">
                  <a:latin typeface="Times New Roman" panose="02020603050405020304" pitchFamily="18" charset="0"/>
                  <a:cs typeface="Times New Roman" panose="02020603050405020304" pitchFamily="18" charset="0"/>
                </a:rPr>
                <a:t>2</a:t>
              </a:r>
              <a:endParaRPr sz="2000" b="1" baseline="-25000" dirty="0">
                <a:latin typeface="Times New Roman" panose="02020603050405020304" pitchFamily="18" charset="0"/>
                <a:cs typeface="Times New Roman" panose="02020603050405020304" pitchFamily="18" charset="0"/>
              </a:endParaRPr>
            </a:p>
          </p:txBody>
        </p:sp>
      </p:grpSp>
      <p:grpSp>
        <p:nvGrpSpPr>
          <p:cNvPr id="40" name="Group 39">
            <a:extLst>
              <a:ext uri="{FF2B5EF4-FFF2-40B4-BE49-F238E27FC236}">
                <a16:creationId xmlns:a16="http://schemas.microsoft.com/office/drawing/2014/main" id="{A9009387-D070-4E4A-A3A5-BF023D39272F}"/>
              </a:ext>
            </a:extLst>
          </p:cNvPr>
          <p:cNvGrpSpPr/>
          <p:nvPr/>
        </p:nvGrpSpPr>
        <p:grpSpPr>
          <a:xfrm>
            <a:off x="1499486" y="4227824"/>
            <a:ext cx="9955676" cy="727169"/>
            <a:chOff x="1499486" y="4227824"/>
            <a:chExt cx="9955676" cy="727169"/>
          </a:xfrm>
        </p:grpSpPr>
        <p:sp>
          <p:nvSpPr>
            <p:cNvPr id="107" name="P">
              <a:extLst>
                <a:ext uri="{FF2B5EF4-FFF2-40B4-BE49-F238E27FC236}">
                  <a16:creationId xmlns:a16="http://schemas.microsoft.com/office/drawing/2014/main" id="{7968442F-561B-7F43-98DB-54F560D38B0A}"/>
                </a:ext>
              </a:extLst>
            </p:cNvPr>
            <p:cNvSpPr txBox="1"/>
            <p:nvPr/>
          </p:nvSpPr>
          <p:spPr>
            <a:xfrm>
              <a:off x="3625079" y="4227824"/>
              <a:ext cx="505022" cy="631839"/>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rmAutofit/>
            </a:bodyPr>
            <a:lstStyle>
              <a:lvl1pPr>
                <a:defRPr sz="3000" b="0">
                  <a:latin typeface="+mn-lt"/>
                  <a:ea typeface="+mn-ea"/>
                  <a:cs typeface="+mn-cs"/>
                  <a:sym typeface="Helvetica Neue Medium"/>
                </a:defRPr>
              </a:lvl1pPr>
            </a:lstStyle>
            <a:p>
              <a:r>
                <a:rPr lang="en-US" sz="2000" b="1" dirty="0">
                  <a:latin typeface="Times New Roman" panose="02020603050405020304" pitchFamily="18" charset="0"/>
                  <a:cs typeface="Times New Roman" panose="02020603050405020304" pitchFamily="18" charset="0"/>
                </a:rPr>
                <a:t>E</a:t>
              </a:r>
              <a:r>
                <a:rPr lang="en-US" sz="2000" b="1" baseline="-25000" dirty="0">
                  <a:latin typeface="Times New Roman" panose="02020603050405020304" pitchFamily="18" charset="0"/>
                  <a:cs typeface="Times New Roman" panose="02020603050405020304" pitchFamily="18" charset="0"/>
                </a:rPr>
                <a:t>A2</a:t>
              </a:r>
              <a:endParaRPr sz="2000" b="1" baseline="-25000" dirty="0">
                <a:latin typeface="Times New Roman" panose="02020603050405020304" pitchFamily="18" charset="0"/>
                <a:cs typeface="Times New Roman" panose="02020603050405020304" pitchFamily="18" charset="0"/>
              </a:endParaRPr>
            </a:p>
          </p:txBody>
        </p:sp>
        <p:sp>
          <p:nvSpPr>
            <p:cNvPr id="87" name="Line">
              <a:extLst>
                <a:ext uri="{FF2B5EF4-FFF2-40B4-BE49-F238E27FC236}">
                  <a16:creationId xmlns:a16="http://schemas.microsoft.com/office/drawing/2014/main" id="{F359D584-0D31-3B44-86CC-A4F506A650FF}"/>
                </a:ext>
              </a:extLst>
            </p:cNvPr>
            <p:cNvSpPr/>
            <p:nvPr/>
          </p:nvSpPr>
          <p:spPr>
            <a:xfrm flipH="1">
              <a:off x="1499486" y="4857709"/>
              <a:ext cx="9521209" cy="19092"/>
            </a:xfrm>
            <a:prstGeom prst="line">
              <a:avLst/>
            </a:prstGeom>
            <a:noFill/>
            <a:ln w="63500" cap="flat">
              <a:solidFill>
                <a:srgbClr val="0070C0"/>
              </a:solidFill>
              <a:prstDash val="sysDot"/>
              <a:miter lim="400000"/>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sz="1200">
                <a:latin typeface="Times New Roman" panose="02020603050405020304" pitchFamily="18" charset="0"/>
                <a:cs typeface="Times New Roman" panose="02020603050405020304" pitchFamily="18" charset="0"/>
              </a:endParaRPr>
            </a:p>
          </p:txBody>
        </p:sp>
        <p:sp>
          <p:nvSpPr>
            <p:cNvPr id="93" name="A">
              <a:extLst>
                <a:ext uri="{FF2B5EF4-FFF2-40B4-BE49-F238E27FC236}">
                  <a16:creationId xmlns:a16="http://schemas.microsoft.com/office/drawing/2014/main" id="{AE2E2F76-748A-E344-83F8-6D285921BFF3}"/>
                </a:ext>
              </a:extLst>
            </p:cNvPr>
            <p:cNvSpPr txBox="1"/>
            <p:nvPr/>
          </p:nvSpPr>
          <p:spPr>
            <a:xfrm>
              <a:off x="10875197" y="4323154"/>
              <a:ext cx="579965" cy="631839"/>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rmAutofit/>
            </a:bodyPr>
            <a:lstStyle>
              <a:lvl1pPr>
                <a:defRPr sz="3000" b="0">
                  <a:latin typeface="+mn-lt"/>
                  <a:ea typeface="+mn-ea"/>
                  <a:cs typeface="+mn-cs"/>
                  <a:sym typeface="Helvetica Neue Medium"/>
                </a:defRPr>
              </a:lvl1pPr>
            </a:lstStyle>
            <a:p>
              <a:r>
                <a:rPr lang="en-US" sz="2000" b="1" dirty="0">
                  <a:latin typeface="Times New Roman" panose="02020603050405020304" pitchFamily="18" charset="0"/>
                  <a:cs typeface="Times New Roman" panose="02020603050405020304" pitchFamily="18" charset="0"/>
                </a:rPr>
                <a:t>T</a:t>
              </a:r>
              <a:r>
                <a:rPr lang="en-US" sz="2000" b="1" baseline="-25000" dirty="0">
                  <a:latin typeface="Times New Roman" panose="02020603050405020304" pitchFamily="18" charset="0"/>
                  <a:cs typeface="Times New Roman" panose="02020603050405020304" pitchFamily="18" charset="0"/>
                </a:rPr>
                <a:t>M2</a:t>
              </a:r>
              <a:endParaRPr sz="2000" b="1" baseline="-25000" dirty="0">
                <a:latin typeface="Times New Roman" panose="02020603050405020304" pitchFamily="18" charset="0"/>
                <a:cs typeface="Times New Roman" panose="02020603050405020304" pitchFamily="18" charset="0"/>
              </a:endParaRPr>
            </a:p>
          </p:txBody>
        </p:sp>
        <p:sp>
          <p:nvSpPr>
            <p:cNvPr id="109" name="P">
              <a:extLst>
                <a:ext uri="{FF2B5EF4-FFF2-40B4-BE49-F238E27FC236}">
                  <a16:creationId xmlns:a16="http://schemas.microsoft.com/office/drawing/2014/main" id="{A2855BCF-6CED-194A-915F-82EFF0993C14}"/>
                </a:ext>
              </a:extLst>
            </p:cNvPr>
            <p:cNvSpPr txBox="1"/>
            <p:nvPr/>
          </p:nvSpPr>
          <p:spPr>
            <a:xfrm>
              <a:off x="7598288" y="4270750"/>
              <a:ext cx="505022" cy="631839"/>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rmAutofit/>
            </a:bodyPr>
            <a:lstStyle>
              <a:lvl1pPr>
                <a:defRPr sz="3000" b="0">
                  <a:latin typeface="+mn-lt"/>
                  <a:ea typeface="+mn-ea"/>
                  <a:cs typeface="+mn-cs"/>
                  <a:sym typeface="Helvetica Neue Medium"/>
                </a:defRPr>
              </a:lvl1pPr>
            </a:lstStyle>
            <a:p>
              <a:r>
                <a:rPr lang="en-US" sz="2000" b="1" dirty="0">
                  <a:latin typeface="Times New Roman" panose="02020603050405020304" pitchFamily="18" charset="0"/>
                  <a:cs typeface="Times New Roman" panose="02020603050405020304" pitchFamily="18" charset="0"/>
                </a:rPr>
                <a:t>E</a:t>
              </a:r>
              <a:r>
                <a:rPr lang="en-US" sz="2000" b="1" baseline="-25000" dirty="0">
                  <a:latin typeface="Times New Roman" panose="02020603050405020304" pitchFamily="18" charset="0"/>
                  <a:cs typeface="Times New Roman" panose="02020603050405020304" pitchFamily="18" charset="0"/>
                </a:rPr>
                <a:t>B2</a:t>
              </a:r>
              <a:endParaRPr sz="2000" b="1" baseline="-25000" dirty="0">
                <a:latin typeface="Times New Roman" panose="02020603050405020304" pitchFamily="18" charset="0"/>
                <a:cs typeface="Times New Roman" panose="02020603050405020304" pitchFamily="18" charset="0"/>
              </a:endParaRPr>
            </a:p>
          </p:txBody>
        </p:sp>
      </p:grpSp>
      <p:sp>
        <p:nvSpPr>
          <p:cNvPr id="110" name="C">
            <a:extLst>
              <a:ext uri="{FF2B5EF4-FFF2-40B4-BE49-F238E27FC236}">
                <a16:creationId xmlns:a16="http://schemas.microsoft.com/office/drawing/2014/main" id="{C0518250-13CA-9F4B-BC95-42AC6CE26945}"/>
              </a:ext>
            </a:extLst>
          </p:cNvPr>
          <p:cNvSpPr txBox="1"/>
          <p:nvPr/>
        </p:nvSpPr>
        <p:spPr>
          <a:xfrm>
            <a:off x="845267" y="7955085"/>
            <a:ext cx="11921186" cy="518385"/>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Autofit/>
          </a:bodyPr>
          <a:lstStyle>
            <a:lvl1pPr>
              <a:defRPr sz="3000" b="0">
                <a:latin typeface="+mn-lt"/>
                <a:ea typeface="+mn-ea"/>
                <a:cs typeface="+mn-cs"/>
                <a:sym typeface="Helvetica Neue Medium"/>
              </a:defRPr>
            </a:lvl1pPr>
          </a:lstStyle>
          <a:p>
            <a:pPr algn="just"/>
            <a:r>
              <a:rPr lang="en-US" sz="2400" b="1" dirty="0">
                <a:solidFill>
                  <a:schemeClr val="tx1"/>
                </a:solidFill>
                <a:latin typeface="Times New Roman" panose="02020603050405020304" pitchFamily="18" charset="0"/>
                <a:cs typeface="Times New Roman" panose="02020603050405020304" pitchFamily="18" charset="0"/>
              </a:rPr>
              <a:t>By joining T</a:t>
            </a:r>
            <a:r>
              <a:rPr lang="en-US" sz="2400" b="1" baseline="-25000" dirty="0">
                <a:solidFill>
                  <a:schemeClr val="tx1"/>
                </a:solidFill>
                <a:latin typeface="Times New Roman" panose="02020603050405020304" pitchFamily="18" charset="0"/>
                <a:cs typeface="Times New Roman" panose="02020603050405020304" pitchFamily="18" charset="0"/>
              </a:rPr>
              <a:t>M1</a:t>
            </a:r>
            <a:r>
              <a:rPr lang="en-US" sz="2400" b="1" dirty="0">
                <a:solidFill>
                  <a:schemeClr val="tx1"/>
                </a:solidFill>
                <a:latin typeface="Times New Roman" panose="02020603050405020304" pitchFamily="18" charset="0"/>
                <a:cs typeface="Times New Roman" panose="02020603050405020304" pitchFamily="18" charset="0"/>
              </a:rPr>
              <a:t> and T</a:t>
            </a:r>
            <a:r>
              <a:rPr lang="en-US" sz="2400" b="1" baseline="-25000" dirty="0">
                <a:solidFill>
                  <a:schemeClr val="tx1"/>
                </a:solidFill>
                <a:latin typeface="Times New Roman" panose="02020603050405020304" pitchFamily="18" charset="0"/>
                <a:cs typeface="Times New Roman" panose="02020603050405020304" pitchFamily="18" charset="0"/>
              </a:rPr>
              <a:t>M2</a:t>
            </a:r>
            <a:r>
              <a:rPr lang="en-US" sz="2400" b="1" dirty="0">
                <a:solidFill>
                  <a:schemeClr val="tx1"/>
                </a:solidFill>
                <a:latin typeface="Times New Roman" panose="02020603050405020304" pitchFamily="18" charset="0"/>
                <a:cs typeface="Times New Roman" panose="02020603050405020304" pitchFamily="18" charset="0"/>
              </a:rPr>
              <a:t> we obtain the </a:t>
            </a:r>
            <a:r>
              <a:rPr lang="en-US" sz="2400" b="1" dirty="0">
                <a:solidFill>
                  <a:srgbClr val="FF0000"/>
                </a:solidFill>
                <a:latin typeface="Times New Roman" panose="02020603050405020304" pitchFamily="18" charset="0"/>
                <a:cs typeface="Times New Roman" panose="02020603050405020304" pitchFamily="18" charset="0"/>
              </a:rPr>
              <a:t>gently sloped</a:t>
            </a:r>
            <a:r>
              <a:rPr lang="en-US" sz="2400" b="1" dirty="0">
                <a:solidFill>
                  <a:schemeClr val="tx1"/>
                </a:solidFill>
                <a:latin typeface="Times New Roman" panose="02020603050405020304" pitchFamily="18" charset="0"/>
                <a:cs typeface="Times New Roman" panose="02020603050405020304" pitchFamily="18" charset="0"/>
              </a:rPr>
              <a:t> Bandwagon Effect demand curve D</a:t>
            </a:r>
            <a:r>
              <a:rPr lang="en-US" sz="2400" b="1" baseline="-25000" dirty="0">
                <a:solidFill>
                  <a:schemeClr val="tx1"/>
                </a:solidFill>
                <a:latin typeface="Times New Roman" panose="02020603050405020304" pitchFamily="18" charset="0"/>
                <a:cs typeface="Times New Roman" panose="02020603050405020304" pitchFamily="18" charset="0"/>
              </a:rPr>
              <a:t>BW</a:t>
            </a:r>
          </a:p>
        </p:txBody>
      </p:sp>
    </p:spTree>
    <p:extLst>
      <p:ext uri="{BB962C8B-B14F-4D97-AF65-F5344CB8AC3E}">
        <p14:creationId xmlns:p14="http://schemas.microsoft.com/office/powerpoint/2010/main" val="91890082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 grpId="0"/>
      <p:bldP spid="104" grpId="0"/>
      <p:bldP spid="110" grpId="0"/>
    </p:bldLst>
  </p:timing>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C84A8EB-71DC-154F-851E-BE1DA9C7D324}"/>
              </a:ext>
            </a:extLst>
          </p:cNvPr>
          <p:cNvSpPr>
            <a:spLocks noGrp="1"/>
          </p:cNvSpPr>
          <p:nvPr>
            <p:ph type="sldNum" sz="quarter" idx="2"/>
          </p:nvPr>
        </p:nvSpPr>
        <p:spPr>
          <a:xfrm>
            <a:off x="12596324" y="9269065"/>
            <a:ext cx="340259" cy="324306"/>
          </a:xfrm>
        </p:spPr>
        <p:txBody>
          <a:bodyPr/>
          <a:lstStyle/>
          <a:p>
            <a:fld id="{86CB4B4D-7CA3-9044-876B-883B54F8677D}" type="slidenum">
              <a:rPr lang="en-IN" smtClean="0"/>
              <a:t>26</a:t>
            </a:fld>
            <a:endParaRPr lang="en-IN" dirty="0"/>
          </a:p>
        </p:txBody>
      </p:sp>
      <p:sp>
        <p:nvSpPr>
          <p:cNvPr id="121" name="Line"/>
          <p:cNvSpPr/>
          <p:nvPr/>
        </p:nvSpPr>
        <p:spPr>
          <a:xfrm flipV="1">
            <a:off x="1503071" y="1523282"/>
            <a:ext cx="1" cy="5161468"/>
          </a:xfrm>
          <a:prstGeom prst="line">
            <a:avLst/>
          </a:prstGeom>
          <a:noFill/>
          <a:ln w="28575" cap="flat">
            <a:solidFill>
              <a:srgbClr val="000000"/>
            </a:solidFill>
            <a:prstDash val="solid"/>
            <a:miter lim="400000"/>
            <a:headEnd type="triangle" w="med" len="med"/>
            <a:tailEnd type="triangle" w="med" len="med"/>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sz="1200">
              <a:latin typeface="Times New Roman" panose="02020603050405020304" pitchFamily="18" charset="0"/>
              <a:cs typeface="Times New Roman" panose="02020603050405020304" pitchFamily="18" charset="0"/>
            </a:endParaRPr>
          </a:p>
        </p:txBody>
      </p:sp>
      <p:sp>
        <p:nvSpPr>
          <p:cNvPr id="122" name="Line"/>
          <p:cNvSpPr/>
          <p:nvPr/>
        </p:nvSpPr>
        <p:spPr>
          <a:xfrm flipV="1">
            <a:off x="1069208" y="6309342"/>
            <a:ext cx="3628971" cy="0"/>
          </a:xfrm>
          <a:prstGeom prst="line">
            <a:avLst/>
          </a:prstGeom>
          <a:noFill/>
          <a:ln w="28575" cap="flat">
            <a:solidFill>
              <a:srgbClr val="000000"/>
            </a:solidFill>
            <a:prstDash val="solid"/>
            <a:miter lim="400000"/>
            <a:headEnd type="triangle" w="med" len="med"/>
            <a:tailEnd type="triangle" w="med" len="med"/>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sz="1200">
              <a:latin typeface="Times New Roman" panose="02020603050405020304" pitchFamily="18" charset="0"/>
              <a:cs typeface="Times New Roman" panose="02020603050405020304" pitchFamily="18" charset="0"/>
            </a:endParaRPr>
          </a:p>
        </p:txBody>
      </p:sp>
      <p:sp>
        <p:nvSpPr>
          <p:cNvPr id="123" name="AR, MR"/>
          <p:cNvSpPr txBox="1"/>
          <p:nvPr/>
        </p:nvSpPr>
        <p:spPr>
          <a:xfrm>
            <a:off x="737941" y="1540075"/>
            <a:ext cx="761548" cy="569050"/>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Autofit/>
          </a:bodyPr>
          <a:lstStyle>
            <a:lvl1pPr defTabSz="426466">
              <a:defRPr sz="2190" b="0">
                <a:latin typeface="+mn-lt"/>
                <a:ea typeface="+mn-ea"/>
                <a:cs typeface="+mn-cs"/>
                <a:sym typeface="Helvetica Neue Medium"/>
              </a:defRPr>
            </a:lvl1pPr>
          </a:lstStyle>
          <a:p>
            <a:r>
              <a:rPr lang="en-US" sz="2000" dirty="0">
                <a:latin typeface="Times New Roman" panose="02020603050405020304" pitchFamily="18" charset="0"/>
                <a:cs typeface="Times New Roman" panose="02020603050405020304" pitchFamily="18" charset="0"/>
              </a:rPr>
              <a:t>Price</a:t>
            </a:r>
            <a:endParaRPr sz="2000" dirty="0">
              <a:latin typeface="Times New Roman" panose="02020603050405020304" pitchFamily="18" charset="0"/>
              <a:cs typeface="Times New Roman" panose="02020603050405020304" pitchFamily="18" charset="0"/>
            </a:endParaRPr>
          </a:p>
        </p:txBody>
      </p:sp>
      <p:sp>
        <p:nvSpPr>
          <p:cNvPr id="124" name="Qty"/>
          <p:cNvSpPr txBox="1"/>
          <p:nvPr/>
        </p:nvSpPr>
        <p:spPr>
          <a:xfrm>
            <a:off x="4112724" y="6375730"/>
            <a:ext cx="772189" cy="474931"/>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Autofit/>
          </a:bodyPr>
          <a:lstStyle>
            <a:lvl1pPr defTabSz="467359">
              <a:defRPr b="0">
                <a:latin typeface="+mn-lt"/>
                <a:ea typeface="+mn-ea"/>
                <a:cs typeface="+mn-cs"/>
                <a:sym typeface="Helvetica Neue Medium"/>
              </a:defRPr>
            </a:lvl1pPr>
          </a:lstStyle>
          <a:p>
            <a:r>
              <a:rPr sz="2000" dirty="0">
                <a:latin typeface="Times New Roman" panose="02020603050405020304" pitchFamily="18" charset="0"/>
                <a:cs typeface="Times New Roman" panose="02020603050405020304" pitchFamily="18" charset="0"/>
              </a:rPr>
              <a:t>Qty</a:t>
            </a:r>
          </a:p>
        </p:txBody>
      </p:sp>
      <p:sp>
        <p:nvSpPr>
          <p:cNvPr id="111" name="Line">
            <a:extLst>
              <a:ext uri="{FF2B5EF4-FFF2-40B4-BE49-F238E27FC236}">
                <a16:creationId xmlns:a16="http://schemas.microsoft.com/office/drawing/2014/main" id="{43AC6F69-6654-FF44-8972-D4CC7AE32319}"/>
              </a:ext>
            </a:extLst>
          </p:cNvPr>
          <p:cNvSpPr/>
          <p:nvPr/>
        </p:nvSpPr>
        <p:spPr>
          <a:xfrm flipV="1">
            <a:off x="5356508" y="1639729"/>
            <a:ext cx="1" cy="5161468"/>
          </a:xfrm>
          <a:prstGeom prst="line">
            <a:avLst/>
          </a:prstGeom>
          <a:noFill/>
          <a:ln w="28575" cap="flat">
            <a:solidFill>
              <a:srgbClr val="000000"/>
            </a:solidFill>
            <a:prstDash val="solid"/>
            <a:miter lim="400000"/>
            <a:headEnd type="triangle" w="med" len="med"/>
            <a:tailEnd type="triangle" w="med" len="med"/>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sz="1200">
              <a:latin typeface="Times New Roman" panose="02020603050405020304" pitchFamily="18" charset="0"/>
              <a:cs typeface="Times New Roman" panose="02020603050405020304" pitchFamily="18" charset="0"/>
            </a:endParaRPr>
          </a:p>
        </p:txBody>
      </p:sp>
      <p:sp>
        <p:nvSpPr>
          <p:cNvPr id="112" name="Line">
            <a:extLst>
              <a:ext uri="{FF2B5EF4-FFF2-40B4-BE49-F238E27FC236}">
                <a16:creationId xmlns:a16="http://schemas.microsoft.com/office/drawing/2014/main" id="{335B1852-EA8A-EA41-BED8-2EE3095CBC40}"/>
              </a:ext>
            </a:extLst>
          </p:cNvPr>
          <p:cNvSpPr/>
          <p:nvPr/>
        </p:nvSpPr>
        <p:spPr>
          <a:xfrm>
            <a:off x="4892035" y="6299424"/>
            <a:ext cx="2928285" cy="1"/>
          </a:xfrm>
          <a:prstGeom prst="line">
            <a:avLst/>
          </a:prstGeom>
          <a:noFill/>
          <a:ln w="28575" cap="flat">
            <a:solidFill>
              <a:srgbClr val="000000"/>
            </a:solidFill>
            <a:prstDash val="solid"/>
            <a:miter lim="400000"/>
            <a:headEnd type="triangle" w="med" len="med"/>
            <a:tailEnd type="triangle" w="med" len="med"/>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sz="1200">
              <a:latin typeface="Times New Roman" panose="02020603050405020304" pitchFamily="18" charset="0"/>
              <a:cs typeface="Times New Roman" panose="02020603050405020304" pitchFamily="18" charset="0"/>
            </a:endParaRPr>
          </a:p>
        </p:txBody>
      </p:sp>
      <p:sp>
        <p:nvSpPr>
          <p:cNvPr id="46" name="C">
            <a:extLst>
              <a:ext uri="{FF2B5EF4-FFF2-40B4-BE49-F238E27FC236}">
                <a16:creationId xmlns:a16="http://schemas.microsoft.com/office/drawing/2014/main" id="{396F82E0-714D-774C-B2C7-C4D60EDEE79E}"/>
              </a:ext>
            </a:extLst>
          </p:cNvPr>
          <p:cNvSpPr txBox="1"/>
          <p:nvPr/>
        </p:nvSpPr>
        <p:spPr>
          <a:xfrm>
            <a:off x="1910962" y="473974"/>
            <a:ext cx="1794111" cy="826223"/>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Autofit/>
          </a:bodyPr>
          <a:lstStyle>
            <a:lvl1pPr>
              <a:defRPr sz="3000" b="0">
                <a:latin typeface="+mn-lt"/>
                <a:ea typeface="+mn-ea"/>
                <a:cs typeface="+mn-cs"/>
                <a:sym typeface="Helvetica Neue Medium"/>
              </a:defRPr>
            </a:lvl1pPr>
          </a:lstStyle>
          <a:p>
            <a:r>
              <a:rPr lang="en-US" sz="2000" b="1" dirty="0">
                <a:solidFill>
                  <a:schemeClr val="tx1"/>
                </a:solidFill>
                <a:latin typeface="Times New Roman" panose="02020603050405020304" pitchFamily="18" charset="0"/>
                <a:cs typeface="Times New Roman" panose="02020603050405020304" pitchFamily="18" charset="0"/>
              </a:rPr>
              <a:t>Individual A</a:t>
            </a:r>
          </a:p>
        </p:txBody>
      </p:sp>
      <p:sp>
        <p:nvSpPr>
          <p:cNvPr id="42" name="Line">
            <a:extLst>
              <a:ext uri="{FF2B5EF4-FFF2-40B4-BE49-F238E27FC236}">
                <a16:creationId xmlns:a16="http://schemas.microsoft.com/office/drawing/2014/main" id="{EAD280C2-D13B-314F-B1BF-42025DCC6561}"/>
              </a:ext>
            </a:extLst>
          </p:cNvPr>
          <p:cNvSpPr/>
          <p:nvPr/>
        </p:nvSpPr>
        <p:spPr>
          <a:xfrm flipH="1" flipV="1">
            <a:off x="8582876" y="1602246"/>
            <a:ext cx="7752" cy="5136045"/>
          </a:xfrm>
          <a:prstGeom prst="line">
            <a:avLst/>
          </a:prstGeom>
          <a:noFill/>
          <a:ln w="28575" cap="flat">
            <a:solidFill>
              <a:srgbClr val="000000"/>
            </a:solidFill>
            <a:prstDash val="solid"/>
            <a:miter lim="400000"/>
            <a:headEnd type="triangle" w="med" len="med"/>
            <a:tailEnd type="triangle" w="med" len="med"/>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sz="1200">
              <a:latin typeface="Times New Roman" panose="02020603050405020304" pitchFamily="18" charset="0"/>
              <a:cs typeface="Times New Roman" panose="02020603050405020304" pitchFamily="18" charset="0"/>
            </a:endParaRPr>
          </a:p>
        </p:txBody>
      </p:sp>
      <p:sp>
        <p:nvSpPr>
          <p:cNvPr id="43" name="Line">
            <a:extLst>
              <a:ext uri="{FF2B5EF4-FFF2-40B4-BE49-F238E27FC236}">
                <a16:creationId xmlns:a16="http://schemas.microsoft.com/office/drawing/2014/main" id="{1393B559-4F6C-E14F-B1A1-A7BE5B220CAA}"/>
              </a:ext>
            </a:extLst>
          </p:cNvPr>
          <p:cNvSpPr/>
          <p:nvPr/>
        </p:nvSpPr>
        <p:spPr>
          <a:xfrm>
            <a:off x="8304436" y="6353658"/>
            <a:ext cx="4291888" cy="2506"/>
          </a:xfrm>
          <a:prstGeom prst="line">
            <a:avLst/>
          </a:prstGeom>
          <a:noFill/>
          <a:ln w="28575" cap="flat">
            <a:solidFill>
              <a:srgbClr val="000000"/>
            </a:solidFill>
            <a:prstDash val="solid"/>
            <a:miter lim="400000"/>
            <a:headEnd type="triangle" w="med" len="med"/>
            <a:tailEnd type="triangle" w="med" len="med"/>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sz="1200">
              <a:latin typeface="Times New Roman" panose="02020603050405020304" pitchFamily="18" charset="0"/>
              <a:cs typeface="Times New Roman" panose="02020603050405020304" pitchFamily="18" charset="0"/>
            </a:endParaRPr>
          </a:p>
        </p:txBody>
      </p:sp>
      <p:sp>
        <p:nvSpPr>
          <p:cNvPr id="63" name="C">
            <a:extLst>
              <a:ext uri="{FF2B5EF4-FFF2-40B4-BE49-F238E27FC236}">
                <a16:creationId xmlns:a16="http://schemas.microsoft.com/office/drawing/2014/main" id="{4056FFCC-0D0A-8942-910E-58ACEB0AEC2E}"/>
              </a:ext>
            </a:extLst>
          </p:cNvPr>
          <p:cNvSpPr txBox="1"/>
          <p:nvPr/>
        </p:nvSpPr>
        <p:spPr>
          <a:xfrm>
            <a:off x="4064986" y="-29389"/>
            <a:ext cx="4239415" cy="515230"/>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Autofit/>
          </a:bodyPr>
          <a:lstStyle>
            <a:lvl1pPr>
              <a:defRPr sz="3000" b="0">
                <a:latin typeface="+mn-lt"/>
                <a:ea typeface="+mn-ea"/>
                <a:cs typeface="+mn-cs"/>
                <a:sym typeface="Helvetica Neue Medium"/>
              </a:defRPr>
            </a:lvl1pPr>
          </a:lstStyle>
          <a:p>
            <a:r>
              <a:rPr lang="en-US" sz="2400" b="1" dirty="0">
                <a:solidFill>
                  <a:srgbClr val="FF0000"/>
                </a:solidFill>
                <a:latin typeface="Times New Roman" panose="02020603050405020304" pitchFamily="18" charset="0"/>
                <a:cs typeface="Times New Roman" panose="02020603050405020304" pitchFamily="18" charset="0"/>
              </a:rPr>
              <a:t>SNOB GOOD EFFECT</a:t>
            </a:r>
            <a:endParaRPr lang="en-US" sz="2400" b="1" dirty="0">
              <a:latin typeface="Times New Roman" panose="02020603050405020304" pitchFamily="18" charset="0"/>
              <a:cs typeface="Times New Roman" panose="02020603050405020304" pitchFamily="18" charset="0"/>
            </a:endParaRPr>
          </a:p>
        </p:txBody>
      </p:sp>
      <p:sp>
        <p:nvSpPr>
          <p:cNvPr id="75" name="C">
            <a:extLst>
              <a:ext uri="{FF2B5EF4-FFF2-40B4-BE49-F238E27FC236}">
                <a16:creationId xmlns:a16="http://schemas.microsoft.com/office/drawing/2014/main" id="{BB01863F-8903-3A47-9D10-96EB169A9177}"/>
              </a:ext>
            </a:extLst>
          </p:cNvPr>
          <p:cNvSpPr txBox="1"/>
          <p:nvPr/>
        </p:nvSpPr>
        <p:spPr>
          <a:xfrm>
            <a:off x="256363" y="6927453"/>
            <a:ext cx="11316487" cy="518385"/>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Autofit/>
          </a:bodyPr>
          <a:lstStyle>
            <a:lvl1pPr>
              <a:defRPr sz="3000" b="0">
                <a:latin typeface="+mn-lt"/>
                <a:ea typeface="+mn-ea"/>
                <a:cs typeface="+mn-cs"/>
                <a:sym typeface="Helvetica Neue Medium"/>
              </a:defRPr>
            </a:lvl1pPr>
          </a:lstStyle>
          <a:p>
            <a:pPr algn="just"/>
            <a:r>
              <a:rPr lang="en-US" sz="2400" b="1" dirty="0">
                <a:solidFill>
                  <a:schemeClr val="tx1"/>
                </a:solidFill>
                <a:latin typeface="Times New Roman" panose="02020603050405020304" pitchFamily="18" charset="0"/>
                <a:cs typeface="Times New Roman" panose="02020603050405020304" pitchFamily="18" charset="0"/>
              </a:rPr>
              <a:t>The Price of the concerned good falls</a:t>
            </a:r>
          </a:p>
        </p:txBody>
      </p:sp>
      <p:sp>
        <p:nvSpPr>
          <p:cNvPr id="69" name="C">
            <a:extLst>
              <a:ext uri="{FF2B5EF4-FFF2-40B4-BE49-F238E27FC236}">
                <a16:creationId xmlns:a16="http://schemas.microsoft.com/office/drawing/2014/main" id="{A2AA943D-EC06-A743-AC8B-5CDB754212BE}"/>
              </a:ext>
            </a:extLst>
          </p:cNvPr>
          <p:cNvSpPr txBox="1"/>
          <p:nvPr/>
        </p:nvSpPr>
        <p:spPr>
          <a:xfrm>
            <a:off x="6106870" y="485840"/>
            <a:ext cx="1794111" cy="826223"/>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Autofit/>
          </a:bodyPr>
          <a:lstStyle>
            <a:lvl1pPr>
              <a:defRPr sz="3000" b="0">
                <a:latin typeface="+mn-lt"/>
                <a:ea typeface="+mn-ea"/>
                <a:cs typeface="+mn-cs"/>
                <a:sym typeface="Helvetica Neue Medium"/>
              </a:defRPr>
            </a:lvl1pPr>
          </a:lstStyle>
          <a:p>
            <a:r>
              <a:rPr lang="en-US" sz="2000" b="1" dirty="0">
                <a:solidFill>
                  <a:schemeClr val="tx1"/>
                </a:solidFill>
                <a:latin typeface="Times New Roman" panose="02020603050405020304" pitchFamily="18" charset="0"/>
                <a:cs typeface="Times New Roman" panose="02020603050405020304" pitchFamily="18" charset="0"/>
              </a:rPr>
              <a:t>Individual B</a:t>
            </a:r>
          </a:p>
        </p:txBody>
      </p:sp>
      <p:sp>
        <p:nvSpPr>
          <p:cNvPr id="70" name="C">
            <a:extLst>
              <a:ext uri="{FF2B5EF4-FFF2-40B4-BE49-F238E27FC236}">
                <a16:creationId xmlns:a16="http://schemas.microsoft.com/office/drawing/2014/main" id="{B58F5C2B-FE99-5248-AA54-09F34E23B525}"/>
              </a:ext>
            </a:extLst>
          </p:cNvPr>
          <p:cNvSpPr txBox="1"/>
          <p:nvPr/>
        </p:nvSpPr>
        <p:spPr>
          <a:xfrm>
            <a:off x="9498520" y="452930"/>
            <a:ext cx="1794111" cy="826223"/>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Autofit/>
          </a:bodyPr>
          <a:lstStyle>
            <a:lvl1pPr>
              <a:defRPr sz="3000" b="0">
                <a:latin typeface="+mn-lt"/>
                <a:ea typeface="+mn-ea"/>
                <a:cs typeface="+mn-cs"/>
                <a:sym typeface="Helvetica Neue Medium"/>
              </a:defRPr>
            </a:lvl1pPr>
          </a:lstStyle>
          <a:p>
            <a:r>
              <a:rPr lang="en-US" sz="2000" b="1" dirty="0">
                <a:solidFill>
                  <a:schemeClr val="tx1"/>
                </a:solidFill>
                <a:latin typeface="Times New Roman" panose="02020603050405020304" pitchFamily="18" charset="0"/>
                <a:cs typeface="Times New Roman" panose="02020603050405020304" pitchFamily="18" charset="0"/>
              </a:rPr>
              <a:t>Market</a:t>
            </a:r>
          </a:p>
        </p:txBody>
      </p:sp>
      <p:sp>
        <p:nvSpPr>
          <p:cNvPr id="72" name="AR, MR">
            <a:extLst>
              <a:ext uri="{FF2B5EF4-FFF2-40B4-BE49-F238E27FC236}">
                <a16:creationId xmlns:a16="http://schemas.microsoft.com/office/drawing/2014/main" id="{73935365-6C8C-F541-8B9A-382812662747}"/>
              </a:ext>
            </a:extLst>
          </p:cNvPr>
          <p:cNvSpPr txBox="1"/>
          <p:nvPr/>
        </p:nvSpPr>
        <p:spPr>
          <a:xfrm>
            <a:off x="4450029" y="1336232"/>
            <a:ext cx="761548" cy="569050"/>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Autofit/>
          </a:bodyPr>
          <a:lstStyle>
            <a:lvl1pPr defTabSz="426466">
              <a:defRPr sz="2190" b="0">
                <a:latin typeface="+mn-lt"/>
                <a:ea typeface="+mn-ea"/>
                <a:cs typeface="+mn-cs"/>
                <a:sym typeface="Helvetica Neue Medium"/>
              </a:defRPr>
            </a:lvl1pPr>
          </a:lstStyle>
          <a:p>
            <a:r>
              <a:rPr lang="en-US" sz="2000" dirty="0">
                <a:latin typeface="Times New Roman" panose="02020603050405020304" pitchFamily="18" charset="0"/>
                <a:cs typeface="Times New Roman" panose="02020603050405020304" pitchFamily="18" charset="0"/>
              </a:rPr>
              <a:t>Price</a:t>
            </a:r>
            <a:endParaRPr sz="2000" dirty="0">
              <a:latin typeface="Times New Roman" panose="02020603050405020304" pitchFamily="18" charset="0"/>
              <a:cs typeface="Times New Roman" panose="02020603050405020304" pitchFamily="18" charset="0"/>
            </a:endParaRPr>
          </a:p>
        </p:txBody>
      </p:sp>
      <p:sp>
        <p:nvSpPr>
          <p:cNvPr id="73" name="AR, MR">
            <a:extLst>
              <a:ext uri="{FF2B5EF4-FFF2-40B4-BE49-F238E27FC236}">
                <a16:creationId xmlns:a16="http://schemas.microsoft.com/office/drawing/2014/main" id="{074E3417-5CAB-2E42-B168-D8B7F210E4B8}"/>
              </a:ext>
            </a:extLst>
          </p:cNvPr>
          <p:cNvSpPr txBox="1"/>
          <p:nvPr/>
        </p:nvSpPr>
        <p:spPr>
          <a:xfrm>
            <a:off x="7768699" y="1441983"/>
            <a:ext cx="761548" cy="569050"/>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Autofit/>
          </a:bodyPr>
          <a:lstStyle>
            <a:lvl1pPr defTabSz="426466">
              <a:defRPr sz="2190" b="0">
                <a:latin typeface="+mn-lt"/>
                <a:ea typeface="+mn-ea"/>
                <a:cs typeface="+mn-cs"/>
                <a:sym typeface="Helvetica Neue Medium"/>
              </a:defRPr>
            </a:lvl1pPr>
          </a:lstStyle>
          <a:p>
            <a:r>
              <a:rPr lang="en-US" sz="2000" dirty="0">
                <a:latin typeface="Times New Roman" panose="02020603050405020304" pitchFamily="18" charset="0"/>
                <a:cs typeface="Times New Roman" panose="02020603050405020304" pitchFamily="18" charset="0"/>
              </a:rPr>
              <a:t>Price</a:t>
            </a:r>
            <a:endParaRPr sz="2000" dirty="0">
              <a:latin typeface="Times New Roman" panose="02020603050405020304" pitchFamily="18" charset="0"/>
              <a:cs typeface="Times New Roman" panose="02020603050405020304" pitchFamily="18" charset="0"/>
            </a:endParaRPr>
          </a:p>
        </p:txBody>
      </p:sp>
      <p:sp>
        <p:nvSpPr>
          <p:cNvPr id="74" name="Qty">
            <a:extLst>
              <a:ext uri="{FF2B5EF4-FFF2-40B4-BE49-F238E27FC236}">
                <a16:creationId xmlns:a16="http://schemas.microsoft.com/office/drawing/2014/main" id="{765A2FBD-CC5D-A840-B798-43E3E35B5BE2}"/>
              </a:ext>
            </a:extLst>
          </p:cNvPr>
          <p:cNvSpPr txBox="1"/>
          <p:nvPr/>
        </p:nvSpPr>
        <p:spPr>
          <a:xfrm>
            <a:off x="7330640" y="6286000"/>
            <a:ext cx="772189" cy="474931"/>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Autofit/>
          </a:bodyPr>
          <a:lstStyle>
            <a:lvl1pPr defTabSz="467359">
              <a:defRPr b="0">
                <a:latin typeface="+mn-lt"/>
                <a:ea typeface="+mn-ea"/>
                <a:cs typeface="+mn-cs"/>
                <a:sym typeface="Helvetica Neue Medium"/>
              </a:defRPr>
            </a:lvl1pPr>
          </a:lstStyle>
          <a:p>
            <a:r>
              <a:rPr sz="2000" dirty="0">
                <a:latin typeface="Times New Roman" panose="02020603050405020304" pitchFamily="18" charset="0"/>
                <a:cs typeface="Times New Roman" panose="02020603050405020304" pitchFamily="18" charset="0"/>
              </a:rPr>
              <a:t>Qty</a:t>
            </a:r>
          </a:p>
        </p:txBody>
      </p:sp>
      <p:sp>
        <p:nvSpPr>
          <p:cNvPr id="78" name="Qty">
            <a:extLst>
              <a:ext uri="{FF2B5EF4-FFF2-40B4-BE49-F238E27FC236}">
                <a16:creationId xmlns:a16="http://schemas.microsoft.com/office/drawing/2014/main" id="{B9CDA4B3-7B73-C04F-9137-55753B6631D4}"/>
              </a:ext>
            </a:extLst>
          </p:cNvPr>
          <p:cNvSpPr txBox="1"/>
          <p:nvPr/>
        </p:nvSpPr>
        <p:spPr>
          <a:xfrm>
            <a:off x="11115589" y="6373024"/>
            <a:ext cx="1349119" cy="474931"/>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Autofit/>
          </a:bodyPr>
          <a:lstStyle>
            <a:lvl1pPr defTabSz="467359">
              <a:defRPr b="0">
                <a:latin typeface="+mn-lt"/>
                <a:ea typeface="+mn-ea"/>
                <a:cs typeface="+mn-cs"/>
                <a:sym typeface="Helvetica Neue Medium"/>
              </a:defRPr>
            </a:lvl1pPr>
          </a:lstStyle>
          <a:p>
            <a:r>
              <a:rPr sz="2000" dirty="0">
                <a:latin typeface="Times New Roman" panose="02020603050405020304" pitchFamily="18" charset="0"/>
                <a:cs typeface="Times New Roman" panose="02020603050405020304" pitchFamily="18" charset="0"/>
              </a:rPr>
              <a:t>Qty</a:t>
            </a:r>
            <a:r>
              <a:rPr lang="en-US" sz="2000" dirty="0">
                <a:latin typeface="Times New Roman" panose="02020603050405020304" pitchFamily="18" charset="0"/>
                <a:cs typeface="Times New Roman" panose="02020603050405020304" pitchFamily="18" charset="0"/>
              </a:rPr>
              <a:t> (100)</a:t>
            </a:r>
            <a:endParaRPr sz="2000" dirty="0">
              <a:latin typeface="Times New Roman" panose="02020603050405020304" pitchFamily="18" charset="0"/>
              <a:cs typeface="Times New Roman" panose="02020603050405020304" pitchFamily="18" charset="0"/>
            </a:endParaRPr>
          </a:p>
        </p:txBody>
      </p:sp>
      <p:grpSp>
        <p:nvGrpSpPr>
          <p:cNvPr id="31" name="Group 30">
            <a:extLst>
              <a:ext uri="{FF2B5EF4-FFF2-40B4-BE49-F238E27FC236}">
                <a16:creationId xmlns:a16="http://schemas.microsoft.com/office/drawing/2014/main" id="{E336AC20-F7B7-2245-81D4-9F06D0CFE154}"/>
              </a:ext>
            </a:extLst>
          </p:cNvPr>
          <p:cNvGrpSpPr/>
          <p:nvPr/>
        </p:nvGrpSpPr>
        <p:grpSpPr>
          <a:xfrm>
            <a:off x="9976820" y="3600538"/>
            <a:ext cx="2269965" cy="1748744"/>
            <a:chOff x="9976820" y="3600538"/>
            <a:chExt cx="2269965" cy="1748744"/>
          </a:xfrm>
        </p:grpSpPr>
        <p:sp>
          <p:nvSpPr>
            <p:cNvPr id="94" name="Line">
              <a:extLst>
                <a:ext uri="{FF2B5EF4-FFF2-40B4-BE49-F238E27FC236}">
                  <a16:creationId xmlns:a16="http://schemas.microsoft.com/office/drawing/2014/main" id="{EC727F6E-88DB-1448-BCEE-27A28385EE68}"/>
                </a:ext>
              </a:extLst>
            </p:cNvPr>
            <p:cNvSpPr/>
            <p:nvPr/>
          </p:nvSpPr>
          <p:spPr>
            <a:xfrm flipH="1" flipV="1">
              <a:off x="9976820" y="3600538"/>
              <a:ext cx="1484108" cy="1548536"/>
            </a:xfrm>
            <a:prstGeom prst="line">
              <a:avLst/>
            </a:prstGeom>
            <a:noFill/>
            <a:ln w="57150" cap="flat">
              <a:solidFill>
                <a:schemeClr val="tx1"/>
              </a:solidFill>
              <a:prstDash val="solid"/>
              <a:miter lim="400000"/>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sz="1200">
                <a:latin typeface="Times New Roman" panose="02020603050405020304" pitchFamily="18" charset="0"/>
                <a:cs typeface="Times New Roman" panose="02020603050405020304" pitchFamily="18" charset="0"/>
              </a:endParaRPr>
            </a:p>
          </p:txBody>
        </p:sp>
        <p:sp>
          <p:nvSpPr>
            <p:cNvPr id="95" name="ARc">
              <a:extLst>
                <a:ext uri="{FF2B5EF4-FFF2-40B4-BE49-F238E27FC236}">
                  <a16:creationId xmlns:a16="http://schemas.microsoft.com/office/drawing/2014/main" id="{03AAC215-F745-D946-A2C8-803E8CDD5DC2}"/>
                </a:ext>
              </a:extLst>
            </p:cNvPr>
            <p:cNvSpPr txBox="1"/>
            <p:nvPr/>
          </p:nvSpPr>
          <p:spPr>
            <a:xfrm>
              <a:off x="11375206" y="4855238"/>
              <a:ext cx="871579" cy="494044"/>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Autofit/>
            </a:bodyPr>
            <a:lstStyle/>
            <a:p>
              <a:pPr defTabSz="397256">
                <a:defRPr sz="2040" b="0">
                  <a:latin typeface="+mn-lt"/>
                  <a:ea typeface="+mn-ea"/>
                  <a:cs typeface="+mn-cs"/>
                  <a:sym typeface="Helvetica Neue Medium"/>
                </a:defRPr>
              </a:pPr>
              <a:r>
                <a:rPr lang="en-US" sz="2000" dirty="0">
                  <a:latin typeface="Times New Roman" panose="02020603050405020304" pitchFamily="18" charset="0"/>
                  <a:cs typeface="Times New Roman" panose="02020603050405020304" pitchFamily="18" charset="0"/>
                </a:rPr>
                <a:t>D</a:t>
              </a:r>
              <a:r>
                <a:rPr lang="en-US" sz="2000" baseline="-25000" dirty="0">
                  <a:latin typeface="Times New Roman" panose="02020603050405020304" pitchFamily="18" charset="0"/>
                  <a:cs typeface="Times New Roman" panose="02020603050405020304" pitchFamily="18" charset="0"/>
                </a:rPr>
                <a:t>SG</a:t>
              </a:r>
              <a:endParaRPr sz="2000" baseline="-25000" dirty="0">
                <a:latin typeface="Times New Roman" panose="02020603050405020304" pitchFamily="18" charset="0"/>
                <a:cs typeface="Times New Roman" panose="02020603050405020304" pitchFamily="18" charset="0"/>
              </a:endParaRPr>
            </a:p>
          </p:txBody>
        </p:sp>
      </p:grpSp>
      <p:sp>
        <p:nvSpPr>
          <p:cNvPr id="104" name="C">
            <a:extLst>
              <a:ext uri="{FF2B5EF4-FFF2-40B4-BE49-F238E27FC236}">
                <a16:creationId xmlns:a16="http://schemas.microsoft.com/office/drawing/2014/main" id="{6BC3AF75-0819-1C4B-BD20-F467E99C5E82}"/>
              </a:ext>
            </a:extLst>
          </p:cNvPr>
          <p:cNvSpPr txBox="1"/>
          <p:nvPr/>
        </p:nvSpPr>
        <p:spPr>
          <a:xfrm>
            <a:off x="229786" y="7383836"/>
            <a:ext cx="12198642" cy="518385"/>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Autofit/>
          </a:bodyPr>
          <a:lstStyle>
            <a:lvl1pPr>
              <a:defRPr sz="3000" b="0">
                <a:latin typeface="+mn-lt"/>
                <a:ea typeface="+mn-ea"/>
                <a:cs typeface="+mn-cs"/>
                <a:sym typeface="Helvetica Neue Medium"/>
              </a:defRPr>
            </a:lvl1pPr>
          </a:lstStyle>
          <a:p>
            <a:pPr algn="just"/>
            <a:r>
              <a:rPr lang="en-US" sz="2400" b="1" dirty="0">
                <a:solidFill>
                  <a:schemeClr val="tx1"/>
                </a:solidFill>
                <a:latin typeface="Times New Roman" panose="02020603050405020304" pitchFamily="18" charset="0"/>
                <a:cs typeface="Times New Roman" panose="02020603050405020304" pitchFamily="18" charset="0"/>
              </a:rPr>
              <a:t>The Demand for the concerned good fell by individuals A </a:t>
            </a:r>
            <a:r>
              <a:rPr lang="en-US" sz="2400" b="1" dirty="0">
                <a:solidFill>
                  <a:srgbClr val="FF0000"/>
                </a:solidFill>
                <a:latin typeface="Times New Roman" panose="02020603050405020304" pitchFamily="18" charset="0"/>
                <a:cs typeface="Times New Roman" panose="02020603050405020304" pitchFamily="18" charset="0"/>
              </a:rPr>
              <a:t>(elite)</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DDc</a:t>
            </a:r>
            <a:r>
              <a:rPr lang="en-US" sz="2400" b="1" dirty="0">
                <a:solidFill>
                  <a:schemeClr val="tx1"/>
                </a:solidFill>
                <a:latin typeface="Times New Roman" panose="02020603050405020304" pitchFamily="18" charset="0"/>
                <a:cs typeface="Times New Roman" panose="02020603050405020304" pitchFamily="18" charset="0"/>
              </a:rPr>
              <a:t> shifted downwards) </a:t>
            </a:r>
          </a:p>
        </p:txBody>
      </p:sp>
      <p:sp>
        <p:nvSpPr>
          <p:cNvPr id="47" name="Line">
            <a:extLst>
              <a:ext uri="{FF2B5EF4-FFF2-40B4-BE49-F238E27FC236}">
                <a16:creationId xmlns:a16="http://schemas.microsoft.com/office/drawing/2014/main" id="{E3BB3A85-7A60-A74B-9EEC-AAE0B5C12F55}"/>
              </a:ext>
            </a:extLst>
          </p:cNvPr>
          <p:cNvSpPr/>
          <p:nvPr/>
        </p:nvSpPr>
        <p:spPr>
          <a:xfrm flipH="1" flipV="1">
            <a:off x="9696420" y="3072614"/>
            <a:ext cx="1682184" cy="2520893"/>
          </a:xfrm>
          <a:prstGeom prst="line">
            <a:avLst/>
          </a:prstGeom>
          <a:noFill/>
          <a:ln w="38100" cap="flat">
            <a:solidFill>
              <a:srgbClr val="38571A"/>
            </a:solidFill>
            <a:prstDash val="solid"/>
            <a:miter lim="400000"/>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sz="1200">
              <a:latin typeface="Times New Roman" panose="02020603050405020304" pitchFamily="18" charset="0"/>
              <a:cs typeface="Times New Roman" panose="02020603050405020304" pitchFamily="18" charset="0"/>
            </a:endParaRPr>
          </a:p>
        </p:txBody>
      </p:sp>
      <p:cxnSp>
        <p:nvCxnSpPr>
          <p:cNvPr id="68" name="Straight Connector 67">
            <a:extLst>
              <a:ext uri="{FF2B5EF4-FFF2-40B4-BE49-F238E27FC236}">
                <a16:creationId xmlns:a16="http://schemas.microsoft.com/office/drawing/2014/main" id="{E532D708-2EA3-8F48-9F64-62872AEA6A9B}"/>
              </a:ext>
            </a:extLst>
          </p:cNvPr>
          <p:cNvCxnSpPr>
            <a:cxnSpLocks/>
          </p:cNvCxnSpPr>
          <p:nvPr/>
        </p:nvCxnSpPr>
        <p:spPr>
          <a:xfrm>
            <a:off x="1719862" y="2121397"/>
            <a:ext cx="2297180" cy="3293111"/>
          </a:xfrm>
          <a:prstGeom prst="line">
            <a:avLst/>
          </a:prstGeom>
          <a:noFill/>
          <a:ln w="38100" cap="flat">
            <a:solidFill>
              <a:schemeClr val="accent3">
                <a:lumMod val="50000"/>
              </a:schemeClr>
            </a:solidFill>
            <a:prstDash val="solid"/>
            <a:miter lim="400000"/>
          </a:ln>
          <a:effectLst/>
          <a:sp3d/>
        </p:spPr>
        <p:style>
          <a:lnRef idx="0">
            <a:scrgbClr r="0" g="0" b="0"/>
          </a:lnRef>
          <a:fillRef idx="0">
            <a:scrgbClr r="0" g="0" b="0"/>
          </a:fillRef>
          <a:effectRef idx="0">
            <a:scrgbClr r="0" g="0" b="0"/>
          </a:effectRef>
          <a:fontRef idx="none"/>
        </p:style>
      </p:cxnSp>
      <p:cxnSp>
        <p:nvCxnSpPr>
          <p:cNvPr id="71" name="Straight Connector 70">
            <a:extLst>
              <a:ext uri="{FF2B5EF4-FFF2-40B4-BE49-F238E27FC236}">
                <a16:creationId xmlns:a16="http://schemas.microsoft.com/office/drawing/2014/main" id="{5F72B484-7158-504C-8132-FCC3ADA8CA70}"/>
              </a:ext>
            </a:extLst>
          </p:cNvPr>
          <p:cNvCxnSpPr>
            <a:cxnSpLocks/>
          </p:cNvCxnSpPr>
          <p:nvPr/>
        </p:nvCxnSpPr>
        <p:spPr>
          <a:xfrm>
            <a:off x="5861962" y="2810537"/>
            <a:ext cx="1950119" cy="2233730"/>
          </a:xfrm>
          <a:prstGeom prst="line">
            <a:avLst/>
          </a:prstGeom>
          <a:noFill/>
          <a:ln w="38100" cap="flat">
            <a:solidFill>
              <a:schemeClr val="accent3">
                <a:lumMod val="50000"/>
              </a:schemeClr>
            </a:solidFill>
            <a:prstDash val="solid"/>
            <a:miter lim="400000"/>
          </a:ln>
          <a:effectLst/>
          <a:sp3d/>
        </p:spPr>
        <p:style>
          <a:lnRef idx="0">
            <a:scrgbClr r="0" g="0" b="0"/>
          </a:lnRef>
          <a:fillRef idx="0">
            <a:scrgbClr r="0" g="0" b="0"/>
          </a:fillRef>
          <a:effectRef idx="0">
            <a:scrgbClr r="0" g="0" b="0"/>
          </a:effectRef>
          <a:fontRef idx="none"/>
        </p:style>
      </p:cxnSp>
      <p:sp>
        <p:nvSpPr>
          <p:cNvPr id="144" name="ARc"/>
          <p:cNvSpPr txBox="1"/>
          <p:nvPr/>
        </p:nvSpPr>
        <p:spPr>
          <a:xfrm>
            <a:off x="3857860" y="5149075"/>
            <a:ext cx="871579" cy="494044"/>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Autofit/>
          </a:bodyPr>
          <a:lstStyle/>
          <a:p>
            <a:pPr defTabSz="397256">
              <a:defRPr sz="2040" b="0">
                <a:latin typeface="+mn-lt"/>
                <a:ea typeface="+mn-ea"/>
                <a:cs typeface="+mn-cs"/>
                <a:sym typeface="Helvetica Neue Medium"/>
              </a:defRPr>
            </a:pPr>
            <a:r>
              <a:rPr lang="en-US" sz="2000" dirty="0">
                <a:latin typeface="Times New Roman" panose="02020603050405020304" pitchFamily="18" charset="0"/>
                <a:cs typeface="Times New Roman" panose="02020603050405020304" pitchFamily="18" charset="0"/>
              </a:rPr>
              <a:t>D</a:t>
            </a:r>
            <a:r>
              <a:rPr lang="en-US" sz="2000" baseline="-25000" dirty="0">
                <a:latin typeface="Times New Roman" panose="02020603050405020304" pitchFamily="18" charset="0"/>
                <a:cs typeface="Times New Roman" panose="02020603050405020304" pitchFamily="18" charset="0"/>
              </a:rPr>
              <a:t>A1</a:t>
            </a:r>
            <a:endParaRPr sz="2000" baseline="-25000" dirty="0">
              <a:latin typeface="Times New Roman" panose="02020603050405020304" pitchFamily="18" charset="0"/>
              <a:cs typeface="Times New Roman" panose="02020603050405020304" pitchFamily="18" charset="0"/>
            </a:endParaRPr>
          </a:p>
        </p:txBody>
      </p:sp>
      <p:sp>
        <p:nvSpPr>
          <p:cNvPr id="80" name="ARc">
            <a:extLst>
              <a:ext uri="{FF2B5EF4-FFF2-40B4-BE49-F238E27FC236}">
                <a16:creationId xmlns:a16="http://schemas.microsoft.com/office/drawing/2014/main" id="{BA5D7001-1605-2C44-855D-5484B60D8407}"/>
              </a:ext>
            </a:extLst>
          </p:cNvPr>
          <p:cNvSpPr txBox="1"/>
          <p:nvPr/>
        </p:nvSpPr>
        <p:spPr>
          <a:xfrm>
            <a:off x="5313114" y="2346690"/>
            <a:ext cx="871579" cy="494044"/>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Autofit/>
          </a:bodyPr>
          <a:lstStyle/>
          <a:p>
            <a:pPr defTabSz="397256">
              <a:defRPr sz="2040" b="0">
                <a:latin typeface="+mn-lt"/>
                <a:ea typeface="+mn-ea"/>
                <a:cs typeface="+mn-cs"/>
                <a:sym typeface="Helvetica Neue Medium"/>
              </a:defRPr>
            </a:pPr>
            <a:r>
              <a:rPr lang="en-US" sz="2000" dirty="0">
                <a:latin typeface="Times New Roman" panose="02020603050405020304" pitchFamily="18" charset="0"/>
                <a:cs typeface="Times New Roman" panose="02020603050405020304" pitchFamily="18" charset="0"/>
              </a:rPr>
              <a:t>D</a:t>
            </a:r>
            <a:r>
              <a:rPr lang="en-US" sz="2000" baseline="-25000" dirty="0">
                <a:latin typeface="Times New Roman" panose="02020603050405020304" pitchFamily="18" charset="0"/>
                <a:cs typeface="Times New Roman" panose="02020603050405020304" pitchFamily="18" charset="0"/>
              </a:rPr>
              <a:t>B1</a:t>
            </a:r>
            <a:endParaRPr sz="2000" baseline="-25000" dirty="0">
              <a:latin typeface="Times New Roman" panose="02020603050405020304" pitchFamily="18" charset="0"/>
              <a:cs typeface="Times New Roman" panose="02020603050405020304" pitchFamily="18" charset="0"/>
            </a:endParaRPr>
          </a:p>
        </p:txBody>
      </p:sp>
      <p:sp>
        <p:nvSpPr>
          <p:cNvPr id="89" name="ARc">
            <a:extLst>
              <a:ext uri="{FF2B5EF4-FFF2-40B4-BE49-F238E27FC236}">
                <a16:creationId xmlns:a16="http://schemas.microsoft.com/office/drawing/2014/main" id="{3A04A11F-580E-5F40-8C96-30C12B60DBC0}"/>
              </a:ext>
            </a:extLst>
          </p:cNvPr>
          <p:cNvSpPr txBox="1"/>
          <p:nvPr/>
        </p:nvSpPr>
        <p:spPr>
          <a:xfrm>
            <a:off x="10948394" y="5439154"/>
            <a:ext cx="871579" cy="494044"/>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Autofit/>
          </a:bodyPr>
          <a:lstStyle/>
          <a:p>
            <a:pPr defTabSz="397256">
              <a:defRPr sz="2040" b="0">
                <a:latin typeface="+mn-lt"/>
                <a:ea typeface="+mn-ea"/>
                <a:cs typeface="+mn-cs"/>
                <a:sym typeface="Helvetica Neue Medium"/>
              </a:defRPr>
            </a:pPr>
            <a:r>
              <a:rPr lang="en-US" sz="2000" dirty="0">
                <a:latin typeface="Times New Roman" panose="02020603050405020304" pitchFamily="18" charset="0"/>
                <a:cs typeface="Times New Roman" panose="02020603050405020304" pitchFamily="18" charset="0"/>
              </a:rPr>
              <a:t>D</a:t>
            </a:r>
            <a:r>
              <a:rPr lang="en-US" sz="2000" baseline="-25000" dirty="0">
                <a:latin typeface="Times New Roman" panose="02020603050405020304" pitchFamily="18" charset="0"/>
                <a:cs typeface="Times New Roman" panose="02020603050405020304" pitchFamily="18" charset="0"/>
              </a:rPr>
              <a:t>M1</a:t>
            </a:r>
            <a:endParaRPr sz="2000" baseline="-25000" dirty="0">
              <a:latin typeface="Times New Roman" panose="02020603050405020304" pitchFamily="18" charset="0"/>
              <a:cs typeface="Times New Roman" panose="02020603050405020304" pitchFamily="18" charset="0"/>
            </a:endParaRPr>
          </a:p>
        </p:txBody>
      </p:sp>
      <p:sp>
        <p:nvSpPr>
          <p:cNvPr id="129" name="Line"/>
          <p:cNvSpPr/>
          <p:nvPr/>
        </p:nvSpPr>
        <p:spPr>
          <a:xfrm flipH="1">
            <a:off x="1507235" y="3960780"/>
            <a:ext cx="8831120" cy="1588"/>
          </a:xfrm>
          <a:prstGeom prst="line">
            <a:avLst/>
          </a:prstGeom>
          <a:noFill/>
          <a:ln w="63500" cap="flat">
            <a:solidFill>
              <a:srgbClr val="FF0000"/>
            </a:solidFill>
            <a:prstDash val="sysDot"/>
            <a:miter lim="400000"/>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sz="1200">
              <a:latin typeface="Times New Roman" panose="02020603050405020304" pitchFamily="18" charset="0"/>
              <a:cs typeface="Times New Roman" panose="02020603050405020304" pitchFamily="18" charset="0"/>
            </a:endParaRPr>
          </a:p>
        </p:txBody>
      </p:sp>
      <p:sp>
        <p:nvSpPr>
          <p:cNvPr id="139" name="P"/>
          <p:cNvSpPr txBox="1"/>
          <p:nvPr/>
        </p:nvSpPr>
        <p:spPr>
          <a:xfrm>
            <a:off x="1069711" y="3627516"/>
            <a:ext cx="505022" cy="631839"/>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rmAutofit/>
          </a:bodyPr>
          <a:lstStyle>
            <a:lvl1pPr>
              <a:defRPr sz="3000" b="0">
                <a:latin typeface="+mn-lt"/>
                <a:ea typeface="+mn-ea"/>
                <a:cs typeface="+mn-cs"/>
                <a:sym typeface="Helvetica Neue Medium"/>
              </a:defRPr>
            </a:lvl1pPr>
          </a:lstStyle>
          <a:p>
            <a:r>
              <a:rPr lang="en-US" sz="2000" b="1" dirty="0">
                <a:latin typeface="Times New Roman" panose="02020603050405020304" pitchFamily="18" charset="0"/>
                <a:cs typeface="Times New Roman" panose="02020603050405020304" pitchFamily="18" charset="0"/>
              </a:rPr>
              <a:t>P</a:t>
            </a:r>
            <a:r>
              <a:rPr lang="en-US" sz="2000" b="1" baseline="-25000" dirty="0">
                <a:latin typeface="Times New Roman" panose="02020603050405020304" pitchFamily="18" charset="0"/>
                <a:cs typeface="Times New Roman" panose="02020603050405020304" pitchFamily="18" charset="0"/>
              </a:rPr>
              <a:t>1</a:t>
            </a:r>
            <a:endParaRPr sz="2000" b="1" baseline="-25000" dirty="0">
              <a:latin typeface="Times New Roman" panose="02020603050405020304" pitchFamily="18" charset="0"/>
              <a:cs typeface="Times New Roman" panose="02020603050405020304" pitchFamily="18" charset="0"/>
            </a:endParaRPr>
          </a:p>
        </p:txBody>
      </p:sp>
      <p:sp>
        <p:nvSpPr>
          <p:cNvPr id="92" name="P">
            <a:extLst>
              <a:ext uri="{FF2B5EF4-FFF2-40B4-BE49-F238E27FC236}">
                <a16:creationId xmlns:a16="http://schemas.microsoft.com/office/drawing/2014/main" id="{6E4B9744-1A5B-B949-A7AD-D3F38B7F1F1B}"/>
              </a:ext>
            </a:extLst>
          </p:cNvPr>
          <p:cNvSpPr txBox="1"/>
          <p:nvPr/>
        </p:nvSpPr>
        <p:spPr>
          <a:xfrm>
            <a:off x="9832420" y="3682950"/>
            <a:ext cx="627839" cy="631839"/>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rmAutofit/>
          </a:bodyPr>
          <a:lstStyle>
            <a:lvl1pPr>
              <a:defRPr sz="3000" b="0">
                <a:latin typeface="+mn-lt"/>
                <a:ea typeface="+mn-ea"/>
                <a:cs typeface="+mn-cs"/>
                <a:sym typeface="Helvetica Neue Medium"/>
              </a:defRPr>
            </a:lvl1pPr>
          </a:lstStyle>
          <a:p>
            <a:r>
              <a:rPr lang="en-US" sz="2000" b="1" dirty="0">
                <a:latin typeface="Times New Roman" panose="02020603050405020304" pitchFamily="18" charset="0"/>
                <a:cs typeface="Times New Roman" panose="02020603050405020304" pitchFamily="18" charset="0"/>
              </a:rPr>
              <a:t>T</a:t>
            </a:r>
            <a:r>
              <a:rPr lang="en-US" sz="2000" b="1" baseline="-25000" dirty="0">
                <a:latin typeface="Times New Roman" panose="02020603050405020304" pitchFamily="18" charset="0"/>
                <a:cs typeface="Times New Roman" panose="02020603050405020304" pitchFamily="18" charset="0"/>
              </a:rPr>
              <a:t>M1</a:t>
            </a:r>
            <a:endParaRPr sz="2000" b="1" baseline="-25000" dirty="0">
              <a:latin typeface="Times New Roman" panose="02020603050405020304" pitchFamily="18" charset="0"/>
              <a:cs typeface="Times New Roman" panose="02020603050405020304" pitchFamily="18" charset="0"/>
            </a:endParaRPr>
          </a:p>
        </p:txBody>
      </p:sp>
      <p:sp>
        <p:nvSpPr>
          <p:cNvPr id="105" name="P">
            <a:extLst>
              <a:ext uri="{FF2B5EF4-FFF2-40B4-BE49-F238E27FC236}">
                <a16:creationId xmlns:a16="http://schemas.microsoft.com/office/drawing/2014/main" id="{FE453844-6791-9A46-B234-57C698021F56}"/>
              </a:ext>
            </a:extLst>
          </p:cNvPr>
          <p:cNvSpPr txBox="1"/>
          <p:nvPr/>
        </p:nvSpPr>
        <p:spPr>
          <a:xfrm>
            <a:off x="2914199" y="3327796"/>
            <a:ext cx="505022" cy="631839"/>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rmAutofit/>
          </a:bodyPr>
          <a:lstStyle>
            <a:lvl1pPr>
              <a:defRPr sz="3000" b="0">
                <a:latin typeface="+mn-lt"/>
                <a:ea typeface="+mn-ea"/>
                <a:cs typeface="+mn-cs"/>
                <a:sym typeface="Helvetica Neue Medium"/>
              </a:defRPr>
            </a:lvl1pPr>
          </a:lstStyle>
          <a:p>
            <a:r>
              <a:rPr lang="en-US" sz="2000" b="1" dirty="0">
                <a:latin typeface="Times New Roman" panose="02020603050405020304" pitchFamily="18" charset="0"/>
                <a:cs typeface="Times New Roman" panose="02020603050405020304" pitchFamily="18" charset="0"/>
              </a:rPr>
              <a:t>E</a:t>
            </a:r>
            <a:r>
              <a:rPr lang="en-US" sz="2000" b="1" baseline="-25000" dirty="0">
                <a:latin typeface="Times New Roman" panose="02020603050405020304" pitchFamily="18" charset="0"/>
                <a:cs typeface="Times New Roman" panose="02020603050405020304" pitchFamily="18" charset="0"/>
              </a:rPr>
              <a:t>A1</a:t>
            </a:r>
            <a:endParaRPr sz="2000" b="1" baseline="-25000" dirty="0">
              <a:latin typeface="Times New Roman" panose="02020603050405020304" pitchFamily="18" charset="0"/>
              <a:cs typeface="Times New Roman" panose="02020603050405020304" pitchFamily="18" charset="0"/>
            </a:endParaRPr>
          </a:p>
        </p:txBody>
      </p:sp>
      <p:sp>
        <p:nvSpPr>
          <p:cNvPr id="108" name="P">
            <a:extLst>
              <a:ext uri="{FF2B5EF4-FFF2-40B4-BE49-F238E27FC236}">
                <a16:creationId xmlns:a16="http://schemas.microsoft.com/office/drawing/2014/main" id="{29DB0AAC-4899-6644-AF82-D4DD1815B511}"/>
              </a:ext>
            </a:extLst>
          </p:cNvPr>
          <p:cNvSpPr txBox="1"/>
          <p:nvPr/>
        </p:nvSpPr>
        <p:spPr>
          <a:xfrm>
            <a:off x="6528153" y="3723632"/>
            <a:ext cx="505022" cy="631839"/>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rmAutofit/>
          </a:bodyPr>
          <a:lstStyle>
            <a:lvl1pPr>
              <a:defRPr sz="3000" b="0">
                <a:latin typeface="+mn-lt"/>
                <a:ea typeface="+mn-ea"/>
                <a:cs typeface="+mn-cs"/>
                <a:sym typeface="Helvetica Neue Medium"/>
              </a:defRPr>
            </a:lvl1pPr>
          </a:lstStyle>
          <a:p>
            <a:r>
              <a:rPr lang="en-US" sz="2000" b="1" dirty="0">
                <a:latin typeface="Times New Roman" panose="02020603050405020304" pitchFamily="18" charset="0"/>
                <a:cs typeface="Times New Roman" panose="02020603050405020304" pitchFamily="18" charset="0"/>
              </a:rPr>
              <a:t>E</a:t>
            </a:r>
            <a:r>
              <a:rPr lang="en-US" sz="2000" b="1" baseline="-25000" dirty="0">
                <a:latin typeface="Times New Roman" panose="02020603050405020304" pitchFamily="18" charset="0"/>
                <a:cs typeface="Times New Roman" panose="02020603050405020304" pitchFamily="18" charset="0"/>
              </a:rPr>
              <a:t>B1</a:t>
            </a:r>
            <a:endParaRPr sz="2000" b="1" baseline="-25000" dirty="0">
              <a:latin typeface="Times New Roman" panose="02020603050405020304" pitchFamily="18" charset="0"/>
              <a:cs typeface="Times New Roman" panose="02020603050405020304" pitchFamily="18" charset="0"/>
            </a:endParaRPr>
          </a:p>
        </p:txBody>
      </p:sp>
      <p:grpSp>
        <p:nvGrpSpPr>
          <p:cNvPr id="50" name="Group 49">
            <a:extLst>
              <a:ext uri="{FF2B5EF4-FFF2-40B4-BE49-F238E27FC236}">
                <a16:creationId xmlns:a16="http://schemas.microsoft.com/office/drawing/2014/main" id="{EE174C95-FFE6-E644-8826-1E349F08521D}"/>
              </a:ext>
            </a:extLst>
          </p:cNvPr>
          <p:cNvGrpSpPr/>
          <p:nvPr/>
        </p:nvGrpSpPr>
        <p:grpSpPr>
          <a:xfrm>
            <a:off x="998434" y="4215366"/>
            <a:ext cx="691536" cy="848001"/>
            <a:chOff x="998434" y="4215366"/>
            <a:chExt cx="691536" cy="848001"/>
          </a:xfrm>
        </p:grpSpPr>
        <p:cxnSp>
          <p:nvCxnSpPr>
            <p:cNvPr id="22" name="Straight Arrow Connector 21">
              <a:extLst>
                <a:ext uri="{FF2B5EF4-FFF2-40B4-BE49-F238E27FC236}">
                  <a16:creationId xmlns:a16="http://schemas.microsoft.com/office/drawing/2014/main" id="{7FA56865-CFC3-694D-AEDE-D9812EC4ACEB}"/>
                </a:ext>
              </a:extLst>
            </p:cNvPr>
            <p:cNvCxnSpPr/>
            <p:nvPr/>
          </p:nvCxnSpPr>
          <p:spPr>
            <a:xfrm>
              <a:off x="1069208" y="4215366"/>
              <a:ext cx="0" cy="534974"/>
            </a:xfrm>
            <a:prstGeom prst="straightConnector1">
              <a:avLst/>
            </a:prstGeom>
            <a:noFill/>
            <a:ln w="38100" cap="flat">
              <a:solidFill>
                <a:srgbClr val="FF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103" name="A">
              <a:extLst>
                <a:ext uri="{FF2B5EF4-FFF2-40B4-BE49-F238E27FC236}">
                  <a16:creationId xmlns:a16="http://schemas.microsoft.com/office/drawing/2014/main" id="{39164C5F-EEF9-064F-B077-CDD867EC7A4C}"/>
                </a:ext>
              </a:extLst>
            </p:cNvPr>
            <p:cNvSpPr txBox="1"/>
            <p:nvPr/>
          </p:nvSpPr>
          <p:spPr>
            <a:xfrm>
              <a:off x="998434" y="4431528"/>
              <a:ext cx="691536" cy="631839"/>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rmAutofit/>
            </a:bodyPr>
            <a:lstStyle>
              <a:lvl1pPr>
                <a:defRPr sz="3000" b="0">
                  <a:latin typeface="+mn-lt"/>
                  <a:ea typeface="+mn-ea"/>
                  <a:cs typeface="+mn-cs"/>
                  <a:sym typeface="Helvetica Neue Medium"/>
                </a:defRPr>
              </a:lvl1pPr>
            </a:lstStyle>
            <a:p>
              <a:r>
                <a:rPr lang="en-US" sz="2000" b="1" dirty="0">
                  <a:latin typeface="Times New Roman" panose="02020603050405020304" pitchFamily="18" charset="0"/>
                  <a:cs typeface="Times New Roman" panose="02020603050405020304" pitchFamily="18" charset="0"/>
                </a:rPr>
                <a:t>P</a:t>
              </a:r>
              <a:r>
                <a:rPr lang="en-US" sz="2000" b="1" baseline="-25000" dirty="0">
                  <a:latin typeface="Times New Roman" panose="02020603050405020304" pitchFamily="18" charset="0"/>
                  <a:cs typeface="Times New Roman" panose="02020603050405020304" pitchFamily="18" charset="0"/>
                </a:rPr>
                <a:t>2</a:t>
              </a:r>
              <a:endParaRPr sz="2000" b="1" baseline="-25000" dirty="0">
                <a:latin typeface="Times New Roman" panose="02020603050405020304" pitchFamily="18" charset="0"/>
                <a:cs typeface="Times New Roman" panose="02020603050405020304" pitchFamily="18" charset="0"/>
              </a:endParaRPr>
            </a:p>
          </p:txBody>
        </p:sp>
      </p:grpSp>
      <p:grpSp>
        <p:nvGrpSpPr>
          <p:cNvPr id="18" name="Group 17">
            <a:extLst>
              <a:ext uri="{FF2B5EF4-FFF2-40B4-BE49-F238E27FC236}">
                <a16:creationId xmlns:a16="http://schemas.microsoft.com/office/drawing/2014/main" id="{08C817B3-C695-7444-998C-DDAE9640B04B}"/>
              </a:ext>
            </a:extLst>
          </p:cNvPr>
          <p:cNvGrpSpPr/>
          <p:nvPr/>
        </p:nvGrpSpPr>
        <p:grpSpPr>
          <a:xfrm>
            <a:off x="1719862" y="2446699"/>
            <a:ext cx="2562159" cy="3518664"/>
            <a:chOff x="1719862" y="2446699"/>
            <a:chExt cx="2562159" cy="3518664"/>
          </a:xfrm>
        </p:grpSpPr>
        <p:cxnSp>
          <p:nvCxnSpPr>
            <p:cNvPr id="100" name="Straight Arrow Connector 99">
              <a:extLst>
                <a:ext uri="{FF2B5EF4-FFF2-40B4-BE49-F238E27FC236}">
                  <a16:creationId xmlns:a16="http://schemas.microsoft.com/office/drawing/2014/main" id="{20889B64-1BBB-7048-A9FA-4227C1A43969}"/>
                </a:ext>
              </a:extLst>
            </p:cNvPr>
            <p:cNvCxnSpPr>
              <a:cxnSpLocks/>
            </p:cNvCxnSpPr>
            <p:nvPr/>
          </p:nvCxnSpPr>
          <p:spPr>
            <a:xfrm flipH="1">
              <a:off x="1719862" y="2446699"/>
              <a:ext cx="249264" cy="172101"/>
            </a:xfrm>
            <a:prstGeom prst="straightConnector1">
              <a:avLst/>
            </a:prstGeom>
            <a:noFill/>
            <a:ln w="38100" cap="flat">
              <a:solidFill>
                <a:srgbClr val="FF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67" name="Straight Connector 66">
              <a:extLst>
                <a:ext uri="{FF2B5EF4-FFF2-40B4-BE49-F238E27FC236}">
                  <a16:creationId xmlns:a16="http://schemas.microsoft.com/office/drawing/2014/main" id="{2FC31E6F-8E93-F842-9257-FCF9E2D76363}"/>
                </a:ext>
              </a:extLst>
            </p:cNvPr>
            <p:cNvCxnSpPr>
              <a:cxnSpLocks/>
            </p:cNvCxnSpPr>
            <p:nvPr/>
          </p:nvCxnSpPr>
          <p:spPr>
            <a:xfrm>
              <a:off x="1792748" y="2790973"/>
              <a:ext cx="1863671" cy="2708697"/>
            </a:xfrm>
            <a:prstGeom prst="line">
              <a:avLst/>
            </a:prstGeom>
            <a:noFill/>
            <a:ln w="38100" cap="flat">
              <a:solidFill>
                <a:srgbClr val="C00000"/>
              </a:solidFill>
              <a:prstDash val="sysDash"/>
              <a:miter lim="400000"/>
            </a:ln>
            <a:effectLst/>
            <a:sp3d/>
          </p:spPr>
          <p:style>
            <a:lnRef idx="0">
              <a:scrgbClr r="0" g="0" b="0"/>
            </a:lnRef>
            <a:fillRef idx="0">
              <a:scrgbClr r="0" g="0" b="0"/>
            </a:fillRef>
            <a:effectRef idx="0">
              <a:scrgbClr r="0" g="0" b="0"/>
            </a:effectRef>
            <a:fontRef idx="none"/>
          </p:style>
        </p:cxnSp>
        <p:sp>
          <p:nvSpPr>
            <p:cNvPr id="79" name="ARc">
              <a:extLst>
                <a:ext uri="{FF2B5EF4-FFF2-40B4-BE49-F238E27FC236}">
                  <a16:creationId xmlns:a16="http://schemas.microsoft.com/office/drawing/2014/main" id="{EF827DC5-6675-7942-A10B-81212F3037C0}"/>
                </a:ext>
              </a:extLst>
            </p:cNvPr>
            <p:cNvSpPr txBox="1"/>
            <p:nvPr/>
          </p:nvSpPr>
          <p:spPr>
            <a:xfrm>
              <a:off x="3331736" y="5478075"/>
              <a:ext cx="950285" cy="487288"/>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Autofit/>
            </a:bodyPr>
            <a:lstStyle/>
            <a:p>
              <a:pPr defTabSz="397256">
                <a:defRPr sz="2040" b="0">
                  <a:latin typeface="+mn-lt"/>
                  <a:ea typeface="+mn-ea"/>
                  <a:cs typeface="+mn-cs"/>
                  <a:sym typeface="Helvetica Neue Medium"/>
                </a:defRPr>
              </a:pPr>
              <a:r>
                <a:rPr lang="en-US" sz="2000" dirty="0">
                  <a:latin typeface="Times New Roman" panose="02020603050405020304" pitchFamily="18" charset="0"/>
                  <a:cs typeface="Times New Roman" panose="02020603050405020304" pitchFamily="18" charset="0"/>
                </a:rPr>
                <a:t>D</a:t>
              </a:r>
              <a:r>
                <a:rPr lang="en-US" sz="2000" baseline="-25000" dirty="0">
                  <a:latin typeface="Times New Roman" panose="02020603050405020304" pitchFamily="18" charset="0"/>
                  <a:cs typeface="Times New Roman" panose="02020603050405020304" pitchFamily="18" charset="0"/>
                </a:rPr>
                <a:t>A2</a:t>
              </a:r>
              <a:endParaRPr sz="2000" baseline="-25000" dirty="0">
                <a:latin typeface="Times New Roman" panose="02020603050405020304" pitchFamily="18" charset="0"/>
                <a:cs typeface="Times New Roman" panose="02020603050405020304" pitchFamily="18" charset="0"/>
              </a:endParaRPr>
            </a:p>
          </p:txBody>
        </p:sp>
      </p:grpSp>
      <p:grpSp>
        <p:nvGrpSpPr>
          <p:cNvPr id="19" name="Group 18">
            <a:extLst>
              <a:ext uri="{FF2B5EF4-FFF2-40B4-BE49-F238E27FC236}">
                <a16:creationId xmlns:a16="http://schemas.microsoft.com/office/drawing/2014/main" id="{C5FF90E6-BD00-9342-B729-DB8790AEA180}"/>
              </a:ext>
            </a:extLst>
          </p:cNvPr>
          <p:cNvGrpSpPr/>
          <p:nvPr/>
        </p:nvGrpSpPr>
        <p:grpSpPr>
          <a:xfrm>
            <a:off x="5834710" y="2308027"/>
            <a:ext cx="2269965" cy="2653375"/>
            <a:chOff x="5834710" y="2308027"/>
            <a:chExt cx="2269965" cy="2653375"/>
          </a:xfrm>
        </p:grpSpPr>
        <p:cxnSp>
          <p:nvCxnSpPr>
            <p:cNvPr id="102" name="Straight Arrow Connector 101">
              <a:extLst>
                <a:ext uri="{FF2B5EF4-FFF2-40B4-BE49-F238E27FC236}">
                  <a16:creationId xmlns:a16="http://schemas.microsoft.com/office/drawing/2014/main" id="{7C08176E-2448-5445-AA83-B42A19922D3A}"/>
                </a:ext>
              </a:extLst>
            </p:cNvPr>
            <p:cNvCxnSpPr>
              <a:cxnSpLocks/>
            </p:cNvCxnSpPr>
            <p:nvPr/>
          </p:nvCxnSpPr>
          <p:spPr>
            <a:xfrm flipV="1">
              <a:off x="6204516" y="3038403"/>
              <a:ext cx="226480" cy="177318"/>
            </a:xfrm>
            <a:prstGeom prst="straightConnector1">
              <a:avLst/>
            </a:prstGeom>
            <a:noFill/>
            <a:ln w="38100" cap="flat">
              <a:solidFill>
                <a:srgbClr val="FF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66" name="Straight Connector 65">
              <a:extLst>
                <a:ext uri="{FF2B5EF4-FFF2-40B4-BE49-F238E27FC236}">
                  <a16:creationId xmlns:a16="http://schemas.microsoft.com/office/drawing/2014/main" id="{21BB7E0F-F6BB-BD42-9603-A4C406735AC9}"/>
                </a:ext>
              </a:extLst>
            </p:cNvPr>
            <p:cNvCxnSpPr>
              <a:cxnSpLocks/>
            </p:cNvCxnSpPr>
            <p:nvPr/>
          </p:nvCxnSpPr>
          <p:spPr>
            <a:xfrm>
              <a:off x="6164161" y="2741681"/>
              <a:ext cx="1940514" cy="2219721"/>
            </a:xfrm>
            <a:prstGeom prst="line">
              <a:avLst/>
            </a:prstGeom>
            <a:noFill/>
            <a:ln w="38100" cap="flat">
              <a:solidFill>
                <a:srgbClr val="C00000"/>
              </a:solidFill>
              <a:prstDash val="sysDash"/>
              <a:miter lim="400000"/>
            </a:ln>
            <a:effectLst/>
            <a:sp3d/>
          </p:spPr>
          <p:style>
            <a:lnRef idx="0">
              <a:scrgbClr r="0" g="0" b="0"/>
            </a:lnRef>
            <a:fillRef idx="0">
              <a:scrgbClr r="0" g="0" b="0"/>
            </a:fillRef>
            <a:effectRef idx="0">
              <a:scrgbClr r="0" g="0" b="0"/>
            </a:effectRef>
            <a:fontRef idx="none"/>
          </p:style>
        </p:cxnSp>
        <p:sp>
          <p:nvSpPr>
            <p:cNvPr id="86" name="ARc">
              <a:extLst>
                <a:ext uri="{FF2B5EF4-FFF2-40B4-BE49-F238E27FC236}">
                  <a16:creationId xmlns:a16="http://schemas.microsoft.com/office/drawing/2014/main" id="{78EB9ACC-2ACC-6D43-8366-5E5B8A8A89E3}"/>
                </a:ext>
              </a:extLst>
            </p:cNvPr>
            <p:cNvSpPr txBox="1"/>
            <p:nvPr/>
          </p:nvSpPr>
          <p:spPr>
            <a:xfrm>
              <a:off x="5834710" y="2308027"/>
              <a:ext cx="871579" cy="494044"/>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Autofit/>
            </a:bodyPr>
            <a:lstStyle/>
            <a:p>
              <a:pPr defTabSz="397256">
                <a:defRPr sz="2040" b="0">
                  <a:latin typeface="+mn-lt"/>
                  <a:ea typeface="+mn-ea"/>
                  <a:cs typeface="+mn-cs"/>
                  <a:sym typeface="Helvetica Neue Medium"/>
                </a:defRPr>
              </a:pPr>
              <a:r>
                <a:rPr lang="en-US" sz="2000" dirty="0">
                  <a:latin typeface="Times New Roman" panose="02020603050405020304" pitchFamily="18" charset="0"/>
                  <a:cs typeface="Times New Roman" panose="02020603050405020304" pitchFamily="18" charset="0"/>
                </a:rPr>
                <a:t>D</a:t>
              </a:r>
              <a:r>
                <a:rPr lang="en-US" sz="2000" baseline="-25000" dirty="0">
                  <a:latin typeface="Times New Roman" panose="02020603050405020304" pitchFamily="18" charset="0"/>
                  <a:cs typeface="Times New Roman" panose="02020603050405020304" pitchFamily="18" charset="0"/>
                </a:rPr>
                <a:t>B2</a:t>
              </a:r>
              <a:endParaRPr sz="2000" baseline="-25000" dirty="0">
                <a:latin typeface="Times New Roman" panose="02020603050405020304" pitchFamily="18" charset="0"/>
                <a:cs typeface="Times New Roman" panose="02020603050405020304" pitchFamily="18" charset="0"/>
              </a:endParaRPr>
            </a:p>
          </p:txBody>
        </p:sp>
      </p:grpSp>
      <p:grpSp>
        <p:nvGrpSpPr>
          <p:cNvPr id="21" name="Group 20">
            <a:extLst>
              <a:ext uri="{FF2B5EF4-FFF2-40B4-BE49-F238E27FC236}">
                <a16:creationId xmlns:a16="http://schemas.microsoft.com/office/drawing/2014/main" id="{944B740E-8B47-5B41-83CB-54023DA9B9DB}"/>
              </a:ext>
            </a:extLst>
          </p:cNvPr>
          <p:cNvGrpSpPr/>
          <p:nvPr/>
        </p:nvGrpSpPr>
        <p:grpSpPr>
          <a:xfrm>
            <a:off x="1499485" y="2658143"/>
            <a:ext cx="10743258" cy="3220566"/>
            <a:chOff x="1499485" y="2658143"/>
            <a:chExt cx="10743258" cy="3220566"/>
          </a:xfrm>
        </p:grpSpPr>
        <p:sp>
          <p:nvSpPr>
            <p:cNvPr id="88" name="ARc">
              <a:extLst>
                <a:ext uri="{FF2B5EF4-FFF2-40B4-BE49-F238E27FC236}">
                  <a16:creationId xmlns:a16="http://schemas.microsoft.com/office/drawing/2014/main" id="{01445DB3-77C5-7F4E-A953-5ED59F6A8621}"/>
                </a:ext>
              </a:extLst>
            </p:cNvPr>
            <p:cNvSpPr txBox="1"/>
            <p:nvPr/>
          </p:nvSpPr>
          <p:spPr>
            <a:xfrm>
              <a:off x="11371164" y="5384665"/>
              <a:ext cx="871579" cy="494044"/>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Autofit/>
            </a:bodyPr>
            <a:lstStyle/>
            <a:p>
              <a:pPr defTabSz="397256">
                <a:defRPr sz="2040" b="0">
                  <a:latin typeface="+mn-lt"/>
                  <a:ea typeface="+mn-ea"/>
                  <a:cs typeface="+mn-cs"/>
                  <a:sym typeface="Helvetica Neue Medium"/>
                </a:defRPr>
              </a:pPr>
              <a:r>
                <a:rPr lang="en-US" sz="2000" dirty="0">
                  <a:latin typeface="Times New Roman" panose="02020603050405020304" pitchFamily="18" charset="0"/>
                  <a:cs typeface="Times New Roman" panose="02020603050405020304" pitchFamily="18" charset="0"/>
                </a:rPr>
                <a:t>D</a:t>
              </a:r>
              <a:r>
                <a:rPr lang="en-US" sz="2000" baseline="-25000" dirty="0">
                  <a:latin typeface="Times New Roman" panose="02020603050405020304" pitchFamily="18" charset="0"/>
                  <a:cs typeface="Times New Roman" panose="02020603050405020304" pitchFamily="18" charset="0"/>
                </a:rPr>
                <a:t>M2</a:t>
              </a:r>
              <a:endParaRPr sz="2000" baseline="-25000" dirty="0">
                <a:latin typeface="Times New Roman" panose="02020603050405020304" pitchFamily="18" charset="0"/>
                <a:cs typeface="Times New Roman" panose="02020603050405020304" pitchFamily="18" charset="0"/>
              </a:endParaRPr>
            </a:p>
          </p:txBody>
        </p:sp>
        <p:grpSp>
          <p:nvGrpSpPr>
            <p:cNvPr id="20" name="Group 19">
              <a:extLst>
                <a:ext uri="{FF2B5EF4-FFF2-40B4-BE49-F238E27FC236}">
                  <a16:creationId xmlns:a16="http://schemas.microsoft.com/office/drawing/2014/main" id="{CF32AF23-8DAB-1E4D-BFB2-97927A7FAFDA}"/>
                </a:ext>
              </a:extLst>
            </p:cNvPr>
            <p:cNvGrpSpPr/>
            <p:nvPr/>
          </p:nvGrpSpPr>
          <p:grpSpPr>
            <a:xfrm>
              <a:off x="1499485" y="2658143"/>
              <a:ext cx="10264340" cy="2891745"/>
              <a:chOff x="1499485" y="2658143"/>
              <a:chExt cx="10264340" cy="2891745"/>
            </a:xfrm>
          </p:grpSpPr>
          <p:sp>
            <p:nvSpPr>
              <p:cNvPr id="107" name="P">
                <a:extLst>
                  <a:ext uri="{FF2B5EF4-FFF2-40B4-BE49-F238E27FC236}">
                    <a16:creationId xmlns:a16="http://schemas.microsoft.com/office/drawing/2014/main" id="{7968442F-561B-7F43-98DB-54F560D38B0A}"/>
                  </a:ext>
                </a:extLst>
              </p:cNvPr>
              <p:cNvSpPr txBox="1"/>
              <p:nvPr/>
            </p:nvSpPr>
            <p:spPr>
              <a:xfrm>
                <a:off x="2888732" y="4594493"/>
                <a:ext cx="505022" cy="631839"/>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rmAutofit/>
              </a:bodyPr>
              <a:lstStyle>
                <a:lvl1pPr>
                  <a:defRPr sz="3000" b="0">
                    <a:latin typeface="+mn-lt"/>
                    <a:ea typeface="+mn-ea"/>
                    <a:cs typeface="+mn-cs"/>
                    <a:sym typeface="Helvetica Neue Medium"/>
                  </a:defRPr>
                </a:lvl1pPr>
              </a:lstStyle>
              <a:p>
                <a:r>
                  <a:rPr lang="en-US" sz="2000" b="1" dirty="0">
                    <a:latin typeface="Times New Roman" panose="02020603050405020304" pitchFamily="18" charset="0"/>
                    <a:cs typeface="Times New Roman" panose="02020603050405020304" pitchFamily="18" charset="0"/>
                  </a:rPr>
                  <a:t>E</a:t>
                </a:r>
                <a:r>
                  <a:rPr lang="en-US" sz="2000" b="1" baseline="-25000" dirty="0">
                    <a:latin typeface="Times New Roman" panose="02020603050405020304" pitchFamily="18" charset="0"/>
                    <a:cs typeface="Times New Roman" panose="02020603050405020304" pitchFamily="18" charset="0"/>
                  </a:rPr>
                  <a:t>A2</a:t>
                </a:r>
                <a:endParaRPr sz="2000" b="1" baseline="-25000" dirty="0">
                  <a:latin typeface="Times New Roman" panose="02020603050405020304" pitchFamily="18" charset="0"/>
                  <a:cs typeface="Times New Roman" panose="02020603050405020304" pitchFamily="18" charset="0"/>
                </a:endParaRPr>
              </a:p>
            </p:txBody>
          </p:sp>
          <p:grpSp>
            <p:nvGrpSpPr>
              <p:cNvPr id="17" name="Group 16">
                <a:extLst>
                  <a:ext uri="{FF2B5EF4-FFF2-40B4-BE49-F238E27FC236}">
                    <a16:creationId xmlns:a16="http://schemas.microsoft.com/office/drawing/2014/main" id="{CF2C975E-6385-D848-8DA4-B5A3A454482E}"/>
                  </a:ext>
                </a:extLst>
              </p:cNvPr>
              <p:cNvGrpSpPr/>
              <p:nvPr/>
            </p:nvGrpSpPr>
            <p:grpSpPr>
              <a:xfrm>
                <a:off x="1499485" y="2658143"/>
                <a:ext cx="10264340" cy="2891745"/>
                <a:chOff x="1499485" y="2658143"/>
                <a:chExt cx="10264340" cy="2891745"/>
              </a:xfrm>
            </p:grpSpPr>
            <p:cxnSp>
              <p:nvCxnSpPr>
                <p:cNvPr id="98" name="Straight Arrow Connector 97">
                  <a:extLst>
                    <a:ext uri="{FF2B5EF4-FFF2-40B4-BE49-F238E27FC236}">
                      <a16:creationId xmlns:a16="http://schemas.microsoft.com/office/drawing/2014/main" id="{F6A75095-657C-F94F-B177-80F03EEC80F4}"/>
                    </a:ext>
                  </a:extLst>
                </p:cNvPr>
                <p:cNvCxnSpPr>
                  <a:cxnSpLocks/>
                </p:cNvCxnSpPr>
                <p:nvPr/>
              </p:nvCxnSpPr>
              <p:spPr>
                <a:xfrm flipV="1">
                  <a:off x="9560831" y="2788920"/>
                  <a:ext cx="201441" cy="122881"/>
                </a:xfrm>
                <a:prstGeom prst="straightConnector1">
                  <a:avLst/>
                </a:prstGeom>
                <a:noFill/>
                <a:ln w="38100" cap="flat">
                  <a:solidFill>
                    <a:srgbClr val="FF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49" name="Line">
                  <a:extLst>
                    <a:ext uri="{FF2B5EF4-FFF2-40B4-BE49-F238E27FC236}">
                      <a16:creationId xmlns:a16="http://schemas.microsoft.com/office/drawing/2014/main" id="{0103ECF1-3518-2C4B-809E-DAD361A9F791}"/>
                    </a:ext>
                  </a:extLst>
                </p:cNvPr>
                <p:cNvSpPr/>
                <p:nvPr/>
              </p:nvSpPr>
              <p:spPr>
                <a:xfrm flipH="1" flipV="1">
                  <a:off x="9762272" y="2658143"/>
                  <a:ext cx="1856260" cy="2891745"/>
                </a:xfrm>
                <a:prstGeom prst="line">
                  <a:avLst/>
                </a:prstGeom>
                <a:noFill/>
                <a:ln w="38100" cap="flat">
                  <a:solidFill>
                    <a:srgbClr val="C00000"/>
                  </a:solidFill>
                  <a:prstDash val="sysDash"/>
                  <a:miter lim="400000"/>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sz="1200">
                    <a:latin typeface="Times New Roman" panose="02020603050405020304" pitchFamily="18" charset="0"/>
                    <a:cs typeface="Times New Roman" panose="02020603050405020304" pitchFamily="18" charset="0"/>
                  </a:endParaRPr>
                </a:p>
              </p:txBody>
            </p:sp>
            <p:sp>
              <p:nvSpPr>
                <p:cNvPr id="87" name="Line">
                  <a:extLst>
                    <a:ext uri="{FF2B5EF4-FFF2-40B4-BE49-F238E27FC236}">
                      <a16:creationId xmlns:a16="http://schemas.microsoft.com/office/drawing/2014/main" id="{F359D584-0D31-3B44-86CC-A4F506A650FF}"/>
                    </a:ext>
                  </a:extLst>
                </p:cNvPr>
                <p:cNvSpPr/>
                <p:nvPr/>
              </p:nvSpPr>
              <p:spPr>
                <a:xfrm flipH="1">
                  <a:off x="1499485" y="4816977"/>
                  <a:ext cx="9659244" cy="59824"/>
                </a:xfrm>
                <a:prstGeom prst="line">
                  <a:avLst/>
                </a:prstGeom>
                <a:noFill/>
                <a:ln w="63500" cap="flat">
                  <a:solidFill>
                    <a:srgbClr val="0070C0"/>
                  </a:solidFill>
                  <a:prstDash val="sysDot"/>
                  <a:miter lim="400000"/>
                </a:ln>
                <a:effectLst/>
              </p:spPr>
              <p:txBody>
                <a:bodyPr wrap="square" lIns="50800" tIns="50800" rIns="50800" bIns="50800" numCol="1" anchor="ctr">
                  <a:noAutofit/>
                </a:bodyPr>
                <a:lstStyle/>
                <a:p>
                  <a:pPr>
                    <a:defRPr sz="2200" b="0">
                      <a:solidFill>
                        <a:srgbClr val="FFFFFF"/>
                      </a:solidFill>
                      <a:latin typeface="+mn-lt"/>
                      <a:ea typeface="+mn-ea"/>
                      <a:cs typeface="+mn-cs"/>
                      <a:sym typeface="Helvetica Neue Medium"/>
                    </a:defRPr>
                  </a:pPr>
                  <a:endParaRPr sz="1200">
                    <a:latin typeface="Times New Roman" panose="02020603050405020304" pitchFamily="18" charset="0"/>
                    <a:cs typeface="Times New Roman" panose="02020603050405020304" pitchFamily="18" charset="0"/>
                  </a:endParaRPr>
                </a:p>
              </p:txBody>
            </p:sp>
            <p:sp>
              <p:nvSpPr>
                <p:cNvPr id="93" name="A">
                  <a:extLst>
                    <a:ext uri="{FF2B5EF4-FFF2-40B4-BE49-F238E27FC236}">
                      <a16:creationId xmlns:a16="http://schemas.microsoft.com/office/drawing/2014/main" id="{AE2E2F76-748A-E344-83F8-6D285921BFF3}"/>
                    </a:ext>
                  </a:extLst>
                </p:cNvPr>
                <p:cNvSpPr txBox="1"/>
                <p:nvPr/>
              </p:nvSpPr>
              <p:spPr>
                <a:xfrm>
                  <a:off x="11183860" y="4243608"/>
                  <a:ext cx="579965" cy="631839"/>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rmAutofit/>
                </a:bodyPr>
                <a:lstStyle>
                  <a:lvl1pPr>
                    <a:defRPr sz="3000" b="0">
                      <a:latin typeface="+mn-lt"/>
                      <a:ea typeface="+mn-ea"/>
                      <a:cs typeface="+mn-cs"/>
                      <a:sym typeface="Helvetica Neue Medium"/>
                    </a:defRPr>
                  </a:lvl1pPr>
                </a:lstStyle>
                <a:p>
                  <a:r>
                    <a:rPr lang="en-US" sz="2000" b="1" dirty="0">
                      <a:latin typeface="Times New Roman" panose="02020603050405020304" pitchFamily="18" charset="0"/>
                      <a:cs typeface="Times New Roman" panose="02020603050405020304" pitchFamily="18" charset="0"/>
                    </a:rPr>
                    <a:t>T</a:t>
                  </a:r>
                  <a:r>
                    <a:rPr lang="en-US" sz="2000" b="1" baseline="-25000" dirty="0">
                      <a:latin typeface="Times New Roman" panose="02020603050405020304" pitchFamily="18" charset="0"/>
                      <a:cs typeface="Times New Roman" panose="02020603050405020304" pitchFamily="18" charset="0"/>
                    </a:rPr>
                    <a:t>M2</a:t>
                  </a:r>
                  <a:endParaRPr sz="2000" b="1" baseline="-25000" dirty="0">
                    <a:latin typeface="Times New Roman" panose="02020603050405020304" pitchFamily="18" charset="0"/>
                    <a:cs typeface="Times New Roman" panose="02020603050405020304" pitchFamily="18" charset="0"/>
                  </a:endParaRPr>
                </a:p>
              </p:txBody>
            </p:sp>
          </p:grpSp>
          <p:sp>
            <p:nvSpPr>
              <p:cNvPr id="109" name="P">
                <a:extLst>
                  <a:ext uri="{FF2B5EF4-FFF2-40B4-BE49-F238E27FC236}">
                    <a16:creationId xmlns:a16="http://schemas.microsoft.com/office/drawing/2014/main" id="{A2855BCF-6CED-194A-915F-82EFF0993C14}"/>
                  </a:ext>
                </a:extLst>
              </p:cNvPr>
              <p:cNvSpPr txBox="1"/>
              <p:nvPr/>
            </p:nvSpPr>
            <p:spPr>
              <a:xfrm>
                <a:off x="7863927" y="4203673"/>
                <a:ext cx="505022" cy="631839"/>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rmAutofit/>
              </a:bodyPr>
              <a:lstStyle>
                <a:lvl1pPr>
                  <a:defRPr sz="3000" b="0">
                    <a:latin typeface="+mn-lt"/>
                    <a:ea typeface="+mn-ea"/>
                    <a:cs typeface="+mn-cs"/>
                    <a:sym typeface="Helvetica Neue Medium"/>
                  </a:defRPr>
                </a:lvl1pPr>
              </a:lstStyle>
              <a:p>
                <a:r>
                  <a:rPr lang="en-US" sz="2000" b="1" dirty="0">
                    <a:latin typeface="Times New Roman" panose="02020603050405020304" pitchFamily="18" charset="0"/>
                    <a:cs typeface="Times New Roman" panose="02020603050405020304" pitchFamily="18" charset="0"/>
                  </a:rPr>
                  <a:t>E</a:t>
                </a:r>
                <a:r>
                  <a:rPr lang="en-US" sz="2000" b="1" baseline="-25000" dirty="0">
                    <a:latin typeface="Times New Roman" panose="02020603050405020304" pitchFamily="18" charset="0"/>
                    <a:cs typeface="Times New Roman" panose="02020603050405020304" pitchFamily="18" charset="0"/>
                  </a:rPr>
                  <a:t>B2</a:t>
                </a:r>
                <a:endParaRPr sz="2000" b="1" baseline="-25000" dirty="0">
                  <a:latin typeface="Times New Roman" panose="02020603050405020304" pitchFamily="18" charset="0"/>
                  <a:cs typeface="Times New Roman" panose="02020603050405020304" pitchFamily="18" charset="0"/>
                </a:endParaRPr>
              </a:p>
            </p:txBody>
          </p:sp>
        </p:grpSp>
      </p:grpSp>
      <p:sp>
        <p:nvSpPr>
          <p:cNvPr id="110" name="C">
            <a:extLst>
              <a:ext uri="{FF2B5EF4-FFF2-40B4-BE49-F238E27FC236}">
                <a16:creationId xmlns:a16="http://schemas.microsoft.com/office/drawing/2014/main" id="{C0518250-13CA-9F4B-BC95-42AC6CE26945}"/>
              </a:ext>
            </a:extLst>
          </p:cNvPr>
          <p:cNvSpPr txBox="1"/>
          <p:nvPr/>
        </p:nvSpPr>
        <p:spPr>
          <a:xfrm>
            <a:off x="302045" y="8324140"/>
            <a:ext cx="12294279" cy="518385"/>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Autofit/>
          </a:bodyPr>
          <a:lstStyle>
            <a:lvl1pPr>
              <a:defRPr sz="3000" b="0">
                <a:latin typeface="+mn-lt"/>
                <a:ea typeface="+mn-ea"/>
                <a:cs typeface="+mn-cs"/>
                <a:sym typeface="Helvetica Neue Medium"/>
              </a:defRPr>
            </a:lvl1pPr>
          </a:lstStyle>
          <a:p>
            <a:pPr algn="just"/>
            <a:r>
              <a:rPr lang="en-US" sz="2400" b="1" dirty="0">
                <a:solidFill>
                  <a:schemeClr val="tx1"/>
                </a:solidFill>
                <a:latin typeface="Times New Roman" panose="02020603050405020304" pitchFamily="18" charset="0"/>
                <a:cs typeface="Times New Roman" panose="02020603050405020304" pitchFamily="18" charset="0"/>
              </a:rPr>
              <a:t>By joining T</a:t>
            </a:r>
            <a:r>
              <a:rPr lang="en-US" sz="2400" b="1" baseline="-25000" dirty="0">
                <a:solidFill>
                  <a:schemeClr val="tx1"/>
                </a:solidFill>
                <a:latin typeface="Times New Roman" panose="02020603050405020304" pitchFamily="18" charset="0"/>
                <a:cs typeface="Times New Roman" panose="02020603050405020304" pitchFamily="18" charset="0"/>
              </a:rPr>
              <a:t>M1</a:t>
            </a:r>
            <a:r>
              <a:rPr lang="en-US" sz="2400" b="1" dirty="0">
                <a:solidFill>
                  <a:schemeClr val="tx1"/>
                </a:solidFill>
                <a:latin typeface="Times New Roman" panose="02020603050405020304" pitchFamily="18" charset="0"/>
                <a:cs typeface="Times New Roman" panose="02020603050405020304" pitchFamily="18" charset="0"/>
              </a:rPr>
              <a:t> and T</a:t>
            </a:r>
            <a:r>
              <a:rPr lang="en-US" sz="2400" b="1" baseline="-25000" dirty="0">
                <a:solidFill>
                  <a:schemeClr val="tx1"/>
                </a:solidFill>
                <a:latin typeface="Times New Roman" panose="02020603050405020304" pitchFamily="18" charset="0"/>
                <a:cs typeface="Times New Roman" panose="02020603050405020304" pitchFamily="18" charset="0"/>
              </a:rPr>
              <a:t>M2</a:t>
            </a:r>
            <a:r>
              <a:rPr lang="en-US" sz="2400" b="1" dirty="0">
                <a:solidFill>
                  <a:schemeClr val="tx1"/>
                </a:solidFill>
                <a:latin typeface="Times New Roman" panose="02020603050405020304" pitchFamily="18" charset="0"/>
                <a:cs typeface="Times New Roman" panose="02020603050405020304" pitchFamily="18" charset="0"/>
              </a:rPr>
              <a:t> we obtain the steeply sloped </a:t>
            </a:r>
            <a:r>
              <a:rPr lang="en-US" sz="2400" b="1" dirty="0">
                <a:solidFill>
                  <a:srgbClr val="FF0000"/>
                </a:solidFill>
                <a:latin typeface="Times New Roman" panose="02020603050405020304" pitchFamily="18" charset="0"/>
                <a:cs typeface="Times New Roman" panose="02020603050405020304" pitchFamily="18" charset="0"/>
              </a:rPr>
              <a:t>Snob Good </a:t>
            </a:r>
            <a:r>
              <a:rPr lang="en-US" sz="2400" b="1" dirty="0">
                <a:solidFill>
                  <a:schemeClr val="tx1"/>
                </a:solidFill>
                <a:latin typeface="Times New Roman" panose="02020603050405020304" pitchFamily="18" charset="0"/>
                <a:cs typeface="Times New Roman" panose="02020603050405020304" pitchFamily="18" charset="0"/>
              </a:rPr>
              <a:t>demand curve D</a:t>
            </a:r>
            <a:r>
              <a:rPr lang="en-US" sz="2400" b="1" baseline="-25000" dirty="0">
                <a:solidFill>
                  <a:schemeClr val="tx1"/>
                </a:solidFill>
                <a:latin typeface="Times New Roman" panose="02020603050405020304" pitchFamily="18" charset="0"/>
                <a:cs typeface="Times New Roman" panose="02020603050405020304" pitchFamily="18" charset="0"/>
              </a:rPr>
              <a:t>SG</a:t>
            </a:r>
          </a:p>
        </p:txBody>
      </p:sp>
      <p:sp>
        <p:nvSpPr>
          <p:cNvPr id="76" name="C">
            <a:extLst>
              <a:ext uri="{FF2B5EF4-FFF2-40B4-BE49-F238E27FC236}">
                <a16:creationId xmlns:a16="http://schemas.microsoft.com/office/drawing/2014/main" id="{D3F1BDF7-5C18-674E-957C-3B1325CFC209}"/>
              </a:ext>
            </a:extLst>
          </p:cNvPr>
          <p:cNvSpPr txBox="1"/>
          <p:nvPr/>
        </p:nvSpPr>
        <p:spPr>
          <a:xfrm>
            <a:off x="256708" y="7836942"/>
            <a:ext cx="12542890" cy="518385"/>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b">
            <a:noAutofit/>
          </a:bodyPr>
          <a:lstStyle>
            <a:lvl1pPr>
              <a:defRPr sz="3000" b="0">
                <a:latin typeface="+mn-lt"/>
                <a:ea typeface="+mn-ea"/>
                <a:cs typeface="+mn-cs"/>
                <a:sym typeface="Helvetica Neue Medium"/>
              </a:defRPr>
            </a:lvl1pPr>
          </a:lstStyle>
          <a:p>
            <a:pPr algn="just"/>
            <a:r>
              <a:rPr lang="en-US" sz="2400" b="1" dirty="0">
                <a:solidFill>
                  <a:schemeClr val="tx1"/>
                </a:solidFill>
                <a:latin typeface="Times New Roman" panose="02020603050405020304" pitchFamily="18" charset="0"/>
                <a:cs typeface="Times New Roman" panose="02020603050405020304" pitchFamily="18" charset="0"/>
              </a:rPr>
              <a:t>But the Demand for the concerned good rose by individuals B </a:t>
            </a:r>
            <a:r>
              <a:rPr lang="en-US" sz="2400" b="1" dirty="0">
                <a:solidFill>
                  <a:srgbClr val="FF0000"/>
                </a:solidFill>
                <a:latin typeface="Times New Roman" panose="02020603050405020304" pitchFamily="18" charset="0"/>
                <a:cs typeface="Times New Roman" panose="02020603050405020304" pitchFamily="18" charset="0"/>
              </a:rPr>
              <a:t>(non-elite) </a:t>
            </a:r>
            <a:r>
              <a:rPr lang="en-US" sz="2400" b="1" dirty="0">
                <a:solidFill>
                  <a:schemeClr val="tx1"/>
                </a:solidFill>
                <a:latin typeface="Times New Roman" panose="02020603050405020304" pitchFamily="18" charset="0"/>
                <a:cs typeface="Times New Roman" panose="02020603050405020304" pitchFamily="18" charset="0"/>
              </a:rPr>
              <a:t>(</a:t>
            </a:r>
            <a:r>
              <a:rPr lang="en-US" sz="2400" b="1" dirty="0" err="1">
                <a:solidFill>
                  <a:schemeClr val="tx1"/>
                </a:solidFill>
                <a:latin typeface="Times New Roman" panose="02020603050405020304" pitchFamily="18" charset="0"/>
                <a:cs typeface="Times New Roman" panose="02020603050405020304" pitchFamily="18" charset="0"/>
              </a:rPr>
              <a:t>DDc</a:t>
            </a:r>
            <a:r>
              <a:rPr lang="en-US" sz="2400" b="1" dirty="0">
                <a:solidFill>
                  <a:schemeClr val="tx1"/>
                </a:solidFill>
                <a:latin typeface="Times New Roman" panose="02020603050405020304" pitchFamily="18" charset="0"/>
                <a:cs typeface="Times New Roman" panose="02020603050405020304" pitchFamily="18" charset="0"/>
              </a:rPr>
              <a:t> shifted upwards </a:t>
            </a:r>
          </a:p>
        </p:txBody>
      </p:sp>
    </p:spTree>
    <p:extLst>
      <p:ext uri="{BB962C8B-B14F-4D97-AF65-F5344CB8AC3E}">
        <p14:creationId xmlns:p14="http://schemas.microsoft.com/office/powerpoint/2010/main" val="2823952629"/>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 grpId="0"/>
      <p:bldP spid="104" grpId="0"/>
      <p:bldP spid="110" grpId="0"/>
      <p:bldP spid="7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2" name="Group"/>
          <p:cNvGrpSpPr/>
          <p:nvPr/>
        </p:nvGrpSpPr>
        <p:grpSpPr>
          <a:xfrm>
            <a:off x="523006" y="826883"/>
            <a:ext cx="5140689" cy="2887867"/>
            <a:chOff x="124979" y="142013"/>
            <a:chExt cx="3530705" cy="3425719"/>
          </a:xfrm>
        </p:grpSpPr>
        <p:sp>
          <p:nvSpPr>
            <p:cNvPr id="344" name="Shape 134"/>
            <p:cNvSpPr/>
            <p:nvPr/>
          </p:nvSpPr>
          <p:spPr>
            <a:xfrm flipV="1">
              <a:off x="606973" y="220833"/>
              <a:ext cx="2" cy="3052233"/>
            </a:xfrm>
            <a:prstGeom prst="line">
              <a:avLst/>
            </a:prstGeom>
            <a:noFill/>
            <a:ln w="12700" cap="flat">
              <a:solidFill>
                <a:srgbClr val="000000"/>
              </a:solidFill>
              <a:prstDash val="solid"/>
              <a:miter lim="400000"/>
              <a:headEnd type="none" w="med" len="med"/>
              <a:tailEnd type="triangle" w="med" len="med"/>
            </a:ln>
            <a:effectLst/>
          </p:spPr>
          <p:txBody>
            <a:bodyPr wrap="square" lIns="45719" tIns="45719" rIns="45719" bIns="45719" numCol="1" anchor="t">
              <a:noAutofit/>
            </a:bodyPr>
            <a:lstStyle/>
            <a:p>
              <a:pPr defTabSz="584190">
                <a:defRPr sz="2400">
                  <a:latin typeface="+mn-lt"/>
                  <a:ea typeface="+mn-ea"/>
                  <a:cs typeface="+mn-cs"/>
                  <a:sym typeface="Helvetica"/>
                </a:defRPr>
              </a:pPr>
              <a:endParaRPr sz="1200">
                <a:latin typeface="Times New Roman" panose="02020603050405020304" pitchFamily="18" charset="0"/>
                <a:cs typeface="Times New Roman" panose="02020603050405020304" pitchFamily="18" charset="0"/>
              </a:endParaRPr>
            </a:p>
          </p:txBody>
        </p:sp>
        <p:sp>
          <p:nvSpPr>
            <p:cNvPr id="345" name="Shape 135"/>
            <p:cNvSpPr/>
            <p:nvPr/>
          </p:nvSpPr>
          <p:spPr>
            <a:xfrm>
              <a:off x="615133" y="3263707"/>
              <a:ext cx="2959070" cy="1"/>
            </a:xfrm>
            <a:prstGeom prst="line">
              <a:avLst/>
            </a:prstGeom>
            <a:noFill/>
            <a:ln w="12700" cap="flat">
              <a:solidFill>
                <a:srgbClr val="000000"/>
              </a:solidFill>
              <a:prstDash val="solid"/>
              <a:miter lim="400000"/>
              <a:headEnd type="none" w="med" len="med"/>
              <a:tailEnd type="triangle" w="med" len="med"/>
            </a:ln>
            <a:effectLst/>
          </p:spPr>
          <p:txBody>
            <a:bodyPr wrap="square" lIns="45719" tIns="45719" rIns="45719" bIns="45719" numCol="1" anchor="t">
              <a:noAutofit/>
            </a:bodyPr>
            <a:lstStyle/>
            <a:p>
              <a:pPr defTabSz="584190">
                <a:defRPr sz="2400">
                  <a:latin typeface="+mn-lt"/>
                  <a:ea typeface="+mn-ea"/>
                  <a:cs typeface="+mn-cs"/>
                  <a:sym typeface="Helvetica"/>
                </a:defRPr>
              </a:pPr>
              <a:endParaRPr sz="1200">
                <a:latin typeface="Times New Roman" panose="02020603050405020304" pitchFamily="18" charset="0"/>
                <a:cs typeface="Times New Roman" panose="02020603050405020304" pitchFamily="18" charset="0"/>
              </a:endParaRPr>
            </a:p>
          </p:txBody>
        </p:sp>
        <p:sp>
          <p:nvSpPr>
            <p:cNvPr id="346" name="Shape 140"/>
            <p:cNvSpPr/>
            <p:nvPr/>
          </p:nvSpPr>
          <p:spPr>
            <a:xfrm>
              <a:off x="615133" y="1818057"/>
              <a:ext cx="2280708" cy="3"/>
            </a:xfrm>
            <a:prstGeom prst="line">
              <a:avLst/>
            </a:prstGeom>
            <a:noFill/>
            <a:ln w="12700" cap="flat">
              <a:solidFill>
                <a:srgbClr val="000000"/>
              </a:solidFill>
              <a:prstDash val="solid"/>
              <a:miter lim="400000"/>
            </a:ln>
            <a:effectLst/>
          </p:spPr>
          <p:txBody>
            <a:bodyPr wrap="square" lIns="45719" tIns="45719" rIns="45719" bIns="45719" numCol="1" anchor="t">
              <a:noAutofit/>
            </a:bodyPr>
            <a:lstStyle/>
            <a:p>
              <a:pPr defTabSz="584190">
                <a:defRPr sz="2400">
                  <a:latin typeface="+mn-lt"/>
                  <a:ea typeface="+mn-ea"/>
                  <a:cs typeface="+mn-cs"/>
                  <a:sym typeface="Helvetica"/>
                </a:defRPr>
              </a:pPr>
              <a:endParaRPr sz="1200">
                <a:latin typeface="Times New Roman" panose="02020603050405020304" pitchFamily="18" charset="0"/>
                <a:cs typeface="Times New Roman" panose="02020603050405020304" pitchFamily="18" charset="0"/>
              </a:endParaRPr>
            </a:p>
          </p:txBody>
        </p:sp>
        <p:sp>
          <p:nvSpPr>
            <p:cNvPr id="347" name="Shape 142"/>
            <p:cNvSpPr/>
            <p:nvPr/>
          </p:nvSpPr>
          <p:spPr>
            <a:xfrm>
              <a:off x="2024603" y="1818058"/>
              <a:ext cx="1" cy="1464362"/>
            </a:xfrm>
            <a:prstGeom prst="line">
              <a:avLst/>
            </a:prstGeom>
            <a:noFill/>
            <a:ln w="25400" cap="rnd">
              <a:solidFill>
                <a:srgbClr val="000000"/>
              </a:solidFill>
              <a:custDash>
                <a:ds d="100000" sp="200000"/>
              </a:custDash>
              <a:miter lim="400000"/>
            </a:ln>
            <a:effectLst/>
          </p:spPr>
          <p:txBody>
            <a:bodyPr wrap="square" lIns="45719" tIns="45719" rIns="45719" bIns="45719" numCol="1" anchor="t">
              <a:noAutofit/>
            </a:bodyPr>
            <a:lstStyle/>
            <a:p>
              <a:pPr defTabSz="584190">
                <a:defRPr sz="2400">
                  <a:latin typeface="+mn-lt"/>
                  <a:ea typeface="+mn-ea"/>
                  <a:cs typeface="+mn-cs"/>
                  <a:sym typeface="Helvetica"/>
                </a:defRPr>
              </a:pPr>
              <a:endParaRPr sz="1200">
                <a:latin typeface="Times New Roman" panose="02020603050405020304" pitchFamily="18" charset="0"/>
                <a:cs typeface="Times New Roman" panose="02020603050405020304" pitchFamily="18" charset="0"/>
              </a:endParaRPr>
            </a:p>
          </p:txBody>
        </p:sp>
        <p:sp>
          <p:nvSpPr>
            <p:cNvPr id="348" name="Shape 143"/>
            <p:cNvSpPr/>
            <p:nvPr/>
          </p:nvSpPr>
          <p:spPr>
            <a:xfrm>
              <a:off x="598813" y="2172605"/>
              <a:ext cx="1443101" cy="4"/>
            </a:xfrm>
            <a:prstGeom prst="line">
              <a:avLst/>
            </a:prstGeom>
            <a:noFill/>
            <a:ln w="12700" cap="flat">
              <a:solidFill>
                <a:srgbClr val="000000"/>
              </a:solidFill>
              <a:prstDash val="solid"/>
              <a:miter lim="400000"/>
            </a:ln>
            <a:effectLst/>
          </p:spPr>
          <p:txBody>
            <a:bodyPr wrap="square" lIns="45719" tIns="45719" rIns="45719" bIns="45719" numCol="1" anchor="t">
              <a:noAutofit/>
            </a:bodyPr>
            <a:lstStyle/>
            <a:p>
              <a:pPr defTabSz="584190">
                <a:defRPr sz="2400">
                  <a:latin typeface="+mn-lt"/>
                  <a:ea typeface="+mn-ea"/>
                  <a:cs typeface="+mn-cs"/>
                  <a:sym typeface="Helvetica"/>
                </a:defRPr>
              </a:pPr>
              <a:endParaRPr sz="1200">
                <a:latin typeface="Times New Roman" panose="02020603050405020304" pitchFamily="18" charset="0"/>
                <a:cs typeface="Times New Roman" panose="02020603050405020304" pitchFamily="18" charset="0"/>
              </a:endParaRPr>
            </a:p>
          </p:txBody>
        </p:sp>
        <p:sp>
          <p:nvSpPr>
            <p:cNvPr id="349" name="Shape 144"/>
            <p:cNvSpPr/>
            <p:nvPr/>
          </p:nvSpPr>
          <p:spPr>
            <a:xfrm>
              <a:off x="631257" y="1836771"/>
              <a:ext cx="1393348" cy="331658"/>
            </a:xfrm>
            <a:prstGeom prst="rect">
              <a:avLst/>
            </a:prstGeom>
            <a:solidFill>
              <a:srgbClr val="FEFA8B"/>
            </a:solidFill>
            <a:ln w="12700" cap="flat">
              <a:noFill/>
              <a:miter lim="400000"/>
            </a:ln>
            <a:effectLst>
              <a:outerShdw blurRad="25400" dist="12700" dir="5400000" rotWithShape="0">
                <a:srgbClr val="000000">
                  <a:alpha val="50000"/>
                </a:srgbClr>
              </a:outerShdw>
            </a:effectLst>
          </p:spPr>
          <p:txBody>
            <a:bodyPr wrap="square" lIns="50799" tIns="50799" rIns="50799" bIns="50799" numCol="1" anchor="ctr">
              <a:noAutofit/>
            </a:bodyPr>
            <a:lstStyle/>
            <a:p>
              <a:pPr defTabSz="584190">
                <a:defRPr sz="1600">
                  <a:solidFill>
                    <a:srgbClr val="FFFFFF"/>
                  </a:solidFill>
                  <a:latin typeface="Helvetica Light"/>
                  <a:ea typeface="Helvetica Light"/>
                  <a:cs typeface="Helvetica Light"/>
                  <a:sym typeface="Helvetica Light"/>
                </a:defRPr>
              </a:pPr>
              <a:endParaRPr sz="1200">
                <a:latin typeface="Times New Roman" panose="02020603050405020304" pitchFamily="18" charset="0"/>
                <a:cs typeface="Times New Roman" panose="02020603050405020304" pitchFamily="18" charset="0"/>
              </a:endParaRPr>
            </a:p>
          </p:txBody>
        </p:sp>
        <p:sp>
          <p:nvSpPr>
            <p:cNvPr id="350" name="Shape 145"/>
            <p:cNvSpPr/>
            <p:nvPr/>
          </p:nvSpPr>
          <p:spPr>
            <a:xfrm>
              <a:off x="1126740" y="648663"/>
              <a:ext cx="1075290" cy="2063934"/>
            </a:xfrm>
            <a:custGeom>
              <a:avLst/>
              <a:gdLst/>
              <a:ahLst/>
              <a:cxnLst>
                <a:cxn ang="0">
                  <a:pos x="wd2" y="hd2"/>
                </a:cxn>
                <a:cxn ang="5400000">
                  <a:pos x="wd2" y="hd2"/>
                </a:cxn>
                <a:cxn ang="10800000">
                  <a:pos x="wd2" y="hd2"/>
                </a:cxn>
                <a:cxn ang="16200000">
                  <a:pos x="wd2" y="hd2"/>
                </a:cxn>
              </a:cxnLst>
              <a:rect l="0" t="0" r="r" b="b"/>
              <a:pathLst>
                <a:path w="21600" h="16944" extrusionOk="0">
                  <a:moveTo>
                    <a:pt x="21600" y="0"/>
                  </a:moveTo>
                  <a:cubicBezTo>
                    <a:pt x="16714" y="17857"/>
                    <a:pt x="9514" y="21600"/>
                    <a:pt x="0" y="11228"/>
                  </a:cubicBezTo>
                </a:path>
              </a:pathLst>
            </a:custGeom>
            <a:noFill/>
            <a:ln w="12700" cap="flat">
              <a:solidFill>
                <a:srgbClr val="0B5D18"/>
              </a:solidFill>
              <a:prstDash val="solid"/>
              <a:miter lim="400000"/>
            </a:ln>
            <a:effectLst/>
          </p:spPr>
          <p:txBody>
            <a:bodyPr wrap="square" lIns="50799" tIns="50799" rIns="50799" bIns="50799" numCol="1" anchor="t">
              <a:noAutofit/>
            </a:bodyPr>
            <a:lstStyle/>
            <a:p>
              <a:pPr defTabSz="584190">
                <a:defRPr sz="2400">
                  <a:latin typeface="Helvetica Light"/>
                  <a:ea typeface="Helvetica Light"/>
                  <a:cs typeface="Helvetica Light"/>
                  <a:sym typeface="Helvetica Light"/>
                </a:defRPr>
              </a:pPr>
              <a:endParaRPr sz="1200">
                <a:latin typeface="Times New Roman" panose="02020603050405020304" pitchFamily="18" charset="0"/>
                <a:cs typeface="Times New Roman" panose="02020603050405020304" pitchFamily="18" charset="0"/>
              </a:endParaRPr>
            </a:p>
          </p:txBody>
        </p:sp>
        <p:sp>
          <p:nvSpPr>
            <p:cNvPr id="351" name="Shape 146"/>
            <p:cNvSpPr/>
            <p:nvPr/>
          </p:nvSpPr>
          <p:spPr>
            <a:xfrm>
              <a:off x="994158" y="778853"/>
              <a:ext cx="1642763" cy="1440316"/>
            </a:xfrm>
            <a:custGeom>
              <a:avLst/>
              <a:gdLst/>
              <a:ahLst/>
              <a:cxnLst>
                <a:cxn ang="0">
                  <a:pos x="wd2" y="hd2"/>
                </a:cxn>
                <a:cxn ang="5400000">
                  <a:pos x="wd2" y="hd2"/>
                </a:cxn>
                <a:cxn ang="10800000">
                  <a:pos x="wd2" y="hd2"/>
                </a:cxn>
                <a:cxn ang="16200000">
                  <a:pos x="wd2" y="hd2"/>
                </a:cxn>
              </a:cxnLst>
              <a:rect l="0" t="0" r="r" b="b"/>
              <a:pathLst>
                <a:path w="21600" h="16200" extrusionOk="0">
                  <a:moveTo>
                    <a:pt x="21600" y="12"/>
                  </a:moveTo>
                  <a:cubicBezTo>
                    <a:pt x="15994" y="21600"/>
                    <a:pt x="8794" y="21596"/>
                    <a:pt x="0" y="0"/>
                  </a:cubicBezTo>
                </a:path>
              </a:pathLst>
            </a:custGeom>
            <a:noFill/>
            <a:ln w="12700" cap="flat">
              <a:solidFill>
                <a:srgbClr val="BD5B0C"/>
              </a:solidFill>
              <a:prstDash val="solid"/>
              <a:miter lim="400000"/>
            </a:ln>
            <a:effectLst/>
          </p:spPr>
          <p:txBody>
            <a:bodyPr wrap="square" lIns="50799" tIns="50799" rIns="50799" bIns="50799" numCol="1" anchor="t">
              <a:noAutofit/>
            </a:bodyPr>
            <a:lstStyle/>
            <a:p>
              <a:pPr defTabSz="584190">
                <a:defRPr sz="2400">
                  <a:latin typeface="Helvetica Light"/>
                  <a:ea typeface="Helvetica Light"/>
                  <a:cs typeface="Helvetica Light"/>
                  <a:sym typeface="Helvetica Light"/>
                </a:defRPr>
              </a:pPr>
              <a:endParaRPr sz="1200">
                <a:latin typeface="Times New Roman" panose="02020603050405020304" pitchFamily="18" charset="0"/>
                <a:cs typeface="Times New Roman" panose="02020603050405020304" pitchFamily="18" charset="0"/>
              </a:endParaRPr>
            </a:p>
          </p:txBody>
        </p:sp>
        <p:sp>
          <p:nvSpPr>
            <p:cNvPr id="352" name="Shape 149"/>
            <p:cNvSpPr txBox="1"/>
            <p:nvPr/>
          </p:nvSpPr>
          <p:spPr>
            <a:xfrm>
              <a:off x="3056869" y="3302812"/>
              <a:ext cx="598815" cy="243273"/>
            </a:xfrm>
            <a:prstGeom prst="rect">
              <a:avLst/>
            </a:prstGeom>
            <a:noFill/>
            <a:ln w="12700" cap="flat">
              <a:noFill/>
              <a:miter lim="400000"/>
            </a:ln>
            <a:effectLst/>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0" tIns="0" rIns="0" bIns="0" numCol="1" anchor="t">
              <a:normAutofit/>
            </a:bodyPr>
            <a:lstStyle>
              <a:lvl1pPr algn="ctr" defTabSz="369688">
                <a:defRPr sz="1400" b="1">
                  <a:latin typeface="+mn-lt"/>
                  <a:ea typeface="+mn-ea"/>
                  <a:cs typeface="+mn-cs"/>
                  <a:sym typeface="Helvetica"/>
                </a:defRPr>
              </a:lvl1pPr>
            </a:lstStyle>
            <a:p>
              <a:r>
                <a:rPr sz="1200">
                  <a:latin typeface="Times New Roman" panose="02020603050405020304" pitchFamily="18" charset="0"/>
                  <a:cs typeface="Times New Roman" panose="02020603050405020304" pitchFamily="18" charset="0"/>
                </a:rPr>
                <a:t>Qty</a:t>
              </a:r>
            </a:p>
          </p:txBody>
        </p:sp>
        <p:sp>
          <p:nvSpPr>
            <p:cNvPr id="353" name="Shape 150"/>
            <p:cNvSpPr txBox="1"/>
            <p:nvPr/>
          </p:nvSpPr>
          <p:spPr>
            <a:xfrm>
              <a:off x="124979" y="142013"/>
              <a:ext cx="547264" cy="449117"/>
            </a:xfrm>
            <a:prstGeom prst="rect">
              <a:avLst/>
            </a:prstGeom>
            <a:noFill/>
            <a:ln w="12700" cap="flat">
              <a:noFill/>
              <a:miter lim="400000"/>
            </a:ln>
            <a:effectLst/>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0" tIns="0" rIns="0" bIns="0" numCol="1" anchor="t">
              <a:normAutofit/>
            </a:bodyPr>
            <a:lstStyle>
              <a:lvl1pPr algn="ctr" defTabSz="328611">
                <a:defRPr sz="1400" b="1">
                  <a:latin typeface="+mn-lt"/>
                  <a:ea typeface="+mn-ea"/>
                  <a:cs typeface="+mn-cs"/>
                  <a:sym typeface="Helvetica"/>
                </a:defRPr>
              </a:lvl1pPr>
            </a:lstStyle>
            <a:p>
              <a:r>
                <a:rPr sz="1200" dirty="0">
                  <a:latin typeface="Times New Roman" panose="02020603050405020304" pitchFamily="18" charset="0"/>
                  <a:cs typeface="Times New Roman" panose="02020603050405020304" pitchFamily="18" charset="0"/>
                </a:rPr>
                <a:t>Rev, </a:t>
              </a:r>
              <a:endParaRPr lang="en-US" sz="1200" dirty="0">
                <a:latin typeface="Times New Roman" panose="02020603050405020304" pitchFamily="18" charset="0"/>
                <a:cs typeface="Times New Roman" panose="02020603050405020304" pitchFamily="18" charset="0"/>
              </a:endParaRPr>
            </a:p>
            <a:p>
              <a:r>
                <a:rPr sz="1200" dirty="0">
                  <a:latin typeface="Times New Roman" panose="02020603050405020304" pitchFamily="18" charset="0"/>
                  <a:cs typeface="Times New Roman" panose="02020603050405020304" pitchFamily="18" charset="0"/>
                </a:rPr>
                <a:t>Cost</a:t>
              </a:r>
            </a:p>
          </p:txBody>
        </p:sp>
        <p:sp>
          <p:nvSpPr>
            <p:cNvPr id="354" name="Shape 154"/>
            <p:cNvSpPr txBox="1"/>
            <p:nvPr/>
          </p:nvSpPr>
          <p:spPr>
            <a:xfrm>
              <a:off x="354663" y="1736453"/>
              <a:ext cx="287828" cy="243273"/>
            </a:xfrm>
            <a:prstGeom prst="rect">
              <a:avLst/>
            </a:prstGeom>
            <a:noFill/>
            <a:ln w="12700" cap="flat">
              <a:noFill/>
              <a:miter lim="400000"/>
            </a:ln>
            <a:effectLst/>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0" tIns="0" rIns="0" bIns="0" numCol="1" anchor="t">
              <a:normAutofit/>
            </a:bodyPr>
            <a:lstStyle>
              <a:lvl1pPr algn="ctr" defTabSz="369688">
                <a:defRPr sz="1400" b="1">
                  <a:latin typeface="+mn-lt"/>
                  <a:ea typeface="+mn-ea"/>
                  <a:cs typeface="+mn-cs"/>
                  <a:sym typeface="Helvetica"/>
                </a:defRPr>
              </a:lvl1pPr>
            </a:lstStyle>
            <a:p>
              <a:r>
                <a:rPr sz="1200">
                  <a:latin typeface="Times New Roman" panose="02020603050405020304" pitchFamily="18" charset="0"/>
                  <a:cs typeface="Times New Roman" panose="02020603050405020304" pitchFamily="18" charset="0"/>
                </a:rPr>
                <a:t>P</a:t>
              </a:r>
            </a:p>
          </p:txBody>
        </p:sp>
        <p:sp>
          <p:nvSpPr>
            <p:cNvPr id="355" name="Shape 156"/>
            <p:cNvSpPr txBox="1"/>
            <p:nvPr/>
          </p:nvSpPr>
          <p:spPr>
            <a:xfrm>
              <a:off x="2853490" y="1735333"/>
              <a:ext cx="777029" cy="243273"/>
            </a:xfrm>
            <a:prstGeom prst="rect">
              <a:avLst/>
            </a:prstGeom>
            <a:noFill/>
            <a:ln w="12700" cap="flat">
              <a:noFill/>
              <a:miter lim="400000"/>
            </a:ln>
            <a:effectLst/>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0" tIns="0" rIns="0" bIns="0" numCol="1" anchor="t">
              <a:normAutofit/>
            </a:bodyPr>
            <a:lstStyle>
              <a:lvl1pPr algn="ctr" defTabSz="369688">
                <a:defRPr sz="1400" b="1">
                  <a:latin typeface="+mn-lt"/>
                  <a:ea typeface="+mn-ea"/>
                  <a:cs typeface="+mn-cs"/>
                  <a:sym typeface="Helvetica"/>
                </a:defRPr>
              </a:lvl1pPr>
            </a:lstStyle>
            <a:p>
              <a:r>
                <a:rPr sz="1200">
                  <a:latin typeface="Times New Roman" panose="02020603050405020304" pitchFamily="18" charset="0"/>
                  <a:cs typeface="Times New Roman" panose="02020603050405020304" pitchFamily="18" charset="0"/>
                </a:rPr>
                <a:t>AR / MR  </a:t>
              </a:r>
            </a:p>
          </p:txBody>
        </p:sp>
        <p:sp>
          <p:nvSpPr>
            <p:cNvPr id="356" name="Shape 157"/>
            <p:cNvSpPr txBox="1"/>
            <p:nvPr/>
          </p:nvSpPr>
          <p:spPr>
            <a:xfrm>
              <a:off x="2500914" y="482335"/>
              <a:ext cx="287827" cy="205847"/>
            </a:xfrm>
            <a:prstGeom prst="rect">
              <a:avLst/>
            </a:prstGeom>
            <a:noFill/>
            <a:ln w="12700" cap="flat">
              <a:noFill/>
              <a:miter lim="400000"/>
            </a:ln>
            <a:effectLst/>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0" tIns="0" rIns="0" bIns="0" numCol="1" anchor="t">
              <a:noAutofit/>
            </a:bodyPr>
            <a:lstStyle>
              <a:lvl1pPr algn="ctr" defTabSz="308074">
                <a:defRPr sz="1200" b="1">
                  <a:solidFill>
                    <a:srgbClr val="BD5B0C"/>
                  </a:solidFill>
                  <a:latin typeface="+mn-lt"/>
                  <a:ea typeface="+mn-ea"/>
                  <a:cs typeface="+mn-cs"/>
                  <a:sym typeface="Helvetica"/>
                </a:defRPr>
              </a:lvl1pPr>
            </a:lstStyle>
            <a:p>
              <a:r>
                <a:rPr>
                  <a:latin typeface="Times New Roman" panose="02020603050405020304" pitchFamily="18" charset="0"/>
                  <a:cs typeface="Times New Roman" panose="02020603050405020304" pitchFamily="18" charset="0"/>
                </a:rPr>
                <a:t>AC</a:t>
              </a:r>
            </a:p>
          </p:txBody>
        </p:sp>
        <p:sp>
          <p:nvSpPr>
            <p:cNvPr id="357" name="Shape 158"/>
            <p:cNvSpPr txBox="1"/>
            <p:nvPr/>
          </p:nvSpPr>
          <p:spPr>
            <a:xfrm>
              <a:off x="2066194" y="367130"/>
              <a:ext cx="287828" cy="187133"/>
            </a:xfrm>
            <a:prstGeom prst="rect">
              <a:avLst/>
            </a:prstGeom>
            <a:noFill/>
            <a:ln w="12700" cap="flat">
              <a:noFill/>
              <a:miter lim="400000"/>
            </a:ln>
            <a:effectLst/>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0" tIns="0" rIns="0" bIns="0" numCol="1" anchor="t">
              <a:noAutofit/>
            </a:bodyPr>
            <a:lstStyle>
              <a:lvl1pPr algn="ctr" defTabSz="287535">
                <a:defRPr sz="1100" b="1">
                  <a:solidFill>
                    <a:srgbClr val="0B5D18"/>
                  </a:solidFill>
                  <a:latin typeface="+mn-lt"/>
                  <a:ea typeface="+mn-ea"/>
                  <a:cs typeface="+mn-cs"/>
                  <a:sym typeface="Helvetica"/>
                </a:defRPr>
              </a:lvl1pPr>
            </a:lstStyle>
            <a:p>
              <a:r>
                <a:rPr sz="1200">
                  <a:latin typeface="Times New Roman" panose="02020603050405020304" pitchFamily="18" charset="0"/>
                  <a:cs typeface="Times New Roman" panose="02020603050405020304" pitchFamily="18" charset="0"/>
                </a:rPr>
                <a:t>MC</a:t>
              </a:r>
            </a:p>
          </p:txBody>
        </p:sp>
        <p:sp>
          <p:nvSpPr>
            <p:cNvPr id="358" name="Shape 159"/>
            <p:cNvSpPr txBox="1"/>
            <p:nvPr/>
          </p:nvSpPr>
          <p:spPr>
            <a:xfrm>
              <a:off x="1847674" y="3324459"/>
              <a:ext cx="342113" cy="243273"/>
            </a:xfrm>
            <a:prstGeom prst="rect">
              <a:avLst/>
            </a:prstGeom>
            <a:noFill/>
            <a:ln w="12700" cap="flat">
              <a:noFill/>
              <a:miter lim="400000"/>
            </a:ln>
            <a:effectLst/>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0" tIns="0" rIns="0" bIns="0" numCol="1" anchor="t">
              <a:normAutofit/>
            </a:bodyPr>
            <a:lstStyle>
              <a:lvl1pPr algn="ctr" defTabSz="369688">
                <a:defRPr sz="1400" b="1">
                  <a:latin typeface="+mn-lt"/>
                  <a:ea typeface="+mn-ea"/>
                  <a:cs typeface="+mn-cs"/>
                  <a:sym typeface="Helvetica"/>
                </a:defRPr>
              </a:lvl1pPr>
            </a:lstStyle>
            <a:p>
              <a:r>
                <a:rPr sz="1200">
                  <a:latin typeface="Times New Roman" panose="02020603050405020304" pitchFamily="18" charset="0"/>
                  <a:cs typeface="Times New Roman" panose="02020603050405020304" pitchFamily="18" charset="0"/>
                </a:rPr>
                <a:t>Q</a:t>
              </a:r>
              <a:r>
                <a:rPr lang="en-US" sz="1200">
                  <a:latin typeface="Times New Roman" panose="02020603050405020304" pitchFamily="18" charset="0"/>
                  <a:cs typeface="Times New Roman" panose="02020603050405020304" pitchFamily="18" charset="0"/>
                </a:rPr>
                <a:t>2</a:t>
              </a:r>
              <a:endParaRPr sz="1200">
                <a:latin typeface="Times New Roman" panose="02020603050405020304" pitchFamily="18" charset="0"/>
                <a:cs typeface="Times New Roman" panose="02020603050405020304" pitchFamily="18" charset="0"/>
              </a:endParaRPr>
            </a:p>
          </p:txBody>
        </p:sp>
        <p:sp>
          <p:nvSpPr>
            <p:cNvPr id="359" name="Shape 160"/>
            <p:cNvSpPr txBox="1"/>
            <p:nvPr/>
          </p:nvSpPr>
          <p:spPr>
            <a:xfrm>
              <a:off x="1974971" y="2169490"/>
              <a:ext cx="209555" cy="280699"/>
            </a:xfrm>
            <a:prstGeom prst="rect">
              <a:avLst/>
            </a:prstGeom>
            <a:noFill/>
            <a:ln w="12700" cap="flat">
              <a:noFill/>
              <a:miter lim="400000"/>
            </a:ln>
            <a:effectLst/>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0" tIns="0" rIns="0" bIns="0" numCol="1" anchor="t">
              <a:normAutofit/>
            </a:bodyPr>
            <a:lstStyle>
              <a:lvl1pPr algn="ctr" defTabSz="410765">
                <a:defRPr sz="1600" b="1">
                  <a:latin typeface="+mn-lt"/>
                  <a:ea typeface="+mn-ea"/>
                  <a:cs typeface="+mn-cs"/>
                  <a:sym typeface="Helvetica"/>
                </a:defRPr>
              </a:lvl1pPr>
            </a:lstStyle>
            <a:p>
              <a:r>
                <a:rPr sz="1200">
                  <a:latin typeface="Times New Roman" panose="02020603050405020304" pitchFamily="18" charset="0"/>
                  <a:cs typeface="Times New Roman" panose="02020603050405020304" pitchFamily="18" charset="0"/>
                </a:rPr>
                <a:t>C</a:t>
              </a:r>
            </a:p>
          </p:txBody>
        </p:sp>
        <p:sp>
          <p:nvSpPr>
            <p:cNvPr id="360" name="Shape 161"/>
            <p:cNvSpPr txBox="1"/>
            <p:nvPr/>
          </p:nvSpPr>
          <p:spPr>
            <a:xfrm>
              <a:off x="1778367" y="1620039"/>
              <a:ext cx="287828" cy="243273"/>
            </a:xfrm>
            <a:prstGeom prst="rect">
              <a:avLst/>
            </a:prstGeom>
            <a:noFill/>
            <a:ln w="12700" cap="flat">
              <a:noFill/>
              <a:miter lim="400000"/>
            </a:ln>
            <a:effectLst/>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0" tIns="0" rIns="0" bIns="0" numCol="1" anchor="t">
              <a:normAutofit/>
            </a:bodyPr>
            <a:lstStyle>
              <a:lvl1pPr algn="ctr" defTabSz="369688">
                <a:defRPr sz="1400" b="1">
                  <a:latin typeface="+mn-lt"/>
                  <a:ea typeface="+mn-ea"/>
                  <a:cs typeface="+mn-cs"/>
                  <a:sym typeface="Helvetica"/>
                </a:defRPr>
              </a:lvl1pPr>
            </a:lstStyle>
            <a:p>
              <a:r>
                <a:rPr sz="1200">
                  <a:latin typeface="Times New Roman" panose="02020603050405020304" pitchFamily="18" charset="0"/>
                  <a:cs typeface="Times New Roman" panose="02020603050405020304" pitchFamily="18" charset="0"/>
                </a:rPr>
                <a:t>E</a:t>
              </a:r>
            </a:p>
          </p:txBody>
        </p:sp>
        <p:sp>
          <p:nvSpPr>
            <p:cNvPr id="361" name="Shape 162"/>
            <p:cNvSpPr txBox="1"/>
            <p:nvPr/>
          </p:nvSpPr>
          <p:spPr>
            <a:xfrm>
              <a:off x="377102" y="2077168"/>
              <a:ext cx="287828" cy="243273"/>
            </a:xfrm>
            <a:prstGeom prst="rect">
              <a:avLst/>
            </a:prstGeom>
            <a:noFill/>
            <a:ln w="12700" cap="flat">
              <a:noFill/>
              <a:miter lim="400000"/>
            </a:ln>
            <a:effectLst/>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0" tIns="0" rIns="0" bIns="0" numCol="1" anchor="t">
              <a:normAutofit/>
            </a:bodyPr>
            <a:lstStyle>
              <a:lvl1pPr algn="ctr" defTabSz="369688">
                <a:defRPr sz="1400" b="1">
                  <a:latin typeface="+mn-lt"/>
                  <a:ea typeface="+mn-ea"/>
                  <a:cs typeface="+mn-cs"/>
                  <a:sym typeface="Helvetica"/>
                </a:defRPr>
              </a:lvl1pPr>
            </a:lstStyle>
            <a:p>
              <a:r>
                <a:rPr sz="1200" dirty="0">
                  <a:latin typeface="Times New Roman" panose="02020603050405020304" pitchFamily="18" charset="0"/>
                  <a:cs typeface="Times New Roman" panose="02020603050405020304" pitchFamily="18" charset="0"/>
                </a:rPr>
                <a:t>T</a:t>
              </a:r>
            </a:p>
          </p:txBody>
        </p:sp>
      </p:grpSp>
      <p:sp>
        <p:nvSpPr>
          <p:cNvPr id="363" name="TextBox 57"/>
          <p:cNvSpPr txBox="1"/>
          <p:nvPr/>
        </p:nvSpPr>
        <p:spPr>
          <a:xfrm>
            <a:off x="1599769" y="284662"/>
            <a:ext cx="2354463" cy="355034"/>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65023" rIns="65023">
            <a:spAutoFit/>
          </a:bodyPr>
          <a:lstStyle>
            <a:lvl1pPr algn="ctr">
              <a:defRPr sz="1200" b="1"/>
            </a:lvl1pPr>
          </a:lstStyle>
          <a:p>
            <a:r>
              <a:rPr sz="1707" dirty="0">
                <a:latin typeface="Times New Roman" panose="02020603050405020304" pitchFamily="18" charset="0"/>
                <a:cs typeface="Times New Roman" panose="02020603050405020304" pitchFamily="18" charset="0"/>
              </a:rPr>
              <a:t>Perfect Competition</a:t>
            </a:r>
          </a:p>
        </p:txBody>
      </p:sp>
      <p:grpSp>
        <p:nvGrpSpPr>
          <p:cNvPr id="387" name="Group"/>
          <p:cNvGrpSpPr/>
          <p:nvPr/>
        </p:nvGrpSpPr>
        <p:grpSpPr>
          <a:xfrm>
            <a:off x="7641872" y="882750"/>
            <a:ext cx="4809418" cy="2984746"/>
            <a:chOff x="36635" y="768030"/>
            <a:chExt cx="3182457" cy="3400368"/>
          </a:xfrm>
        </p:grpSpPr>
        <p:sp>
          <p:nvSpPr>
            <p:cNvPr id="364" name="Shape 121"/>
            <p:cNvSpPr/>
            <p:nvPr/>
          </p:nvSpPr>
          <p:spPr>
            <a:xfrm>
              <a:off x="446831" y="887044"/>
              <a:ext cx="5917" cy="2972978"/>
            </a:xfrm>
            <a:prstGeom prst="line">
              <a:avLst/>
            </a:prstGeom>
            <a:noFill/>
            <a:ln w="12700" cap="flat">
              <a:solidFill>
                <a:srgbClr val="000000"/>
              </a:solidFill>
              <a:prstDash val="solid"/>
              <a:bevel/>
              <a:headEnd type="triangle" w="med" len="med"/>
              <a:tailEnd type="none" w="med" len="med"/>
            </a:ln>
            <a:effectLst/>
          </p:spPr>
          <p:txBody>
            <a:bodyPr wrap="square" lIns="45719" tIns="45719" rIns="45719" bIns="45719" numCol="1" anchor="t">
              <a:noAutofit/>
            </a:bodyPr>
            <a:lstStyle/>
            <a:p>
              <a:pPr defTabSz="914385">
                <a:defRPr sz="1200">
                  <a:latin typeface="Helvetica Neue"/>
                  <a:ea typeface="Helvetica Neue"/>
                  <a:cs typeface="Helvetica Neue"/>
                  <a:sym typeface="Helvetica Neue"/>
                </a:defRPr>
              </a:pPr>
              <a:endParaRPr sz="1200">
                <a:latin typeface="Times New Roman" panose="02020603050405020304" pitchFamily="18" charset="0"/>
                <a:cs typeface="Times New Roman" panose="02020603050405020304" pitchFamily="18" charset="0"/>
              </a:endParaRPr>
            </a:p>
          </p:txBody>
        </p:sp>
        <p:sp>
          <p:nvSpPr>
            <p:cNvPr id="365" name="Shape 122"/>
            <p:cNvSpPr/>
            <p:nvPr/>
          </p:nvSpPr>
          <p:spPr>
            <a:xfrm flipH="1" flipV="1">
              <a:off x="458032" y="3873285"/>
              <a:ext cx="2605207" cy="2"/>
            </a:xfrm>
            <a:prstGeom prst="line">
              <a:avLst/>
            </a:prstGeom>
            <a:noFill/>
            <a:ln w="12700" cap="flat">
              <a:solidFill>
                <a:srgbClr val="000000"/>
              </a:solidFill>
              <a:prstDash val="solid"/>
              <a:bevel/>
              <a:headEnd type="triangle" w="med" len="med"/>
              <a:tailEnd type="none" w="med" len="med"/>
            </a:ln>
            <a:effectLst/>
          </p:spPr>
          <p:txBody>
            <a:bodyPr wrap="square" lIns="45719" tIns="45719" rIns="45719" bIns="45719" numCol="1" anchor="t">
              <a:noAutofit/>
            </a:bodyPr>
            <a:lstStyle/>
            <a:p>
              <a:pPr defTabSz="914385">
                <a:defRPr sz="1200">
                  <a:latin typeface="Helvetica Neue"/>
                  <a:ea typeface="Helvetica Neue"/>
                  <a:cs typeface="Helvetica Neue"/>
                  <a:sym typeface="Helvetica Neue"/>
                </a:defRPr>
              </a:pPr>
              <a:endParaRPr sz="1200">
                <a:latin typeface="Times New Roman" panose="02020603050405020304" pitchFamily="18" charset="0"/>
                <a:cs typeface="Times New Roman" panose="02020603050405020304" pitchFamily="18" charset="0"/>
              </a:endParaRPr>
            </a:p>
          </p:txBody>
        </p:sp>
        <p:sp>
          <p:nvSpPr>
            <p:cNvPr id="366" name="Shape 123"/>
            <p:cNvSpPr txBox="1"/>
            <p:nvPr/>
          </p:nvSpPr>
          <p:spPr>
            <a:xfrm>
              <a:off x="2840180" y="3894436"/>
              <a:ext cx="378912" cy="264872"/>
            </a:xfrm>
            <a:prstGeom prst="rect">
              <a:avLst/>
            </a:prstGeom>
            <a:noFill/>
            <a:ln w="12700" cap="flat">
              <a:noFill/>
              <a:miter lim="400000"/>
            </a:ln>
            <a:effectLst/>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45719" tIns="45719" rIns="45719" bIns="45719" numCol="1" anchor="t">
              <a:noAutofit/>
            </a:bodyPr>
            <a:lstStyle>
              <a:lvl1pPr defTabSz="642937">
                <a:defRPr sz="1000" b="1"/>
              </a:lvl1pPr>
            </a:lstStyle>
            <a:p>
              <a:r>
                <a:rPr sz="1200">
                  <a:latin typeface="Times New Roman" panose="02020603050405020304" pitchFamily="18" charset="0"/>
                  <a:cs typeface="Times New Roman" panose="02020603050405020304" pitchFamily="18" charset="0"/>
                </a:rPr>
                <a:t>Qty</a:t>
              </a:r>
            </a:p>
          </p:txBody>
        </p:sp>
        <p:sp>
          <p:nvSpPr>
            <p:cNvPr id="367" name="Shape 124"/>
            <p:cNvSpPr txBox="1"/>
            <p:nvPr/>
          </p:nvSpPr>
          <p:spPr>
            <a:xfrm>
              <a:off x="36635" y="768030"/>
              <a:ext cx="413076" cy="450939"/>
            </a:xfrm>
            <a:prstGeom prst="rect">
              <a:avLst/>
            </a:prstGeom>
            <a:noFill/>
            <a:ln w="12700" cap="flat">
              <a:noFill/>
              <a:miter lim="400000"/>
            </a:ln>
            <a:effectLst/>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45719" tIns="45719" rIns="45719" bIns="45719" numCol="1" anchor="t">
              <a:noAutofit/>
            </a:bodyPr>
            <a:lstStyle>
              <a:lvl1pPr defTabSz="642937">
                <a:defRPr sz="1000" b="1"/>
              </a:lvl1pPr>
            </a:lstStyle>
            <a:p>
              <a:r>
                <a:rPr sz="1200" dirty="0">
                  <a:latin typeface="Times New Roman" panose="02020603050405020304" pitchFamily="18" charset="0"/>
                  <a:cs typeface="Times New Roman" panose="02020603050405020304" pitchFamily="18" charset="0"/>
                </a:rPr>
                <a:t>Rev, Cost</a:t>
              </a:r>
            </a:p>
          </p:txBody>
        </p:sp>
        <p:sp>
          <p:nvSpPr>
            <p:cNvPr id="368" name="Shape 126"/>
            <p:cNvSpPr/>
            <p:nvPr/>
          </p:nvSpPr>
          <p:spPr>
            <a:xfrm>
              <a:off x="455583" y="1484359"/>
              <a:ext cx="1604381" cy="2025858"/>
            </a:xfrm>
            <a:prstGeom prst="line">
              <a:avLst/>
            </a:prstGeom>
            <a:noFill/>
            <a:ln w="12700" cap="flat">
              <a:solidFill>
                <a:srgbClr val="651A8C"/>
              </a:solidFill>
              <a:prstDash val="solid"/>
              <a:bevel/>
            </a:ln>
            <a:effectLst/>
          </p:spPr>
          <p:txBody>
            <a:bodyPr wrap="square" lIns="45719" tIns="45719" rIns="45719" bIns="45719" numCol="1" anchor="t">
              <a:noAutofit/>
            </a:bodyPr>
            <a:lstStyle/>
            <a:p>
              <a:pPr defTabSz="914385">
                <a:defRPr sz="1200">
                  <a:latin typeface="Helvetica Neue"/>
                  <a:ea typeface="Helvetica Neue"/>
                  <a:cs typeface="Helvetica Neue"/>
                  <a:sym typeface="Helvetica Neue"/>
                </a:defRPr>
              </a:pPr>
              <a:endParaRPr sz="1200">
                <a:latin typeface="Times New Roman" panose="02020603050405020304" pitchFamily="18" charset="0"/>
                <a:cs typeface="Times New Roman" panose="02020603050405020304" pitchFamily="18" charset="0"/>
              </a:endParaRPr>
            </a:p>
          </p:txBody>
        </p:sp>
        <p:sp>
          <p:nvSpPr>
            <p:cNvPr id="369" name="Shape 127"/>
            <p:cNvSpPr/>
            <p:nvPr/>
          </p:nvSpPr>
          <p:spPr>
            <a:xfrm rot="40399">
              <a:off x="1051381" y="1240292"/>
              <a:ext cx="484688" cy="337237"/>
            </a:xfrm>
            <a:custGeom>
              <a:avLst/>
              <a:gdLst/>
              <a:ahLst/>
              <a:cxnLst>
                <a:cxn ang="0">
                  <a:pos x="wd2" y="hd2"/>
                </a:cxn>
                <a:cxn ang="5400000">
                  <a:pos x="wd2" y="hd2"/>
                </a:cxn>
                <a:cxn ang="10800000">
                  <a:pos x="wd2" y="hd2"/>
                </a:cxn>
                <a:cxn ang="16200000">
                  <a:pos x="wd2" y="hd2"/>
                </a:cxn>
              </a:cxnLst>
              <a:rect l="0" t="0" r="r" b="b"/>
              <a:pathLst>
                <a:path w="21600" h="21600" extrusionOk="0">
                  <a:moveTo>
                    <a:pt x="8" y="13"/>
                  </a:moveTo>
                  <a:lnTo>
                    <a:pt x="21600" y="0"/>
                  </a:lnTo>
                  <a:lnTo>
                    <a:pt x="21592" y="21587"/>
                  </a:lnTo>
                  <a:lnTo>
                    <a:pt x="0" y="21600"/>
                  </a:lnTo>
                  <a:close/>
                </a:path>
              </a:pathLst>
            </a:custGeom>
            <a:noFill/>
            <a:ln w="12700" cap="flat">
              <a:noFill/>
              <a:miter lim="400000"/>
            </a:ln>
            <a:effectLst/>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45719" tIns="45719" rIns="45719" bIns="45719" numCol="1" anchor="t">
              <a:noAutofit/>
            </a:bodyPr>
            <a:lstStyle>
              <a:lvl1pPr defTabSz="642937">
                <a:defRPr sz="1000" b="1">
                  <a:solidFill>
                    <a:srgbClr val="406823"/>
                  </a:solidFill>
                </a:defRPr>
              </a:lvl1pPr>
            </a:lstStyle>
            <a:p>
              <a:r>
                <a:rPr sz="1200">
                  <a:latin typeface="Times New Roman" panose="02020603050405020304" pitchFamily="18" charset="0"/>
                  <a:cs typeface="Times New Roman" panose="02020603050405020304" pitchFamily="18" charset="0"/>
                </a:rPr>
                <a:t>MC</a:t>
              </a:r>
            </a:p>
          </p:txBody>
        </p:sp>
        <p:sp>
          <p:nvSpPr>
            <p:cNvPr id="370" name="Shape 128"/>
            <p:cNvSpPr txBox="1"/>
            <p:nvPr/>
          </p:nvSpPr>
          <p:spPr>
            <a:xfrm>
              <a:off x="1030671" y="3493579"/>
              <a:ext cx="291926" cy="264871"/>
            </a:xfrm>
            <a:prstGeom prst="rect">
              <a:avLst/>
            </a:prstGeom>
            <a:noFill/>
            <a:ln w="12700" cap="flat">
              <a:noFill/>
              <a:miter lim="400000"/>
            </a:ln>
            <a:effectLst/>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45719" tIns="45719" rIns="45719" bIns="45719" numCol="1" anchor="t">
              <a:noAutofit/>
            </a:bodyPr>
            <a:lstStyle>
              <a:lvl1pPr defTabSz="642937">
                <a:defRPr sz="1000" b="1">
                  <a:solidFill>
                    <a:srgbClr val="C7711B"/>
                  </a:solidFill>
                </a:defRPr>
              </a:lvl1pPr>
            </a:lstStyle>
            <a:p>
              <a:r>
                <a:rPr sz="1200">
                  <a:latin typeface="Times New Roman" panose="02020603050405020304" pitchFamily="18" charset="0"/>
                  <a:cs typeface="Times New Roman" panose="02020603050405020304" pitchFamily="18" charset="0"/>
                </a:rPr>
                <a:t>MR</a:t>
              </a:r>
            </a:p>
          </p:txBody>
        </p:sp>
        <p:sp>
          <p:nvSpPr>
            <p:cNvPr id="371" name="Shape 129"/>
            <p:cNvSpPr/>
            <p:nvPr/>
          </p:nvSpPr>
          <p:spPr>
            <a:xfrm>
              <a:off x="982448" y="2206102"/>
              <a:ext cx="2" cy="1669927"/>
            </a:xfrm>
            <a:prstGeom prst="line">
              <a:avLst/>
            </a:prstGeom>
            <a:noFill/>
            <a:ln w="12700" cap="flat">
              <a:solidFill>
                <a:srgbClr val="4A7EBB"/>
              </a:solidFill>
              <a:prstDash val="dash"/>
              <a:bevel/>
            </a:ln>
            <a:effectLst/>
          </p:spPr>
          <p:txBody>
            <a:bodyPr wrap="square" lIns="45719" tIns="45719" rIns="45719" bIns="45719" numCol="1" anchor="t">
              <a:noAutofit/>
            </a:bodyPr>
            <a:lstStyle/>
            <a:p>
              <a:pPr defTabSz="914385">
                <a:defRPr sz="1200">
                  <a:latin typeface="Helvetica Neue"/>
                  <a:ea typeface="Helvetica Neue"/>
                  <a:cs typeface="Helvetica Neue"/>
                  <a:sym typeface="Helvetica Neue"/>
                </a:defRPr>
              </a:pPr>
              <a:endParaRPr sz="1200">
                <a:latin typeface="Times New Roman" panose="02020603050405020304" pitchFamily="18" charset="0"/>
                <a:cs typeface="Times New Roman" panose="02020603050405020304" pitchFamily="18" charset="0"/>
              </a:endParaRPr>
            </a:p>
          </p:txBody>
        </p:sp>
        <p:sp>
          <p:nvSpPr>
            <p:cNvPr id="372" name="Shape 131"/>
            <p:cNvSpPr txBox="1"/>
            <p:nvPr/>
          </p:nvSpPr>
          <p:spPr>
            <a:xfrm>
              <a:off x="960791" y="3304312"/>
              <a:ext cx="158449" cy="264871"/>
            </a:xfrm>
            <a:prstGeom prst="rect">
              <a:avLst/>
            </a:prstGeom>
            <a:noFill/>
            <a:ln w="12700" cap="flat">
              <a:noFill/>
              <a:miter lim="400000"/>
            </a:ln>
            <a:effectLst/>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45719" tIns="45719" rIns="45719" bIns="45719" numCol="1" anchor="t">
              <a:noAutofit/>
            </a:bodyPr>
            <a:lstStyle>
              <a:lvl1pPr defTabSz="642937">
                <a:defRPr sz="1000" b="1"/>
              </a:lvl1pPr>
            </a:lstStyle>
            <a:p>
              <a:r>
                <a:rPr sz="1200" dirty="0">
                  <a:latin typeface="Times New Roman" panose="02020603050405020304" pitchFamily="18" charset="0"/>
                  <a:cs typeface="Times New Roman" panose="02020603050405020304" pitchFamily="18" charset="0"/>
                </a:rPr>
                <a:t>E</a:t>
              </a:r>
            </a:p>
          </p:txBody>
        </p:sp>
        <p:sp>
          <p:nvSpPr>
            <p:cNvPr id="373" name="Shape 132"/>
            <p:cNvSpPr txBox="1"/>
            <p:nvPr/>
          </p:nvSpPr>
          <p:spPr>
            <a:xfrm>
              <a:off x="920416" y="3903527"/>
              <a:ext cx="256219" cy="264871"/>
            </a:xfrm>
            <a:prstGeom prst="rect">
              <a:avLst/>
            </a:prstGeom>
            <a:noFill/>
            <a:ln w="12700" cap="flat">
              <a:noFill/>
              <a:miter lim="400000"/>
            </a:ln>
            <a:effectLst/>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45719" tIns="45719" rIns="45719" bIns="45719" numCol="1" anchor="t">
              <a:noAutofit/>
            </a:bodyPr>
            <a:lstStyle>
              <a:lvl1pPr defTabSz="642937">
                <a:defRPr sz="1000" b="1"/>
              </a:lvl1pPr>
            </a:lstStyle>
            <a:p>
              <a:r>
                <a:rPr sz="1200">
                  <a:latin typeface="Times New Roman" panose="02020603050405020304" pitchFamily="18" charset="0"/>
                  <a:cs typeface="Times New Roman" panose="02020603050405020304" pitchFamily="18" charset="0"/>
                </a:rPr>
                <a:t>Q</a:t>
              </a:r>
              <a:r>
                <a:rPr lang="en-US" sz="1200">
                  <a:latin typeface="Times New Roman" panose="02020603050405020304" pitchFamily="18" charset="0"/>
                  <a:cs typeface="Times New Roman" panose="02020603050405020304" pitchFamily="18" charset="0"/>
                </a:rPr>
                <a:t>2</a:t>
              </a:r>
              <a:endParaRPr sz="1200">
                <a:latin typeface="Times New Roman" panose="02020603050405020304" pitchFamily="18" charset="0"/>
                <a:cs typeface="Times New Roman" panose="02020603050405020304" pitchFamily="18" charset="0"/>
              </a:endParaRPr>
            </a:p>
          </p:txBody>
        </p:sp>
        <p:sp>
          <p:nvSpPr>
            <p:cNvPr id="374" name="Shape 133"/>
            <p:cNvSpPr/>
            <p:nvPr/>
          </p:nvSpPr>
          <p:spPr>
            <a:xfrm>
              <a:off x="444153" y="1475664"/>
              <a:ext cx="593997" cy="2144882"/>
            </a:xfrm>
            <a:prstGeom prst="line">
              <a:avLst/>
            </a:prstGeom>
            <a:noFill/>
            <a:ln w="12700" cap="flat">
              <a:solidFill>
                <a:srgbClr val="C7711B"/>
              </a:solidFill>
              <a:prstDash val="solid"/>
              <a:bevel/>
            </a:ln>
            <a:effectLst/>
          </p:spPr>
          <p:txBody>
            <a:bodyPr wrap="square" lIns="45719" tIns="45719" rIns="45719" bIns="45719" numCol="1" anchor="t">
              <a:noAutofit/>
            </a:bodyPr>
            <a:lstStyle/>
            <a:p>
              <a:pPr defTabSz="914385">
                <a:defRPr sz="1200">
                  <a:latin typeface="Helvetica Neue"/>
                  <a:ea typeface="Helvetica Neue"/>
                  <a:cs typeface="Helvetica Neue"/>
                  <a:sym typeface="Helvetica Neue"/>
                </a:defRPr>
              </a:pPr>
              <a:endParaRPr sz="1200">
                <a:latin typeface="Times New Roman" panose="02020603050405020304" pitchFamily="18" charset="0"/>
                <a:cs typeface="Times New Roman" panose="02020603050405020304" pitchFamily="18" charset="0"/>
              </a:endParaRPr>
            </a:p>
          </p:txBody>
        </p:sp>
        <p:sp>
          <p:nvSpPr>
            <p:cNvPr id="375" name="Shape 145"/>
            <p:cNvSpPr/>
            <p:nvPr/>
          </p:nvSpPr>
          <p:spPr>
            <a:xfrm>
              <a:off x="539291" y="1548909"/>
              <a:ext cx="1153890" cy="1214824"/>
            </a:xfrm>
            <a:custGeom>
              <a:avLst/>
              <a:gdLst/>
              <a:ahLst/>
              <a:cxnLst>
                <a:cxn ang="0">
                  <a:pos x="wd2" y="hd2"/>
                </a:cxn>
                <a:cxn ang="5400000">
                  <a:pos x="wd2" y="hd2"/>
                </a:cxn>
                <a:cxn ang="10800000">
                  <a:pos x="wd2" y="hd2"/>
                </a:cxn>
                <a:cxn ang="16200000">
                  <a:pos x="wd2" y="hd2"/>
                </a:cxn>
              </a:cxnLst>
              <a:rect l="0" t="0" r="r" b="b"/>
              <a:pathLst>
                <a:path w="21600" h="16203" extrusionOk="0">
                  <a:moveTo>
                    <a:pt x="21600" y="0"/>
                  </a:moveTo>
                  <a:cubicBezTo>
                    <a:pt x="13860" y="21320"/>
                    <a:pt x="6660" y="21600"/>
                    <a:pt x="0" y="839"/>
                  </a:cubicBezTo>
                </a:path>
              </a:pathLst>
            </a:custGeom>
            <a:noFill/>
            <a:ln w="12700" cap="flat">
              <a:solidFill>
                <a:srgbClr val="A2110D"/>
              </a:solidFill>
              <a:prstDash val="solid"/>
              <a:bevel/>
            </a:ln>
            <a:effectLst>
              <a:outerShdw blurRad="25400" dist="12700" dir="5400000" rotWithShape="0">
                <a:srgbClr val="000000">
                  <a:alpha val="38000"/>
                </a:srgbClr>
              </a:outerShdw>
            </a:effectLst>
          </p:spPr>
          <p:txBody>
            <a:bodyPr wrap="square" lIns="45719" tIns="45719" rIns="45719" bIns="45719" numCol="1" anchor="t">
              <a:noAutofit/>
            </a:bodyPr>
            <a:lstStyle/>
            <a:p>
              <a:pPr defTabSz="914385">
                <a:defRPr sz="1200"/>
              </a:pPr>
              <a:endParaRPr sz="1200">
                <a:latin typeface="Times New Roman" panose="02020603050405020304" pitchFamily="18" charset="0"/>
                <a:cs typeface="Times New Roman" panose="02020603050405020304" pitchFamily="18" charset="0"/>
              </a:endParaRPr>
            </a:p>
          </p:txBody>
        </p:sp>
        <p:sp>
          <p:nvSpPr>
            <p:cNvPr id="376" name="Shape 146"/>
            <p:cNvSpPr/>
            <p:nvPr/>
          </p:nvSpPr>
          <p:spPr>
            <a:xfrm>
              <a:off x="483916" y="1376262"/>
              <a:ext cx="711877" cy="2287143"/>
            </a:xfrm>
            <a:custGeom>
              <a:avLst/>
              <a:gdLst/>
              <a:ahLst/>
              <a:cxnLst>
                <a:cxn ang="0">
                  <a:pos x="wd2" y="hd2"/>
                </a:cxn>
                <a:cxn ang="5400000">
                  <a:pos x="wd2" y="hd2"/>
                </a:cxn>
                <a:cxn ang="10800000">
                  <a:pos x="wd2" y="hd2"/>
                </a:cxn>
                <a:cxn ang="16200000">
                  <a:pos x="wd2" y="hd2"/>
                </a:cxn>
              </a:cxnLst>
              <a:rect l="0" t="0" r="r" b="b"/>
              <a:pathLst>
                <a:path w="21600" h="16875" extrusionOk="0">
                  <a:moveTo>
                    <a:pt x="21600" y="0"/>
                  </a:moveTo>
                  <a:cubicBezTo>
                    <a:pt x="18328" y="18000"/>
                    <a:pt x="11128" y="21600"/>
                    <a:pt x="0" y="10801"/>
                  </a:cubicBezTo>
                </a:path>
              </a:pathLst>
            </a:custGeom>
            <a:noFill/>
            <a:ln w="12700" cap="flat">
              <a:solidFill>
                <a:srgbClr val="578C2E"/>
              </a:solidFill>
              <a:prstDash val="solid"/>
              <a:bevel/>
            </a:ln>
            <a:effectLst>
              <a:outerShdw blurRad="25400" dist="12700" dir="5400000" rotWithShape="0">
                <a:srgbClr val="000000">
                  <a:alpha val="38000"/>
                </a:srgbClr>
              </a:outerShdw>
            </a:effectLst>
          </p:spPr>
          <p:txBody>
            <a:bodyPr wrap="square" lIns="45719" tIns="45719" rIns="45719" bIns="45719" numCol="1" anchor="t">
              <a:noAutofit/>
            </a:bodyPr>
            <a:lstStyle/>
            <a:p>
              <a:pPr defTabSz="914385">
                <a:defRPr sz="1200"/>
              </a:pPr>
              <a:endParaRPr sz="1200">
                <a:latin typeface="Times New Roman" panose="02020603050405020304" pitchFamily="18" charset="0"/>
                <a:cs typeface="Times New Roman" panose="02020603050405020304" pitchFamily="18" charset="0"/>
              </a:endParaRPr>
            </a:p>
          </p:txBody>
        </p:sp>
        <p:sp>
          <p:nvSpPr>
            <p:cNvPr id="377" name="Shape 136"/>
            <p:cNvSpPr txBox="1"/>
            <p:nvPr/>
          </p:nvSpPr>
          <p:spPr>
            <a:xfrm>
              <a:off x="1574190" y="1266967"/>
              <a:ext cx="350257" cy="264872"/>
            </a:xfrm>
            <a:prstGeom prst="rect">
              <a:avLst/>
            </a:prstGeom>
            <a:noFill/>
            <a:ln w="12700" cap="flat">
              <a:noFill/>
              <a:miter lim="400000"/>
            </a:ln>
            <a:effectLst/>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45719" tIns="45719" rIns="45719" bIns="45719" numCol="1" anchor="t">
              <a:noAutofit/>
            </a:bodyPr>
            <a:lstStyle>
              <a:lvl1pPr defTabSz="642937">
                <a:defRPr sz="1000" b="1">
                  <a:solidFill>
                    <a:srgbClr val="84143F"/>
                  </a:solidFill>
                </a:defRPr>
              </a:lvl1pPr>
            </a:lstStyle>
            <a:p>
              <a:r>
                <a:rPr sz="1200">
                  <a:latin typeface="Times New Roman" panose="02020603050405020304" pitchFamily="18" charset="0"/>
                  <a:cs typeface="Times New Roman" panose="02020603050405020304" pitchFamily="18" charset="0"/>
                </a:rPr>
                <a:t>AC</a:t>
              </a:r>
            </a:p>
          </p:txBody>
        </p:sp>
        <p:sp>
          <p:nvSpPr>
            <p:cNvPr id="378" name="Shape 130"/>
            <p:cNvSpPr/>
            <p:nvPr/>
          </p:nvSpPr>
          <p:spPr>
            <a:xfrm>
              <a:off x="456090" y="2192978"/>
              <a:ext cx="526360" cy="2"/>
            </a:xfrm>
            <a:prstGeom prst="line">
              <a:avLst/>
            </a:prstGeom>
            <a:noFill/>
            <a:ln w="12700" cap="flat">
              <a:solidFill>
                <a:srgbClr val="4A7EBB"/>
              </a:solidFill>
              <a:prstDash val="dash"/>
              <a:bevel/>
            </a:ln>
            <a:effectLst/>
          </p:spPr>
          <p:txBody>
            <a:bodyPr wrap="square" lIns="45719" tIns="45719" rIns="45719" bIns="45719" numCol="1" anchor="t">
              <a:noAutofit/>
            </a:bodyPr>
            <a:lstStyle/>
            <a:p>
              <a:pPr defTabSz="914385">
                <a:defRPr sz="1200">
                  <a:latin typeface="Helvetica Neue"/>
                  <a:ea typeface="Helvetica Neue"/>
                  <a:cs typeface="Helvetica Neue"/>
                  <a:sym typeface="Helvetica Neue"/>
                </a:defRPr>
              </a:pPr>
              <a:endParaRPr sz="1200">
                <a:latin typeface="Times New Roman" panose="02020603050405020304" pitchFamily="18" charset="0"/>
                <a:cs typeface="Times New Roman" panose="02020603050405020304" pitchFamily="18" charset="0"/>
              </a:endParaRPr>
            </a:p>
          </p:txBody>
        </p:sp>
        <p:sp>
          <p:nvSpPr>
            <p:cNvPr id="379" name="Shape 137"/>
            <p:cNvSpPr/>
            <p:nvPr/>
          </p:nvSpPr>
          <p:spPr>
            <a:xfrm>
              <a:off x="419445" y="2706372"/>
              <a:ext cx="578461" cy="2"/>
            </a:xfrm>
            <a:prstGeom prst="line">
              <a:avLst/>
            </a:prstGeom>
            <a:noFill/>
            <a:ln w="12700" cap="flat">
              <a:solidFill>
                <a:srgbClr val="4A7EBB"/>
              </a:solidFill>
              <a:prstDash val="dash"/>
              <a:bevel/>
            </a:ln>
            <a:effectLst/>
          </p:spPr>
          <p:txBody>
            <a:bodyPr wrap="square" lIns="45719" tIns="45719" rIns="45719" bIns="45719" numCol="1" anchor="t">
              <a:noAutofit/>
            </a:bodyPr>
            <a:lstStyle/>
            <a:p>
              <a:pPr defTabSz="914385">
                <a:defRPr sz="1200">
                  <a:latin typeface="Helvetica Neue"/>
                  <a:ea typeface="Helvetica Neue"/>
                  <a:cs typeface="Helvetica Neue"/>
                  <a:sym typeface="Helvetica Neue"/>
                </a:defRPr>
              </a:pPr>
              <a:endParaRPr sz="1200">
                <a:latin typeface="Times New Roman" panose="02020603050405020304" pitchFamily="18" charset="0"/>
                <a:cs typeface="Times New Roman" panose="02020603050405020304" pitchFamily="18" charset="0"/>
              </a:endParaRPr>
            </a:p>
          </p:txBody>
        </p:sp>
        <p:sp>
          <p:nvSpPr>
            <p:cNvPr id="380" name="Shape 138"/>
            <p:cNvSpPr txBox="1"/>
            <p:nvPr/>
          </p:nvSpPr>
          <p:spPr>
            <a:xfrm>
              <a:off x="2030550" y="3439173"/>
              <a:ext cx="278084" cy="264871"/>
            </a:xfrm>
            <a:prstGeom prst="rect">
              <a:avLst/>
            </a:prstGeom>
            <a:noFill/>
            <a:ln w="12700" cap="flat">
              <a:noFill/>
              <a:miter lim="400000"/>
            </a:ln>
            <a:effectLst/>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45719" tIns="45719" rIns="45719" bIns="45719" numCol="1" anchor="t">
              <a:noAutofit/>
            </a:bodyPr>
            <a:lstStyle>
              <a:lvl1pPr defTabSz="642937">
                <a:defRPr sz="1000" b="1">
                  <a:solidFill>
                    <a:srgbClr val="651A8C"/>
                  </a:solidFill>
                </a:defRPr>
              </a:lvl1pPr>
            </a:lstStyle>
            <a:p>
              <a:r>
                <a:rPr sz="1200">
                  <a:latin typeface="Times New Roman" panose="02020603050405020304" pitchFamily="18" charset="0"/>
                  <a:cs typeface="Times New Roman" panose="02020603050405020304" pitchFamily="18" charset="0"/>
                </a:rPr>
                <a:t>AR</a:t>
              </a:r>
            </a:p>
          </p:txBody>
        </p:sp>
        <p:sp>
          <p:nvSpPr>
            <p:cNvPr id="381" name="Shape 139"/>
            <p:cNvSpPr txBox="1"/>
            <p:nvPr/>
          </p:nvSpPr>
          <p:spPr>
            <a:xfrm>
              <a:off x="958481" y="2490219"/>
              <a:ext cx="132154" cy="176333"/>
            </a:xfrm>
            <a:prstGeom prst="rect">
              <a:avLst/>
            </a:prstGeom>
            <a:noFill/>
            <a:ln w="12700" cap="flat">
              <a:noFill/>
              <a:miter lim="400000"/>
            </a:ln>
            <a:effectLst/>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45719" tIns="45719" rIns="45719" bIns="45719" numCol="1" anchor="t">
              <a:noAutofit/>
            </a:bodyPr>
            <a:lstStyle>
              <a:lvl1pPr defTabSz="642937">
                <a:defRPr sz="1000" b="1"/>
              </a:lvl1pPr>
            </a:lstStyle>
            <a:p>
              <a:r>
                <a:rPr sz="1200">
                  <a:latin typeface="Times New Roman" panose="02020603050405020304" pitchFamily="18" charset="0"/>
                  <a:cs typeface="Times New Roman" panose="02020603050405020304" pitchFamily="18" charset="0"/>
                </a:rPr>
                <a:t>C</a:t>
              </a:r>
            </a:p>
          </p:txBody>
        </p:sp>
        <p:sp>
          <p:nvSpPr>
            <p:cNvPr id="382" name="Shape 140"/>
            <p:cNvSpPr txBox="1"/>
            <p:nvPr/>
          </p:nvSpPr>
          <p:spPr>
            <a:xfrm>
              <a:off x="868321" y="1974846"/>
              <a:ext cx="339009" cy="264872"/>
            </a:xfrm>
            <a:prstGeom prst="rect">
              <a:avLst/>
            </a:prstGeom>
            <a:noFill/>
            <a:ln w="12700" cap="flat">
              <a:noFill/>
              <a:miter lim="400000"/>
            </a:ln>
            <a:effectLst/>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45719" tIns="45719" rIns="45719" bIns="45719" numCol="1" anchor="t">
              <a:noAutofit/>
            </a:bodyPr>
            <a:lstStyle>
              <a:lvl1pPr defTabSz="642937">
                <a:defRPr sz="1000" b="1"/>
              </a:lvl1pPr>
            </a:lstStyle>
            <a:p>
              <a:r>
                <a:rPr sz="1200" dirty="0">
                  <a:latin typeface="Times New Roman" panose="02020603050405020304" pitchFamily="18" charset="0"/>
                  <a:cs typeface="Times New Roman" panose="02020603050405020304" pitchFamily="18" charset="0"/>
                </a:rPr>
                <a:t>R</a:t>
              </a:r>
            </a:p>
          </p:txBody>
        </p:sp>
        <p:sp>
          <p:nvSpPr>
            <p:cNvPr id="383" name="Shape 141"/>
            <p:cNvSpPr txBox="1"/>
            <p:nvPr/>
          </p:nvSpPr>
          <p:spPr>
            <a:xfrm>
              <a:off x="285949" y="2045769"/>
              <a:ext cx="182984" cy="264871"/>
            </a:xfrm>
            <a:prstGeom prst="rect">
              <a:avLst/>
            </a:prstGeom>
            <a:noFill/>
            <a:ln w="12700" cap="flat">
              <a:noFill/>
              <a:miter lim="400000"/>
            </a:ln>
            <a:effectLst/>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45719" tIns="45719" rIns="45719" bIns="45719" numCol="1" anchor="t">
              <a:noAutofit/>
            </a:bodyPr>
            <a:lstStyle>
              <a:lvl1pPr defTabSz="642937">
                <a:defRPr sz="1000" b="1"/>
              </a:lvl1pPr>
            </a:lstStyle>
            <a:p>
              <a:r>
                <a:rPr sz="1200">
                  <a:latin typeface="Times New Roman" panose="02020603050405020304" pitchFamily="18" charset="0"/>
                  <a:cs typeface="Times New Roman" panose="02020603050405020304" pitchFamily="18" charset="0"/>
                </a:rPr>
                <a:t>P</a:t>
              </a:r>
            </a:p>
          </p:txBody>
        </p:sp>
        <p:sp>
          <p:nvSpPr>
            <p:cNvPr id="384" name="Shape 142"/>
            <p:cNvSpPr txBox="1"/>
            <p:nvPr/>
          </p:nvSpPr>
          <p:spPr>
            <a:xfrm>
              <a:off x="260583" y="2546010"/>
              <a:ext cx="215348" cy="264871"/>
            </a:xfrm>
            <a:prstGeom prst="rect">
              <a:avLst/>
            </a:prstGeom>
            <a:noFill/>
            <a:ln w="12700" cap="flat">
              <a:noFill/>
              <a:miter lim="400000"/>
            </a:ln>
            <a:effectLst/>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45719" tIns="45719" rIns="45719" bIns="45719" numCol="1" anchor="t">
              <a:noAutofit/>
            </a:bodyPr>
            <a:lstStyle>
              <a:lvl1pPr defTabSz="642937">
                <a:defRPr sz="1000" b="1"/>
              </a:lvl1pPr>
            </a:lstStyle>
            <a:p>
              <a:r>
                <a:rPr sz="1200">
                  <a:latin typeface="Times New Roman" panose="02020603050405020304" pitchFamily="18" charset="0"/>
                  <a:cs typeface="Times New Roman" panose="02020603050405020304" pitchFamily="18" charset="0"/>
                </a:rPr>
                <a:t>T</a:t>
              </a:r>
            </a:p>
          </p:txBody>
        </p:sp>
        <p:sp>
          <p:nvSpPr>
            <p:cNvPr id="385" name="Shape 143"/>
            <p:cNvSpPr/>
            <p:nvPr/>
          </p:nvSpPr>
          <p:spPr>
            <a:xfrm>
              <a:off x="446478" y="2191903"/>
              <a:ext cx="545584" cy="529814"/>
            </a:xfrm>
            <a:prstGeom prst="rect">
              <a:avLst/>
            </a:prstGeom>
            <a:solidFill>
              <a:srgbClr val="1F43C9">
                <a:alpha val="30000"/>
              </a:srgbClr>
            </a:solidFill>
            <a:ln w="3175" cap="flat">
              <a:solidFill>
                <a:srgbClr val="46AAC4">
                  <a:alpha val="30000"/>
                </a:srgbClr>
              </a:solidFill>
              <a:prstDash val="solid"/>
              <a:bevel/>
            </a:ln>
            <a:effectLst>
              <a:outerShdw blurRad="241300" rotWithShape="0">
                <a:srgbClr val="000000">
                  <a:alpha val="75000"/>
                </a:srgbClr>
              </a:outerShdw>
            </a:effectLst>
          </p:spPr>
          <p:txBody>
            <a:bodyPr wrap="square" lIns="45719" tIns="45719" rIns="45719" bIns="45719" numCol="1" anchor="ctr">
              <a:noAutofit/>
            </a:bodyPr>
            <a:lstStyle/>
            <a:p>
              <a:pPr defTabSz="914385">
                <a:defRPr sz="1200">
                  <a:solidFill>
                    <a:srgbClr val="FFFFFF"/>
                  </a:solidFill>
                </a:defRPr>
              </a:pPr>
              <a:endParaRPr sz="1200">
                <a:latin typeface="Times New Roman" panose="02020603050405020304" pitchFamily="18" charset="0"/>
                <a:cs typeface="Times New Roman" panose="02020603050405020304" pitchFamily="18" charset="0"/>
              </a:endParaRPr>
            </a:p>
          </p:txBody>
        </p:sp>
      </p:grpSp>
      <p:sp>
        <p:nvSpPr>
          <p:cNvPr id="2" name="Slide Number Placeholder 1">
            <a:extLst>
              <a:ext uri="{FF2B5EF4-FFF2-40B4-BE49-F238E27FC236}">
                <a16:creationId xmlns:a16="http://schemas.microsoft.com/office/drawing/2014/main" id="{D952F73A-50D2-324B-80A5-199764D63B40}"/>
              </a:ext>
            </a:extLst>
          </p:cNvPr>
          <p:cNvSpPr>
            <a:spLocks noGrp="1"/>
          </p:cNvSpPr>
          <p:nvPr>
            <p:ph type="sldNum" sz="quarter" idx="2"/>
          </p:nvPr>
        </p:nvSpPr>
        <p:spPr>
          <a:xfrm>
            <a:off x="11743792" y="8964133"/>
            <a:ext cx="330219" cy="348813"/>
          </a:xfrm>
        </p:spPr>
        <p:txBody>
          <a:bodyPr/>
          <a:lstStyle/>
          <a:p>
            <a:fld id="{86CB4B4D-7CA3-9044-876B-883B54F8677D}" type="slidenum">
              <a:rPr lang="en-IN" smtClean="0"/>
              <a:t>27</a:t>
            </a:fld>
            <a:endParaRPr lang="en-IN"/>
          </a:p>
        </p:txBody>
      </p:sp>
      <p:graphicFrame>
        <p:nvGraphicFramePr>
          <p:cNvPr id="5" name="Table 5">
            <a:extLst>
              <a:ext uri="{FF2B5EF4-FFF2-40B4-BE49-F238E27FC236}">
                <a16:creationId xmlns:a16="http://schemas.microsoft.com/office/drawing/2014/main" id="{35359ECF-4A55-0841-AE86-6C97BCFAC5F1}"/>
              </a:ext>
            </a:extLst>
          </p:cNvPr>
          <p:cNvGraphicFramePr>
            <a:graphicFrameLocks noGrp="1"/>
          </p:cNvGraphicFramePr>
          <p:nvPr/>
        </p:nvGraphicFramePr>
        <p:xfrm>
          <a:off x="549833" y="4113874"/>
          <a:ext cx="11883572" cy="4743846"/>
        </p:xfrm>
        <a:graphic>
          <a:graphicData uri="http://schemas.openxmlformats.org/drawingml/2006/table">
            <a:tbl>
              <a:tblPr firstRow="1" bandRow="1">
                <a:tableStyleId>{5940675A-B579-460E-94D1-54222C63F5DA}</a:tableStyleId>
              </a:tblPr>
              <a:tblGrid>
                <a:gridCol w="2001636">
                  <a:extLst>
                    <a:ext uri="{9D8B030D-6E8A-4147-A177-3AD203B41FA5}">
                      <a16:colId xmlns:a16="http://schemas.microsoft.com/office/drawing/2014/main" val="4096617977"/>
                    </a:ext>
                  </a:extLst>
                </a:gridCol>
                <a:gridCol w="4706581">
                  <a:extLst>
                    <a:ext uri="{9D8B030D-6E8A-4147-A177-3AD203B41FA5}">
                      <a16:colId xmlns:a16="http://schemas.microsoft.com/office/drawing/2014/main" val="144623331"/>
                    </a:ext>
                  </a:extLst>
                </a:gridCol>
                <a:gridCol w="5175355">
                  <a:extLst>
                    <a:ext uri="{9D8B030D-6E8A-4147-A177-3AD203B41FA5}">
                      <a16:colId xmlns:a16="http://schemas.microsoft.com/office/drawing/2014/main" val="1616842589"/>
                    </a:ext>
                  </a:extLst>
                </a:gridCol>
              </a:tblGrid>
              <a:tr h="434737">
                <a:tc>
                  <a:txBody>
                    <a:bodyPr/>
                    <a:lstStyle/>
                    <a:p>
                      <a:endParaRPr lang="en-US" sz="2000">
                        <a:latin typeface="Times New Roman" panose="02020603050405020304" pitchFamily="18" charset="0"/>
                        <a:cs typeface="Times New Roman" panose="02020603050405020304" pitchFamily="18" charset="0"/>
                      </a:endParaRPr>
                    </a:p>
                  </a:txBody>
                  <a:tcPr marL="130048" marR="130048" marT="65024" marB="65024"/>
                </a:tc>
                <a:tc>
                  <a:txBody>
                    <a:bodyPr/>
                    <a:lstStyle/>
                    <a:p>
                      <a:pPr algn="ctr"/>
                      <a:r>
                        <a:rPr lang="en-US" sz="2000" b="1">
                          <a:latin typeface="Times New Roman" panose="02020603050405020304" pitchFamily="18" charset="0"/>
                          <a:cs typeface="Times New Roman" panose="02020603050405020304" pitchFamily="18" charset="0"/>
                        </a:rPr>
                        <a:t>Perfect Comp</a:t>
                      </a:r>
                    </a:p>
                  </a:txBody>
                  <a:tcPr marL="130048" marR="130048" marT="65024" marB="65024"/>
                </a:tc>
                <a:tc>
                  <a:txBody>
                    <a:bodyPr/>
                    <a:lstStyle/>
                    <a:p>
                      <a:pPr algn="ctr"/>
                      <a:r>
                        <a:rPr lang="en-US" sz="2000" b="1">
                          <a:latin typeface="Times New Roman" panose="02020603050405020304" pitchFamily="18" charset="0"/>
                          <a:cs typeface="Times New Roman" panose="02020603050405020304" pitchFamily="18" charset="0"/>
                        </a:rPr>
                        <a:t>Imperfect Comp</a:t>
                      </a:r>
                    </a:p>
                  </a:txBody>
                  <a:tcPr marL="130048" marR="130048" marT="65024" marB="65024"/>
                </a:tc>
                <a:extLst>
                  <a:ext uri="{0D108BD9-81ED-4DB2-BD59-A6C34878D82A}">
                    <a16:rowId xmlns:a16="http://schemas.microsoft.com/office/drawing/2014/main" val="1670463108"/>
                  </a:ext>
                </a:extLst>
              </a:tr>
              <a:tr h="434737">
                <a:tc>
                  <a:txBody>
                    <a:bodyPr/>
                    <a:lstStyle/>
                    <a:p>
                      <a:pPr algn="ctr"/>
                      <a:r>
                        <a:rPr lang="en-US" sz="2000" b="1" dirty="0">
                          <a:latin typeface="Times New Roman" panose="02020603050405020304" pitchFamily="18" charset="0"/>
                          <a:cs typeface="Times New Roman" panose="02020603050405020304" pitchFamily="18" charset="0"/>
                        </a:rPr>
                        <a:t>TR</a:t>
                      </a:r>
                    </a:p>
                  </a:txBody>
                  <a:tcPr marL="130048" marR="130048" marT="65024" marB="65024"/>
                </a:tc>
                <a:tc>
                  <a:txBody>
                    <a:bodyPr/>
                    <a:lstStyle/>
                    <a:p>
                      <a:pPr algn="ctr"/>
                      <a:r>
                        <a:rPr lang="en-US" sz="2000" dirty="0">
                          <a:latin typeface="Times New Roman" panose="02020603050405020304" pitchFamily="18" charset="0"/>
                          <a:cs typeface="Times New Roman" panose="02020603050405020304" pitchFamily="18" charset="0"/>
                        </a:rPr>
                        <a:t>R = </a:t>
                      </a:r>
                      <a:r>
                        <a:rPr lang="en-US" sz="2000" dirty="0" err="1">
                          <a:latin typeface="Times New Roman" panose="02020603050405020304" pitchFamily="18" charset="0"/>
                          <a:cs typeface="Times New Roman" panose="02020603050405020304" pitchFamily="18" charset="0"/>
                        </a:rPr>
                        <a:t>bq</a:t>
                      </a:r>
                      <a:r>
                        <a:rPr lang="en-US" sz="2000" dirty="0">
                          <a:latin typeface="Times New Roman" panose="02020603050405020304" pitchFamily="18" charset="0"/>
                          <a:cs typeface="Times New Roman" panose="02020603050405020304" pitchFamily="18" charset="0"/>
                        </a:rPr>
                        <a:t>  (Linear Curve)</a:t>
                      </a:r>
                    </a:p>
                  </a:txBody>
                  <a:tcPr marL="130048" marR="130048" marT="65024" marB="65024"/>
                </a:tc>
                <a:tc>
                  <a:txBody>
                    <a:bodyPr/>
                    <a:lstStyle/>
                    <a:p>
                      <a:pPr algn="ctr"/>
                      <a:r>
                        <a:rPr lang="en-US" sz="2000">
                          <a:latin typeface="Times New Roman" panose="02020603050405020304" pitchFamily="18" charset="0"/>
                          <a:cs typeface="Times New Roman" panose="02020603050405020304" pitchFamily="18" charset="0"/>
                        </a:rPr>
                        <a:t>R = aq – bq</a:t>
                      </a:r>
                      <a:r>
                        <a:rPr lang="en-US" sz="2000" baseline="30000">
                          <a:latin typeface="Times New Roman" panose="02020603050405020304" pitchFamily="18" charset="0"/>
                          <a:cs typeface="Times New Roman" panose="02020603050405020304" pitchFamily="18" charset="0"/>
                        </a:rPr>
                        <a:t>2   </a:t>
                      </a:r>
                      <a:r>
                        <a:rPr lang="en-US" sz="2000" baseline="0">
                          <a:latin typeface="Times New Roman" panose="02020603050405020304" pitchFamily="18" charset="0"/>
                          <a:cs typeface="Times New Roman" panose="02020603050405020304" pitchFamily="18" charset="0"/>
                        </a:rPr>
                        <a:t>(Non-Linear Curve)</a:t>
                      </a:r>
                      <a:endParaRPr lang="en-US" sz="2000" baseline="30000">
                        <a:latin typeface="Times New Roman" panose="02020603050405020304" pitchFamily="18" charset="0"/>
                        <a:cs typeface="Times New Roman" panose="02020603050405020304" pitchFamily="18" charset="0"/>
                      </a:endParaRPr>
                    </a:p>
                  </a:txBody>
                  <a:tcPr marL="130048" marR="130048" marT="65024" marB="65024"/>
                </a:tc>
                <a:extLst>
                  <a:ext uri="{0D108BD9-81ED-4DB2-BD59-A6C34878D82A}">
                    <a16:rowId xmlns:a16="http://schemas.microsoft.com/office/drawing/2014/main" val="816980794"/>
                  </a:ext>
                </a:extLst>
              </a:tr>
              <a:tr h="464705">
                <a:tc>
                  <a:txBody>
                    <a:bodyPr/>
                    <a:lstStyle/>
                    <a:p>
                      <a:pPr algn="ctr"/>
                      <a:r>
                        <a:rPr lang="en-US" sz="2000" b="1" dirty="0">
                          <a:latin typeface="Times New Roman" panose="02020603050405020304" pitchFamily="18" charset="0"/>
                          <a:cs typeface="Times New Roman" panose="02020603050405020304" pitchFamily="18" charset="0"/>
                        </a:rPr>
                        <a:t>MR</a:t>
                      </a:r>
                    </a:p>
                  </a:txBody>
                  <a:tcPr marL="130048" marR="130048" marT="65024" marB="65024"/>
                </a:tc>
                <a:tc>
                  <a:txBody>
                    <a:bodyPr/>
                    <a:lstStyle/>
                    <a:p>
                      <a:pPr algn="ctr"/>
                      <a:r>
                        <a:rPr lang="en-US" sz="2000" dirty="0">
                          <a:latin typeface="Times New Roman" panose="02020603050405020304" pitchFamily="18" charset="0"/>
                          <a:cs typeface="Times New Roman" panose="02020603050405020304" pitchFamily="18" charset="0"/>
                        </a:rPr>
                        <a:t>R’ = p (curve || X-axis at </a:t>
                      </a:r>
                      <a:r>
                        <a:rPr lang="en-US" sz="2000" dirty="0" err="1">
                          <a:latin typeface="Times New Roman" panose="02020603050405020304" pitchFamily="18" charset="0"/>
                          <a:cs typeface="Times New Roman" panose="02020603050405020304" pitchFamily="18" charset="0"/>
                        </a:rPr>
                        <a:t>pt</a:t>
                      </a:r>
                      <a:r>
                        <a:rPr lang="en-US" sz="2000" dirty="0">
                          <a:latin typeface="Times New Roman" panose="02020603050405020304" pitchFamily="18" charset="0"/>
                          <a:cs typeface="Times New Roman" panose="02020603050405020304" pitchFamily="18" charset="0"/>
                        </a:rPr>
                        <a:t> p)</a:t>
                      </a:r>
                    </a:p>
                  </a:txBody>
                  <a:tcPr marL="130048" marR="130048" marT="65024" marB="65024"/>
                </a:tc>
                <a:tc>
                  <a:txBody>
                    <a:bodyPr/>
                    <a:lstStyle/>
                    <a:p>
                      <a:pPr algn="ctr"/>
                      <a:r>
                        <a:rPr lang="en-US" sz="2000" dirty="0">
                          <a:latin typeface="Times New Roman" panose="02020603050405020304" pitchFamily="18" charset="0"/>
                          <a:cs typeface="Times New Roman" panose="02020603050405020304" pitchFamily="18" charset="0"/>
                        </a:rPr>
                        <a:t>R’ = a – 2bq    (downward sloping curve)</a:t>
                      </a:r>
                    </a:p>
                  </a:txBody>
                  <a:tcPr marL="130048" marR="130048" marT="65024" marB="65024"/>
                </a:tc>
                <a:extLst>
                  <a:ext uri="{0D108BD9-81ED-4DB2-BD59-A6C34878D82A}">
                    <a16:rowId xmlns:a16="http://schemas.microsoft.com/office/drawing/2014/main" val="576695367"/>
                  </a:ext>
                </a:extLst>
              </a:tr>
              <a:tr h="793753">
                <a:tc>
                  <a:txBody>
                    <a:bodyPr/>
                    <a:lstStyle/>
                    <a:p>
                      <a:pPr algn="ctr"/>
                      <a:r>
                        <a:rPr lang="en-US" sz="2000" b="1" dirty="0">
                          <a:latin typeface="Times New Roman" panose="02020603050405020304" pitchFamily="18" charset="0"/>
                          <a:cs typeface="Times New Roman" panose="02020603050405020304" pitchFamily="18" charset="0"/>
                        </a:rPr>
                        <a:t>AR</a:t>
                      </a:r>
                    </a:p>
                  </a:txBody>
                  <a:tcPr marL="130048" marR="130048" marT="65024" marB="65024"/>
                </a:tc>
                <a:tc>
                  <a:txBody>
                    <a:bodyPr/>
                    <a:lstStyle/>
                    <a:p>
                      <a:pPr algn="ctr"/>
                      <a:r>
                        <a:rPr lang="en-US" sz="2000" dirty="0">
                          <a:latin typeface="Times New Roman" panose="02020603050405020304" pitchFamily="18" charset="0"/>
                          <a:cs typeface="Times New Roman" panose="02020603050405020304" pitchFamily="18" charset="0"/>
                        </a:rPr>
                        <a:t>p = K (curve || X-axis at </a:t>
                      </a:r>
                      <a:r>
                        <a:rPr lang="en-US" sz="2000" dirty="0" err="1">
                          <a:latin typeface="Times New Roman" panose="02020603050405020304" pitchFamily="18" charset="0"/>
                          <a:cs typeface="Times New Roman" panose="02020603050405020304" pitchFamily="18" charset="0"/>
                        </a:rPr>
                        <a:t>pt</a:t>
                      </a:r>
                      <a:r>
                        <a:rPr lang="en-US" sz="2000" dirty="0">
                          <a:latin typeface="Times New Roman" panose="02020603050405020304" pitchFamily="18" charset="0"/>
                          <a:cs typeface="Times New Roman" panose="02020603050405020304" pitchFamily="18" charset="0"/>
                        </a:rPr>
                        <a:t> p and so prices are uniform)</a:t>
                      </a:r>
                    </a:p>
                  </a:txBody>
                  <a:tcPr marL="130048" marR="130048" marT="65024" marB="65024"/>
                </a:tc>
                <a:tc>
                  <a:txBody>
                    <a:bodyPr/>
                    <a:lstStyle/>
                    <a:p>
                      <a:pPr algn="ctr"/>
                      <a:r>
                        <a:rPr lang="en-US" sz="2000" dirty="0">
                          <a:latin typeface="Times New Roman" panose="02020603050405020304" pitchFamily="18" charset="0"/>
                          <a:cs typeface="Times New Roman" panose="02020603050405020304" pitchFamily="18" charset="0"/>
                        </a:rPr>
                        <a:t>p = a – </a:t>
                      </a:r>
                      <a:r>
                        <a:rPr lang="en-US" sz="2000" dirty="0" err="1">
                          <a:latin typeface="Times New Roman" panose="02020603050405020304" pitchFamily="18" charset="0"/>
                          <a:cs typeface="Times New Roman" panose="02020603050405020304" pitchFamily="18" charset="0"/>
                        </a:rPr>
                        <a:t>bq</a:t>
                      </a:r>
                      <a:r>
                        <a:rPr lang="en-US" sz="2000" dirty="0">
                          <a:latin typeface="Times New Roman" panose="02020603050405020304" pitchFamily="18" charset="0"/>
                          <a:cs typeface="Times New Roman" panose="02020603050405020304" pitchFamily="18" charset="0"/>
                        </a:rPr>
                        <a:t>    (downward sloping curve and so prices are not uniform)</a:t>
                      </a:r>
                    </a:p>
                  </a:txBody>
                  <a:tcPr marL="130048" marR="130048" marT="65024" marB="65024"/>
                </a:tc>
                <a:extLst>
                  <a:ext uri="{0D108BD9-81ED-4DB2-BD59-A6C34878D82A}">
                    <a16:rowId xmlns:a16="http://schemas.microsoft.com/office/drawing/2014/main" val="2673043015"/>
                  </a:ext>
                </a:extLst>
              </a:tr>
              <a:tr h="419100">
                <a:tc>
                  <a:txBody>
                    <a:bodyPr/>
                    <a:lstStyle/>
                    <a:p>
                      <a:pPr algn="ctr"/>
                      <a:r>
                        <a:rPr lang="en-US" sz="2000" b="1">
                          <a:latin typeface="Times New Roman" panose="02020603050405020304" pitchFamily="18" charset="0"/>
                          <a:cs typeface="Times New Roman" panose="02020603050405020304" pitchFamily="18" charset="0"/>
                        </a:rPr>
                        <a:t>AR &amp; MR Rel</a:t>
                      </a:r>
                    </a:p>
                  </a:txBody>
                  <a:tcPr marL="130048" marR="130048" marT="65024" marB="65024"/>
                </a:tc>
                <a:tc>
                  <a:txBody>
                    <a:bodyPr/>
                    <a:lstStyle/>
                    <a:p>
                      <a:pPr algn="ctr"/>
                      <a:r>
                        <a:rPr lang="en-US" sz="2000">
                          <a:latin typeface="Times New Roman" panose="02020603050405020304" pitchFamily="18" charset="0"/>
                          <a:cs typeface="Times New Roman" panose="02020603050405020304" pitchFamily="18" charset="0"/>
                        </a:rPr>
                        <a:t>Concurrent curves</a:t>
                      </a:r>
                    </a:p>
                  </a:txBody>
                  <a:tcPr marL="130048" marR="130048" marT="65024" marB="65024"/>
                </a:tc>
                <a:tc>
                  <a:txBody>
                    <a:bodyPr/>
                    <a:lstStyle/>
                    <a:p>
                      <a:pPr algn="ctr"/>
                      <a:r>
                        <a:rPr lang="en-US" sz="2000">
                          <a:latin typeface="Times New Roman" panose="02020603050405020304" pitchFamily="18" charset="0"/>
                          <a:cs typeface="Times New Roman" panose="02020603050405020304" pitchFamily="18" charset="0"/>
                        </a:rPr>
                        <a:t>Divergent curves (AR above MR)</a:t>
                      </a:r>
                    </a:p>
                  </a:txBody>
                  <a:tcPr marL="130048" marR="130048" marT="65024" marB="65024"/>
                </a:tc>
                <a:extLst>
                  <a:ext uri="{0D108BD9-81ED-4DB2-BD59-A6C34878D82A}">
                    <a16:rowId xmlns:a16="http://schemas.microsoft.com/office/drawing/2014/main" val="2893927660"/>
                  </a:ext>
                </a:extLst>
              </a:tr>
              <a:tr h="44145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1" dirty="0">
                          <a:latin typeface="Times New Roman" panose="02020603050405020304" pitchFamily="18" charset="0"/>
                          <a:cs typeface="Times New Roman" panose="02020603050405020304" pitchFamily="18" charset="0"/>
                        </a:rPr>
                        <a:t>AR &amp; MR Rel</a:t>
                      </a:r>
                    </a:p>
                  </a:txBody>
                  <a:tcPr marL="130048" marR="130048" marT="65024" marB="65024"/>
                </a:tc>
                <a:tc>
                  <a:txBody>
                    <a:bodyPr/>
                    <a:lstStyle/>
                    <a:p>
                      <a:pPr algn="ctr"/>
                      <a:r>
                        <a:rPr lang="en-US" sz="2000">
                          <a:latin typeface="Times New Roman" panose="02020603050405020304" pitchFamily="18" charset="0"/>
                          <a:cs typeface="Times New Roman" panose="02020603050405020304" pitchFamily="18" charset="0"/>
                        </a:rPr>
                        <a:t>AR = MR = p</a:t>
                      </a:r>
                    </a:p>
                  </a:txBody>
                  <a:tcPr marL="130048" marR="130048" marT="65024" marB="65024"/>
                </a:tc>
                <a:tc>
                  <a:txBody>
                    <a:bodyPr/>
                    <a:lstStyle/>
                    <a:p>
                      <a:pPr algn="ctr"/>
                      <a:r>
                        <a:rPr lang="en-US" sz="2000">
                          <a:latin typeface="Times New Roman" panose="02020603050405020304" pitchFamily="18" charset="0"/>
                          <a:cs typeface="Times New Roman" panose="02020603050405020304" pitchFamily="18" charset="0"/>
                        </a:rPr>
                        <a:t>AR &amp; MR curves differ</a:t>
                      </a:r>
                    </a:p>
                  </a:txBody>
                  <a:tcPr marL="130048" marR="130048" marT="65024" marB="65024"/>
                </a:tc>
                <a:extLst>
                  <a:ext uri="{0D108BD9-81ED-4DB2-BD59-A6C34878D82A}">
                    <a16:rowId xmlns:a16="http://schemas.microsoft.com/office/drawing/2014/main" val="1648114744"/>
                  </a:ext>
                </a:extLst>
              </a:tr>
              <a:tr h="434737">
                <a:tc>
                  <a:txBody>
                    <a:bodyPr/>
                    <a:lstStyle/>
                    <a:p>
                      <a:pPr algn="ctr"/>
                      <a:r>
                        <a:rPr lang="en-US" sz="2000" b="1" dirty="0">
                          <a:latin typeface="Times New Roman" panose="02020603050405020304" pitchFamily="18" charset="0"/>
                          <a:cs typeface="Times New Roman" panose="02020603050405020304" pitchFamily="18" charset="0"/>
                        </a:rPr>
                        <a:t>Sales Max</a:t>
                      </a:r>
                    </a:p>
                  </a:txBody>
                  <a:tcPr marL="130048" marR="130048" marT="65024" marB="65024"/>
                </a:tc>
                <a:tc>
                  <a:txBody>
                    <a:bodyPr/>
                    <a:lstStyle/>
                    <a:p>
                      <a:pPr algn="ctr"/>
                      <a:r>
                        <a:rPr lang="en-US" sz="2000" dirty="0">
                          <a:latin typeface="Times New Roman" panose="02020603050405020304" pitchFamily="18" charset="0"/>
                          <a:cs typeface="Times New Roman" panose="02020603050405020304" pitchFamily="18" charset="0"/>
                        </a:rPr>
                        <a:t>Not compatible</a:t>
                      </a:r>
                    </a:p>
                  </a:txBody>
                  <a:tcPr marL="130048" marR="130048" marT="65024" marB="65024"/>
                </a:tc>
                <a:tc>
                  <a:txBody>
                    <a:bodyPr/>
                    <a:lstStyle/>
                    <a:p>
                      <a:pPr algn="ctr"/>
                      <a:r>
                        <a:rPr lang="en-US" sz="2000" dirty="0">
                          <a:latin typeface="Times New Roman" panose="02020603050405020304" pitchFamily="18" charset="0"/>
                          <a:cs typeface="Times New Roman" panose="02020603050405020304" pitchFamily="18" charset="0"/>
                        </a:rPr>
                        <a:t>Possible</a:t>
                      </a:r>
                    </a:p>
                  </a:txBody>
                  <a:tcPr marL="130048" marR="130048" marT="65024" marB="65024"/>
                </a:tc>
                <a:extLst>
                  <a:ext uri="{0D108BD9-81ED-4DB2-BD59-A6C34878D82A}">
                    <a16:rowId xmlns:a16="http://schemas.microsoft.com/office/drawing/2014/main" val="1785022554"/>
                  </a:ext>
                </a:extLst>
              </a:tr>
              <a:tr h="434737">
                <a:tc>
                  <a:txBody>
                    <a:bodyPr/>
                    <a:lstStyle/>
                    <a:p>
                      <a:pPr algn="ctr"/>
                      <a:r>
                        <a:rPr lang="en-US" sz="2000" b="1" dirty="0">
                          <a:latin typeface="Times New Roman" panose="02020603050405020304" pitchFamily="18" charset="0"/>
                          <a:cs typeface="Times New Roman" panose="02020603050405020304" pitchFamily="18" charset="0"/>
                        </a:rPr>
                        <a:t>Profit Max</a:t>
                      </a:r>
                    </a:p>
                  </a:txBody>
                  <a:tcPr marL="130048" marR="130048" marT="65024" marB="65024"/>
                </a:tc>
                <a:tc>
                  <a:txBody>
                    <a:bodyPr/>
                    <a:lstStyle/>
                    <a:p>
                      <a:pPr marL="0" marR="0" lvl="0" indent="0" algn="ctr" defTabSz="584200" eaLnBrk="1" fontAlgn="auto" latinLnBrk="0" hangingPunct="1">
                        <a:lnSpc>
                          <a:spcPct val="100000"/>
                        </a:lnSpc>
                        <a:spcBef>
                          <a:spcPts val="0"/>
                        </a:spcBef>
                        <a:spcAft>
                          <a:spcPts val="0"/>
                        </a:spcAft>
                        <a:buClrTx/>
                        <a:buSzTx/>
                        <a:buFontTx/>
                        <a:buNone/>
                        <a:tabLst/>
                        <a:defRPr/>
                      </a:pPr>
                      <a:r>
                        <a:rPr lang="en-US" sz="2000" dirty="0">
                          <a:latin typeface="Times New Roman" panose="02020603050405020304" pitchFamily="18" charset="0"/>
                          <a:cs typeface="Times New Roman" panose="02020603050405020304" pitchFamily="18" charset="0"/>
                        </a:rPr>
                        <a:t>Possible</a:t>
                      </a:r>
                    </a:p>
                  </a:txBody>
                  <a:tcPr marL="130048" marR="130048" marT="65024" marB="65024"/>
                </a:tc>
                <a:tc>
                  <a:txBody>
                    <a:bodyPr/>
                    <a:lstStyle/>
                    <a:p>
                      <a:pPr marL="0" marR="0" lvl="0" indent="0" algn="ctr" defTabSz="584200" eaLnBrk="1" fontAlgn="auto" latinLnBrk="0" hangingPunct="1">
                        <a:lnSpc>
                          <a:spcPct val="100000"/>
                        </a:lnSpc>
                        <a:spcBef>
                          <a:spcPts val="0"/>
                        </a:spcBef>
                        <a:spcAft>
                          <a:spcPts val="0"/>
                        </a:spcAft>
                        <a:buClrTx/>
                        <a:buSzTx/>
                        <a:buFontTx/>
                        <a:buNone/>
                        <a:tabLst/>
                        <a:defRPr/>
                      </a:pPr>
                      <a:r>
                        <a:rPr lang="en-US" sz="2000" dirty="0">
                          <a:latin typeface="Times New Roman" panose="02020603050405020304" pitchFamily="18" charset="0"/>
                          <a:cs typeface="Times New Roman" panose="02020603050405020304" pitchFamily="18" charset="0"/>
                        </a:rPr>
                        <a:t>Possible</a:t>
                      </a:r>
                    </a:p>
                  </a:txBody>
                  <a:tcPr marL="130048" marR="130048" marT="65024" marB="65024"/>
                </a:tc>
                <a:extLst>
                  <a:ext uri="{0D108BD9-81ED-4DB2-BD59-A6C34878D82A}">
                    <a16:rowId xmlns:a16="http://schemas.microsoft.com/office/drawing/2014/main" val="2080696422"/>
                  </a:ext>
                </a:extLst>
              </a:tr>
              <a:tr h="434737">
                <a:tc>
                  <a:txBody>
                    <a:bodyPr/>
                    <a:lstStyle/>
                    <a:p>
                      <a:pPr algn="ctr"/>
                      <a:r>
                        <a:rPr lang="en-US" sz="2000" b="1" dirty="0">
                          <a:latin typeface="Times New Roman" panose="02020603050405020304" pitchFamily="18" charset="0"/>
                          <a:cs typeface="Times New Roman" panose="02020603050405020304" pitchFamily="18" charset="0"/>
                        </a:rPr>
                        <a:t>B.E. Firm</a:t>
                      </a:r>
                    </a:p>
                  </a:txBody>
                  <a:tcPr marL="130048" marR="130048" marT="65024" marB="65024"/>
                </a:tc>
                <a:tc>
                  <a:txBody>
                    <a:bodyPr/>
                    <a:lstStyle/>
                    <a:p>
                      <a:pPr marL="0" marR="0" lvl="0" indent="0" algn="ctr" defTabSz="584200" eaLnBrk="1" fontAlgn="auto" latinLnBrk="0" hangingPunct="1">
                        <a:lnSpc>
                          <a:spcPct val="100000"/>
                        </a:lnSpc>
                        <a:spcBef>
                          <a:spcPts val="0"/>
                        </a:spcBef>
                        <a:spcAft>
                          <a:spcPts val="0"/>
                        </a:spcAft>
                        <a:buClrTx/>
                        <a:buSzTx/>
                        <a:buFontTx/>
                        <a:buNone/>
                        <a:tabLst/>
                        <a:defRPr/>
                      </a:pPr>
                      <a:r>
                        <a:rPr lang="en-US" sz="2000" dirty="0">
                          <a:latin typeface="Times New Roman" panose="02020603050405020304" pitchFamily="18" charset="0"/>
                          <a:cs typeface="Times New Roman" panose="02020603050405020304" pitchFamily="18" charset="0"/>
                        </a:rPr>
                        <a:t>Possible</a:t>
                      </a:r>
                    </a:p>
                  </a:txBody>
                  <a:tcPr marL="130048" marR="130048" marT="65024" marB="65024"/>
                </a:tc>
                <a:tc>
                  <a:txBody>
                    <a:bodyPr/>
                    <a:lstStyle/>
                    <a:p>
                      <a:pPr marL="0" marR="0" lvl="0" indent="0" algn="ctr" defTabSz="584200" eaLnBrk="1" fontAlgn="auto" latinLnBrk="0" hangingPunct="1">
                        <a:lnSpc>
                          <a:spcPct val="100000"/>
                        </a:lnSpc>
                        <a:spcBef>
                          <a:spcPts val="0"/>
                        </a:spcBef>
                        <a:spcAft>
                          <a:spcPts val="0"/>
                        </a:spcAft>
                        <a:buClrTx/>
                        <a:buSzTx/>
                        <a:buFontTx/>
                        <a:buNone/>
                        <a:tabLst/>
                        <a:defRPr/>
                      </a:pPr>
                      <a:r>
                        <a:rPr lang="en-US" sz="2000" dirty="0">
                          <a:latin typeface="Times New Roman" panose="02020603050405020304" pitchFamily="18" charset="0"/>
                          <a:cs typeface="Times New Roman" panose="02020603050405020304" pitchFamily="18" charset="0"/>
                        </a:rPr>
                        <a:t>Possible</a:t>
                      </a:r>
                    </a:p>
                  </a:txBody>
                  <a:tcPr marL="130048" marR="130048" marT="65024" marB="65024"/>
                </a:tc>
                <a:extLst>
                  <a:ext uri="{0D108BD9-81ED-4DB2-BD59-A6C34878D82A}">
                    <a16:rowId xmlns:a16="http://schemas.microsoft.com/office/drawing/2014/main" val="3689894150"/>
                  </a:ext>
                </a:extLst>
              </a:tr>
              <a:tr h="434737">
                <a:tc>
                  <a:txBody>
                    <a:bodyPr/>
                    <a:lstStyle/>
                    <a:p>
                      <a:pPr algn="ctr"/>
                      <a:r>
                        <a:rPr lang="en-US" sz="2000" b="1" dirty="0">
                          <a:latin typeface="Times New Roman" panose="02020603050405020304" pitchFamily="18" charset="0"/>
                          <a:cs typeface="Times New Roman" panose="02020603050405020304" pitchFamily="18" charset="0"/>
                        </a:rPr>
                        <a:t>Price Ed</a:t>
                      </a:r>
                    </a:p>
                  </a:txBody>
                  <a:tcPr marL="130048" marR="130048" marT="65024" marB="65024"/>
                </a:tc>
                <a:tc>
                  <a:txBody>
                    <a:bodyPr/>
                    <a:lstStyle/>
                    <a:p>
                      <a:pPr algn="ctr"/>
                      <a:r>
                        <a:rPr lang="en-US" sz="2000" dirty="0">
                          <a:latin typeface="Times New Roman" panose="02020603050405020304" pitchFamily="18" charset="0"/>
                          <a:cs typeface="Times New Roman" panose="02020603050405020304" pitchFamily="18" charset="0"/>
                        </a:rPr>
                        <a:t>perfectly Elastic</a:t>
                      </a:r>
                    </a:p>
                  </a:txBody>
                  <a:tcPr marL="130048" marR="130048" marT="65024" marB="65024"/>
                </a:tc>
                <a:tc>
                  <a:txBody>
                    <a:bodyPr/>
                    <a:lstStyle/>
                    <a:p>
                      <a:pPr algn="ctr"/>
                      <a:r>
                        <a:rPr lang="en-US" sz="2000" dirty="0">
                          <a:latin typeface="Times New Roman" panose="02020603050405020304" pitchFamily="18" charset="0"/>
                          <a:cs typeface="Times New Roman" panose="02020603050405020304" pitchFamily="18" charset="0"/>
                        </a:rPr>
                        <a:t>non-perfectly Elastic</a:t>
                      </a:r>
                    </a:p>
                  </a:txBody>
                  <a:tcPr marL="130048" marR="130048" marT="65024" marB="65024"/>
                </a:tc>
                <a:extLst>
                  <a:ext uri="{0D108BD9-81ED-4DB2-BD59-A6C34878D82A}">
                    <a16:rowId xmlns:a16="http://schemas.microsoft.com/office/drawing/2014/main" val="1453646672"/>
                  </a:ext>
                </a:extLst>
              </a:tr>
            </a:tbl>
          </a:graphicData>
        </a:graphic>
      </p:graphicFrame>
      <p:sp>
        <p:nvSpPr>
          <p:cNvPr id="48" name="TextBox 58">
            <a:extLst>
              <a:ext uri="{FF2B5EF4-FFF2-40B4-BE49-F238E27FC236}">
                <a16:creationId xmlns:a16="http://schemas.microsoft.com/office/drawing/2014/main" id="{AAF1F633-3FE1-B242-A17E-2C1216FBEDA2}"/>
              </a:ext>
            </a:extLst>
          </p:cNvPr>
          <p:cNvSpPr txBox="1"/>
          <p:nvPr/>
        </p:nvSpPr>
        <p:spPr>
          <a:xfrm>
            <a:off x="8286522" y="217670"/>
            <a:ext cx="3425849" cy="394016"/>
          </a:xfrm>
          <a:prstGeom prst="rect">
            <a:avLst/>
          </a:prstGeom>
          <a:noFill/>
          <a:ln w="12700" cap="flat">
            <a:noFill/>
            <a:miter lim="400000"/>
          </a:ln>
          <a:effectLst/>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65023" tIns="65023" rIns="65023" bIns="65023" numCol="1" anchor="t">
            <a:spAutoFit/>
          </a:bodyPr>
          <a:lstStyle>
            <a:lvl1pPr algn="ctr">
              <a:defRPr sz="1200" b="1"/>
            </a:lvl1pPr>
          </a:lstStyle>
          <a:p>
            <a:r>
              <a:rPr sz="1707" dirty="0">
                <a:latin typeface="Times New Roman" panose="02020603050405020304" pitchFamily="18" charset="0"/>
                <a:cs typeface="Times New Roman" panose="02020603050405020304" pitchFamily="18" charset="0"/>
              </a:rPr>
              <a:t>Imperfect Competition</a:t>
            </a:r>
          </a:p>
        </p:txBody>
      </p:sp>
    </p:spTree>
    <p:extLst>
      <p:ext uri="{BB962C8B-B14F-4D97-AF65-F5344CB8AC3E}">
        <p14:creationId xmlns:p14="http://schemas.microsoft.com/office/powerpoint/2010/main" val="2553553972"/>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5D14FDA-EDCD-314D-BDEC-16FBEA8FBD15}"/>
              </a:ext>
            </a:extLst>
          </p:cNvPr>
          <p:cNvSpPr>
            <a:spLocks noGrp="1"/>
          </p:cNvSpPr>
          <p:nvPr>
            <p:ph type="sldNum" sz="quarter" idx="2"/>
          </p:nvPr>
        </p:nvSpPr>
        <p:spPr/>
        <p:txBody>
          <a:bodyPr/>
          <a:lstStyle/>
          <a:p>
            <a:fld id="{86CB4B4D-7CA3-9044-876B-883B54F8677D}" type="slidenum">
              <a:rPr lang="en-IN" smtClean="0"/>
              <a:t>28</a:t>
            </a:fld>
            <a:endParaRPr lang="en-IN"/>
          </a:p>
        </p:txBody>
      </p:sp>
      <mc:AlternateContent xmlns:mc="http://schemas.openxmlformats.org/markup-compatibility/2006" xmlns:a14="http://schemas.microsoft.com/office/drawing/2010/main">
        <mc:Choice Requires="a14">
          <p:sp>
            <p:nvSpPr>
              <p:cNvPr id="17" name="17. Hence,   edp  =   AR / (AR - MR)">
                <a:extLst>
                  <a:ext uri="{FF2B5EF4-FFF2-40B4-BE49-F238E27FC236}">
                    <a16:creationId xmlns:a16="http://schemas.microsoft.com/office/drawing/2014/main" id="{1D7A936D-6C24-D94C-AFAC-AD2AC87E50F2}"/>
                  </a:ext>
                </a:extLst>
              </p:cNvPr>
              <p:cNvSpPr txBox="1"/>
              <p:nvPr/>
            </p:nvSpPr>
            <p:spPr>
              <a:xfrm>
                <a:off x="690465" y="907892"/>
                <a:ext cx="6868575" cy="826987"/>
              </a:xfrm>
              <a:prstGeom prst="rect">
                <a:avLst/>
              </a:prstGeom>
              <a:solidFill>
                <a:schemeClr val="accent3">
                  <a:lumMod val="20000"/>
                  <a:lumOff val="80000"/>
                </a:schemeClr>
              </a:solidFill>
              <a:ln w="12700">
                <a:miter lim="400000"/>
              </a:ln>
              <a:extLst>
                <a:ext uri="{C572A759-6A51-4108-AA02-DFA0A04FC94B}">
                  <ma14:wrappingTextBoxFlag xmlns:m="http://schemas.openxmlformats.org/officeDocument/2006/math" xmlns:ma14="http://schemas.microsoft.com/office/mac/drawingml/2011/main" xmlns="" val="1"/>
                </a:ext>
              </a:extLst>
            </p:spPr>
            <p:txBody>
              <a:bodyPr lIns="50800" tIns="50800" rIns="50800" bIns="50800" anchor="b">
                <a:noAutofit/>
              </a:bodyPr>
              <a:lstStyle/>
              <a:p>
                <a:pPr algn="l" defTabSz="496570">
                  <a:defRPr sz="2550" b="0">
                    <a:latin typeface="+mn-lt"/>
                    <a:ea typeface="+mn-ea"/>
                    <a:cs typeface="+mn-cs"/>
                    <a:sym typeface="Helvetica Neue Medium"/>
                  </a:defRPr>
                </a:pPr>
                <a14:m>
                  <m:oMath xmlns:m="http://schemas.openxmlformats.org/officeDocument/2006/math">
                    <m:r>
                      <a:rPr lang="en-US" sz="3600" b="1" i="1" smtClean="0">
                        <a:solidFill>
                          <a:schemeClr val="accent6">
                            <a:lumMod val="75000"/>
                          </a:schemeClr>
                        </a:solidFill>
                        <a:latin typeface="Cambria Math" panose="02040503050406030204" pitchFamily="18" charset="0"/>
                      </a:rPr>
                      <m:t>𝑨𝑹</m:t>
                    </m:r>
                    <m:r>
                      <a:rPr lang="en-US" sz="3600" b="1" i="1" smtClean="0">
                        <a:solidFill>
                          <a:schemeClr val="accent6">
                            <a:lumMod val="75000"/>
                          </a:schemeClr>
                        </a:solidFill>
                        <a:latin typeface="Cambria Math" panose="02040503050406030204" pitchFamily="18" charset="0"/>
                      </a:rPr>
                      <m:t>= </m:t>
                    </m:r>
                    <m:r>
                      <a:rPr lang="en-US" sz="3600" b="1" i="1" smtClean="0">
                        <a:solidFill>
                          <a:schemeClr val="accent6">
                            <a:lumMod val="75000"/>
                          </a:schemeClr>
                        </a:solidFill>
                        <a:latin typeface="Cambria Math" panose="02040503050406030204" pitchFamily="18" charset="0"/>
                      </a:rPr>
                      <m:t>𝟐𝟎</m:t>
                    </m:r>
                  </m:oMath>
                </a14:m>
                <a:r>
                  <a:rPr lang="en-US" sz="3600" dirty="0">
                    <a:solidFill>
                      <a:schemeClr val="accent6">
                        <a:lumMod val="75000"/>
                      </a:schemeClr>
                    </a:solidFill>
                    <a:latin typeface="Times New Roman" panose="02020603050405020304" pitchFamily="18" charset="0"/>
                    <a:cs typeface="Times New Roman" panose="02020603050405020304" pitchFamily="18" charset="0"/>
                  </a:rPr>
                  <a:t> &amp; </a:t>
                </a:r>
                <a:r>
                  <a:rPr lang="en-US" sz="3600" dirty="0" err="1">
                    <a:solidFill>
                      <a:schemeClr val="accent6">
                        <a:lumMod val="75000"/>
                      </a:schemeClr>
                    </a:solidFill>
                    <a:latin typeface="Times New Roman" panose="02020603050405020304" pitchFamily="18" charset="0"/>
                    <a:cs typeface="Times New Roman" panose="02020603050405020304" pitchFamily="18" charset="0"/>
                  </a:rPr>
                  <a:t>Edp</a:t>
                </a:r>
                <a:r>
                  <a:rPr lang="en-US" sz="3600" dirty="0">
                    <a:solidFill>
                      <a:schemeClr val="accent6">
                        <a:lumMod val="75000"/>
                      </a:schemeClr>
                    </a:solidFill>
                    <a:latin typeface="Times New Roman" panose="02020603050405020304" pitchFamily="18" charset="0"/>
                    <a:cs typeface="Times New Roman" panose="02020603050405020304" pitchFamily="18" charset="0"/>
                  </a:rPr>
                  <a:t> = 2, MR = ?</a:t>
                </a:r>
                <a:endParaRPr lang="ar-AE" sz="3600" dirty="0">
                  <a:solidFill>
                    <a:schemeClr val="accent6">
                      <a:lumMod val="75000"/>
                    </a:schemeClr>
                  </a:solidFill>
                  <a:latin typeface="Times New Roman" panose="02020603050405020304" pitchFamily="18" charset="0"/>
                  <a:cs typeface="Times New Roman" panose="02020603050405020304" pitchFamily="18" charset="0"/>
                </a:endParaRPr>
              </a:p>
            </p:txBody>
          </p:sp>
        </mc:Choice>
        <mc:Fallback xmlns="">
          <p:sp>
            <p:nvSpPr>
              <p:cNvPr id="17" name="17. Hence,   edp  =   AR / (AR - MR)">
                <a:extLst>
                  <a:ext uri="{FF2B5EF4-FFF2-40B4-BE49-F238E27FC236}">
                    <a16:creationId xmlns:a16="http://schemas.microsoft.com/office/drawing/2014/main" id="{1D7A936D-6C24-D94C-AFAC-AD2AC87E50F2}"/>
                  </a:ext>
                </a:extLst>
              </p:cNvPr>
              <p:cNvSpPr txBox="1">
                <a:spLocks noRot="1" noChangeAspect="1" noMove="1" noResize="1" noEditPoints="1" noAdjustHandles="1" noChangeArrowheads="1" noChangeShapeType="1" noTextEdit="1"/>
              </p:cNvSpPr>
              <p:nvPr/>
            </p:nvSpPr>
            <p:spPr>
              <a:xfrm>
                <a:off x="690465" y="907892"/>
                <a:ext cx="6868575" cy="826987"/>
              </a:xfrm>
              <a:prstGeom prst="rect">
                <a:avLst/>
              </a:prstGeom>
              <a:blipFill>
                <a:blip r:embed="rId2"/>
                <a:stretch>
                  <a:fillRect l="-1476" b="-27273"/>
                </a:stretch>
              </a:blipFill>
              <a:ln w="12700">
                <a:miter lim="400000"/>
              </a:ln>
              <a:extLst>
                <a:ext uri="{C572A759-6A51-4108-AA02-DFA0A04FC94B}">
                  <ma14:wrappingTextBoxFlag xmlns:m="http://schemas.openxmlformats.org/officeDocument/2006/math" xmlns:ma14="http://schemas.microsoft.com/office/mac/drawingml/2011/main" xmlns="" xmlns:a14="http://schemas.microsoft.com/office/drawing/2010/main"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17. Hence,   edp  =   AR / (AR - MR)">
                <a:extLst>
                  <a:ext uri="{FF2B5EF4-FFF2-40B4-BE49-F238E27FC236}">
                    <a16:creationId xmlns:a16="http://schemas.microsoft.com/office/drawing/2014/main" id="{87FBD37D-9562-0A49-98DA-90609AEEE7B3}"/>
                  </a:ext>
                </a:extLst>
              </p:cNvPr>
              <p:cNvSpPr txBox="1"/>
              <p:nvPr/>
            </p:nvSpPr>
            <p:spPr>
              <a:xfrm>
                <a:off x="690465" y="1986219"/>
                <a:ext cx="6394547" cy="1708703"/>
              </a:xfrm>
              <a:prstGeom prst="rect">
                <a:avLst/>
              </a:prstGeom>
              <a:solidFill>
                <a:schemeClr val="accent3">
                  <a:lumMod val="20000"/>
                  <a:lumOff val="80000"/>
                </a:schemeClr>
              </a:solidFill>
              <a:ln w="12700">
                <a:miter lim="400000"/>
              </a:ln>
              <a:extLst>
                <a:ext uri="{C572A759-6A51-4108-AA02-DFA0A04FC94B}">
                  <ma14:wrappingTextBoxFlag xmlns:m="http://schemas.openxmlformats.org/officeDocument/2006/math" xmlns:ma14="http://schemas.microsoft.com/office/mac/drawingml/2011/main" xmlns="" val="1"/>
                </a:ext>
              </a:extLst>
            </p:spPr>
            <p:txBody>
              <a:bodyPr lIns="50800" tIns="50800" rIns="50800" bIns="50800" anchor="b">
                <a:noAutofit/>
              </a:bodyPr>
              <a:lstStyle/>
              <a:p>
                <a:pPr algn="l" defTabSz="496570">
                  <a:defRPr sz="2550" b="0">
                    <a:latin typeface="+mn-lt"/>
                    <a:ea typeface="+mn-ea"/>
                    <a:cs typeface="+mn-cs"/>
                    <a:sym typeface="Helvetica Neue Medium"/>
                  </a:defRPr>
                </a:pPr>
                <a14:m>
                  <m:oMathPara xmlns:m="http://schemas.openxmlformats.org/officeDocument/2006/math">
                    <m:oMathParaPr>
                      <m:jc m:val="centerGroup"/>
                    </m:oMathParaPr>
                    <m:oMath xmlns:m="http://schemas.openxmlformats.org/officeDocument/2006/math">
                      <m:r>
                        <a:rPr lang="en-US" sz="3600" b="1" i="1" smtClean="0">
                          <a:solidFill>
                            <a:schemeClr val="tx1"/>
                          </a:solidFill>
                          <a:latin typeface="Cambria Math" panose="02040503050406030204" pitchFamily="18" charset="0"/>
                        </a:rPr>
                        <m:t>𝒆</m:t>
                      </m:r>
                      <m:r>
                        <a:rPr lang="en-US" sz="3600" b="1" i="1" smtClean="0">
                          <a:solidFill>
                            <a:schemeClr val="tx1"/>
                          </a:solidFill>
                          <a:latin typeface="Cambria Math" panose="02040503050406030204" pitchFamily="18" charset="0"/>
                        </a:rPr>
                        <m:t>=</m:t>
                      </m:r>
                      <m:f>
                        <m:fPr>
                          <m:ctrlPr>
                            <a:rPr lang="en-US" sz="3600" b="1" i="1" smtClean="0">
                              <a:solidFill>
                                <a:schemeClr val="tx1"/>
                              </a:solidFill>
                              <a:latin typeface="Cambria Math" panose="02040503050406030204" pitchFamily="18" charset="0"/>
                            </a:rPr>
                          </m:ctrlPr>
                        </m:fPr>
                        <m:num>
                          <m:r>
                            <a:rPr lang="en-US" sz="3600" b="1" i="1" smtClean="0">
                              <a:solidFill>
                                <a:schemeClr val="tx1"/>
                              </a:solidFill>
                              <a:latin typeface="Cambria Math" panose="02040503050406030204" pitchFamily="18" charset="0"/>
                            </a:rPr>
                            <m:t>𝑨𝑹</m:t>
                          </m:r>
                        </m:num>
                        <m:den>
                          <m:r>
                            <a:rPr lang="en-US" sz="3600" b="1" i="1" smtClean="0">
                              <a:solidFill>
                                <a:schemeClr val="tx1"/>
                              </a:solidFill>
                              <a:latin typeface="Cambria Math" panose="02040503050406030204" pitchFamily="18" charset="0"/>
                            </a:rPr>
                            <m:t>𝑨𝑹</m:t>
                          </m:r>
                          <m:r>
                            <a:rPr lang="en-US" sz="3600" b="1" i="1" smtClean="0">
                              <a:solidFill>
                                <a:schemeClr val="tx1"/>
                              </a:solidFill>
                              <a:latin typeface="Cambria Math" panose="02040503050406030204" pitchFamily="18" charset="0"/>
                            </a:rPr>
                            <m:t> −</m:t>
                          </m:r>
                          <m:r>
                            <a:rPr lang="en-US" sz="3600" b="1" i="1" smtClean="0">
                              <a:solidFill>
                                <a:schemeClr val="tx1"/>
                              </a:solidFill>
                              <a:latin typeface="Cambria Math" panose="02040503050406030204" pitchFamily="18" charset="0"/>
                            </a:rPr>
                            <m:t>𝑴𝑹</m:t>
                          </m:r>
                        </m:den>
                      </m:f>
                      <m:r>
                        <a:rPr lang="en-US" sz="3600" b="1" i="1" smtClean="0">
                          <a:solidFill>
                            <a:schemeClr val="tx1"/>
                          </a:solidFill>
                          <a:latin typeface="Cambria Math" panose="02040503050406030204" pitchFamily="18" charset="0"/>
                        </a:rPr>
                        <m:t>= </m:t>
                      </m:r>
                    </m:oMath>
                  </m:oMathPara>
                </a14:m>
                <a:endParaRPr lang="ar-AE" sz="36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19" name="17. Hence,   edp  =   AR / (AR - MR)">
                <a:extLst>
                  <a:ext uri="{FF2B5EF4-FFF2-40B4-BE49-F238E27FC236}">
                    <a16:creationId xmlns:a16="http://schemas.microsoft.com/office/drawing/2014/main" id="{87FBD37D-9562-0A49-98DA-90609AEEE7B3}"/>
                  </a:ext>
                </a:extLst>
              </p:cNvPr>
              <p:cNvSpPr txBox="1">
                <a:spLocks noRot="1" noChangeAspect="1" noMove="1" noResize="1" noEditPoints="1" noAdjustHandles="1" noChangeArrowheads="1" noChangeShapeType="1" noTextEdit="1"/>
              </p:cNvSpPr>
              <p:nvPr/>
            </p:nvSpPr>
            <p:spPr>
              <a:xfrm>
                <a:off x="690465" y="1986219"/>
                <a:ext cx="6394547" cy="1708703"/>
              </a:xfrm>
              <a:prstGeom prst="rect">
                <a:avLst/>
              </a:prstGeom>
              <a:blipFill>
                <a:blip r:embed="rId3"/>
                <a:stretch>
                  <a:fillRect b="-17037"/>
                </a:stretch>
              </a:blipFill>
              <a:ln w="12700">
                <a:miter lim="400000"/>
              </a:ln>
              <a:extLst>
                <a:ext uri="{C572A759-6A51-4108-AA02-DFA0A04FC94B}">
                  <ma14:wrappingTextBoxFlag xmlns:m="http://schemas.openxmlformats.org/officeDocument/2006/math" xmlns:ma14="http://schemas.microsoft.com/office/mac/drawingml/2011/main" xmlns="" xmlns:a14="http://schemas.microsoft.com/office/drawing/2010/main"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17. Hence,   edp  =   AR / (AR - MR)">
                <a:extLst>
                  <a:ext uri="{FF2B5EF4-FFF2-40B4-BE49-F238E27FC236}">
                    <a16:creationId xmlns:a16="http://schemas.microsoft.com/office/drawing/2014/main" id="{98BAB5BA-71F2-FA4E-A9D6-39579B9FE5CA}"/>
                  </a:ext>
                </a:extLst>
              </p:cNvPr>
              <p:cNvSpPr txBox="1"/>
              <p:nvPr/>
            </p:nvSpPr>
            <p:spPr>
              <a:xfrm>
                <a:off x="690465" y="3946262"/>
                <a:ext cx="6394547" cy="1708703"/>
              </a:xfrm>
              <a:prstGeom prst="rect">
                <a:avLst/>
              </a:prstGeom>
              <a:solidFill>
                <a:schemeClr val="accent3">
                  <a:lumMod val="20000"/>
                  <a:lumOff val="80000"/>
                </a:schemeClr>
              </a:solidFill>
              <a:ln w="12700">
                <a:miter lim="400000"/>
              </a:ln>
              <a:extLst>
                <a:ext uri="{C572A759-6A51-4108-AA02-DFA0A04FC94B}">
                  <ma14:wrappingTextBoxFlag xmlns:m="http://schemas.openxmlformats.org/officeDocument/2006/math" xmlns:ma14="http://schemas.microsoft.com/office/mac/drawingml/2011/main" xmlns="" val="1"/>
                </a:ext>
              </a:extLst>
            </p:spPr>
            <p:txBody>
              <a:bodyPr lIns="50800" tIns="50800" rIns="50800" bIns="50800" anchor="b">
                <a:noAutofit/>
              </a:bodyPr>
              <a:lstStyle/>
              <a:p>
                <a:pPr algn="l" defTabSz="496570">
                  <a:defRPr sz="2550" b="0">
                    <a:latin typeface="+mn-lt"/>
                    <a:ea typeface="+mn-ea"/>
                    <a:cs typeface="+mn-cs"/>
                    <a:sym typeface="Helvetica Neue Medium"/>
                  </a:defRPr>
                </a:pPr>
                <a14:m>
                  <m:oMathPara xmlns:m="http://schemas.openxmlformats.org/officeDocument/2006/math">
                    <m:oMathParaPr>
                      <m:jc m:val="centerGroup"/>
                    </m:oMathParaPr>
                    <m:oMath xmlns:m="http://schemas.openxmlformats.org/officeDocument/2006/math">
                      <m:r>
                        <a:rPr lang="en-US" sz="3600" b="1" i="1" smtClean="0">
                          <a:solidFill>
                            <a:schemeClr val="tx1"/>
                          </a:solidFill>
                          <a:latin typeface="Cambria Math" panose="02040503050406030204" pitchFamily="18" charset="0"/>
                        </a:rPr>
                        <m:t>𝟐</m:t>
                      </m:r>
                      <m:r>
                        <a:rPr lang="en-US" sz="3600" b="1" i="1" smtClean="0">
                          <a:solidFill>
                            <a:schemeClr val="tx1"/>
                          </a:solidFill>
                          <a:latin typeface="Cambria Math" panose="02040503050406030204" pitchFamily="18" charset="0"/>
                        </a:rPr>
                        <m:t>=</m:t>
                      </m:r>
                      <m:f>
                        <m:fPr>
                          <m:ctrlPr>
                            <a:rPr lang="en-US" sz="3600" b="1" i="1" smtClean="0">
                              <a:solidFill>
                                <a:schemeClr val="tx1"/>
                              </a:solidFill>
                              <a:latin typeface="Cambria Math" panose="02040503050406030204" pitchFamily="18" charset="0"/>
                            </a:rPr>
                          </m:ctrlPr>
                        </m:fPr>
                        <m:num>
                          <m:r>
                            <a:rPr lang="en-US" sz="3600" b="1" i="1" smtClean="0">
                              <a:solidFill>
                                <a:schemeClr val="tx1"/>
                              </a:solidFill>
                              <a:latin typeface="Cambria Math" panose="02040503050406030204" pitchFamily="18" charset="0"/>
                            </a:rPr>
                            <m:t>𝟐𝟎</m:t>
                          </m:r>
                        </m:num>
                        <m:den>
                          <m:r>
                            <a:rPr lang="en-US" sz="3600" b="1" i="1" smtClean="0">
                              <a:solidFill>
                                <a:schemeClr val="tx1"/>
                              </a:solidFill>
                              <a:latin typeface="Cambria Math" panose="02040503050406030204" pitchFamily="18" charset="0"/>
                            </a:rPr>
                            <m:t>𝟐𝟎</m:t>
                          </m:r>
                          <m:r>
                            <a:rPr lang="en-US" sz="3600" b="1" i="1" smtClean="0">
                              <a:solidFill>
                                <a:schemeClr val="tx1"/>
                              </a:solidFill>
                              <a:latin typeface="Cambria Math" panose="02040503050406030204" pitchFamily="18" charset="0"/>
                            </a:rPr>
                            <m:t> −</m:t>
                          </m:r>
                          <m:r>
                            <a:rPr lang="en-US" sz="3600" b="1" i="1" smtClean="0">
                              <a:solidFill>
                                <a:schemeClr val="tx1"/>
                              </a:solidFill>
                              <a:latin typeface="Cambria Math" panose="02040503050406030204" pitchFamily="18" charset="0"/>
                            </a:rPr>
                            <m:t>𝑴𝑹</m:t>
                          </m:r>
                        </m:den>
                      </m:f>
                      <m:r>
                        <a:rPr lang="en-US" sz="3600" b="1" i="1" smtClean="0">
                          <a:solidFill>
                            <a:schemeClr val="tx1"/>
                          </a:solidFill>
                          <a:latin typeface="Cambria Math" panose="02040503050406030204" pitchFamily="18" charset="0"/>
                        </a:rPr>
                        <m:t> </m:t>
                      </m:r>
                    </m:oMath>
                  </m:oMathPara>
                </a14:m>
                <a:endParaRPr lang="ar-AE" sz="36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9" name="17. Hence,   edp  =   AR / (AR - MR)">
                <a:extLst>
                  <a:ext uri="{FF2B5EF4-FFF2-40B4-BE49-F238E27FC236}">
                    <a16:creationId xmlns:a16="http://schemas.microsoft.com/office/drawing/2014/main" id="{98BAB5BA-71F2-FA4E-A9D6-39579B9FE5CA}"/>
                  </a:ext>
                </a:extLst>
              </p:cNvPr>
              <p:cNvSpPr txBox="1">
                <a:spLocks noRot="1" noChangeAspect="1" noMove="1" noResize="1" noEditPoints="1" noAdjustHandles="1" noChangeArrowheads="1" noChangeShapeType="1" noTextEdit="1"/>
              </p:cNvSpPr>
              <p:nvPr/>
            </p:nvSpPr>
            <p:spPr>
              <a:xfrm>
                <a:off x="690465" y="3946262"/>
                <a:ext cx="6394547" cy="1708703"/>
              </a:xfrm>
              <a:prstGeom prst="rect">
                <a:avLst/>
              </a:prstGeom>
              <a:blipFill>
                <a:blip r:embed="rId4"/>
                <a:stretch>
                  <a:fillRect b="-16176"/>
                </a:stretch>
              </a:blipFill>
              <a:ln w="12700">
                <a:miter lim="400000"/>
              </a:ln>
              <a:extLst>
                <a:ext uri="{C572A759-6A51-4108-AA02-DFA0A04FC94B}">
                  <ma14:wrappingTextBoxFlag xmlns:m="http://schemas.openxmlformats.org/officeDocument/2006/math" xmlns:ma14="http://schemas.microsoft.com/office/mac/drawingml/2011/main" xmlns="" xmlns:a14="http://schemas.microsoft.com/office/drawing/2010/main" val="1"/>
                </a:ext>
              </a:extLst>
            </p:spPr>
            <p:txBody>
              <a:bodyPr/>
              <a:lstStyle/>
              <a:p>
                <a:r>
                  <a:rPr lang="en-US">
                    <a:noFill/>
                  </a:rPr>
                  <a:t> </a:t>
                </a:r>
              </a:p>
            </p:txBody>
          </p:sp>
        </mc:Fallback>
      </mc:AlternateContent>
      <p:sp>
        <p:nvSpPr>
          <p:cNvPr id="10" name="17. Hence,   edp  =   AR / (AR - MR)">
            <a:extLst>
              <a:ext uri="{FF2B5EF4-FFF2-40B4-BE49-F238E27FC236}">
                <a16:creationId xmlns:a16="http://schemas.microsoft.com/office/drawing/2014/main" id="{238435CA-4AAF-F046-8F44-63B560122369}"/>
              </a:ext>
            </a:extLst>
          </p:cNvPr>
          <p:cNvSpPr txBox="1"/>
          <p:nvPr/>
        </p:nvSpPr>
        <p:spPr>
          <a:xfrm>
            <a:off x="690464" y="5906305"/>
            <a:ext cx="6394547" cy="1708703"/>
          </a:xfrm>
          <a:prstGeom prst="rect">
            <a:avLst/>
          </a:prstGeom>
          <a:solidFill>
            <a:schemeClr val="accent3">
              <a:lumMod val="20000"/>
              <a:lumOff val="80000"/>
            </a:schemeClr>
          </a:solidFill>
          <a:ln w="12700">
            <a:miter lim="400000"/>
          </a:ln>
          <a:extLst>
            <a:ext uri="{C572A759-6A51-4108-AA02-DFA0A04FC94B}">
              <ma14:wrappingTextBoxFlag xmlns:m="http://schemas.openxmlformats.org/officeDocument/2006/math" xmlns:ma14="http://schemas.microsoft.com/office/mac/drawingml/2011/main" xmlns="" xmlns:a14="http://schemas.microsoft.com/office/drawing/2010/main" xmlns:mc="http://schemas.openxmlformats.org/markup-compatibility/2006" val="1"/>
            </a:ext>
          </a:extLst>
        </p:spPr>
        <p:txBody>
          <a:bodyPr lIns="50800" tIns="50800" rIns="50800" bIns="50800" anchor="b">
            <a:noAutofit/>
          </a:bodyPr>
          <a:lstStyle/>
          <a:p>
            <a:pPr algn="l" defTabSz="496570">
              <a:defRPr sz="2550" b="0">
                <a:latin typeface="+mn-lt"/>
                <a:ea typeface="+mn-ea"/>
                <a:cs typeface="+mn-cs"/>
                <a:sym typeface="Helvetica Neue Medium"/>
              </a:defRPr>
            </a:pPr>
            <a:r>
              <a:rPr lang="en-US" sz="3600" dirty="0">
                <a:solidFill>
                  <a:schemeClr val="tx1"/>
                </a:solidFill>
                <a:latin typeface="Times New Roman" panose="02020603050405020304" pitchFamily="18" charset="0"/>
                <a:cs typeface="Times New Roman" panose="02020603050405020304" pitchFamily="18" charset="0"/>
              </a:rPr>
              <a:t>40 – 2MR = 20;    </a:t>
            </a:r>
          </a:p>
          <a:p>
            <a:pPr marL="571500" indent="-571500" algn="l" defTabSz="496570">
              <a:buFontTx/>
              <a:buChar char="-"/>
              <a:defRPr sz="2550" b="0">
                <a:latin typeface="+mn-lt"/>
                <a:ea typeface="+mn-ea"/>
                <a:cs typeface="+mn-cs"/>
                <a:sym typeface="Helvetica Neue Medium"/>
              </a:defRPr>
            </a:pPr>
            <a:r>
              <a:rPr lang="en-US" sz="3600" dirty="0">
                <a:solidFill>
                  <a:schemeClr val="tx1"/>
                </a:solidFill>
                <a:latin typeface="Times New Roman" panose="02020603050405020304" pitchFamily="18" charset="0"/>
                <a:cs typeface="Times New Roman" panose="02020603050405020304" pitchFamily="18" charset="0"/>
              </a:rPr>
              <a:t>2MR = - 20</a:t>
            </a:r>
          </a:p>
          <a:p>
            <a:pPr algn="l" defTabSz="496570">
              <a:defRPr sz="2550" b="0">
                <a:latin typeface="+mn-lt"/>
                <a:ea typeface="+mn-ea"/>
                <a:cs typeface="+mn-cs"/>
                <a:sym typeface="Helvetica Neue Medium"/>
              </a:defRPr>
            </a:pPr>
            <a:r>
              <a:rPr lang="en-US" sz="3600" dirty="0">
                <a:solidFill>
                  <a:schemeClr val="tx1"/>
                </a:solidFill>
                <a:latin typeface="Times New Roman" panose="02020603050405020304" pitchFamily="18" charset="0"/>
                <a:cs typeface="Times New Roman" panose="02020603050405020304" pitchFamily="18" charset="0"/>
              </a:rPr>
              <a:t>MR = 10     (MR is Positive)</a:t>
            </a:r>
          </a:p>
        </p:txBody>
      </p:sp>
    </p:spTree>
    <p:extLst>
      <p:ext uri="{BB962C8B-B14F-4D97-AF65-F5344CB8AC3E}">
        <p14:creationId xmlns:p14="http://schemas.microsoft.com/office/powerpoint/2010/main" val="4160037472"/>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9" grpId="0" animBg="1"/>
      <p:bldP spid="10"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5D14FDA-EDCD-314D-BDEC-16FBEA8FBD15}"/>
              </a:ext>
            </a:extLst>
          </p:cNvPr>
          <p:cNvSpPr>
            <a:spLocks noGrp="1"/>
          </p:cNvSpPr>
          <p:nvPr>
            <p:ph type="sldNum" sz="quarter" idx="2"/>
          </p:nvPr>
        </p:nvSpPr>
        <p:spPr/>
        <p:txBody>
          <a:bodyPr/>
          <a:lstStyle/>
          <a:p>
            <a:fld id="{86CB4B4D-7CA3-9044-876B-883B54F8677D}" type="slidenum">
              <a:rPr lang="en-IN" smtClean="0"/>
              <a:t>29</a:t>
            </a:fld>
            <a:endParaRPr lang="en-IN"/>
          </a:p>
        </p:txBody>
      </p:sp>
      <mc:AlternateContent xmlns:mc="http://schemas.openxmlformats.org/markup-compatibility/2006" xmlns:a14="http://schemas.microsoft.com/office/drawing/2010/main">
        <mc:Choice Requires="a14">
          <p:sp>
            <p:nvSpPr>
              <p:cNvPr id="17" name="17. Hence,   edp  =   AR / (AR - MR)">
                <a:extLst>
                  <a:ext uri="{FF2B5EF4-FFF2-40B4-BE49-F238E27FC236}">
                    <a16:creationId xmlns:a16="http://schemas.microsoft.com/office/drawing/2014/main" id="{1D7A936D-6C24-D94C-AFAC-AD2AC87E50F2}"/>
                  </a:ext>
                </a:extLst>
              </p:cNvPr>
              <p:cNvSpPr txBox="1"/>
              <p:nvPr/>
            </p:nvSpPr>
            <p:spPr>
              <a:xfrm>
                <a:off x="690465" y="907892"/>
                <a:ext cx="6868575" cy="826987"/>
              </a:xfrm>
              <a:prstGeom prst="rect">
                <a:avLst/>
              </a:prstGeom>
              <a:solidFill>
                <a:schemeClr val="accent3">
                  <a:lumMod val="20000"/>
                  <a:lumOff val="80000"/>
                </a:schemeClr>
              </a:solidFill>
              <a:ln w="12700">
                <a:miter lim="400000"/>
              </a:ln>
              <a:extLst>
                <a:ext uri="{C572A759-6A51-4108-AA02-DFA0A04FC94B}">
                  <ma14:wrappingTextBoxFlag xmlns="" xmlns:ma14="http://schemas.microsoft.com/office/mac/drawingml/2011/main" xmlns:m="http://schemas.openxmlformats.org/officeDocument/2006/math" val="1"/>
                </a:ext>
              </a:extLst>
            </p:spPr>
            <p:txBody>
              <a:bodyPr lIns="50800" tIns="50800" rIns="50800" bIns="50800" anchor="b">
                <a:noAutofit/>
              </a:bodyPr>
              <a:lstStyle/>
              <a:p>
                <a:pPr algn="l" defTabSz="496570">
                  <a:defRPr sz="2550" b="0">
                    <a:latin typeface="+mn-lt"/>
                    <a:ea typeface="+mn-ea"/>
                    <a:cs typeface="+mn-cs"/>
                    <a:sym typeface="Helvetica Neue Medium"/>
                  </a:defRPr>
                </a:pPr>
                <a14:m>
                  <m:oMathPara xmlns:m="http://schemas.openxmlformats.org/officeDocument/2006/math">
                    <m:oMathParaPr>
                      <m:jc m:val="centerGroup"/>
                    </m:oMathParaPr>
                    <m:oMath xmlns:m="http://schemas.openxmlformats.org/officeDocument/2006/math">
                      <m:r>
                        <a:rPr lang="en-US" sz="3600" b="1" i="1" smtClean="0">
                          <a:solidFill>
                            <a:schemeClr val="accent6">
                              <a:lumMod val="75000"/>
                            </a:schemeClr>
                          </a:solidFill>
                          <a:latin typeface="Cambria Math" panose="02040503050406030204" pitchFamily="18" charset="0"/>
                        </a:rPr>
                        <m:t>𝑨𝑹</m:t>
                      </m:r>
                      <m:r>
                        <a:rPr lang="en-US" sz="3600" b="1" i="1" smtClean="0">
                          <a:solidFill>
                            <a:schemeClr val="accent6">
                              <a:lumMod val="75000"/>
                            </a:schemeClr>
                          </a:solidFill>
                          <a:latin typeface="Cambria Math" panose="02040503050406030204" pitchFamily="18" charset="0"/>
                        </a:rPr>
                        <m:t> </m:t>
                      </m:r>
                      <m:r>
                        <a:rPr lang="en-US" sz="3600" b="1" i="1" smtClean="0">
                          <a:solidFill>
                            <a:schemeClr val="accent6">
                              <a:lumMod val="75000"/>
                            </a:schemeClr>
                          </a:solidFill>
                          <a:latin typeface="Cambria Math" panose="02040503050406030204" pitchFamily="18" charset="0"/>
                        </a:rPr>
                        <m:t>𝑭𝒖𝒏𝒄𝒕𝒊𝒐𝒏</m:t>
                      </m:r>
                      <m:r>
                        <a:rPr lang="en-US" sz="3600" b="1" i="1" smtClean="0">
                          <a:solidFill>
                            <a:schemeClr val="accent6">
                              <a:lumMod val="75000"/>
                            </a:schemeClr>
                          </a:solidFill>
                          <a:latin typeface="Cambria Math" panose="02040503050406030204" pitchFamily="18" charset="0"/>
                        </a:rPr>
                        <m:t>:   </m:t>
                      </m:r>
                      <m:r>
                        <a:rPr lang="en-US" sz="3600" b="1" i="1" smtClean="0">
                          <a:solidFill>
                            <a:schemeClr val="accent6">
                              <a:lumMod val="75000"/>
                            </a:schemeClr>
                          </a:solidFill>
                          <a:latin typeface="Cambria Math" panose="02040503050406030204" pitchFamily="18" charset="0"/>
                        </a:rPr>
                        <m:t>𝑷</m:t>
                      </m:r>
                      <m:r>
                        <a:rPr lang="en-US" sz="3600" b="1" i="1" smtClean="0">
                          <a:solidFill>
                            <a:schemeClr val="accent6">
                              <a:lumMod val="75000"/>
                            </a:schemeClr>
                          </a:solidFill>
                          <a:latin typeface="Cambria Math" panose="02040503050406030204" pitchFamily="18" charset="0"/>
                        </a:rPr>
                        <m:t>=</m:t>
                      </m:r>
                      <m:r>
                        <a:rPr lang="en-US" sz="3600" b="1" i="1" smtClean="0">
                          <a:solidFill>
                            <a:schemeClr val="accent6">
                              <a:lumMod val="75000"/>
                            </a:schemeClr>
                          </a:solidFill>
                          <a:latin typeface="Cambria Math" panose="02040503050406030204" pitchFamily="18" charset="0"/>
                        </a:rPr>
                        <m:t>𝟑𝟔</m:t>
                      </m:r>
                      <m:r>
                        <a:rPr lang="en-US" sz="3600" b="1" i="1" smtClean="0">
                          <a:solidFill>
                            <a:schemeClr val="accent6">
                              <a:lumMod val="75000"/>
                            </a:schemeClr>
                          </a:solidFill>
                          <a:latin typeface="Cambria Math" panose="02040503050406030204" pitchFamily="18" charset="0"/>
                        </a:rPr>
                        <m:t> −</m:t>
                      </m:r>
                      <m:r>
                        <a:rPr lang="en-US" sz="3600" b="1" i="1" smtClean="0">
                          <a:solidFill>
                            <a:schemeClr val="accent6">
                              <a:lumMod val="75000"/>
                            </a:schemeClr>
                          </a:solidFill>
                          <a:latin typeface="Cambria Math" panose="02040503050406030204" pitchFamily="18" charset="0"/>
                        </a:rPr>
                        <m:t>𝟐</m:t>
                      </m:r>
                      <m:r>
                        <a:rPr lang="en-US" sz="3600" b="1" i="1" smtClean="0">
                          <a:solidFill>
                            <a:schemeClr val="accent6">
                              <a:lumMod val="75000"/>
                            </a:schemeClr>
                          </a:solidFill>
                          <a:latin typeface="Cambria Math" panose="02040503050406030204" pitchFamily="18" charset="0"/>
                        </a:rPr>
                        <m:t>𝒒</m:t>
                      </m:r>
                    </m:oMath>
                  </m:oMathPara>
                </a14:m>
                <a:endParaRPr lang="ar-AE" sz="3600" baseline="30000" dirty="0">
                  <a:solidFill>
                    <a:schemeClr val="accent6">
                      <a:lumMod val="75000"/>
                    </a:schemeClr>
                  </a:solidFill>
                  <a:latin typeface="Times New Roman" panose="02020603050405020304" pitchFamily="18" charset="0"/>
                  <a:cs typeface="Times New Roman" panose="02020603050405020304" pitchFamily="18" charset="0"/>
                </a:endParaRPr>
              </a:p>
            </p:txBody>
          </p:sp>
        </mc:Choice>
        <mc:Fallback xmlns="">
          <p:sp>
            <p:nvSpPr>
              <p:cNvPr id="17" name="17. Hence,   edp  =   AR / (AR - MR)">
                <a:extLst>
                  <a:ext uri="{FF2B5EF4-FFF2-40B4-BE49-F238E27FC236}">
                    <a16:creationId xmlns:a16="http://schemas.microsoft.com/office/drawing/2014/main" id="{1D7A936D-6C24-D94C-AFAC-AD2AC87E50F2}"/>
                  </a:ext>
                </a:extLst>
              </p:cNvPr>
              <p:cNvSpPr txBox="1">
                <a:spLocks noRot="1" noChangeAspect="1" noMove="1" noResize="1" noEditPoints="1" noAdjustHandles="1" noChangeArrowheads="1" noChangeShapeType="1" noTextEdit="1"/>
              </p:cNvSpPr>
              <p:nvPr/>
            </p:nvSpPr>
            <p:spPr>
              <a:xfrm>
                <a:off x="690465" y="907892"/>
                <a:ext cx="6868575" cy="826987"/>
              </a:xfrm>
              <a:prstGeom prst="rect">
                <a:avLst/>
              </a:prstGeom>
              <a:blipFill>
                <a:blip r:embed="rId2"/>
                <a:stretch>
                  <a:fillRect b="-21212"/>
                </a:stretch>
              </a:blipFill>
              <a:ln w="12700">
                <a:miter lim="400000"/>
              </a:ln>
              <a:extLst>
                <a:ext uri="{C572A759-6A51-4108-AA02-DFA0A04FC94B}">
                  <ma14:wrappingTextBoxFlag xmlns:a14="http://schemas.microsoft.com/office/drawing/2010/main" xmlns="" xmlns:ma14="http://schemas.microsoft.com/office/mac/drawingml/2011/main" xmlns:m="http://schemas.openxmlformats.org/officeDocument/2006/math"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17. Hence,   edp  =   AR / (AR - MR)">
                <a:extLst>
                  <a:ext uri="{FF2B5EF4-FFF2-40B4-BE49-F238E27FC236}">
                    <a16:creationId xmlns:a16="http://schemas.microsoft.com/office/drawing/2014/main" id="{4A30EFF9-A89E-FD44-88AC-EFE5FDFAF48C}"/>
                  </a:ext>
                </a:extLst>
              </p:cNvPr>
              <p:cNvSpPr txBox="1"/>
              <p:nvPr/>
            </p:nvSpPr>
            <p:spPr>
              <a:xfrm>
                <a:off x="659396" y="2082164"/>
                <a:ext cx="11338976" cy="826987"/>
              </a:xfrm>
              <a:prstGeom prst="rect">
                <a:avLst/>
              </a:prstGeom>
              <a:solidFill>
                <a:schemeClr val="accent3">
                  <a:lumMod val="20000"/>
                  <a:lumOff val="80000"/>
                </a:schemeClr>
              </a:solidFill>
              <a:ln w="12700">
                <a:miter lim="400000"/>
              </a:ln>
              <a:extLst>
                <a:ext uri="{C572A759-6A51-4108-AA02-DFA0A04FC94B}">
                  <ma14:wrappingTextBoxFlag xmlns="" xmlns:ma14="http://schemas.microsoft.com/office/mac/drawingml/2011/main" xmlns:m="http://schemas.openxmlformats.org/officeDocument/2006/math" val="1"/>
                </a:ext>
              </a:extLst>
            </p:spPr>
            <p:txBody>
              <a:bodyPr lIns="50800" tIns="50800" rIns="50800" bIns="50800" anchor="b">
                <a:noAutofit/>
              </a:bodyPr>
              <a:lstStyle/>
              <a:p>
                <a:pPr algn="l" defTabSz="496570">
                  <a:defRPr sz="2550" b="0">
                    <a:latin typeface="+mn-lt"/>
                    <a:ea typeface="+mn-ea"/>
                    <a:cs typeface="+mn-cs"/>
                    <a:sym typeface="Helvetica Neue Medium"/>
                  </a:defRPr>
                </a:pPr>
                <a14:m>
                  <m:oMath xmlns:m="http://schemas.openxmlformats.org/officeDocument/2006/math">
                    <m:r>
                      <a:rPr lang="en-US" sz="3600" b="1" i="1" smtClean="0">
                        <a:solidFill>
                          <a:schemeClr val="tx1"/>
                        </a:solidFill>
                        <a:latin typeface="Cambria Math" panose="02040503050406030204" pitchFamily="18" charset="0"/>
                      </a:rPr>
                      <m:t>𝑻𝑹</m:t>
                    </m:r>
                    <m:r>
                      <a:rPr lang="en-US" sz="3600" b="1" i="1" smtClean="0">
                        <a:solidFill>
                          <a:schemeClr val="tx1"/>
                        </a:solidFill>
                        <a:latin typeface="Cambria Math" panose="02040503050406030204" pitchFamily="18" charset="0"/>
                      </a:rPr>
                      <m:t> </m:t>
                    </m:r>
                    <m:r>
                      <a:rPr lang="en-US" sz="3600" b="1" i="1" smtClean="0">
                        <a:solidFill>
                          <a:schemeClr val="tx1"/>
                        </a:solidFill>
                        <a:latin typeface="Cambria Math" panose="02040503050406030204" pitchFamily="18" charset="0"/>
                      </a:rPr>
                      <m:t>𝑭𝒖𝒏𝒄𝒕𝒊𝒐𝒏</m:t>
                    </m:r>
                    <m:r>
                      <a:rPr lang="en-US" sz="3600" b="1" i="1" smtClean="0">
                        <a:solidFill>
                          <a:schemeClr val="tx1"/>
                        </a:solidFill>
                        <a:latin typeface="Cambria Math" panose="02040503050406030204" pitchFamily="18" charset="0"/>
                      </a:rPr>
                      <m:t>:</m:t>
                    </m:r>
                    <m:r>
                      <a:rPr lang="en-US" sz="3600" b="1" i="1" smtClean="0">
                        <a:solidFill>
                          <a:schemeClr val="tx1"/>
                        </a:solidFill>
                        <a:latin typeface="Cambria Math" panose="02040503050406030204" pitchFamily="18" charset="0"/>
                      </a:rPr>
                      <m:t>𝑻𝑹</m:t>
                    </m:r>
                    <m:r>
                      <a:rPr lang="en-US" sz="3600" b="1" i="1" smtClean="0">
                        <a:solidFill>
                          <a:schemeClr val="tx1"/>
                        </a:solidFill>
                        <a:latin typeface="Cambria Math" panose="02040503050406030204" pitchFamily="18" charset="0"/>
                      </a:rPr>
                      <m:t>=</m:t>
                    </m:r>
                  </m:oMath>
                </a14:m>
                <a:r>
                  <a:rPr lang="en-US" sz="3600" dirty="0">
                    <a:solidFill>
                      <a:schemeClr val="tx1"/>
                    </a:solidFill>
                    <a:latin typeface="Times New Roman" panose="02020603050405020304" pitchFamily="18" charset="0"/>
                    <a:cs typeface="Times New Roman" panose="02020603050405020304" pitchFamily="18" charset="0"/>
                  </a:rPr>
                  <a:t> P * Q     R = 36q -  2q</a:t>
                </a:r>
                <a:r>
                  <a:rPr lang="en-US" sz="3600" baseline="30000" dirty="0">
                    <a:solidFill>
                      <a:schemeClr val="tx1"/>
                    </a:solidFill>
                    <a:latin typeface="Times New Roman" panose="02020603050405020304" pitchFamily="18" charset="0"/>
                    <a:cs typeface="Times New Roman" panose="02020603050405020304" pitchFamily="18" charset="0"/>
                  </a:rPr>
                  <a:t>2</a:t>
                </a:r>
                <a:endParaRPr lang="ar-AE" sz="3600" baseline="300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18" name="17. Hence,   edp  =   AR / (AR - MR)">
                <a:extLst>
                  <a:ext uri="{FF2B5EF4-FFF2-40B4-BE49-F238E27FC236}">
                    <a16:creationId xmlns:a16="http://schemas.microsoft.com/office/drawing/2014/main" id="{4A30EFF9-A89E-FD44-88AC-EFE5FDFAF48C}"/>
                  </a:ext>
                </a:extLst>
              </p:cNvPr>
              <p:cNvSpPr txBox="1">
                <a:spLocks noRot="1" noChangeAspect="1" noMove="1" noResize="1" noEditPoints="1" noAdjustHandles="1" noChangeArrowheads="1" noChangeShapeType="1" noTextEdit="1"/>
              </p:cNvSpPr>
              <p:nvPr/>
            </p:nvSpPr>
            <p:spPr>
              <a:xfrm>
                <a:off x="659396" y="2082164"/>
                <a:ext cx="11338976" cy="826987"/>
              </a:xfrm>
              <a:prstGeom prst="rect">
                <a:avLst/>
              </a:prstGeom>
              <a:blipFill>
                <a:blip r:embed="rId3"/>
                <a:stretch>
                  <a:fillRect l="-895" b="-27692"/>
                </a:stretch>
              </a:blipFill>
              <a:ln w="12700">
                <a:miter lim="400000"/>
              </a:ln>
              <a:extLst>
                <a:ext uri="{C572A759-6A51-4108-AA02-DFA0A04FC94B}">
                  <ma14:wrappingTextBoxFlag xmlns="" xmlns:ma14="http://schemas.microsoft.com/office/mac/drawingml/2011/main" xmlns:m="http://schemas.openxmlformats.org/officeDocument/2006/math" xmlns:a14="http://schemas.microsoft.com/office/drawing/2010/main"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17. Hence,   edp  =   AR / (AR - MR)">
                <a:extLst>
                  <a:ext uri="{FF2B5EF4-FFF2-40B4-BE49-F238E27FC236}">
                    <a16:creationId xmlns:a16="http://schemas.microsoft.com/office/drawing/2014/main" id="{87FBD37D-9562-0A49-98DA-90609AEEE7B3}"/>
                  </a:ext>
                </a:extLst>
              </p:cNvPr>
              <p:cNvSpPr txBox="1"/>
              <p:nvPr/>
            </p:nvSpPr>
            <p:spPr>
              <a:xfrm>
                <a:off x="690465" y="3279057"/>
                <a:ext cx="6394547" cy="826987"/>
              </a:xfrm>
              <a:prstGeom prst="rect">
                <a:avLst/>
              </a:prstGeom>
              <a:solidFill>
                <a:schemeClr val="accent3">
                  <a:lumMod val="20000"/>
                  <a:lumOff val="80000"/>
                </a:schemeClr>
              </a:solidFill>
              <a:ln w="12700">
                <a:miter lim="400000"/>
              </a:ln>
              <a:extLst>
                <a:ext uri="{C572A759-6A51-4108-AA02-DFA0A04FC94B}">
                  <ma14:wrappingTextBoxFlag xmlns="" xmlns:ma14="http://schemas.microsoft.com/office/mac/drawingml/2011/main" xmlns:m="http://schemas.openxmlformats.org/officeDocument/2006/math" val="1"/>
                </a:ext>
              </a:extLst>
            </p:spPr>
            <p:txBody>
              <a:bodyPr lIns="50800" tIns="50800" rIns="50800" bIns="50800" anchor="b">
                <a:noAutofit/>
              </a:bodyPr>
              <a:lstStyle/>
              <a:p>
                <a:pPr algn="l" defTabSz="496570">
                  <a:defRPr sz="2550" b="0">
                    <a:latin typeface="+mn-lt"/>
                    <a:ea typeface="+mn-ea"/>
                    <a:cs typeface="+mn-cs"/>
                    <a:sym typeface="Helvetica Neue Medium"/>
                  </a:defRPr>
                </a:pPr>
                <a14:m>
                  <m:oMath xmlns:m="http://schemas.openxmlformats.org/officeDocument/2006/math">
                    <m:r>
                      <a:rPr lang="en-US" sz="3600" b="1" i="1" smtClean="0">
                        <a:solidFill>
                          <a:schemeClr val="tx1"/>
                        </a:solidFill>
                        <a:latin typeface="Cambria Math" panose="02040503050406030204" pitchFamily="18" charset="0"/>
                      </a:rPr>
                      <m:t>𝑴𝑹</m:t>
                    </m:r>
                    <m:r>
                      <a:rPr lang="en-US" sz="3600" b="1" i="1" smtClean="0">
                        <a:solidFill>
                          <a:schemeClr val="tx1"/>
                        </a:solidFill>
                        <a:latin typeface="Cambria Math" panose="02040503050406030204" pitchFamily="18" charset="0"/>
                      </a:rPr>
                      <m:t> </m:t>
                    </m:r>
                    <m:r>
                      <a:rPr lang="en-US" sz="3600" b="1" i="1" smtClean="0">
                        <a:solidFill>
                          <a:schemeClr val="tx1"/>
                        </a:solidFill>
                        <a:latin typeface="Cambria Math" panose="02040503050406030204" pitchFamily="18" charset="0"/>
                      </a:rPr>
                      <m:t>𝒄𝒖𝒓𝒗𝒆</m:t>
                    </m:r>
                    <m:r>
                      <a:rPr lang="en-US" sz="3600" b="1" i="1" smtClean="0">
                        <a:solidFill>
                          <a:schemeClr val="tx1"/>
                        </a:solidFill>
                        <a:latin typeface="Cambria Math" panose="02040503050406030204" pitchFamily="18" charset="0"/>
                      </a:rPr>
                      <m:t>:</m:t>
                    </m:r>
                  </m:oMath>
                </a14:m>
                <a:r>
                  <a:rPr lang="en-US" sz="3600" dirty="0">
                    <a:solidFill>
                      <a:schemeClr val="tx1"/>
                    </a:solidFill>
                    <a:latin typeface="Times New Roman" panose="02020603050405020304" pitchFamily="18" charset="0"/>
                    <a:cs typeface="Times New Roman" panose="02020603050405020304" pitchFamily="18" charset="0"/>
                  </a:rPr>
                  <a:t> TR’ =  36 – 4q</a:t>
                </a:r>
                <a:endParaRPr lang="ar-AE" sz="36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19" name="17. Hence,   edp  =   AR / (AR - MR)">
                <a:extLst>
                  <a:ext uri="{FF2B5EF4-FFF2-40B4-BE49-F238E27FC236}">
                    <a16:creationId xmlns:a16="http://schemas.microsoft.com/office/drawing/2014/main" id="{87FBD37D-9562-0A49-98DA-90609AEEE7B3}"/>
                  </a:ext>
                </a:extLst>
              </p:cNvPr>
              <p:cNvSpPr txBox="1">
                <a:spLocks noRot="1" noChangeAspect="1" noMove="1" noResize="1" noEditPoints="1" noAdjustHandles="1" noChangeArrowheads="1" noChangeShapeType="1" noTextEdit="1"/>
              </p:cNvSpPr>
              <p:nvPr/>
            </p:nvSpPr>
            <p:spPr>
              <a:xfrm>
                <a:off x="690465" y="3279057"/>
                <a:ext cx="6394547" cy="826987"/>
              </a:xfrm>
              <a:prstGeom prst="rect">
                <a:avLst/>
              </a:prstGeom>
              <a:blipFill>
                <a:blip r:embed="rId4"/>
                <a:stretch>
                  <a:fillRect l="-1587" b="-25758"/>
                </a:stretch>
              </a:blipFill>
              <a:ln w="12700">
                <a:miter lim="400000"/>
              </a:ln>
              <a:extLst>
                <a:ext uri="{C572A759-6A51-4108-AA02-DFA0A04FC94B}">
                  <ma14:wrappingTextBoxFlag xmlns="" xmlns:ma14="http://schemas.microsoft.com/office/mac/drawingml/2011/main" xmlns:m="http://schemas.openxmlformats.org/officeDocument/2006/math" xmlns:a14="http://schemas.microsoft.com/office/drawing/2010/main"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17. Hence,   edp  =   AR / (AR - MR)">
                <a:extLst>
                  <a:ext uri="{FF2B5EF4-FFF2-40B4-BE49-F238E27FC236}">
                    <a16:creationId xmlns:a16="http://schemas.microsoft.com/office/drawing/2014/main" id="{0C720E50-510C-6F44-B011-60FD2678423A}"/>
                  </a:ext>
                </a:extLst>
              </p:cNvPr>
              <p:cNvSpPr txBox="1"/>
              <p:nvPr/>
            </p:nvSpPr>
            <p:spPr>
              <a:xfrm>
                <a:off x="659396" y="4475950"/>
                <a:ext cx="10014824" cy="826987"/>
              </a:xfrm>
              <a:prstGeom prst="rect">
                <a:avLst/>
              </a:prstGeom>
              <a:solidFill>
                <a:schemeClr val="accent3">
                  <a:lumMod val="20000"/>
                  <a:lumOff val="80000"/>
                </a:schemeClr>
              </a:solidFill>
              <a:ln w="12700">
                <a:miter lim="400000"/>
              </a:ln>
              <a:extLst>
                <a:ext uri="{C572A759-6A51-4108-AA02-DFA0A04FC94B}">
                  <ma14:wrappingTextBoxFlag xmlns="" xmlns:ma14="http://schemas.microsoft.com/office/mac/drawingml/2011/main" xmlns:m="http://schemas.openxmlformats.org/officeDocument/2006/math" val="1"/>
                </a:ext>
              </a:extLst>
            </p:spPr>
            <p:txBody>
              <a:bodyPr lIns="50800" tIns="50800" rIns="50800" bIns="50800" anchor="b">
                <a:noAutofit/>
              </a:bodyPr>
              <a:lstStyle/>
              <a:p>
                <a:pPr algn="l" defTabSz="496570">
                  <a:defRPr sz="2550" b="0">
                    <a:latin typeface="+mn-lt"/>
                    <a:ea typeface="+mn-ea"/>
                    <a:cs typeface="+mn-cs"/>
                    <a:sym typeface="Helvetica Neue Medium"/>
                  </a:defRPr>
                </a:pPr>
                <a14:m>
                  <m:oMath xmlns:m="http://schemas.openxmlformats.org/officeDocument/2006/math">
                    <m:r>
                      <a:rPr lang="en-US" sz="3600" b="1" i="1" smtClean="0">
                        <a:solidFill>
                          <a:schemeClr val="tx1"/>
                        </a:solidFill>
                        <a:latin typeface="Cambria Math" panose="02040503050406030204" pitchFamily="18" charset="0"/>
                      </a:rPr>
                      <m:t>𝑴𝑹</m:t>
                    </m:r>
                    <m:r>
                      <a:rPr lang="en-US" sz="3600" b="1" i="1" smtClean="0">
                        <a:solidFill>
                          <a:schemeClr val="tx1"/>
                        </a:solidFill>
                        <a:latin typeface="Cambria Math" panose="02040503050406030204" pitchFamily="18" charset="0"/>
                      </a:rPr>
                      <m:t> </m:t>
                    </m:r>
                    <m:r>
                      <a:rPr lang="en-US" sz="3600" b="1" i="1" smtClean="0">
                        <a:solidFill>
                          <a:schemeClr val="tx1"/>
                        </a:solidFill>
                        <a:latin typeface="Cambria Math" panose="02040503050406030204" pitchFamily="18" charset="0"/>
                      </a:rPr>
                      <m:t>𝒄𝒖𝒓𝒗𝒆</m:t>
                    </m:r>
                    <m:r>
                      <a:rPr lang="en-US" sz="3600" b="1" i="1" smtClean="0">
                        <a:solidFill>
                          <a:schemeClr val="tx1"/>
                        </a:solidFill>
                        <a:latin typeface="Cambria Math" panose="02040503050406030204" pitchFamily="18" charset="0"/>
                      </a:rPr>
                      <m:t>:</m:t>
                    </m:r>
                  </m:oMath>
                </a14:m>
                <a:r>
                  <a:rPr lang="en-US" sz="3600" dirty="0">
                    <a:solidFill>
                      <a:schemeClr val="tx1"/>
                    </a:solidFill>
                    <a:latin typeface="Times New Roman" panose="02020603050405020304" pitchFamily="18" charset="0"/>
                    <a:cs typeface="Times New Roman" panose="02020603050405020304" pitchFamily="18" charset="0"/>
                  </a:rPr>
                  <a:t> 0 =  36 – 4q       qty = 9</a:t>
                </a:r>
                <a:endParaRPr lang="ar-AE" sz="36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9" name="17. Hence,   edp  =   AR / (AR - MR)">
                <a:extLst>
                  <a:ext uri="{FF2B5EF4-FFF2-40B4-BE49-F238E27FC236}">
                    <a16:creationId xmlns:a16="http://schemas.microsoft.com/office/drawing/2014/main" id="{0C720E50-510C-6F44-B011-60FD2678423A}"/>
                  </a:ext>
                </a:extLst>
              </p:cNvPr>
              <p:cNvSpPr txBox="1">
                <a:spLocks noRot="1" noChangeAspect="1" noMove="1" noResize="1" noEditPoints="1" noAdjustHandles="1" noChangeArrowheads="1" noChangeShapeType="1" noTextEdit="1"/>
              </p:cNvSpPr>
              <p:nvPr/>
            </p:nvSpPr>
            <p:spPr>
              <a:xfrm>
                <a:off x="659396" y="4475950"/>
                <a:ext cx="10014824" cy="826987"/>
              </a:xfrm>
              <a:prstGeom prst="rect">
                <a:avLst/>
              </a:prstGeom>
              <a:blipFill>
                <a:blip r:embed="rId5"/>
                <a:stretch>
                  <a:fillRect l="-1013" b="-25758"/>
                </a:stretch>
              </a:blipFill>
              <a:ln w="12700">
                <a:miter lim="400000"/>
              </a:ln>
              <a:extLst>
                <a:ext uri="{C572A759-6A51-4108-AA02-DFA0A04FC94B}">
                  <ma14:wrappingTextBoxFlag xmlns="" xmlns:ma14="http://schemas.microsoft.com/office/mac/drawingml/2011/main" xmlns:m="http://schemas.openxmlformats.org/officeDocument/2006/math" xmlns:a14="http://schemas.microsoft.com/office/drawing/2010/main"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17. Hence,   edp  =   AR / (AR - MR)">
                <a:extLst>
                  <a:ext uri="{FF2B5EF4-FFF2-40B4-BE49-F238E27FC236}">
                    <a16:creationId xmlns:a16="http://schemas.microsoft.com/office/drawing/2014/main" id="{FE081975-C811-1844-A95F-14F57A29F279}"/>
                  </a:ext>
                </a:extLst>
              </p:cNvPr>
              <p:cNvSpPr txBox="1"/>
              <p:nvPr/>
            </p:nvSpPr>
            <p:spPr>
              <a:xfrm>
                <a:off x="659396" y="6075627"/>
                <a:ext cx="11338976" cy="826987"/>
              </a:xfrm>
              <a:prstGeom prst="rect">
                <a:avLst/>
              </a:prstGeom>
              <a:solidFill>
                <a:schemeClr val="accent3">
                  <a:lumMod val="20000"/>
                  <a:lumOff val="80000"/>
                </a:schemeClr>
              </a:solidFill>
              <a:ln w="12700">
                <a:miter lim="400000"/>
              </a:ln>
              <a:extLst>
                <a:ext uri="{C572A759-6A51-4108-AA02-DFA0A04FC94B}">
                  <ma14:wrappingTextBoxFlag xmlns="" xmlns:ma14="http://schemas.microsoft.com/office/mac/drawingml/2011/main" xmlns:m="http://schemas.openxmlformats.org/officeDocument/2006/math" val="1"/>
                </a:ext>
              </a:extLst>
            </p:spPr>
            <p:txBody>
              <a:bodyPr lIns="50800" tIns="50800" rIns="50800" bIns="50800" anchor="b">
                <a:noAutofit/>
              </a:bodyPr>
              <a:lstStyle/>
              <a:p>
                <a:pPr algn="l" defTabSz="496570">
                  <a:defRPr sz="2550" b="0">
                    <a:latin typeface="+mn-lt"/>
                    <a:ea typeface="+mn-ea"/>
                    <a:cs typeface="+mn-cs"/>
                    <a:sym typeface="Helvetica Neue Medium"/>
                  </a:defRPr>
                </a:pPr>
                <a14:m>
                  <m:oMath xmlns:m="http://schemas.openxmlformats.org/officeDocument/2006/math">
                    <m:r>
                      <a:rPr lang="en-US" sz="3600" b="1" i="1" smtClean="0">
                        <a:solidFill>
                          <a:schemeClr val="tx1"/>
                        </a:solidFill>
                        <a:latin typeface="Cambria Math" panose="02040503050406030204" pitchFamily="18" charset="0"/>
                      </a:rPr>
                      <m:t>𝑽</m:t>
                    </m:r>
                    <m:d>
                      <m:dPr>
                        <m:ctrlPr>
                          <a:rPr lang="en-US" sz="3600" b="1" i="1" smtClean="0">
                            <a:solidFill>
                              <a:schemeClr val="tx1"/>
                            </a:solidFill>
                            <a:latin typeface="Cambria Math" panose="02040503050406030204" pitchFamily="18" charset="0"/>
                          </a:rPr>
                        </m:ctrlPr>
                      </m:dPr>
                      <m:e>
                        <m:r>
                          <a:rPr lang="en-US" sz="3600" b="1" i="1" smtClean="0">
                            <a:solidFill>
                              <a:schemeClr val="tx1"/>
                            </a:solidFill>
                            <a:latin typeface="Cambria Math" panose="02040503050406030204" pitchFamily="18" charset="0"/>
                          </a:rPr>
                          <m:t>𝑻𝑹</m:t>
                        </m:r>
                        <m:r>
                          <a:rPr lang="en-US" sz="3600" b="1" i="1" smtClean="0">
                            <a:solidFill>
                              <a:schemeClr val="tx1"/>
                            </a:solidFill>
                            <a:latin typeface="Cambria Math" panose="02040503050406030204" pitchFamily="18" charset="0"/>
                          </a:rPr>
                          <m:t>@ </m:t>
                        </m:r>
                        <m:r>
                          <a:rPr lang="en-US" sz="3600" b="1" i="1" smtClean="0">
                            <a:solidFill>
                              <a:schemeClr val="tx1"/>
                            </a:solidFill>
                            <a:latin typeface="Cambria Math" panose="02040503050406030204" pitchFamily="18" charset="0"/>
                          </a:rPr>
                          <m:t>𝒒</m:t>
                        </m:r>
                        <m:r>
                          <a:rPr lang="en-US" sz="3600" b="1" i="1" smtClean="0">
                            <a:solidFill>
                              <a:schemeClr val="tx1"/>
                            </a:solidFill>
                            <a:latin typeface="Cambria Math" panose="02040503050406030204" pitchFamily="18" charset="0"/>
                          </a:rPr>
                          <m:t>=</m:t>
                        </m:r>
                        <m:r>
                          <a:rPr lang="en-US" sz="3600" b="1" i="1" smtClean="0">
                            <a:solidFill>
                              <a:schemeClr val="tx1"/>
                            </a:solidFill>
                            <a:latin typeface="Cambria Math" panose="02040503050406030204" pitchFamily="18" charset="0"/>
                          </a:rPr>
                          <m:t>𝟗</m:t>
                        </m:r>
                      </m:e>
                    </m:d>
                    <m:r>
                      <a:rPr lang="en-US" sz="3600" b="1" i="1" smtClean="0">
                        <a:solidFill>
                          <a:schemeClr val="tx1"/>
                        </a:solidFill>
                        <a:latin typeface="Cambria Math" panose="02040503050406030204" pitchFamily="18" charset="0"/>
                      </a:rPr>
                      <m:t>      </m:t>
                    </m:r>
                  </m:oMath>
                </a14:m>
                <a:r>
                  <a:rPr lang="en-US" sz="3600" dirty="0">
                    <a:solidFill>
                      <a:schemeClr val="tx1"/>
                    </a:solidFill>
                    <a:latin typeface="Times New Roman" panose="02020603050405020304" pitchFamily="18" charset="0"/>
                    <a:cs typeface="Times New Roman" panose="02020603050405020304" pitchFamily="18" charset="0"/>
                  </a:rPr>
                  <a:t> R = 36*9 -  2*9</a:t>
                </a:r>
                <a:r>
                  <a:rPr lang="en-US" sz="3600" baseline="30000" dirty="0">
                    <a:solidFill>
                      <a:schemeClr val="tx1"/>
                    </a:solidFill>
                    <a:latin typeface="Times New Roman" panose="02020603050405020304" pitchFamily="18" charset="0"/>
                    <a:cs typeface="Times New Roman" panose="02020603050405020304" pitchFamily="18" charset="0"/>
                  </a:rPr>
                  <a:t>2</a:t>
                </a:r>
                <a:r>
                  <a:rPr lang="en-US" sz="3600" dirty="0">
                    <a:solidFill>
                      <a:schemeClr val="tx1"/>
                    </a:solidFill>
                    <a:latin typeface="Times New Roman" panose="02020603050405020304" pitchFamily="18" charset="0"/>
                    <a:cs typeface="Times New Roman" panose="02020603050405020304" pitchFamily="18" charset="0"/>
                  </a:rPr>
                  <a:t>   =  162</a:t>
                </a:r>
                <a:endParaRPr lang="ar-AE" sz="3600" baseline="300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10" name="17. Hence,   edp  =   AR / (AR - MR)">
                <a:extLst>
                  <a:ext uri="{FF2B5EF4-FFF2-40B4-BE49-F238E27FC236}">
                    <a16:creationId xmlns:a16="http://schemas.microsoft.com/office/drawing/2014/main" id="{FE081975-C811-1844-A95F-14F57A29F279}"/>
                  </a:ext>
                </a:extLst>
              </p:cNvPr>
              <p:cNvSpPr txBox="1">
                <a:spLocks noRot="1" noChangeAspect="1" noMove="1" noResize="1" noEditPoints="1" noAdjustHandles="1" noChangeArrowheads="1" noChangeShapeType="1" noTextEdit="1"/>
              </p:cNvSpPr>
              <p:nvPr/>
            </p:nvSpPr>
            <p:spPr>
              <a:xfrm>
                <a:off x="659396" y="6075627"/>
                <a:ext cx="11338976" cy="826987"/>
              </a:xfrm>
              <a:prstGeom prst="rect">
                <a:avLst/>
              </a:prstGeom>
              <a:blipFill>
                <a:blip r:embed="rId6"/>
                <a:stretch>
                  <a:fillRect l="-895" b="-27273"/>
                </a:stretch>
              </a:blipFill>
              <a:ln w="12700">
                <a:miter lim="400000"/>
              </a:ln>
              <a:extLst>
                <a:ext uri="{C572A759-6A51-4108-AA02-DFA0A04FC94B}">
                  <ma14:wrappingTextBoxFlag xmlns="" xmlns:ma14="http://schemas.microsoft.com/office/mac/drawingml/2011/main" xmlns:m="http://schemas.openxmlformats.org/officeDocument/2006/math" xmlns:a14="http://schemas.microsoft.com/office/drawing/2010/main" val="1"/>
                </a:ext>
              </a:extLst>
            </p:spPr>
            <p:txBody>
              <a:bodyPr/>
              <a:lstStyle/>
              <a:p>
                <a:r>
                  <a:rPr lang="en-US">
                    <a:noFill/>
                  </a:rPr>
                  <a:t> </a:t>
                </a:r>
              </a:p>
            </p:txBody>
          </p:sp>
        </mc:Fallback>
      </mc:AlternateContent>
    </p:spTree>
    <p:extLst>
      <p:ext uri="{BB962C8B-B14F-4D97-AF65-F5344CB8AC3E}">
        <p14:creationId xmlns:p14="http://schemas.microsoft.com/office/powerpoint/2010/main" val="1285703124"/>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9" grpId="0" animBg="1"/>
      <p:bldP spid="10"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5D14FDA-EDCD-314D-BDEC-16FBEA8FBD15}"/>
              </a:ext>
            </a:extLst>
          </p:cNvPr>
          <p:cNvSpPr>
            <a:spLocks noGrp="1"/>
          </p:cNvSpPr>
          <p:nvPr>
            <p:ph type="sldNum" sz="quarter" idx="2"/>
          </p:nvPr>
        </p:nvSpPr>
        <p:spPr/>
        <p:txBody>
          <a:bodyPr/>
          <a:lstStyle/>
          <a:p>
            <a:fld id="{86CB4B4D-7CA3-9044-876B-883B54F8677D}" type="slidenum">
              <a:rPr lang="en-IN" smtClean="0"/>
              <a:t>30</a:t>
            </a:fld>
            <a:endParaRPr lang="en-IN"/>
          </a:p>
        </p:txBody>
      </p:sp>
      <mc:AlternateContent xmlns:mc="http://schemas.openxmlformats.org/markup-compatibility/2006" xmlns:a14="http://schemas.microsoft.com/office/drawing/2010/main">
        <mc:Choice Requires="a14">
          <p:sp>
            <p:nvSpPr>
              <p:cNvPr id="20" name="17. Hence,   edp  =   AR / (AR - MR)">
                <a:extLst>
                  <a:ext uri="{FF2B5EF4-FFF2-40B4-BE49-F238E27FC236}">
                    <a16:creationId xmlns:a16="http://schemas.microsoft.com/office/drawing/2014/main" id="{C1D0ADD4-A2B5-6B45-A48D-D8FC67611A35}"/>
                  </a:ext>
                </a:extLst>
              </p:cNvPr>
              <p:cNvSpPr txBox="1"/>
              <p:nvPr/>
            </p:nvSpPr>
            <p:spPr>
              <a:xfrm>
                <a:off x="408473" y="331281"/>
                <a:ext cx="8735527" cy="826987"/>
              </a:xfrm>
              <a:prstGeom prst="rect">
                <a:avLst/>
              </a:prstGeom>
              <a:solidFill>
                <a:schemeClr val="accent1">
                  <a:lumMod val="20000"/>
                  <a:lumOff val="80000"/>
                </a:schemeClr>
              </a:solidFill>
              <a:ln w="12700">
                <a:miter lim="400000"/>
              </a:ln>
              <a:extLst>
                <a:ext uri="{C572A759-6A51-4108-AA02-DFA0A04FC94B}">
                  <ma14:wrappingTextBoxFlag xmlns="" xmlns:ma14="http://schemas.microsoft.com/office/mac/drawingml/2011/main" xmlns:m="http://schemas.openxmlformats.org/officeDocument/2006/math" val="1"/>
                </a:ext>
              </a:extLst>
            </p:spPr>
            <p:txBody>
              <a:bodyPr lIns="50800" tIns="50800" rIns="50800" bIns="50800" anchor="b">
                <a:noAutofit/>
              </a:bodyPr>
              <a:lstStyle/>
              <a:p>
                <a:pPr algn="l" defTabSz="496570">
                  <a:defRPr sz="2550" b="0">
                    <a:latin typeface="+mn-lt"/>
                    <a:ea typeface="+mn-ea"/>
                    <a:cs typeface="+mn-cs"/>
                    <a:sym typeface="Helvetica Neue Medium"/>
                  </a:defRPr>
                </a:pPr>
                <a14:m>
                  <m:oMathPara xmlns:m="http://schemas.openxmlformats.org/officeDocument/2006/math">
                    <m:oMathParaPr>
                      <m:jc m:val="centerGroup"/>
                    </m:oMathParaPr>
                    <m:oMath xmlns:m="http://schemas.openxmlformats.org/officeDocument/2006/math">
                      <m:r>
                        <a:rPr lang="en-US" sz="3600" b="1" i="1" smtClean="0">
                          <a:solidFill>
                            <a:schemeClr val="tx1"/>
                          </a:solidFill>
                          <a:latin typeface="Cambria Math" panose="02040503050406030204" pitchFamily="18" charset="0"/>
                        </a:rPr>
                        <m:t>𝑨𝑹</m:t>
                      </m:r>
                      <m:r>
                        <a:rPr lang="en-US" sz="3600" b="1" i="1" smtClean="0">
                          <a:solidFill>
                            <a:schemeClr val="tx1"/>
                          </a:solidFill>
                          <a:latin typeface="Cambria Math" panose="02040503050406030204" pitchFamily="18" charset="0"/>
                        </a:rPr>
                        <m:t> </m:t>
                      </m:r>
                      <m:r>
                        <a:rPr lang="en-US" sz="3600" b="1" i="1" smtClean="0">
                          <a:solidFill>
                            <a:schemeClr val="tx1"/>
                          </a:solidFill>
                          <a:latin typeface="Cambria Math" panose="02040503050406030204" pitchFamily="18" charset="0"/>
                        </a:rPr>
                        <m:t>𝑭𝒖𝒏𝒄𝒕𝒊𝒐𝒏</m:t>
                      </m:r>
                      <m:r>
                        <a:rPr lang="en-US" sz="3600" b="1" i="1" smtClean="0">
                          <a:solidFill>
                            <a:schemeClr val="tx1"/>
                          </a:solidFill>
                          <a:latin typeface="Cambria Math" panose="02040503050406030204" pitchFamily="18" charset="0"/>
                        </a:rPr>
                        <m:t>:   </m:t>
                      </m:r>
                      <m:r>
                        <a:rPr lang="en-US" sz="3600" b="1" i="1" smtClean="0">
                          <a:solidFill>
                            <a:schemeClr val="tx1"/>
                          </a:solidFill>
                          <a:latin typeface="Cambria Math" panose="02040503050406030204" pitchFamily="18" charset="0"/>
                        </a:rPr>
                        <m:t>𝑷</m:t>
                      </m:r>
                      <m:r>
                        <a:rPr lang="en-US" sz="3600" b="1" i="1" smtClean="0">
                          <a:solidFill>
                            <a:schemeClr val="tx1"/>
                          </a:solidFill>
                          <a:latin typeface="Cambria Math" panose="02040503050406030204" pitchFamily="18" charset="0"/>
                        </a:rPr>
                        <m:t>=</m:t>
                      </m:r>
                      <m:r>
                        <a:rPr lang="en-US" sz="3600" b="1" i="1" smtClean="0">
                          <a:solidFill>
                            <a:schemeClr val="tx1"/>
                          </a:solidFill>
                          <a:latin typeface="Cambria Math" panose="02040503050406030204" pitchFamily="18" charset="0"/>
                        </a:rPr>
                        <m:t>𝟓𝟎𝟎</m:t>
                      </m:r>
                      <m:r>
                        <a:rPr lang="en-US" sz="3600" b="1" i="1" smtClean="0">
                          <a:solidFill>
                            <a:schemeClr val="tx1"/>
                          </a:solidFill>
                          <a:latin typeface="Cambria Math" panose="02040503050406030204" pitchFamily="18" charset="0"/>
                        </a:rPr>
                        <m:t> −</m:t>
                      </m:r>
                      <m:r>
                        <a:rPr lang="en-US" sz="3600" b="1" i="1" smtClean="0">
                          <a:solidFill>
                            <a:schemeClr val="tx1"/>
                          </a:solidFill>
                          <a:latin typeface="Cambria Math" panose="02040503050406030204" pitchFamily="18" charset="0"/>
                        </a:rPr>
                        <m:t>𝟎</m:t>
                      </m:r>
                      <m:r>
                        <a:rPr lang="en-US" sz="3600" b="1" i="1" smtClean="0">
                          <a:solidFill>
                            <a:schemeClr val="tx1"/>
                          </a:solidFill>
                          <a:latin typeface="Cambria Math" panose="02040503050406030204" pitchFamily="18" charset="0"/>
                        </a:rPr>
                        <m:t>.</m:t>
                      </m:r>
                      <m:r>
                        <a:rPr lang="en-US" sz="3600" b="1" i="1" smtClean="0">
                          <a:solidFill>
                            <a:schemeClr val="tx1"/>
                          </a:solidFill>
                          <a:latin typeface="Cambria Math" panose="02040503050406030204" pitchFamily="18" charset="0"/>
                        </a:rPr>
                        <m:t>𝟐𝟓</m:t>
                      </m:r>
                      <m:r>
                        <a:rPr lang="en-US" sz="3600" b="1" i="1" smtClean="0">
                          <a:solidFill>
                            <a:schemeClr val="tx1"/>
                          </a:solidFill>
                          <a:latin typeface="Cambria Math" panose="02040503050406030204" pitchFamily="18" charset="0"/>
                        </a:rPr>
                        <m:t>𝒒</m:t>
                      </m:r>
                    </m:oMath>
                  </m:oMathPara>
                </a14:m>
                <a:endParaRPr lang="ar-AE" sz="36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20" name="17. Hence,   edp  =   AR / (AR - MR)">
                <a:extLst>
                  <a:ext uri="{FF2B5EF4-FFF2-40B4-BE49-F238E27FC236}">
                    <a16:creationId xmlns:a16="http://schemas.microsoft.com/office/drawing/2014/main" id="{C1D0ADD4-A2B5-6B45-A48D-D8FC67611A35}"/>
                  </a:ext>
                </a:extLst>
              </p:cNvPr>
              <p:cNvSpPr txBox="1">
                <a:spLocks noRot="1" noChangeAspect="1" noMove="1" noResize="1" noEditPoints="1" noAdjustHandles="1" noChangeArrowheads="1" noChangeShapeType="1" noTextEdit="1"/>
              </p:cNvSpPr>
              <p:nvPr/>
            </p:nvSpPr>
            <p:spPr>
              <a:xfrm>
                <a:off x="408473" y="331281"/>
                <a:ext cx="8735527" cy="826987"/>
              </a:xfrm>
              <a:prstGeom prst="rect">
                <a:avLst/>
              </a:prstGeom>
              <a:blipFill>
                <a:blip r:embed="rId2"/>
                <a:stretch>
                  <a:fillRect b="-25373"/>
                </a:stretch>
              </a:blipFill>
              <a:ln w="12700">
                <a:miter lim="400000"/>
              </a:ln>
              <a:extLst>
                <a:ext uri="{C572A759-6A51-4108-AA02-DFA0A04FC94B}">
                  <ma14:wrappingTextBoxFlag xmlns:m="http://schemas.openxmlformats.org/officeDocument/2006/math" xmlns:ma14="http://schemas.microsoft.com/office/mac/drawingml/2011/main" xmlns="" xmlns:a14="http://schemas.microsoft.com/office/drawing/2010/main"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17. Hence,   edp  =   AR / (AR - MR)">
                <a:extLst>
                  <a:ext uri="{FF2B5EF4-FFF2-40B4-BE49-F238E27FC236}">
                    <a16:creationId xmlns:a16="http://schemas.microsoft.com/office/drawing/2014/main" id="{C16C8BBB-3311-7C45-97FC-3062DE5F5F5B}"/>
                  </a:ext>
                </a:extLst>
              </p:cNvPr>
              <p:cNvSpPr txBox="1"/>
              <p:nvPr/>
            </p:nvSpPr>
            <p:spPr>
              <a:xfrm>
                <a:off x="408473" y="1236610"/>
                <a:ext cx="8903478" cy="826987"/>
              </a:xfrm>
              <a:prstGeom prst="rect">
                <a:avLst/>
              </a:prstGeom>
              <a:solidFill>
                <a:schemeClr val="accent3">
                  <a:lumMod val="40000"/>
                  <a:lumOff val="60000"/>
                </a:schemeClr>
              </a:solidFill>
              <a:ln w="12700">
                <a:miter lim="400000"/>
              </a:ln>
              <a:extLst>
                <a:ext uri="{C572A759-6A51-4108-AA02-DFA0A04FC94B}">
                  <ma14:wrappingTextBoxFlag xmlns="" xmlns:ma14="http://schemas.microsoft.com/office/mac/drawingml/2011/main" xmlns:m="http://schemas.openxmlformats.org/officeDocument/2006/math" val="1"/>
                </a:ext>
              </a:extLst>
            </p:spPr>
            <p:txBody>
              <a:bodyPr lIns="50800" tIns="50800" rIns="50800" bIns="50800" anchor="b">
                <a:noAutofit/>
              </a:bodyPr>
              <a:lstStyle/>
              <a:p>
                <a:pPr algn="l" defTabSz="496570">
                  <a:defRPr sz="2550" b="0">
                    <a:latin typeface="+mn-lt"/>
                    <a:ea typeface="+mn-ea"/>
                    <a:cs typeface="+mn-cs"/>
                    <a:sym typeface="Helvetica Neue Medium"/>
                  </a:defRPr>
                </a:pPr>
                <a14:m>
                  <m:oMathPara xmlns:m="http://schemas.openxmlformats.org/officeDocument/2006/math">
                    <m:oMathParaPr>
                      <m:jc m:val="centerGroup"/>
                    </m:oMathParaPr>
                    <m:oMath xmlns:m="http://schemas.openxmlformats.org/officeDocument/2006/math">
                      <m:r>
                        <a:rPr lang="en-US" sz="3600" b="1" i="1" smtClean="0">
                          <a:solidFill>
                            <a:schemeClr val="tx1"/>
                          </a:solidFill>
                          <a:latin typeface="Cambria Math" panose="02040503050406030204" pitchFamily="18" charset="0"/>
                        </a:rPr>
                        <m:t>𝑻𝑪</m:t>
                      </m:r>
                      <m:r>
                        <a:rPr lang="en-US" sz="3600" b="1" i="1" smtClean="0">
                          <a:solidFill>
                            <a:schemeClr val="tx1"/>
                          </a:solidFill>
                          <a:latin typeface="Cambria Math" panose="02040503050406030204" pitchFamily="18" charset="0"/>
                        </a:rPr>
                        <m:t> </m:t>
                      </m:r>
                      <m:r>
                        <a:rPr lang="en-US" sz="3600" b="1" i="1" smtClean="0">
                          <a:solidFill>
                            <a:schemeClr val="tx1"/>
                          </a:solidFill>
                          <a:latin typeface="Cambria Math" panose="02040503050406030204" pitchFamily="18" charset="0"/>
                        </a:rPr>
                        <m:t>𝑭𝒖𝒏𝒄𝒕𝒊𝒐𝒏</m:t>
                      </m:r>
                      <m:r>
                        <a:rPr lang="en-US" sz="3600" b="1" i="1" smtClean="0">
                          <a:solidFill>
                            <a:schemeClr val="tx1"/>
                          </a:solidFill>
                          <a:latin typeface="Cambria Math" panose="02040503050406030204" pitchFamily="18" charset="0"/>
                        </a:rPr>
                        <m:t>:   </m:t>
                      </m:r>
                      <m:r>
                        <a:rPr lang="en-US" sz="3600" b="1" i="1" smtClean="0">
                          <a:solidFill>
                            <a:schemeClr val="tx1"/>
                          </a:solidFill>
                          <a:latin typeface="Cambria Math" panose="02040503050406030204" pitchFamily="18" charset="0"/>
                        </a:rPr>
                        <m:t>𝑪</m:t>
                      </m:r>
                      <m:r>
                        <a:rPr lang="en-US" sz="3600" b="1" i="1" smtClean="0">
                          <a:solidFill>
                            <a:schemeClr val="tx1"/>
                          </a:solidFill>
                          <a:latin typeface="Cambria Math" panose="02040503050406030204" pitchFamily="18" charset="0"/>
                        </a:rPr>
                        <m:t>=</m:t>
                      </m:r>
                      <m:sSup>
                        <m:sSupPr>
                          <m:ctrlPr>
                            <a:rPr lang="en-US" sz="3600" i="1">
                              <a:solidFill>
                                <a:schemeClr val="tx1"/>
                              </a:solidFill>
                              <a:latin typeface="Cambria Math" panose="02040503050406030204" pitchFamily="18" charset="0"/>
                              <a:sym typeface="Helvetica Neue Medium"/>
                            </a:rPr>
                          </m:ctrlPr>
                        </m:sSupPr>
                        <m:e>
                          <m:r>
                            <a:rPr lang="en-US" sz="3600" i="1">
                              <a:solidFill>
                                <a:schemeClr val="tx1"/>
                              </a:solidFill>
                              <a:latin typeface="Cambria Math" panose="02040503050406030204" pitchFamily="18" charset="0"/>
                              <a:sym typeface="Helvetica Neue Medium"/>
                            </a:rPr>
                            <m:t>𝒒</m:t>
                          </m:r>
                        </m:e>
                        <m:sup>
                          <m:r>
                            <a:rPr lang="en-US" sz="3600" b="0" i="1" smtClean="0">
                              <a:solidFill>
                                <a:schemeClr val="tx1"/>
                              </a:solidFill>
                              <a:latin typeface="Cambria Math" panose="02040503050406030204" pitchFamily="18" charset="0"/>
                              <a:sym typeface="Helvetica Neue Medium"/>
                            </a:rPr>
                            <m:t>3</m:t>
                          </m:r>
                        </m:sup>
                      </m:sSup>
                      <m:r>
                        <a:rPr lang="en-US" sz="3600" b="0" i="1" smtClean="0">
                          <a:solidFill>
                            <a:schemeClr val="tx1"/>
                          </a:solidFill>
                          <a:latin typeface="Cambria Math" panose="02040503050406030204" pitchFamily="18" charset="0"/>
                          <a:sym typeface="Helvetica Neue Medium"/>
                        </a:rPr>
                        <m:t>−</m:t>
                      </m:r>
                      <m:sSup>
                        <m:sSupPr>
                          <m:ctrlPr>
                            <a:rPr lang="en-US" sz="3600" b="1" i="1" smtClean="0">
                              <a:solidFill>
                                <a:schemeClr val="tx1"/>
                              </a:solidFill>
                              <a:latin typeface="Cambria Math" panose="02040503050406030204" pitchFamily="18" charset="0"/>
                            </a:rPr>
                          </m:ctrlPr>
                        </m:sSupPr>
                        <m:e>
                          <m:r>
                            <a:rPr lang="en-US" sz="3600" b="1" i="1" smtClean="0">
                              <a:solidFill>
                                <a:schemeClr val="tx1"/>
                              </a:solidFill>
                              <a:latin typeface="Cambria Math" panose="02040503050406030204" pitchFamily="18" charset="0"/>
                            </a:rPr>
                            <m:t>𝒒</m:t>
                          </m:r>
                        </m:e>
                        <m:sup>
                          <m:r>
                            <a:rPr lang="en-US" sz="3600" b="1" i="1" smtClean="0">
                              <a:solidFill>
                                <a:schemeClr val="tx1"/>
                              </a:solidFill>
                              <a:latin typeface="Cambria Math" panose="02040503050406030204" pitchFamily="18" charset="0"/>
                            </a:rPr>
                            <m:t>𝟐</m:t>
                          </m:r>
                        </m:sup>
                      </m:sSup>
                      <m:r>
                        <a:rPr lang="en-US" sz="3600" b="1" i="1" smtClean="0">
                          <a:solidFill>
                            <a:schemeClr val="tx1"/>
                          </a:solidFill>
                          <a:latin typeface="Cambria Math" panose="02040503050406030204" pitchFamily="18" charset="0"/>
                        </a:rPr>
                        <m:t>+</m:t>
                      </m:r>
                      <m:r>
                        <a:rPr lang="en-US" sz="3600" b="1" i="1" smtClean="0">
                          <a:solidFill>
                            <a:schemeClr val="tx1"/>
                          </a:solidFill>
                          <a:latin typeface="Cambria Math" panose="02040503050406030204" pitchFamily="18" charset="0"/>
                        </a:rPr>
                        <m:t>𝟐𝟓</m:t>
                      </m:r>
                      <m:r>
                        <a:rPr lang="en-US" sz="3600" b="1" i="1" smtClean="0">
                          <a:solidFill>
                            <a:schemeClr val="tx1"/>
                          </a:solidFill>
                          <a:latin typeface="Cambria Math" panose="02040503050406030204" pitchFamily="18" charset="0"/>
                        </a:rPr>
                        <m:t>𝒒</m:t>
                      </m:r>
                      <m:r>
                        <a:rPr lang="en-US" sz="3600" b="1" i="1" smtClean="0">
                          <a:solidFill>
                            <a:schemeClr val="tx1"/>
                          </a:solidFill>
                          <a:latin typeface="Cambria Math" panose="02040503050406030204" pitchFamily="18" charset="0"/>
                        </a:rPr>
                        <m:t>+</m:t>
                      </m:r>
                      <m:r>
                        <a:rPr lang="en-US" sz="3600" b="1" i="1" smtClean="0">
                          <a:solidFill>
                            <a:schemeClr val="tx1"/>
                          </a:solidFill>
                          <a:latin typeface="Cambria Math" panose="02040503050406030204" pitchFamily="18" charset="0"/>
                        </a:rPr>
                        <m:t>𝟏𝟎𝟎</m:t>
                      </m:r>
                    </m:oMath>
                  </m:oMathPara>
                </a14:m>
                <a:endParaRPr lang="ar-AE" sz="36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21" name="17. Hence,   edp  =   AR / (AR - MR)">
                <a:extLst>
                  <a:ext uri="{FF2B5EF4-FFF2-40B4-BE49-F238E27FC236}">
                    <a16:creationId xmlns:a16="http://schemas.microsoft.com/office/drawing/2014/main" id="{C16C8BBB-3311-7C45-97FC-3062DE5F5F5B}"/>
                  </a:ext>
                </a:extLst>
              </p:cNvPr>
              <p:cNvSpPr txBox="1">
                <a:spLocks noRot="1" noChangeAspect="1" noMove="1" noResize="1" noEditPoints="1" noAdjustHandles="1" noChangeArrowheads="1" noChangeShapeType="1" noTextEdit="1"/>
              </p:cNvSpPr>
              <p:nvPr/>
            </p:nvSpPr>
            <p:spPr>
              <a:xfrm>
                <a:off x="408473" y="1236610"/>
                <a:ext cx="8903478" cy="826987"/>
              </a:xfrm>
              <a:prstGeom prst="rect">
                <a:avLst/>
              </a:prstGeom>
              <a:blipFill>
                <a:blip r:embed="rId3"/>
                <a:stretch>
                  <a:fillRect r="-1282" b="-25758"/>
                </a:stretch>
              </a:blipFill>
              <a:ln w="12700">
                <a:miter lim="400000"/>
              </a:ln>
              <a:extLst>
                <a:ext uri="{C572A759-6A51-4108-AA02-DFA0A04FC94B}">
                  <ma14:wrappingTextBoxFlag xmlns="" xmlns:ma14="http://schemas.microsoft.com/office/mac/drawingml/2011/main" xmlns:m="http://schemas.openxmlformats.org/officeDocument/2006/math" xmlns:a14="http://schemas.microsoft.com/office/drawing/2010/main"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17. Hence,   edp  =   AR / (AR - MR)">
                <a:extLst>
                  <a:ext uri="{FF2B5EF4-FFF2-40B4-BE49-F238E27FC236}">
                    <a16:creationId xmlns:a16="http://schemas.microsoft.com/office/drawing/2014/main" id="{FE80DFEA-7449-2D40-BA95-229D15205BB8}"/>
                  </a:ext>
                </a:extLst>
              </p:cNvPr>
              <p:cNvSpPr txBox="1"/>
              <p:nvPr/>
            </p:nvSpPr>
            <p:spPr>
              <a:xfrm>
                <a:off x="408473" y="2320573"/>
                <a:ext cx="8399625" cy="826987"/>
              </a:xfrm>
              <a:prstGeom prst="rect">
                <a:avLst/>
              </a:prstGeom>
              <a:solidFill>
                <a:schemeClr val="accent1">
                  <a:lumMod val="20000"/>
                  <a:lumOff val="80000"/>
                </a:schemeClr>
              </a:solidFill>
              <a:ln w="12700">
                <a:miter lim="400000"/>
              </a:ln>
              <a:extLst>
                <a:ext uri="{C572A759-6A51-4108-AA02-DFA0A04FC94B}">
                  <ma14:wrappingTextBoxFlag xmlns="" xmlns:ma14="http://schemas.microsoft.com/office/mac/drawingml/2011/main" xmlns:m="http://schemas.openxmlformats.org/officeDocument/2006/math" val="1"/>
                </a:ext>
              </a:extLst>
            </p:spPr>
            <p:txBody>
              <a:bodyPr lIns="50800" tIns="50800" rIns="50800" bIns="50800" anchor="b">
                <a:noAutofit/>
              </a:bodyPr>
              <a:lstStyle/>
              <a:p>
                <a:pPr algn="l" defTabSz="496570">
                  <a:defRPr sz="2550" b="0">
                    <a:latin typeface="+mn-lt"/>
                    <a:ea typeface="+mn-ea"/>
                    <a:cs typeface="+mn-cs"/>
                    <a:sym typeface="Helvetica Neue Medium"/>
                  </a:defRPr>
                </a:pPr>
                <a14:m>
                  <m:oMathPara xmlns:m="http://schemas.openxmlformats.org/officeDocument/2006/math">
                    <m:oMathParaPr>
                      <m:jc m:val="centerGroup"/>
                    </m:oMathParaPr>
                    <m:oMath xmlns:m="http://schemas.openxmlformats.org/officeDocument/2006/math">
                      <m:r>
                        <a:rPr lang="en-US" sz="3600" b="1" i="1" smtClean="0">
                          <a:solidFill>
                            <a:schemeClr val="tx1"/>
                          </a:solidFill>
                          <a:latin typeface="Cambria Math" panose="02040503050406030204" pitchFamily="18" charset="0"/>
                        </a:rPr>
                        <m:t>𝑻𝑹</m:t>
                      </m:r>
                      <m:r>
                        <a:rPr lang="en-US" sz="3600" b="1" i="1" smtClean="0">
                          <a:solidFill>
                            <a:schemeClr val="tx1"/>
                          </a:solidFill>
                          <a:latin typeface="Cambria Math" panose="02040503050406030204" pitchFamily="18" charset="0"/>
                        </a:rPr>
                        <m:t> </m:t>
                      </m:r>
                      <m:r>
                        <a:rPr lang="en-US" sz="3600" b="1" i="1" smtClean="0">
                          <a:solidFill>
                            <a:schemeClr val="tx1"/>
                          </a:solidFill>
                          <a:latin typeface="Cambria Math" panose="02040503050406030204" pitchFamily="18" charset="0"/>
                        </a:rPr>
                        <m:t>𝑭𝒖𝒏𝒄𝒕𝒊𝒐𝒏</m:t>
                      </m:r>
                      <m:r>
                        <a:rPr lang="en-US" sz="3600" b="1" i="1" smtClean="0">
                          <a:solidFill>
                            <a:schemeClr val="tx1"/>
                          </a:solidFill>
                          <a:latin typeface="Cambria Math" panose="02040503050406030204" pitchFamily="18" charset="0"/>
                        </a:rPr>
                        <m:t>:   </m:t>
                      </m:r>
                      <m:r>
                        <a:rPr lang="en-US" sz="3600" b="1" i="1" smtClean="0">
                          <a:solidFill>
                            <a:schemeClr val="tx1"/>
                          </a:solidFill>
                          <a:latin typeface="Cambria Math" panose="02040503050406030204" pitchFamily="18" charset="0"/>
                        </a:rPr>
                        <m:t>𝑹</m:t>
                      </m:r>
                      <m:r>
                        <a:rPr lang="en-US" sz="3600" b="1" i="1" smtClean="0">
                          <a:solidFill>
                            <a:schemeClr val="tx1"/>
                          </a:solidFill>
                          <a:latin typeface="Cambria Math" panose="02040503050406030204" pitchFamily="18" charset="0"/>
                        </a:rPr>
                        <m:t>=</m:t>
                      </m:r>
                      <m:r>
                        <a:rPr lang="en-US" sz="3600" b="1" i="1" smtClean="0">
                          <a:solidFill>
                            <a:schemeClr val="tx1"/>
                          </a:solidFill>
                          <a:latin typeface="Cambria Math" panose="02040503050406030204" pitchFamily="18" charset="0"/>
                        </a:rPr>
                        <m:t>𝟓𝟎𝟎</m:t>
                      </m:r>
                      <m:r>
                        <a:rPr lang="en-US" sz="3600" b="1" i="1" smtClean="0">
                          <a:solidFill>
                            <a:schemeClr val="tx1"/>
                          </a:solidFill>
                          <a:latin typeface="Cambria Math" panose="02040503050406030204" pitchFamily="18" charset="0"/>
                        </a:rPr>
                        <m:t>𝒒</m:t>
                      </m:r>
                      <m:r>
                        <a:rPr lang="en-US" sz="3600" b="1" i="1" smtClean="0">
                          <a:solidFill>
                            <a:schemeClr val="tx1"/>
                          </a:solidFill>
                          <a:latin typeface="Cambria Math" panose="02040503050406030204" pitchFamily="18" charset="0"/>
                        </a:rPr>
                        <m:t> −</m:t>
                      </m:r>
                      <m:r>
                        <a:rPr lang="en-US" sz="3600" b="1" i="1" smtClean="0">
                          <a:solidFill>
                            <a:schemeClr val="tx1"/>
                          </a:solidFill>
                          <a:latin typeface="Cambria Math" panose="02040503050406030204" pitchFamily="18" charset="0"/>
                        </a:rPr>
                        <m:t>𝟎</m:t>
                      </m:r>
                      <m:r>
                        <a:rPr lang="en-US" sz="3600" b="1" i="1" smtClean="0">
                          <a:solidFill>
                            <a:schemeClr val="tx1"/>
                          </a:solidFill>
                          <a:latin typeface="Cambria Math" panose="02040503050406030204" pitchFamily="18" charset="0"/>
                        </a:rPr>
                        <m:t>.</m:t>
                      </m:r>
                      <m:r>
                        <a:rPr lang="en-US" sz="3600" b="1" i="1" smtClean="0">
                          <a:solidFill>
                            <a:schemeClr val="tx1"/>
                          </a:solidFill>
                          <a:latin typeface="Cambria Math" panose="02040503050406030204" pitchFamily="18" charset="0"/>
                        </a:rPr>
                        <m:t>𝟐𝟓</m:t>
                      </m:r>
                      <m:r>
                        <a:rPr lang="en-US" sz="3600" b="1" i="1" smtClean="0">
                          <a:solidFill>
                            <a:schemeClr val="tx1"/>
                          </a:solidFill>
                          <a:latin typeface="Cambria Math" panose="02040503050406030204" pitchFamily="18" charset="0"/>
                        </a:rPr>
                        <m:t>𝒒</m:t>
                      </m:r>
                      <m:r>
                        <a:rPr lang="en-US" sz="3600" b="1" i="1" smtClean="0">
                          <a:solidFill>
                            <a:schemeClr val="tx1"/>
                          </a:solidFill>
                          <a:latin typeface="Cambria Math" panose="02040503050406030204" pitchFamily="18" charset="0"/>
                        </a:rPr>
                        <m:t>^</m:t>
                      </m:r>
                      <m:r>
                        <a:rPr lang="en-US" sz="3600" b="1" i="1" smtClean="0">
                          <a:solidFill>
                            <a:schemeClr val="tx1"/>
                          </a:solidFill>
                          <a:latin typeface="Cambria Math" panose="02040503050406030204" pitchFamily="18" charset="0"/>
                        </a:rPr>
                        <m:t>𝟐</m:t>
                      </m:r>
                    </m:oMath>
                  </m:oMathPara>
                </a14:m>
                <a:endParaRPr lang="ar-AE" sz="36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22" name="17. Hence,   edp  =   AR / (AR - MR)">
                <a:extLst>
                  <a:ext uri="{FF2B5EF4-FFF2-40B4-BE49-F238E27FC236}">
                    <a16:creationId xmlns:a16="http://schemas.microsoft.com/office/drawing/2014/main" id="{FE80DFEA-7449-2D40-BA95-229D15205BB8}"/>
                  </a:ext>
                </a:extLst>
              </p:cNvPr>
              <p:cNvSpPr txBox="1">
                <a:spLocks noRot="1" noChangeAspect="1" noMove="1" noResize="1" noEditPoints="1" noAdjustHandles="1" noChangeArrowheads="1" noChangeShapeType="1" noTextEdit="1"/>
              </p:cNvSpPr>
              <p:nvPr/>
            </p:nvSpPr>
            <p:spPr>
              <a:xfrm>
                <a:off x="408473" y="2320573"/>
                <a:ext cx="8399625" cy="826987"/>
              </a:xfrm>
              <a:prstGeom prst="rect">
                <a:avLst/>
              </a:prstGeom>
              <a:blipFill>
                <a:blip r:embed="rId4"/>
                <a:stretch>
                  <a:fillRect r="-302" b="-27273"/>
                </a:stretch>
              </a:blipFill>
              <a:ln w="12700">
                <a:miter lim="400000"/>
              </a:ln>
              <a:extLst>
                <a:ext uri="{C572A759-6A51-4108-AA02-DFA0A04FC94B}">
                  <ma14:wrappingTextBoxFlag xmlns:m="http://schemas.openxmlformats.org/officeDocument/2006/math" xmlns:ma14="http://schemas.microsoft.com/office/mac/drawingml/2011/main" xmlns="" xmlns:a14="http://schemas.microsoft.com/office/drawing/2010/main"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17. Hence,   edp  =   AR / (AR - MR)">
                <a:extLst>
                  <a:ext uri="{FF2B5EF4-FFF2-40B4-BE49-F238E27FC236}">
                    <a16:creationId xmlns:a16="http://schemas.microsoft.com/office/drawing/2014/main" id="{AB682CDA-8DD3-614D-8DE3-7D17156A7F11}"/>
                  </a:ext>
                </a:extLst>
              </p:cNvPr>
              <p:cNvSpPr txBox="1"/>
              <p:nvPr/>
            </p:nvSpPr>
            <p:spPr>
              <a:xfrm>
                <a:off x="408473" y="3521966"/>
                <a:ext cx="11961431" cy="826987"/>
              </a:xfrm>
              <a:prstGeom prst="rect">
                <a:avLst/>
              </a:prstGeom>
              <a:solidFill>
                <a:schemeClr val="accent4">
                  <a:lumMod val="40000"/>
                  <a:lumOff val="60000"/>
                </a:schemeClr>
              </a:solidFill>
              <a:ln w="12700">
                <a:miter lim="400000"/>
              </a:ln>
              <a:extLst>
                <a:ext uri="{C572A759-6A51-4108-AA02-DFA0A04FC94B}">
                  <ma14:wrappingTextBoxFlag xmlns="" xmlns:ma14="http://schemas.microsoft.com/office/mac/drawingml/2011/main" xmlns:m="http://schemas.openxmlformats.org/officeDocument/2006/math" val="1"/>
                </a:ext>
              </a:extLst>
            </p:spPr>
            <p:txBody>
              <a:bodyPr lIns="50800" tIns="50800" rIns="50800" bIns="50800" anchor="b">
                <a:noAutofit/>
              </a:bodyPr>
              <a:lstStyle/>
              <a:p>
                <a:pPr algn="l" defTabSz="496570">
                  <a:defRPr sz="2550" b="0">
                    <a:latin typeface="+mn-lt"/>
                    <a:ea typeface="+mn-ea"/>
                    <a:cs typeface="+mn-cs"/>
                    <a:sym typeface="Helvetica Neue Medium"/>
                  </a:defRPr>
                </a:pPr>
                <a14:m>
                  <m:oMath xmlns:m="http://schemas.openxmlformats.org/officeDocument/2006/math">
                    <m:r>
                      <a:rPr lang="en-US" sz="3600" b="1" i="1" smtClean="0">
                        <a:solidFill>
                          <a:schemeClr val="tx1"/>
                        </a:solidFill>
                        <a:latin typeface="Cambria Math" panose="02040503050406030204" pitchFamily="18" charset="0"/>
                      </a:rPr>
                      <m:t>𝑷𝒓𝒐𝒇𝒊𝒕</m:t>
                    </m:r>
                    <m:r>
                      <a:rPr lang="en-US" sz="3600" b="1" i="1" smtClean="0">
                        <a:solidFill>
                          <a:schemeClr val="tx1"/>
                        </a:solidFill>
                        <a:latin typeface="Cambria Math" panose="02040503050406030204" pitchFamily="18" charset="0"/>
                      </a:rPr>
                      <m:t>   =</m:t>
                    </m:r>
                    <m:r>
                      <a:rPr lang="en-US" sz="3600" i="1">
                        <a:solidFill>
                          <a:schemeClr val="tx1"/>
                        </a:solidFill>
                        <a:latin typeface="Cambria Math" panose="02040503050406030204" pitchFamily="18" charset="0"/>
                        <a:sym typeface="Helvetica Neue Medium"/>
                      </a:rPr>
                      <m:t>𝟓𝟎𝟎</m:t>
                    </m:r>
                    <m:r>
                      <a:rPr lang="en-US" sz="3600" i="1">
                        <a:solidFill>
                          <a:schemeClr val="tx1"/>
                        </a:solidFill>
                        <a:latin typeface="Cambria Math" panose="02040503050406030204" pitchFamily="18" charset="0"/>
                        <a:sym typeface="Helvetica Neue Medium"/>
                      </a:rPr>
                      <m:t>𝒒</m:t>
                    </m:r>
                    <m:r>
                      <a:rPr lang="en-US" sz="3600" i="1">
                        <a:solidFill>
                          <a:schemeClr val="tx1"/>
                        </a:solidFill>
                        <a:latin typeface="Cambria Math" panose="02040503050406030204" pitchFamily="18" charset="0"/>
                        <a:sym typeface="Helvetica Neue Medium"/>
                      </a:rPr>
                      <m:t> −</m:t>
                    </m:r>
                    <m:r>
                      <a:rPr lang="en-US" sz="3600" i="1">
                        <a:solidFill>
                          <a:schemeClr val="tx1"/>
                        </a:solidFill>
                        <a:latin typeface="Cambria Math" panose="02040503050406030204" pitchFamily="18" charset="0"/>
                        <a:sym typeface="Helvetica Neue Medium"/>
                      </a:rPr>
                      <m:t>𝟎</m:t>
                    </m:r>
                    <m:r>
                      <a:rPr lang="en-US" sz="3600" i="1">
                        <a:solidFill>
                          <a:schemeClr val="tx1"/>
                        </a:solidFill>
                        <a:latin typeface="Cambria Math" panose="02040503050406030204" pitchFamily="18" charset="0"/>
                        <a:sym typeface="Helvetica Neue Medium"/>
                      </a:rPr>
                      <m:t>.</m:t>
                    </m:r>
                    <m:r>
                      <a:rPr lang="en-US" sz="3600" i="1">
                        <a:solidFill>
                          <a:schemeClr val="tx1"/>
                        </a:solidFill>
                        <a:latin typeface="Cambria Math" panose="02040503050406030204" pitchFamily="18" charset="0"/>
                        <a:sym typeface="Helvetica Neue Medium"/>
                      </a:rPr>
                      <m:t>𝟐𝟓</m:t>
                    </m:r>
                    <m:sSup>
                      <m:sSupPr>
                        <m:ctrlPr>
                          <a:rPr lang="en-US" sz="3600" i="1">
                            <a:solidFill>
                              <a:schemeClr val="tx1"/>
                            </a:solidFill>
                            <a:latin typeface="Cambria Math" panose="02040503050406030204" pitchFamily="18" charset="0"/>
                            <a:sym typeface="Helvetica Neue Medium"/>
                          </a:rPr>
                        </m:ctrlPr>
                      </m:sSupPr>
                      <m:e>
                        <m:r>
                          <a:rPr lang="en-US" sz="3600" i="1">
                            <a:solidFill>
                              <a:schemeClr val="tx1"/>
                            </a:solidFill>
                            <a:latin typeface="Cambria Math" panose="02040503050406030204" pitchFamily="18" charset="0"/>
                            <a:sym typeface="Helvetica Neue Medium"/>
                          </a:rPr>
                          <m:t>𝒒</m:t>
                        </m:r>
                      </m:e>
                      <m:sup>
                        <m:r>
                          <a:rPr lang="en-US" sz="3600" i="1">
                            <a:solidFill>
                              <a:schemeClr val="tx1"/>
                            </a:solidFill>
                            <a:latin typeface="Cambria Math" panose="02040503050406030204" pitchFamily="18" charset="0"/>
                            <a:sym typeface="Helvetica Neue Medium"/>
                          </a:rPr>
                          <m:t>𝟐</m:t>
                        </m:r>
                      </m:sup>
                    </m:sSup>
                    <m:r>
                      <a:rPr lang="en-US" sz="3600" b="0" i="1" smtClean="0">
                        <a:solidFill>
                          <a:schemeClr val="tx1"/>
                        </a:solidFill>
                        <a:latin typeface="Cambria Math" panose="02040503050406030204" pitchFamily="18" charset="0"/>
                        <a:sym typeface="Helvetica Neue Medium"/>
                      </a:rPr>
                      <m:t> −(</m:t>
                    </m:r>
                    <m:sSup>
                      <m:sSupPr>
                        <m:ctrlPr>
                          <a:rPr lang="en-US" sz="3600" i="1">
                            <a:solidFill>
                              <a:schemeClr val="tx1"/>
                            </a:solidFill>
                            <a:latin typeface="Cambria Math" panose="02040503050406030204" pitchFamily="18" charset="0"/>
                            <a:sym typeface="Helvetica Neue Medium"/>
                          </a:rPr>
                        </m:ctrlPr>
                      </m:sSupPr>
                      <m:e>
                        <m:r>
                          <a:rPr lang="en-US" sz="3600" i="1">
                            <a:solidFill>
                              <a:schemeClr val="tx1"/>
                            </a:solidFill>
                            <a:latin typeface="Cambria Math" panose="02040503050406030204" pitchFamily="18" charset="0"/>
                            <a:sym typeface="Helvetica Neue Medium"/>
                          </a:rPr>
                          <m:t>𝒒</m:t>
                        </m:r>
                      </m:e>
                      <m:sup>
                        <m:r>
                          <a:rPr lang="en-US" sz="3600" i="1">
                            <a:solidFill>
                              <a:schemeClr val="tx1"/>
                            </a:solidFill>
                            <a:latin typeface="Cambria Math" panose="02040503050406030204" pitchFamily="18" charset="0"/>
                            <a:sym typeface="Helvetica Neue Medium"/>
                          </a:rPr>
                          <m:t>𝟐</m:t>
                        </m:r>
                      </m:sup>
                    </m:sSup>
                    <m:r>
                      <a:rPr lang="en-US" sz="3600" i="1">
                        <a:solidFill>
                          <a:schemeClr val="tx1"/>
                        </a:solidFill>
                        <a:latin typeface="Cambria Math" panose="02040503050406030204" pitchFamily="18" charset="0"/>
                        <a:sym typeface="Helvetica Neue Medium"/>
                      </a:rPr>
                      <m:t>+</m:t>
                    </m:r>
                    <m:r>
                      <a:rPr lang="en-US" sz="3600" i="1">
                        <a:solidFill>
                          <a:schemeClr val="tx1"/>
                        </a:solidFill>
                        <a:latin typeface="Cambria Math" panose="02040503050406030204" pitchFamily="18" charset="0"/>
                        <a:sym typeface="Helvetica Neue Medium"/>
                      </a:rPr>
                      <m:t>𝟐𝟓</m:t>
                    </m:r>
                    <m:r>
                      <a:rPr lang="en-US" sz="3600" i="1">
                        <a:solidFill>
                          <a:schemeClr val="tx1"/>
                        </a:solidFill>
                        <a:latin typeface="Cambria Math" panose="02040503050406030204" pitchFamily="18" charset="0"/>
                        <a:sym typeface="Helvetica Neue Medium"/>
                      </a:rPr>
                      <m:t>𝒒</m:t>
                    </m:r>
                    <m:r>
                      <a:rPr lang="en-US" sz="3600" i="1">
                        <a:solidFill>
                          <a:schemeClr val="tx1"/>
                        </a:solidFill>
                        <a:latin typeface="Cambria Math" panose="02040503050406030204" pitchFamily="18" charset="0"/>
                        <a:sym typeface="Helvetica Neue Medium"/>
                      </a:rPr>
                      <m:t>+</m:t>
                    </m:r>
                    <m:r>
                      <a:rPr lang="en-US" sz="3600" i="1">
                        <a:solidFill>
                          <a:schemeClr val="tx1"/>
                        </a:solidFill>
                        <a:latin typeface="Cambria Math" panose="02040503050406030204" pitchFamily="18" charset="0"/>
                        <a:sym typeface="Helvetica Neue Medium"/>
                      </a:rPr>
                      <m:t>𝟏𝟎𝟎</m:t>
                    </m:r>
                  </m:oMath>
                </a14:m>
                <a:r>
                  <a:rPr lang="en-US" sz="3600" dirty="0">
                    <a:solidFill>
                      <a:schemeClr val="tx1"/>
                    </a:solidFill>
                    <a:latin typeface="Times New Roman" panose="02020603050405020304" pitchFamily="18" charset="0"/>
                    <a:cs typeface="Times New Roman" panose="02020603050405020304" pitchFamily="18" charset="0"/>
                  </a:rPr>
                  <a:t>)</a:t>
                </a:r>
                <a:endParaRPr lang="ar-AE" sz="36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9" name="17. Hence,   edp  =   AR / (AR - MR)">
                <a:extLst>
                  <a:ext uri="{FF2B5EF4-FFF2-40B4-BE49-F238E27FC236}">
                    <a16:creationId xmlns:a16="http://schemas.microsoft.com/office/drawing/2014/main" id="{AB682CDA-8DD3-614D-8DE3-7D17156A7F11}"/>
                  </a:ext>
                </a:extLst>
              </p:cNvPr>
              <p:cNvSpPr txBox="1">
                <a:spLocks noRot="1" noChangeAspect="1" noMove="1" noResize="1" noEditPoints="1" noAdjustHandles="1" noChangeArrowheads="1" noChangeShapeType="1" noTextEdit="1"/>
              </p:cNvSpPr>
              <p:nvPr/>
            </p:nvSpPr>
            <p:spPr>
              <a:xfrm>
                <a:off x="408473" y="3521966"/>
                <a:ext cx="11961431" cy="826987"/>
              </a:xfrm>
              <a:prstGeom prst="rect">
                <a:avLst/>
              </a:prstGeom>
              <a:blipFill>
                <a:blip r:embed="rId5"/>
                <a:stretch>
                  <a:fillRect l="-1380" b="-25758"/>
                </a:stretch>
              </a:blipFill>
              <a:ln w="12700">
                <a:miter lim="400000"/>
              </a:ln>
              <a:extLst>
                <a:ext uri="{C572A759-6A51-4108-AA02-DFA0A04FC94B}">
                  <ma14:wrappingTextBoxFlag xmlns:m="http://schemas.openxmlformats.org/officeDocument/2006/math" xmlns:ma14="http://schemas.microsoft.com/office/mac/drawingml/2011/main" xmlns="" xmlns:a14="http://schemas.microsoft.com/office/drawing/2010/main"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17. Hence,   edp  =   AR / (AR - MR)">
                <a:extLst>
                  <a:ext uri="{FF2B5EF4-FFF2-40B4-BE49-F238E27FC236}">
                    <a16:creationId xmlns:a16="http://schemas.microsoft.com/office/drawing/2014/main" id="{02C0D13D-1E35-144C-904D-C6ABF73AE411}"/>
                  </a:ext>
                </a:extLst>
              </p:cNvPr>
              <p:cNvSpPr txBox="1"/>
              <p:nvPr/>
            </p:nvSpPr>
            <p:spPr>
              <a:xfrm>
                <a:off x="348168" y="4332679"/>
                <a:ext cx="11961431" cy="826987"/>
              </a:xfrm>
              <a:prstGeom prst="rect">
                <a:avLst/>
              </a:prstGeom>
              <a:solidFill>
                <a:schemeClr val="accent4">
                  <a:lumMod val="40000"/>
                  <a:lumOff val="60000"/>
                </a:schemeClr>
              </a:solidFill>
              <a:ln w="12700">
                <a:miter lim="400000"/>
              </a:ln>
              <a:extLst>
                <a:ext uri="{C572A759-6A51-4108-AA02-DFA0A04FC94B}">
                  <ma14:wrappingTextBoxFlag xmlns="" xmlns:ma14="http://schemas.microsoft.com/office/mac/drawingml/2011/main" xmlns:m="http://schemas.openxmlformats.org/officeDocument/2006/math" val="1"/>
                </a:ext>
              </a:extLst>
            </p:spPr>
            <p:txBody>
              <a:bodyPr lIns="50800" tIns="50800" rIns="50800" bIns="50800" anchor="b">
                <a:noAutofit/>
              </a:bodyPr>
              <a:lstStyle/>
              <a:p>
                <a:pPr algn="l" defTabSz="496570">
                  <a:defRPr sz="2550" b="0">
                    <a:latin typeface="+mn-lt"/>
                    <a:ea typeface="+mn-ea"/>
                    <a:cs typeface="+mn-cs"/>
                    <a:sym typeface="Helvetica Neue Medium"/>
                  </a:defRPr>
                </a:pPr>
                <a14:m>
                  <m:oMath xmlns:m="http://schemas.openxmlformats.org/officeDocument/2006/math">
                    <m:r>
                      <a:rPr lang="en-US" sz="3600" b="1" i="1" smtClean="0">
                        <a:solidFill>
                          <a:schemeClr val="tx1"/>
                        </a:solidFill>
                        <a:latin typeface="Cambria Math" panose="02040503050406030204" pitchFamily="18" charset="0"/>
                      </a:rPr>
                      <m:t>𝑷𝒓𝒐𝒇𝒊𝒕</m:t>
                    </m:r>
                    <m:r>
                      <a:rPr lang="en-US" sz="3600" b="1" i="1" smtClean="0">
                        <a:solidFill>
                          <a:schemeClr val="tx1"/>
                        </a:solidFill>
                        <a:latin typeface="Cambria Math" panose="02040503050406030204" pitchFamily="18" charset="0"/>
                      </a:rPr>
                      <m:t>   =</m:t>
                    </m:r>
                    <m:r>
                      <a:rPr lang="en-US" sz="3600" i="1">
                        <a:solidFill>
                          <a:schemeClr val="tx1"/>
                        </a:solidFill>
                        <a:latin typeface="Cambria Math" panose="02040503050406030204" pitchFamily="18" charset="0"/>
                        <a:sym typeface="Helvetica Neue Medium"/>
                      </a:rPr>
                      <m:t>𝟓𝟎𝟎</m:t>
                    </m:r>
                    <m:r>
                      <a:rPr lang="en-US" sz="3600" i="1">
                        <a:solidFill>
                          <a:schemeClr val="tx1"/>
                        </a:solidFill>
                        <a:latin typeface="Cambria Math" panose="02040503050406030204" pitchFamily="18" charset="0"/>
                        <a:sym typeface="Helvetica Neue Medium"/>
                      </a:rPr>
                      <m:t>𝒒</m:t>
                    </m:r>
                    <m:r>
                      <a:rPr lang="en-US" sz="3600" i="1">
                        <a:solidFill>
                          <a:schemeClr val="tx1"/>
                        </a:solidFill>
                        <a:latin typeface="Cambria Math" panose="02040503050406030204" pitchFamily="18" charset="0"/>
                        <a:sym typeface="Helvetica Neue Medium"/>
                      </a:rPr>
                      <m:t> −</m:t>
                    </m:r>
                    <m:r>
                      <a:rPr lang="en-US" sz="3600" i="1">
                        <a:solidFill>
                          <a:schemeClr val="tx1"/>
                        </a:solidFill>
                        <a:latin typeface="Cambria Math" panose="02040503050406030204" pitchFamily="18" charset="0"/>
                        <a:sym typeface="Helvetica Neue Medium"/>
                      </a:rPr>
                      <m:t>𝟎</m:t>
                    </m:r>
                    <m:r>
                      <a:rPr lang="en-US" sz="3600" i="1">
                        <a:solidFill>
                          <a:schemeClr val="tx1"/>
                        </a:solidFill>
                        <a:latin typeface="Cambria Math" panose="02040503050406030204" pitchFamily="18" charset="0"/>
                        <a:sym typeface="Helvetica Neue Medium"/>
                      </a:rPr>
                      <m:t>.</m:t>
                    </m:r>
                    <m:r>
                      <a:rPr lang="en-US" sz="3600" i="1">
                        <a:solidFill>
                          <a:schemeClr val="tx1"/>
                        </a:solidFill>
                        <a:latin typeface="Cambria Math" panose="02040503050406030204" pitchFamily="18" charset="0"/>
                        <a:sym typeface="Helvetica Neue Medium"/>
                      </a:rPr>
                      <m:t>𝟐𝟓</m:t>
                    </m:r>
                    <m:sSup>
                      <m:sSupPr>
                        <m:ctrlPr>
                          <a:rPr lang="en-US" sz="3600" i="1">
                            <a:solidFill>
                              <a:schemeClr val="tx1"/>
                            </a:solidFill>
                            <a:latin typeface="Cambria Math" panose="02040503050406030204" pitchFamily="18" charset="0"/>
                            <a:sym typeface="Helvetica Neue Medium"/>
                          </a:rPr>
                        </m:ctrlPr>
                      </m:sSupPr>
                      <m:e>
                        <m:r>
                          <a:rPr lang="en-US" sz="3600" i="1">
                            <a:solidFill>
                              <a:schemeClr val="tx1"/>
                            </a:solidFill>
                            <a:latin typeface="Cambria Math" panose="02040503050406030204" pitchFamily="18" charset="0"/>
                            <a:sym typeface="Helvetica Neue Medium"/>
                          </a:rPr>
                          <m:t>𝒒</m:t>
                        </m:r>
                      </m:e>
                      <m:sup>
                        <m:r>
                          <a:rPr lang="en-US" sz="3600" i="1">
                            <a:solidFill>
                              <a:schemeClr val="tx1"/>
                            </a:solidFill>
                            <a:latin typeface="Cambria Math" panose="02040503050406030204" pitchFamily="18" charset="0"/>
                            <a:sym typeface="Helvetica Neue Medium"/>
                          </a:rPr>
                          <m:t>𝟐</m:t>
                        </m:r>
                      </m:sup>
                    </m:sSup>
                    <m:r>
                      <a:rPr lang="en-US" sz="3600" b="0" i="1" smtClean="0">
                        <a:solidFill>
                          <a:schemeClr val="tx1"/>
                        </a:solidFill>
                        <a:latin typeface="Cambria Math" panose="02040503050406030204" pitchFamily="18" charset="0"/>
                        <a:sym typeface="Helvetica Neue Medium"/>
                      </a:rPr>
                      <m:t> −</m:t>
                    </m:r>
                    <m:sSup>
                      <m:sSupPr>
                        <m:ctrlPr>
                          <a:rPr lang="en-US" sz="3600" i="1">
                            <a:solidFill>
                              <a:schemeClr val="tx1"/>
                            </a:solidFill>
                            <a:latin typeface="Cambria Math" panose="02040503050406030204" pitchFamily="18" charset="0"/>
                            <a:sym typeface="Helvetica Neue Medium"/>
                          </a:rPr>
                        </m:ctrlPr>
                      </m:sSupPr>
                      <m:e>
                        <m:r>
                          <a:rPr lang="en-US" sz="3600" i="1">
                            <a:solidFill>
                              <a:schemeClr val="tx1"/>
                            </a:solidFill>
                            <a:latin typeface="Cambria Math" panose="02040503050406030204" pitchFamily="18" charset="0"/>
                            <a:sym typeface="Helvetica Neue Medium"/>
                          </a:rPr>
                          <m:t>𝒒</m:t>
                        </m:r>
                      </m:e>
                      <m:sup>
                        <m:r>
                          <a:rPr lang="en-US" sz="3600" i="1">
                            <a:solidFill>
                              <a:schemeClr val="tx1"/>
                            </a:solidFill>
                            <a:latin typeface="Cambria Math" panose="02040503050406030204" pitchFamily="18" charset="0"/>
                            <a:sym typeface="Helvetica Neue Medium"/>
                          </a:rPr>
                          <m:t>𝟐</m:t>
                        </m:r>
                      </m:sup>
                    </m:sSup>
                    <m:r>
                      <a:rPr lang="en-US" sz="3600" b="0" i="1" smtClean="0">
                        <a:solidFill>
                          <a:schemeClr val="tx1"/>
                        </a:solidFill>
                        <a:latin typeface="Cambria Math" panose="02040503050406030204" pitchFamily="18" charset="0"/>
                        <a:sym typeface="Helvetica Neue Medium"/>
                      </a:rPr>
                      <m:t>−</m:t>
                    </m:r>
                    <m:r>
                      <a:rPr lang="en-US" sz="3600" i="1">
                        <a:solidFill>
                          <a:schemeClr val="tx1"/>
                        </a:solidFill>
                        <a:latin typeface="Cambria Math" panose="02040503050406030204" pitchFamily="18" charset="0"/>
                        <a:sym typeface="Helvetica Neue Medium"/>
                      </a:rPr>
                      <m:t>𝟐𝟓</m:t>
                    </m:r>
                    <m:r>
                      <a:rPr lang="en-US" sz="3600" i="1">
                        <a:solidFill>
                          <a:schemeClr val="tx1"/>
                        </a:solidFill>
                        <a:latin typeface="Cambria Math" panose="02040503050406030204" pitchFamily="18" charset="0"/>
                        <a:sym typeface="Helvetica Neue Medium"/>
                      </a:rPr>
                      <m:t>𝒒</m:t>
                    </m:r>
                    <m:r>
                      <a:rPr lang="en-US" sz="3600" b="0" i="1" smtClean="0">
                        <a:solidFill>
                          <a:schemeClr val="tx1"/>
                        </a:solidFill>
                        <a:latin typeface="Cambria Math" panose="02040503050406030204" pitchFamily="18" charset="0"/>
                        <a:sym typeface="Helvetica Neue Medium"/>
                      </a:rPr>
                      <m:t> − </m:t>
                    </m:r>
                    <m:r>
                      <a:rPr lang="en-US" sz="3600" i="1">
                        <a:solidFill>
                          <a:schemeClr val="tx1"/>
                        </a:solidFill>
                        <a:latin typeface="Cambria Math" panose="02040503050406030204" pitchFamily="18" charset="0"/>
                        <a:sym typeface="Helvetica Neue Medium"/>
                      </a:rPr>
                      <m:t>𝟏𝟎𝟎</m:t>
                    </m:r>
                  </m:oMath>
                </a14:m>
                <a:r>
                  <a:rPr lang="en-US" sz="3600" dirty="0">
                    <a:solidFill>
                      <a:schemeClr val="tx1"/>
                    </a:solidFill>
                    <a:latin typeface="Times New Roman" panose="02020603050405020304" pitchFamily="18" charset="0"/>
                    <a:cs typeface="Times New Roman" panose="02020603050405020304" pitchFamily="18" charset="0"/>
                  </a:rPr>
                  <a:t>)</a:t>
                </a:r>
                <a:endParaRPr lang="ar-AE" sz="36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12" name="17. Hence,   edp  =   AR / (AR - MR)">
                <a:extLst>
                  <a:ext uri="{FF2B5EF4-FFF2-40B4-BE49-F238E27FC236}">
                    <a16:creationId xmlns:a16="http://schemas.microsoft.com/office/drawing/2014/main" id="{02C0D13D-1E35-144C-904D-C6ABF73AE411}"/>
                  </a:ext>
                </a:extLst>
              </p:cNvPr>
              <p:cNvSpPr txBox="1">
                <a:spLocks noRot="1" noChangeAspect="1" noMove="1" noResize="1" noEditPoints="1" noAdjustHandles="1" noChangeArrowheads="1" noChangeShapeType="1" noTextEdit="1"/>
              </p:cNvSpPr>
              <p:nvPr/>
            </p:nvSpPr>
            <p:spPr>
              <a:xfrm>
                <a:off x="348168" y="4332679"/>
                <a:ext cx="11961431" cy="826987"/>
              </a:xfrm>
              <a:prstGeom prst="rect">
                <a:avLst/>
              </a:prstGeom>
              <a:blipFill>
                <a:blip r:embed="rId6"/>
                <a:stretch>
                  <a:fillRect l="-1379" b="-25758"/>
                </a:stretch>
              </a:blipFill>
              <a:ln w="12700">
                <a:miter lim="400000"/>
              </a:ln>
              <a:extLst>
                <a:ext uri="{C572A759-6A51-4108-AA02-DFA0A04FC94B}">
                  <ma14:wrappingTextBoxFlag xmlns:m="http://schemas.openxmlformats.org/officeDocument/2006/math" xmlns:ma14="http://schemas.microsoft.com/office/mac/drawingml/2011/main" xmlns="" xmlns:a14="http://schemas.microsoft.com/office/drawing/2010/main"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17. Hence,   edp  =   AR / (AR - MR)">
                <a:extLst>
                  <a:ext uri="{FF2B5EF4-FFF2-40B4-BE49-F238E27FC236}">
                    <a16:creationId xmlns:a16="http://schemas.microsoft.com/office/drawing/2014/main" id="{45EB295F-BCA3-AF45-9533-A890F095B637}"/>
                  </a:ext>
                </a:extLst>
              </p:cNvPr>
              <p:cNvSpPr txBox="1"/>
              <p:nvPr/>
            </p:nvSpPr>
            <p:spPr>
              <a:xfrm>
                <a:off x="348167" y="5151756"/>
                <a:ext cx="11961431" cy="826987"/>
              </a:xfrm>
              <a:prstGeom prst="rect">
                <a:avLst/>
              </a:prstGeom>
              <a:solidFill>
                <a:schemeClr val="accent4">
                  <a:lumMod val="40000"/>
                  <a:lumOff val="60000"/>
                </a:schemeClr>
              </a:solidFill>
              <a:ln w="12700">
                <a:miter lim="400000"/>
              </a:ln>
              <a:extLst>
                <a:ext uri="{C572A759-6A51-4108-AA02-DFA0A04FC94B}">
                  <ma14:wrappingTextBoxFlag xmlns="" xmlns:ma14="http://schemas.microsoft.com/office/mac/drawingml/2011/main" xmlns:m="http://schemas.openxmlformats.org/officeDocument/2006/math" val="1"/>
                </a:ext>
              </a:extLst>
            </p:spPr>
            <p:txBody>
              <a:bodyPr lIns="50800" tIns="50800" rIns="50800" bIns="50800" anchor="b">
                <a:noAutofit/>
              </a:bodyPr>
              <a:lstStyle/>
              <a:p>
                <a:pPr algn="l" defTabSz="496570">
                  <a:defRPr sz="2550" b="0">
                    <a:latin typeface="+mn-lt"/>
                    <a:ea typeface="+mn-ea"/>
                    <a:cs typeface="+mn-cs"/>
                    <a:sym typeface="Helvetica Neue Medium"/>
                  </a:defRPr>
                </a:pPr>
                <a14:m>
                  <m:oMathPara xmlns:m="http://schemas.openxmlformats.org/officeDocument/2006/math">
                    <m:oMathParaPr>
                      <m:jc m:val="centerGroup"/>
                    </m:oMathParaPr>
                    <m:oMath xmlns:m="http://schemas.openxmlformats.org/officeDocument/2006/math">
                      <m:r>
                        <a:rPr lang="en-US" sz="3600" b="1" i="1" smtClean="0">
                          <a:solidFill>
                            <a:schemeClr val="tx1"/>
                          </a:solidFill>
                          <a:latin typeface="Cambria Math" panose="02040503050406030204" pitchFamily="18" charset="0"/>
                        </a:rPr>
                        <m:t>𝑷𝒓𝒐𝒇𝒊𝒕</m:t>
                      </m:r>
                      <m:r>
                        <a:rPr lang="en-US" sz="3600" b="1" i="1" smtClean="0">
                          <a:solidFill>
                            <a:schemeClr val="tx1"/>
                          </a:solidFill>
                          <a:latin typeface="Cambria Math" panose="02040503050406030204" pitchFamily="18" charset="0"/>
                        </a:rPr>
                        <m:t>  =</m:t>
                      </m:r>
                      <m:r>
                        <a:rPr lang="en-US" sz="3600" i="1" dirty="0">
                          <a:solidFill>
                            <a:schemeClr val="tx1"/>
                          </a:solidFill>
                          <a:latin typeface="Cambria Math" panose="02040503050406030204" pitchFamily="18" charset="0"/>
                          <a:ea typeface="Cambria Math" panose="02040503050406030204" pitchFamily="18" charset="0"/>
                          <a:sym typeface="Helvetica Neue Medium"/>
                        </a:rPr>
                        <m:t>𝝅</m:t>
                      </m:r>
                      <m:r>
                        <a:rPr lang="en-US" sz="3600" b="1" i="1" dirty="0" smtClean="0">
                          <a:solidFill>
                            <a:schemeClr val="tx1"/>
                          </a:solidFill>
                          <a:latin typeface="Cambria Math" panose="02040503050406030204" pitchFamily="18" charset="0"/>
                          <a:ea typeface="Cambria Math" panose="02040503050406030204" pitchFamily="18" charset="0"/>
                          <a:sym typeface="Helvetica Neue Medium"/>
                        </a:rPr>
                        <m:t> </m:t>
                      </m:r>
                      <m:r>
                        <a:rPr lang="en-US" sz="3600" b="1" i="1" smtClean="0">
                          <a:solidFill>
                            <a:schemeClr val="tx1"/>
                          </a:solidFill>
                          <a:latin typeface="Cambria Math" panose="02040503050406030204" pitchFamily="18" charset="0"/>
                        </a:rPr>
                        <m:t>=</m:t>
                      </m:r>
                      <m:r>
                        <a:rPr lang="en-US" sz="3600" b="0" i="1" smtClean="0">
                          <a:solidFill>
                            <a:schemeClr val="tx1"/>
                          </a:solidFill>
                          <a:latin typeface="Cambria Math" panose="02040503050406030204" pitchFamily="18" charset="0"/>
                        </a:rPr>
                        <m:t>−</m:t>
                      </m:r>
                      <m:r>
                        <a:rPr lang="en-US" sz="3600" b="0" i="1" smtClean="0">
                          <a:solidFill>
                            <a:schemeClr val="tx1"/>
                          </a:solidFill>
                          <a:latin typeface="Cambria Math" panose="02040503050406030204" pitchFamily="18" charset="0"/>
                          <a:sym typeface="Helvetica Neue Medium"/>
                        </a:rPr>
                        <m:t>1</m:t>
                      </m:r>
                      <m:r>
                        <a:rPr lang="en-US" sz="3600" i="1">
                          <a:solidFill>
                            <a:schemeClr val="tx1"/>
                          </a:solidFill>
                          <a:latin typeface="Cambria Math" panose="02040503050406030204" pitchFamily="18" charset="0"/>
                          <a:sym typeface="Helvetica Neue Medium"/>
                        </a:rPr>
                        <m:t>.</m:t>
                      </m:r>
                      <m:r>
                        <a:rPr lang="en-US" sz="3600" i="1">
                          <a:solidFill>
                            <a:schemeClr val="tx1"/>
                          </a:solidFill>
                          <a:latin typeface="Cambria Math" panose="02040503050406030204" pitchFamily="18" charset="0"/>
                          <a:sym typeface="Helvetica Neue Medium"/>
                        </a:rPr>
                        <m:t>𝟐𝟓</m:t>
                      </m:r>
                      <m:sSup>
                        <m:sSupPr>
                          <m:ctrlPr>
                            <a:rPr lang="en-US" sz="3600" i="1">
                              <a:solidFill>
                                <a:schemeClr val="tx1"/>
                              </a:solidFill>
                              <a:latin typeface="Cambria Math" panose="02040503050406030204" pitchFamily="18" charset="0"/>
                              <a:sym typeface="Helvetica Neue Medium"/>
                            </a:rPr>
                          </m:ctrlPr>
                        </m:sSupPr>
                        <m:e>
                          <m:r>
                            <a:rPr lang="en-US" sz="3600" i="1">
                              <a:solidFill>
                                <a:schemeClr val="tx1"/>
                              </a:solidFill>
                              <a:latin typeface="Cambria Math" panose="02040503050406030204" pitchFamily="18" charset="0"/>
                              <a:sym typeface="Helvetica Neue Medium"/>
                            </a:rPr>
                            <m:t>𝒒</m:t>
                          </m:r>
                        </m:e>
                        <m:sup>
                          <m:r>
                            <a:rPr lang="en-US" sz="3600" i="1">
                              <a:solidFill>
                                <a:schemeClr val="tx1"/>
                              </a:solidFill>
                              <a:latin typeface="Cambria Math" panose="02040503050406030204" pitchFamily="18" charset="0"/>
                              <a:sym typeface="Helvetica Neue Medium"/>
                            </a:rPr>
                            <m:t>𝟐</m:t>
                          </m:r>
                        </m:sup>
                      </m:sSup>
                      <m:r>
                        <a:rPr lang="en-US" sz="3600" b="0" i="1" smtClean="0">
                          <a:solidFill>
                            <a:schemeClr val="tx1"/>
                          </a:solidFill>
                          <a:latin typeface="Cambria Math" panose="02040503050406030204" pitchFamily="18" charset="0"/>
                          <a:sym typeface="Helvetica Neue Medium"/>
                        </a:rPr>
                        <m:t>+47</m:t>
                      </m:r>
                      <m:r>
                        <a:rPr lang="en-US" sz="3600" i="1">
                          <a:solidFill>
                            <a:schemeClr val="tx1"/>
                          </a:solidFill>
                          <a:latin typeface="Cambria Math" panose="02040503050406030204" pitchFamily="18" charset="0"/>
                          <a:sym typeface="Helvetica Neue Medium"/>
                        </a:rPr>
                        <m:t>𝟓</m:t>
                      </m:r>
                      <m:r>
                        <a:rPr lang="en-US" sz="3600" i="1">
                          <a:solidFill>
                            <a:schemeClr val="tx1"/>
                          </a:solidFill>
                          <a:latin typeface="Cambria Math" panose="02040503050406030204" pitchFamily="18" charset="0"/>
                          <a:sym typeface="Helvetica Neue Medium"/>
                        </a:rPr>
                        <m:t>𝒒</m:t>
                      </m:r>
                      <m:r>
                        <a:rPr lang="en-US" sz="3600" b="0" i="1" smtClean="0">
                          <a:solidFill>
                            <a:schemeClr val="tx1"/>
                          </a:solidFill>
                          <a:latin typeface="Cambria Math" panose="02040503050406030204" pitchFamily="18" charset="0"/>
                          <a:sym typeface="Helvetica Neue Medium"/>
                        </a:rPr>
                        <m:t> − </m:t>
                      </m:r>
                      <m:r>
                        <a:rPr lang="en-US" sz="3600" i="1">
                          <a:solidFill>
                            <a:schemeClr val="tx1"/>
                          </a:solidFill>
                          <a:latin typeface="Cambria Math" panose="02040503050406030204" pitchFamily="18" charset="0"/>
                          <a:sym typeface="Helvetica Neue Medium"/>
                        </a:rPr>
                        <m:t>𝟏𝟎𝟎</m:t>
                      </m:r>
                    </m:oMath>
                  </m:oMathPara>
                </a14:m>
                <a:endParaRPr lang="ar-AE" sz="36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13" name="17. Hence,   edp  =   AR / (AR - MR)">
                <a:extLst>
                  <a:ext uri="{FF2B5EF4-FFF2-40B4-BE49-F238E27FC236}">
                    <a16:creationId xmlns:a16="http://schemas.microsoft.com/office/drawing/2014/main" id="{45EB295F-BCA3-AF45-9533-A890F095B637}"/>
                  </a:ext>
                </a:extLst>
              </p:cNvPr>
              <p:cNvSpPr txBox="1">
                <a:spLocks noRot="1" noChangeAspect="1" noMove="1" noResize="1" noEditPoints="1" noAdjustHandles="1" noChangeArrowheads="1" noChangeShapeType="1" noTextEdit="1"/>
              </p:cNvSpPr>
              <p:nvPr/>
            </p:nvSpPr>
            <p:spPr>
              <a:xfrm>
                <a:off x="348167" y="5151756"/>
                <a:ext cx="11961431" cy="826987"/>
              </a:xfrm>
              <a:prstGeom prst="rect">
                <a:avLst/>
              </a:prstGeom>
              <a:blipFill>
                <a:blip r:embed="rId7"/>
                <a:stretch>
                  <a:fillRect b="-27273"/>
                </a:stretch>
              </a:blipFill>
              <a:ln w="12700">
                <a:miter lim="400000"/>
              </a:ln>
              <a:extLst>
                <a:ext uri="{C572A759-6A51-4108-AA02-DFA0A04FC94B}">
                  <ma14:wrappingTextBoxFlag xmlns:m="http://schemas.openxmlformats.org/officeDocument/2006/math" xmlns:ma14="http://schemas.microsoft.com/office/mac/drawingml/2011/main" xmlns="" xmlns:a14="http://schemas.microsoft.com/office/drawing/2010/main"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17. Hence,   edp  =   AR / (AR - MR)">
                <a:extLst>
                  <a:ext uri="{FF2B5EF4-FFF2-40B4-BE49-F238E27FC236}">
                    <a16:creationId xmlns:a16="http://schemas.microsoft.com/office/drawing/2014/main" id="{73165F95-F146-C74A-A858-D8727CB5B933}"/>
                  </a:ext>
                </a:extLst>
              </p:cNvPr>
              <p:cNvSpPr txBox="1"/>
              <p:nvPr/>
            </p:nvSpPr>
            <p:spPr>
              <a:xfrm>
                <a:off x="388216" y="5991507"/>
                <a:ext cx="11961431" cy="826987"/>
              </a:xfrm>
              <a:prstGeom prst="rect">
                <a:avLst/>
              </a:prstGeom>
              <a:solidFill>
                <a:schemeClr val="accent6">
                  <a:lumMod val="20000"/>
                  <a:lumOff val="80000"/>
                </a:schemeClr>
              </a:solidFill>
              <a:ln w="12700">
                <a:miter lim="400000"/>
              </a:ln>
              <a:extLst>
                <a:ext uri="{C572A759-6A51-4108-AA02-DFA0A04FC94B}">
                  <ma14:wrappingTextBoxFlag xmlns="" xmlns:ma14="http://schemas.microsoft.com/office/mac/drawingml/2011/main" xmlns:m="http://schemas.openxmlformats.org/officeDocument/2006/math" val="1"/>
                </a:ext>
              </a:extLst>
            </p:spPr>
            <p:txBody>
              <a:bodyPr lIns="50800" tIns="50800" rIns="50800" bIns="50800" anchor="b">
                <a:noAutofit/>
              </a:bodyPr>
              <a:lstStyle/>
              <a:p>
                <a:pPr algn="l" defTabSz="496570">
                  <a:defRPr sz="2550" b="0">
                    <a:latin typeface="+mn-lt"/>
                    <a:ea typeface="+mn-ea"/>
                    <a:cs typeface="+mn-cs"/>
                    <a:sym typeface="Helvetica Neue Medium"/>
                  </a:defRPr>
                </a:pPr>
                <a14:m>
                  <m:oMathPara xmlns:m="http://schemas.openxmlformats.org/officeDocument/2006/math">
                    <m:oMathParaPr>
                      <m:jc m:val="centerGroup"/>
                    </m:oMathParaPr>
                    <m:oMath xmlns:m="http://schemas.openxmlformats.org/officeDocument/2006/math">
                      <m:sSup>
                        <m:sSupPr>
                          <m:ctrlPr>
                            <a:rPr lang="en-US" sz="3600" b="1" i="1" smtClean="0">
                              <a:solidFill>
                                <a:schemeClr val="tx1"/>
                              </a:solidFill>
                              <a:latin typeface="Cambria Math" panose="02040503050406030204" pitchFamily="18" charset="0"/>
                              <a:ea typeface="Cambria Math" panose="02040503050406030204" pitchFamily="18" charset="0"/>
                            </a:rPr>
                          </m:ctrlPr>
                        </m:sSupPr>
                        <m:e>
                          <m:d>
                            <m:dPr>
                              <m:ctrlPr>
                                <a:rPr lang="en-US" sz="3600" b="1" i="1" smtClean="0">
                                  <a:solidFill>
                                    <a:schemeClr val="tx1"/>
                                  </a:solidFill>
                                  <a:latin typeface="Cambria Math" panose="02040503050406030204" pitchFamily="18" charset="0"/>
                                  <a:ea typeface="Cambria Math" panose="02040503050406030204" pitchFamily="18" charset="0"/>
                                </a:rPr>
                              </m:ctrlPr>
                            </m:dPr>
                            <m:e>
                              <m:r>
                                <a:rPr lang="en-US" sz="3600" b="1" i="1" dirty="0" smtClean="0">
                                  <a:solidFill>
                                    <a:schemeClr val="tx1"/>
                                  </a:solidFill>
                                  <a:latin typeface="Cambria Math" panose="02040503050406030204" pitchFamily="18" charset="0"/>
                                  <a:ea typeface="Cambria Math" panose="02040503050406030204" pitchFamily="18" charset="0"/>
                                </a:rPr>
                                <m:t>𝝅</m:t>
                              </m:r>
                            </m:e>
                          </m:d>
                        </m:e>
                        <m:sup>
                          <m:r>
                            <a:rPr lang="en-US" sz="3600" b="1" i="1" smtClean="0">
                              <a:solidFill>
                                <a:schemeClr val="tx1"/>
                              </a:solidFill>
                              <a:latin typeface="Cambria Math" panose="02040503050406030204" pitchFamily="18" charset="0"/>
                              <a:ea typeface="Cambria Math" panose="02040503050406030204" pitchFamily="18" charset="0"/>
                            </a:rPr>
                            <m:t>′</m:t>
                          </m:r>
                        </m:sup>
                      </m:sSup>
                      <m:r>
                        <a:rPr lang="en-US" sz="3600" b="1" i="1" smtClean="0">
                          <a:solidFill>
                            <a:schemeClr val="tx1"/>
                          </a:solidFill>
                          <a:latin typeface="Cambria Math" panose="02040503050406030204" pitchFamily="18" charset="0"/>
                        </a:rPr>
                        <m:t>  =</m:t>
                      </m:r>
                      <m:r>
                        <a:rPr lang="en-US" sz="3600" b="0" i="1" smtClean="0">
                          <a:solidFill>
                            <a:schemeClr val="tx1"/>
                          </a:solidFill>
                          <a:latin typeface="Cambria Math" panose="02040503050406030204" pitchFamily="18" charset="0"/>
                        </a:rPr>
                        <m:t>−</m:t>
                      </m:r>
                      <m:r>
                        <a:rPr lang="en-US" sz="3600" b="0" i="1" smtClean="0">
                          <a:solidFill>
                            <a:schemeClr val="tx1"/>
                          </a:solidFill>
                          <a:latin typeface="Cambria Math" panose="02040503050406030204" pitchFamily="18" charset="0"/>
                          <a:sym typeface="Helvetica Neue Medium"/>
                        </a:rPr>
                        <m:t>2</m:t>
                      </m:r>
                      <m:r>
                        <a:rPr lang="en-US" sz="3600" i="1">
                          <a:solidFill>
                            <a:schemeClr val="tx1"/>
                          </a:solidFill>
                          <a:latin typeface="Cambria Math" panose="02040503050406030204" pitchFamily="18" charset="0"/>
                          <a:sym typeface="Helvetica Neue Medium"/>
                        </a:rPr>
                        <m:t>.</m:t>
                      </m:r>
                      <m:r>
                        <a:rPr lang="en-US" sz="3600" i="1" smtClean="0">
                          <a:solidFill>
                            <a:schemeClr val="tx1"/>
                          </a:solidFill>
                          <a:latin typeface="Cambria Math" panose="02040503050406030204" pitchFamily="18" charset="0"/>
                          <a:sym typeface="Helvetica Neue Medium"/>
                        </a:rPr>
                        <m:t> </m:t>
                      </m:r>
                      <m:r>
                        <a:rPr lang="en-US" sz="3600" i="1">
                          <a:solidFill>
                            <a:schemeClr val="tx1"/>
                          </a:solidFill>
                          <a:latin typeface="Cambria Math" panose="02040503050406030204" pitchFamily="18" charset="0"/>
                          <a:sym typeface="Helvetica Neue Medium"/>
                        </a:rPr>
                        <m:t>𝟓</m:t>
                      </m:r>
                      <m:sSup>
                        <m:sSupPr>
                          <m:ctrlPr>
                            <a:rPr lang="en-US" sz="3600" i="1">
                              <a:solidFill>
                                <a:schemeClr val="tx1"/>
                              </a:solidFill>
                              <a:latin typeface="Cambria Math" panose="02040503050406030204" pitchFamily="18" charset="0"/>
                              <a:sym typeface="Helvetica Neue Medium"/>
                            </a:rPr>
                          </m:ctrlPr>
                        </m:sSupPr>
                        <m:e>
                          <m:r>
                            <a:rPr lang="en-US" sz="3600" i="1">
                              <a:solidFill>
                                <a:schemeClr val="tx1"/>
                              </a:solidFill>
                              <a:latin typeface="Cambria Math" panose="02040503050406030204" pitchFamily="18" charset="0"/>
                              <a:sym typeface="Helvetica Neue Medium"/>
                            </a:rPr>
                            <m:t>𝒒</m:t>
                          </m:r>
                        </m:e>
                        <m:sup>
                          <m:r>
                            <a:rPr lang="en-US" sz="3600" i="1">
                              <a:solidFill>
                                <a:schemeClr val="tx1"/>
                              </a:solidFill>
                              <a:latin typeface="Cambria Math" panose="02040503050406030204" pitchFamily="18" charset="0"/>
                              <a:sym typeface="Helvetica Neue Medium"/>
                            </a:rPr>
                            <m:t>𝟐</m:t>
                          </m:r>
                        </m:sup>
                      </m:sSup>
                      <m:r>
                        <a:rPr lang="en-US" sz="3600" b="0" i="1" smtClean="0">
                          <a:solidFill>
                            <a:schemeClr val="tx1"/>
                          </a:solidFill>
                          <a:latin typeface="Cambria Math" panose="02040503050406030204" pitchFamily="18" charset="0"/>
                          <a:sym typeface="Helvetica Neue Medium"/>
                        </a:rPr>
                        <m:t>+47</m:t>
                      </m:r>
                      <m:r>
                        <a:rPr lang="en-US" sz="3600" i="1">
                          <a:solidFill>
                            <a:schemeClr val="tx1"/>
                          </a:solidFill>
                          <a:latin typeface="Cambria Math" panose="02040503050406030204" pitchFamily="18" charset="0"/>
                          <a:sym typeface="Helvetica Neue Medium"/>
                        </a:rPr>
                        <m:t>𝟓</m:t>
                      </m:r>
                      <m:r>
                        <a:rPr lang="en-US" sz="3600" b="0" i="1" smtClean="0">
                          <a:solidFill>
                            <a:schemeClr val="tx1"/>
                          </a:solidFill>
                          <a:latin typeface="Cambria Math" panose="02040503050406030204" pitchFamily="18" charset="0"/>
                          <a:sym typeface="Helvetica Neue Medium"/>
                        </a:rPr>
                        <m:t>=0,     </m:t>
                      </m:r>
                      <m:r>
                        <a:rPr lang="en-US" sz="3600" b="0" i="1" smtClean="0">
                          <a:solidFill>
                            <a:schemeClr val="tx1"/>
                          </a:solidFill>
                          <a:latin typeface="Cambria Math" panose="02040503050406030204" pitchFamily="18" charset="0"/>
                          <a:ea typeface="Cambria Math" panose="02040503050406030204" pitchFamily="18" charset="0"/>
                          <a:sym typeface="Helvetica Neue Medium"/>
                        </a:rPr>
                        <m:t>∴   </m:t>
                      </m:r>
                      <m:r>
                        <a:rPr lang="en-US" sz="3600" b="0" i="1" smtClean="0">
                          <a:solidFill>
                            <a:schemeClr val="tx1"/>
                          </a:solidFill>
                          <a:latin typeface="Cambria Math" panose="02040503050406030204" pitchFamily="18" charset="0"/>
                          <a:ea typeface="Cambria Math" panose="02040503050406030204" pitchFamily="18" charset="0"/>
                          <a:sym typeface="Helvetica Neue Medium"/>
                        </a:rPr>
                        <m:t>𝑞</m:t>
                      </m:r>
                      <m:r>
                        <a:rPr lang="en-US" sz="3600" b="0" i="1" smtClean="0">
                          <a:solidFill>
                            <a:schemeClr val="tx1"/>
                          </a:solidFill>
                          <a:latin typeface="Cambria Math" panose="02040503050406030204" pitchFamily="18" charset="0"/>
                          <a:ea typeface="Cambria Math" panose="02040503050406030204" pitchFamily="18" charset="0"/>
                          <a:sym typeface="Helvetica Neue Medium"/>
                        </a:rPr>
                        <m:t>=</m:t>
                      </m:r>
                      <m:r>
                        <a:rPr lang="en-US" sz="3600" b="0" i="1" smtClean="0">
                          <a:solidFill>
                            <a:schemeClr val="tx1"/>
                          </a:solidFill>
                          <a:latin typeface="Cambria Math" panose="02040503050406030204" pitchFamily="18" charset="0"/>
                          <a:ea typeface="Cambria Math" panose="02040503050406030204" pitchFamily="18" charset="0"/>
                          <a:sym typeface="Helvetica Neue Medium"/>
                        </a:rPr>
                        <m:t>𝑠𝑞𝑟𝑡</m:t>
                      </m:r>
                      <m:r>
                        <a:rPr lang="en-US" sz="3600" b="0" i="1" smtClean="0">
                          <a:solidFill>
                            <a:schemeClr val="tx1"/>
                          </a:solidFill>
                          <a:latin typeface="Cambria Math" panose="02040503050406030204" pitchFamily="18" charset="0"/>
                          <a:ea typeface="Cambria Math" panose="02040503050406030204" pitchFamily="18" charset="0"/>
                          <a:sym typeface="Helvetica Neue Medium"/>
                        </a:rPr>
                        <m:t> 190=14</m:t>
                      </m:r>
                    </m:oMath>
                  </m:oMathPara>
                </a14:m>
                <a:endParaRPr lang="ar-AE" sz="36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14" name="17. Hence,   edp  =   AR / (AR - MR)">
                <a:extLst>
                  <a:ext uri="{FF2B5EF4-FFF2-40B4-BE49-F238E27FC236}">
                    <a16:creationId xmlns:a16="http://schemas.microsoft.com/office/drawing/2014/main" id="{73165F95-F146-C74A-A858-D8727CB5B933}"/>
                  </a:ext>
                </a:extLst>
              </p:cNvPr>
              <p:cNvSpPr txBox="1">
                <a:spLocks noRot="1" noChangeAspect="1" noMove="1" noResize="1" noEditPoints="1" noAdjustHandles="1" noChangeArrowheads="1" noChangeShapeType="1" noTextEdit="1"/>
              </p:cNvSpPr>
              <p:nvPr/>
            </p:nvSpPr>
            <p:spPr>
              <a:xfrm>
                <a:off x="388216" y="5991507"/>
                <a:ext cx="11961431" cy="826987"/>
              </a:xfrm>
              <a:prstGeom prst="rect">
                <a:avLst/>
              </a:prstGeom>
              <a:blipFill>
                <a:blip r:embed="rId8"/>
                <a:stretch>
                  <a:fillRect b="-25373"/>
                </a:stretch>
              </a:blipFill>
              <a:ln w="12700">
                <a:miter lim="400000"/>
              </a:ln>
              <a:extLst>
                <a:ext uri="{C572A759-6A51-4108-AA02-DFA0A04FC94B}">
                  <ma14:wrappingTextBoxFlag xmlns:m="http://schemas.openxmlformats.org/officeDocument/2006/math" xmlns:ma14="http://schemas.microsoft.com/office/mac/drawingml/2011/main" xmlns="" xmlns:a14="http://schemas.microsoft.com/office/drawing/2010/main"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17. Hence,   edp  =   AR / (AR - MR)">
                <a:extLst>
                  <a:ext uri="{FF2B5EF4-FFF2-40B4-BE49-F238E27FC236}">
                    <a16:creationId xmlns:a16="http://schemas.microsoft.com/office/drawing/2014/main" id="{2EBDECDC-91FA-7B41-A3E7-7492469C1A0F}"/>
                  </a:ext>
                </a:extLst>
              </p:cNvPr>
              <p:cNvSpPr txBox="1"/>
              <p:nvPr/>
            </p:nvSpPr>
            <p:spPr>
              <a:xfrm>
                <a:off x="408473" y="7015254"/>
                <a:ext cx="12337143" cy="826987"/>
              </a:xfrm>
              <a:prstGeom prst="rect">
                <a:avLst/>
              </a:prstGeom>
              <a:solidFill>
                <a:schemeClr val="accent2">
                  <a:lumMod val="20000"/>
                  <a:lumOff val="80000"/>
                </a:schemeClr>
              </a:solidFill>
              <a:ln w="12700">
                <a:miter lim="400000"/>
              </a:ln>
              <a:extLst>
                <a:ext uri="{C572A759-6A51-4108-AA02-DFA0A04FC94B}">
                  <ma14:wrappingTextBoxFlag xmlns="" xmlns:ma14="http://schemas.microsoft.com/office/mac/drawingml/2011/main" xmlns:m="http://schemas.openxmlformats.org/officeDocument/2006/math" val="1"/>
                </a:ext>
              </a:extLst>
            </p:spPr>
            <p:txBody>
              <a:bodyPr lIns="50800" tIns="50800" rIns="50800" bIns="50800" anchor="b">
                <a:noAutofit/>
              </a:bodyPr>
              <a:lstStyle/>
              <a:p>
                <a:pPr algn="l" defTabSz="496570">
                  <a:defRPr sz="2550" b="0">
                    <a:latin typeface="+mn-lt"/>
                    <a:ea typeface="+mn-ea"/>
                    <a:cs typeface="+mn-cs"/>
                    <a:sym typeface="Helvetica Neue Medium"/>
                  </a:defRPr>
                </a:pPr>
                <a14:m>
                  <m:oMath xmlns:m="http://schemas.openxmlformats.org/officeDocument/2006/math">
                    <m:sSup>
                      <m:sSupPr>
                        <m:ctrlPr>
                          <a:rPr lang="en-US" sz="2800" b="1" i="1" smtClean="0">
                            <a:solidFill>
                              <a:schemeClr val="tx1"/>
                            </a:solidFill>
                            <a:latin typeface="Cambria Math" panose="02040503050406030204" pitchFamily="18" charset="0"/>
                            <a:ea typeface="Cambria Math" panose="02040503050406030204" pitchFamily="18" charset="0"/>
                          </a:rPr>
                        </m:ctrlPr>
                      </m:sSupPr>
                      <m:e>
                        <m:r>
                          <a:rPr lang="en-US" sz="2800" b="1" i="1" smtClean="0">
                            <a:solidFill>
                              <a:schemeClr val="tx1"/>
                            </a:solidFill>
                            <a:latin typeface="Cambria Math" panose="02040503050406030204" pitchFamily="18" charset="0"/>
                            <a:ea typeface="Cambria Math" panose="02040503050406030204" pitchFamily="18" charset="0"/>
                          </a:rPr>
                          <m:t>𝑽</m:t>
                        </m:r>
                        <m:d>
                          <m:dPr>
                            <m:ctrlPr>
                              <a:rPr lang="en-US" sz="2800" b="1" i="1" smtClean="0">
                                <a:solidFill>
                                  <a:schemeClr val="tx1"/>
                                </a:solidFill>
                                <a:latin typeface="Cambria Math" panose="02040503050406030204" pitchFamily="18" charset="0"/>
                                <a:ea typeface="Cambria Math" panose="02040503050406030204" pitchFamily="18" charset="0"/>
                              </a:rPr>
                            </m:ctrlPr>
                          </m:dPr>
                          <m:e>
                            <m:r>
                              <a:rPr lang="en-US" sz="2800" b="1" i="1" dirty="0" smtClean="0">
                                <a:solidFill>
                                  <a:schemeClr val="tx1"/>
                                </a:solidFill>
                                <a:latin typeface="Cambria Math" panose="02040503050406030204" pitchFamily="18" charset="0"/>
                                <a:ea typeface="Cambria Math" panose="02040503050406030204" pitchFamily="18" charset="0"/>
                              </a:rPr>
                              <m:t>𝝅</m:t>
                            </m:r>
                          </m:e>
                        </m:d>
                      </m:e>
                      <m:sup>
                        <m:r>
                          <a:rPr lang="en-US" sz="2800" b="1" i="1" smtClean="0">
                            <a:solidFill>
                              <a:schemeClr val="tx1"/>
                            </a:solidFill>
                            <a:latin typeface="Cambria Math" panose="02040503050406030204" pitchFamily="18" charset="0"/>
                            <a:ea typeface="Cambria Math" panose="02040503050406030204" pitchFamily="18" charset="0"/>
                          </a:rPr>
                          <m:t>𝒎𝒂𝒙</m:t>
                        </m:r>
                      </m:sup>
                    </m:sSup>
                    <m:r>
                      <a:rPr lang="en-US" sz="2800" b="1" i="1" smtClean="0">
                        <a:solidFill>
                          <a:schemeClr val="tx1"/>
                        </a:solidFill>
                        <a:latin typeface="Cambria Math" panose="02040503050406030204" pitchFamily="18" charset="0"/>
                      </a:rPr>
                      <m:t>  =</m:t>
                    </m:r>
                    <m:r>
                      <a:rPr lang="en-US" sz="2800" b="0" i="1">
                        <a:solidFill>
                          <a:schemeClr val="tx1"/>
                        </a:solidFill>
                        <a:latin typeface="Cambria Math" panose="02040503050406030204" pitchFamily="18" charset="0"/>
                        <a:sym typeface="Helvetica Neue Medium"/>
                      </a:rPr>
                      <m:t>−1.</m:t>
                    </m:r>
                    <m:r>
                      <a:rPr lang="en-US" sz="2800" b="0" i="1">
                        <a:solidFill>
                          <a:schemeClr val="tx1"/>
                        </a:solidFill>
                        <a:latin typeface="Cambria Math" panose="02040503050406030204" pitchFamily="18" charset="0"/>
                        <a:sym typeface="Helvetica Neue Medium"/>
                      </a:rPr>
                      <m:t>𝟐𝟓</m:t>
                    </m:r>
                    <m:sSup>
                      <m:sSupPr>
                        <m:ctrlPr>
                          <a:rPr lang="en-US" sz="2800" b="0" i="1">
                            <a:solidFill>
                              <a:schemeClr val="tx1"/>
                            </a:solidFill>
                            <a:latin typeface="Cambria Math" panose="02040503050406030204" pitchFamily="18" charset="0"/>
                            <a:sym typeface="Helvetica Neue Medium"/>
                          </a:rPr>
                        </m:ctrlPr>
                      </m:sSupPr>
                      <m:e>
                        <m:r>
                          <a:rPr lang="en-US" sz="2800" b="0" i="1">
                            <a:solidFill>
                              <a:schemeClr val="tx1"/>
                            </a:solidFill>
                            <a:latin typeface="Cambria Math" panose="02040503050406030204" pitchFamily="18" charset="0"/>
                            <a:sym typeface="Helvetica Neue Medium"/>
                          </a:rPr>
                          <m:t>𝒒</m:t>
                        </m:r>
                      </m:e>
                      <m:sup>
                        <m:r>
                          <a:rPr lang="en-US" sz="2800" b="0" i="1">
                            <a:solidFill>
                              <a:schemeClr val="tx1"/>
                            </a:solidFill>
                            <a:latin typeface="Cambria Math" panose="02040503050406030204" pitchFamily="18" charset="0"/>
                            <a:sym typeface="Helvetica Neue Medium"/>
                          </a:rPr>
                          <m:t>𝟐</m:t>
                        </m:r>
                      </m:sup>
                    </m:sSup>
                    <m:r>
                      <a:rPr lang="en-US" sz="2800" b="0" i="1">
                        <a:solidFill>
                          <a:schemeClr val="tx1"/>
                        </a:solidFill>
                        <a:latin typeface="Cambria Math" panose="02040503050406030204" pitchFamily="18" charset="0"/>
                        <a:sym typeface="Helvetica Neue Medium"/>
                      </a:rPr>
                      <m:t>+47</m:t>
                    </m:r>
                    <m:r>
                      <a:rPr lang="en-US" sz="2800" b="0" i="1">
                        <a:solidFill>
                          <a:schemeClr val="tx1"/>
                        </a:solidFill>
                        <a:latin typeface="Cambria Math" panose="02040503050406030204" pitchFamily="18" charset="0"/>
                        <a:sym typeface="Helvetica Neue Medium"/>
                      </a:rPr>
                      <m:t>𝟓</m:t>
                    </m:r>
                    <m:r>
                      <a:rPr lang="en-US" sz="2800" b="0" i="1">
                        <a:solidFill>
                          <a:schemeClr val="tx1"/>
                        </a:solidFill>
                        <a:latin typeface="Cambria Math" panose="02040503050406030204" pitchFamily="18" charset="0"/>
                        <a:sym typeface="Helvetica Neue Medium"/>
                      </a:rPr>
                      <m:t>𝒒</m:t>
                    </m:r>
                    <m:r>
                      <a:rPr lang="en-US" sz="2800" b="0" i="1">
                        <a:solidFill>
                          <a:schemeClr val="tx1"/>
                        </a:solidFill>
                        <a:latin typeface="Cambria Math" panose="02040503050406030204" pitchFamily="18" charset="0"/>
                        <a:sym typeface="Helvetica Neue Medium"/>
                      </a:rPr>
                      <m:t> − </m:t>
                    </m:r>
                    <m:r>
                      <a:rPr lang="en-US" sz="2800" b="0" i="1">
                        <a:solidFill>
                          <a:schemeClr val="tx1"/>
                        </a:solidFill>
                        <a:latin typeface="Cambria Math" panose="02040503050406030204" pitchFamily="18" charset="0"/>
                        <a:sym typeface="Helvetica Neue Medium"/>
                      </a:rPr>
                      <m:t>𝟏𝟎𝟎</m:t>
                    </m:r>
                  </m:oMath>
                </a14:m>
                <a:r>
                  <a:rPr lang="en-US" sz="2800" b="0" dirty="0">
                    <a:solidFill>
                      <a:schemeClr val="tx1"/>
                    </a:solidFill>
                    <a:sym typeface="Helvetica Neue Medium"/>
                  </a:rPr>
                  <a:t> </a:t>
                </a:r>
                <a14:m>
                  <m:oMath xmlns:m="http://schemas.openxmlformats.org/officeDocument/2006/math">
                    <m:r>
                      <a:rPr lang="en-US" sz="2800" b="0" i="1" smtClean="0">
                        <a:solidFill>
                          <a:schemeClr val="tx1"/>
                        </a:solidFill>
                        <a:latin typeface="Cambria Math" panose="02040503050406030204" pitchFamily="18" charset="0"/>
                        <a:sym typeface="Helvetica Neue Medium"/>
                      </a:rPr>
                      <m:t>=−</m:t>
                    </m:r>
                    <m:r>
                      <a:rPr lang="en-US" sz="2800" b="0" i="1">
                        <a:solidFill>
                          <a:schemeClr val="tx1"/>
                        </a:solidFill>
                        <a:latin typeface="Cambria Math" panose="02040503050406030204" pitchFamily="18" charset="0"/>
                        <a:sym typeface="Helvetica Neue Medium"/>
                      </a:rPr>
                      <m:t>1.</m:t>
                    </m:r>
                    <m:r>
                      <a:rPr lang="en-US" sz="2800" b="0" i="1">
                        <a:solidFill>
                          <a:schemeClr val="tx1"/>
                        </a:solidFill>
                        <a:latin typeface="Cambria Math" panose="02040503050406030204" pitchFamily="18" charset="0"/>
                        <a:sym typeface="Helvetica Neue Medium"/>
                      </a:rPr>
                      <m:t>𝟐𝟓</m:t>
                    </m:r>
                    <m:sSup>
                      <m:sSupPr>
                        <m:ctrlPr>
                          <a:rPr lang="en-US" sz="2800" b="0" i="1">
                            <a:solidFill>
                              <a:schemeClr val="tx1"/>
                            </a:solidFill>
                            <a:latin typeface="Cambria Math" panose="02040503050406030204" pitchFamily="18" charset="0"/>
                            <a:sym typeface="Helvetica Neue Medium"/>
                          </a:rPr>
                        </m:ctrlPr>
                      </m:sSupPr>
                      <m:e>
                        <m:r>
                          <a:rPr lang="en-US" sz="2800" b="0" i="1" smtClean="0">
                            <a:solidFill>
                              <a:schemeClr val="tx1"/>
                            </a:solidFill>
                            <a:latin typeface="Cambria Math" panose="02040503050406030204" pitchFamily="18" charset="0"/>
                            <a:sym typeface="Helvetica Neue Medium"/>
                          </a:rPr>
                          <m:t>(14)</m:t>
                        </m:r>
                      </m:e>
                      <m:sup>
                        <m:r>
                          <a:rPr lang="en-US" sz="2800" b="0" i="1">
                            <a:solidFill>
                              <a:schemeClr val="tx1"/>
                            </a:solidFill>
                            <a:latin typeface="Cambria Math" panose="02040503050406030204" pitchFamily="18" charset="0"/>
                            <a:sym typeface="Helvetica Neue Medium"/>
                          </a:rPr>
                          <m:t>𝟐</m:t>
                        </m:r>
                      </m:sup>
                    </m:sSup>
                    <m:r>
                      <a:rPr lang="en-US" sz="2800" b="0" i="1">
                        <a:solidFill>
                          <a:schemeClr val="tx1"/>
                        </a:solidFill>
                        <a:latin typeface="Cambria Math" panose="02040503050406030204" pitchFamily="18" charset="0"/>
                        <a:sym typeface="Helvetica Neue Medium"/>
                      </a:rPr>
                      <m:t>+47</m:t>
                    </m:r>
                    <m:r>
                      <a:rPr lang="en-US" sz="2800" b="0" i="1">
                        <a:solidFill>
                          <a:schemeClr val="tx1"/>
                        </a:solidFill>
                        <a:latin typeface="Cambria Math" panose="02040503050406030204" pitchFamily="18" charset="0"/>
                        <a:sym typeface="Helvetica Neue Medium"/>
                      </a:rPr>
                      <m:t>𝟓</m:t>
                    </m:r>
                    <m:d>
                      <m:dPr>
                        <m:ctrlPr>
                          <a:rPr lang="en-US" sz="2800" b="0" i="1" smtClean="0">
                            <a:solidFill>
                              <a:schemeClr val="tx1"/>
                            </a:solidFill>
                            <a:latin typeface="Cambria Math" panose="02040503050406030204" pitchFamily="18" charset="0"/>
                            <a:sym typeface="Helvetica Neue Medium"/>
                          </a:rPr>
                        </m:ctrlPr>
                      </m:dPr>
                      <m:e>
                        <m:r>
                          <a:rPr lang="en-US" sz="2800" b="0" i="1" smtClean="0">
                            <a:solidFill>
                              <a:schemeClr val="tx1"/>
                            </a:solidFill>
                            <a:latin typeface="Cambria Math" panose="02040503050406030204" pitchFamily="18" charset="0"/>
                            <a:sym typeface="Helvetica Neue Medium"/>
                          </a:rPr>
                          <m:t>14</m:t>
                        </m:r>
                      </m:e>
                    </m:d>
                    <m:r>
                      <a:rPr lang="en-US" sz="2800" b="0" i="1">
                        <a:solidFill>
                          <a:schemeClr val="tx1"/>
                        </a:solidFill>
                        <a:latin typeface="Cambria Math" panose="02040503050406030204" pitchFamily="18" charset="0"/>
                        <a:sym typeface="Helvetica Neue Medium"/>
                      </a:rPr>
                      <m:t>− </m:t>
                    </m:r>
                    <m:r>
                      <a:rPr lang="en-US" sz="2800" b="0" i="1">
                        <a:solidFill>
                          <a:schemeClr val="tx1"/>
                        </a:solidFill>
                        <a:latin typeface="Cambria Math" panose="02040503050406030204" pitchFamily="18" charset="0"/>
                        <a:sym typeface="Helvetica Neue Medium"/>
                      </a:rPr>
                      <m:t>𝟏𝟎𝟎</m:t>
                    </m:r>
                    <m:r>
                      <a:rPr lang="en-US" sz="2800" b="0" i="1" smtClean="0">
                        <a:solidFill>
                          <a:schemeClr val="tx1"/>
                        </a:solidFill>
                        <a:latin typeface="Cambria Math" panose="02040503050406030204" pitchFamily="18" charset="0"/>
                        <a:sym typeface="Helvetica Neue Medium"/>
                      </a:rPr>
                      <m:t>=6405</m:t>
                    </m:r>
                  </m:oMath>
                </a14:m>
                <a:endParaRPr lang="ar-AE" sz="28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15" name="17. Hence,   edp  =   AR / (AR - MR)">
                <a:extLst>
                  <a:ext uri="{FF2B5EF4-FFF2-40B4-BE49-F238E27FC236}">
                    <a16:creationId xmlns:a16="http://schemas.microsoft.com/office/drawing/2014/main" id="{2EBDECDC-91FA-7B41-A3E7-7492469C1A0F}"/>
                  </a:ext>
                </a:extLst>
              </p:cNvPr>
              <p:cNvSpPr txBox="1">
                <a:spLocks noRot="1" noChangeAspect="1" noMove="1" noResize="1" noEditPoints="1" noAdjustHandles="1" noChangeArrowheads="1" noChangeShapeType="1" noTextEdit="1"/>
              </p:cNvSpPr>
              <p:nvPr/>
            </p:nvSpPr>
            <p:spPr>
              <a:xfrm>
                <a:off x="408473" y="7015254"/>
                <a:ext cx="12337143" cy="826987"/>
              </a:xfrm>
              <a:prstGeom prst="rect">
                <a:avLst/>
              </a:prstGeom>
              <a:blipFill>
                <a:blip r:embed="rId9"/>
                <a:stretch>
                  <a:fillRect l="-617" r="-1132" b="-21212"/>
                </a:stretch>
              </a:blipFill>
              <a:ln w="12700">
                <a:miter lim="400000"/>
              </a:ln>
              <a:extLst>
                <a:ext uri="{C572A759-6A51-4108-AA02-DFA0A04FC94B}">
                  <ma14:wrappingTextBoxFlag xmlns:m="http://schemas.openxmlformats.org/officeDocument/2006/math" xmlns:ma14="http://schemas.microsoft.com/office/mac/drawingml/2011/main" xmlns="" xmlns:a14="http://schemas.microsoft.com/office/drawing/2010/main"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17. Hence,   edp  =   AR / (AR - MR)">
                <a:extLst>
                  <a:ext uri="{FF2B5EF4-FFF2-40B4-BE49-F238E27FC236}">
                    <a16:creationId xmlns:a16="http://schemas.microsoft.com/office/drawing/2014/main" id="{67D09D7C-E994-A048-9DC8-AA3C5C602869}"/>
                  </a:ext>
                </a:extLst>
              </p:cNvPr>
              <p:cNvSpPr txBox="1"/>
              <p:nvPr/>
            </p:nvSpPr>
            <p:spPr>
              <a:xfrm>
                <a:off x="408473" y="8103496"/>
                <a:ext cx="12337143" cy="826987"/>
              </a:xfrm>
              <a:prstGeom prst="rect">
                <a:avLst/>
              </a:prstGeom>
              <a:solidFill>
                <a:schemeClr val="accent1">
                  <a:lumMod val="20000"/>
                  <a:lumOff val="80000"/>
                </a:schemeClr>
              </a:solidFill>
              <a:ln w="12700">
                <a:miter lim="400000"/>
              </a:ln>
              <a:extLst>
                <a:ext uri="{C572A759-6A51-4108-AA02-DFA0A04FC94B}">
                  <ma14:wrappingTextBoxFlag xmlns="" xmlns:ma14="http://schemas.microsoft.com/office/mac/drawingml/2011/main" xmlns:m="http://schemas.openxmlformats.org/officeDocument/2006/math" val="1"/>
                </a:ext>
              </a:extLst>
            </p:spPr>
            <p:txBody>
              <a:bodyPr lIns="50800" tIns="50800" rIns="50800" bIns="50800" anchor="b">
                <a:noAutofit/>
              </a:bodyPr>
              <a:lstStyle/>
              <a:p>
                <a:pPr algn="l" defTabSz="496570">
                  <a:defRPr sz="2550" b="0">
                    <a:latin typeface="+mn-lt"/>
                    <a:ea typeface="+mn-ea"/>
                    <a:cs typeface="+mn-cs"/>
                    <a:sym typeface="Helvetica Neue Medium"/>
                  </a:defRPr>
                </a:pPr>
                <a14:m>
                  <m:oMathPara xmlns:m="http://schemas.openxmlformats.org/officeDocument/2006/math">
                    <m:oMathParaPr>
                      <m:jc m:val="centerGroup"/>
                    </m:oMathParaPr>
                    <m:oMath xmlns:m="http://schemas.openxmlformats.org/officeDocument/2006/math">
                      <m:sSup>
                        <m:sSupPr>
                          <m:ctrlPr>
                            <a:rPr lang="en-US" sz="2800" b="1" i="1" smtClean="0">
                              <a:solidFill>
                                <a:schemeClr val="tx1"/>
                              </a:solidFill>
                              <a:latin typeface="Cambria Math" panose="02040503050406030204" pitchFamily="18" charset="0"/>
                              <a:ea typeface="Cambria Math" panose="02040503050406030204" pitchFamily="18" charset="0"/>
                            </a:rPr>
                          </m:ctrlPr>
                        </m:sSupPr>
                        <m:e>
                          <m:r>
                            <a:rPr lang="en-US" sz="2800" b="1" i="1" smtClean="0">
                              <a:solidFill>
                                <a:schemeClr val="tx1"/>
                              </a:solidFill>
                              <a:latin typeface="Cambria Math" panose="02040503050406030204" pitchFamily="18" charset="0"/>
                              <a:ea typeface="Cambria Math" panose="02040503050406030204" pitchFamily="18" charset="0"/>
                            </a:rPr>
                            <m:t>𝑽</m:t>
                          </m:r>
                          <m:d>
                            <m:dPr>
                              <m:ctrlPr>
                                <a:rPr lang="en-US" sz="2800" b="1" i="1" smtClean="0">
                                  <a:solidFill>
                                    <a:schemeClr val="tx1"/>
                                  </a:solidFill>
                                  <a:latin typeface="Cambria Math" panose="02040503050406030204" pitchFamily="18" charset="0"/>
                                  <a:ea typeface="Cambria Math" panose="02040503050406030204" pitchFamily="18" charset="0"/>
                                </a:rPr>
                              </m:ctrlPr>
                            </m:dPr>
                            <m:e>
                              <m:r>
                                <a:rPr lang="en-US" sz="2800" b="1" i="1" dirty="0" smtClean="0">
                                  <a:solidFill>
                                    <a:schemeClr val="tx1"/>
                                  </a:solidFill>
                                  <a:latin typeface="Cambria Math" panose="02040503050406030204" pitchFamily="18" charset="0"/>
                                  <a:ea typeface="Cambria Math" panose="02040503050406030204" pitchFamily="18" charset="0"/>
                                </a:rPr>
                                <m:t>𝝅</m:t>
                              </m:r>
                            </m:e>
                          </m:d>
                        </m:e>
                        <m:sup>
                          <m:r>
                            <a:rPr lang="en-US" sz="2800" b="1" i="1" smtClean="0">
                              <a:solidFill>
                                <a:schemeClr val="tx1"/>
                              </a:solidFill>
                              <a:latin typeface="Cambria Math" panose="02040503050406030204" pitchFamily="18" charset="0"/>
                              <a:ea typeface="Cambria Math" panose="02040503050406030204" pitchFamily="18" charset="0"/>
                            </a:rPr>
                            <m:t>𝒎𝒂𝒙</m:t>
                          </m:r>
                        </m:sup>
                      </m:sSup>
                      <m:r>
                        <a:rPr lang="en-US" sz="2800" b="1" i="1" smtClean="0">
                          <a:solidFill>
                            <a:schemeClr val="tx1"/>
                          </a:solidFill>
                          <a:latin typeface="Cambria Math" panose="02040503050406030204" pitchFamily="18" charset="0"/>
                        </a:rPr>
                        <m:t>  </m:t>
                      </m:r>
                      <m:r>
                        <a:rPr lang="en-US" sz="2800" b="1" i="1" smtClean="0">
                          <a:solidFill>
                            <a:schemeClr val="tx1"/>
                          </a:solidFill>
                          <a:latin typeface="Cambria Math" panose="02040503050406030204" pitchFamily="18" charset="0"/>
                        </a:rPr>
                        <m:t>𝒕𝒉𝒆</m:t>
                      </m:r>
                      <m:r>
                        <a:rPr lang="en-US" sz="2800" b="1" i="1" smtClean="0">
                          <a:solidFill>
                            <a:schemeClr val="tx1"/>
                          </a:solidFill>
                          <a:latin typeface="Cambria Math" panose="02040503050406030204" pitchFamily="18" charset="0"/>
                        </a:rPr>
                        <m:t> </m:t>
                      </m:r>
                      <m:r>
                        <a:rPr lang="en-US" sz="2800" b="1" i="1" smtClean="0">
                          <a:solidFill>
                            <a:schemeClr val="tx1"/>
                          </a:solidFill>
                          <a:latin typeface="Cambria Math" panose="02040503050406030204" pitchFamily="18" charset="0"/>
                        </a:rPr>
                        <m:t>𝒑𝒓𝒊𝒄𝒆</m:t>
                      </m:r>
                      <m:r>
                        <a:rPr lang="en-US" sz="2800" b="1" i="1" smtClean="0">
                          <a:solidFill>
                            <a:schemeClr val="tx1"/>
                          </a:solidFill>
                          <a:latin typeface="Cambria Math" panose="02040503050406030204" pitchFamily="18" charset="0"/>
                        </a:rPr>
                        <m:t> </m:t>
                      </m:r>
                      <m:r>
                        <a:rPr lang="en-US" sz="2800" b="1" i="1" smtClean="0">
                          <a:solidFill>
                            <a:schemeClr val="tx1"/>
                          </a:solidFill>
                          <a:latin typeface="Cambria Math" panose="02040503050406030204" pitchFamily="18" charset="0"/>
                        </a:rPr>
                        <m:t>𝒔𝒉𝒐𝒖𝒍𝒅</m:t>
                      </m:r>
                      <m:r>
                        <a:rPr lang="en-US" sz="2800" b="1" i="1" smtClean="0">
                          <a:solidFill>
                            <a:schemeClr val="tx1"/>
                          </a:solidFill>
                          <a:latin typeface="Cambria Math" panose="02040503050406030204" pitchFamily="18" charset="0"/>
                        </a:rPr>
                        <m:t> </m:t>
                      </m:r>
                      <m:r>
                        <a:rPr lang="en-US" sz="2800" b="1" i="1" smtClean="0">
                          <a:solidFill>
                            <a:schemeClr val="tx1"/>
                          </a:solidFill>
                          <a:latin typeface="Cambria Math" panose="02040503050406030204" pitchFamily="18" charset="0"/>
                        </a:rPr>
                        <m:t>𝒃𝒆</m:t>
                      </m:r>
                      <m:r>
                        <a:rPr lang="en-US" sz="2800" b="1" i="1" smtClean="0">
                          <a:solidFill>
                            <a:schemeClr val="tx1"/>
                          </a:solidFill>
                          <a:latin typeface="Cambria Math" panose="02040503050406030204" pitchFamily="18" charset="0"/>
                        </a:rPr>
                        <m:t> </m:t>
                      </m:r>
                      <m:r>
                        <a:rPr lang="en-US" sz="2800" b="1" i="1" smtClean="0">
                          <a:solidFill>
                            <a:schemeClr val="tx1"/>
                          </a:solidFill>
                          <a:latin typeface="Cambria Math" panose="02040503050406030204" pitchFamily="18" charset="0"/>
                        </a:rPr>
                        <m:t>𝑹𝒔</m:t>
                      </m:r>
                      <m:r>
                        <a:rPr lang="en-US" sz="2800" b="1" i="1" smtClean="0">
                          <a:solidFill>
                            <a:schemeClr val="tx1"/>
                          </a:solidFill>
                          <a:latin typeface="Cambria Math" panose="02040503050406030204" pitchFamily="18" charset="0"/>
                        </a:rPr>
                        <m:t> </m:t>
                      </m:r>
                      <m:r>
                        <a:rPr lang="en-US" sz="2800" b="1" i="1" smtClean="0">
                          <a:solidFill>
                            <a:schemeClr val="tx1"/>
                          </a:solidFill>
                          <a:latin typeface="Cambria Math" panose="02040503050406030204" pitchFamily="18" charset="0"/>
                        </a:rPr>
                        <m:t>𝟒𝟗𝟕</m:t>
                      </m:r>
                    </m:oMath>
                  </m:oMathPara>
                </a14:m>
                <a:endParaRPr lang="ar-AE" sz="28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16" name="17. Hence,   edp  =   AR / (AR - MR)">
                <a:extLst>
                  <a:ext uri="{FF2B5EF4-FFF2-40B4-BE49-F238E27FC236}">
                    <a16:creationId xmlns:a16="http://schemas.microsoft.com/office/drawing/2014/main" id="{67D09D7C-E994-A048-9DC8-AA3C5C602869}"/>
                  </a:ext>
                </a:extLst>
              </p:cNvPr>
              <p:cNvSpPr txBox="1">
                <a:spLocks noRot="1" noChangeAspect="1" noMove="1" noResize="1" noEditPoints="1" noAdjustHandles="1" noChangeArrowheads="1" noChangeShapeType="1" noTextEdit="1"/>
              </p:cNvSpPr>
              <p:nvPr/>
            </p:nvSpPr>
            <p:spPr>
              <a:xfrm>
                <a:off x="408473" y="8103496"/>
                <a:ext cx="12337143" cy="826987"/>
              </a:xfrm>
              <a:prstGeom prst="rect">
                <a:avLst/>
              </a:prstGeom>
              <a:blipFill>
                <a:blip r:embed="rId10"/>
                <a:stretch>
                  <a:fillRect b="-19403"/>
                </a:stretch>
              </a:blipFill>
              <a:ln w="12700">
                <a:miter lim="400000"/>
              </a:ln>
              <a:extLst>
                <a:ext uri="{C572A759-6A51-4108-AA02-DFA0A04FC94B}">
                  <ma14:wrappingTextBoxFlag xmlns:m="http://schemas.openxmlformats.org/officeDocument/2006/math" xmlns:ma14="http://schemas.microsoft.com/office/mac/drawingml/2011/main" xmlns="" xmlns:a14="http://schemas.microsoft.com/office/drawing/2010/main" val="1"/>
                </a:ext>
              </a:extLst>
            </p:spPr>
            <p:txBody>
              <a:bodyPr/>
              <a:lstStyle/>
              <a:p>
                <a:r>
                  <a:rPr lang="en-US">
                    <a:noFill/>
                  </a:rPr>
                  <a:t> </a:t>
                </a:r>
              </a:p>
            </p:txBody>
          </p:sp>
        </mc:Fallback>
      </mc:AlternateContent>
    </p:spTree>
    <p:extLst>
      <p:ext uri="{BB962C8B-B14F-4D97-AF65-F5344CB8AC3E}">
        <p14:creationId xmlns:p14="http://schemas.microsoft.com/office/powerpoint/2010/main" val="3722590994"/>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9" grpId="0" animBg="1"/>
      <p:bldP spid="12" grpId="0" animBg="1"/>
      <p:bldP spid="13" grpId="0" animBg="1"/>
      <p:bldP spid="14" grpId="0" animBg="1"/>
      <p:bldP spid="15" grpId="0" animBg="1"/>
      <p:bldP spid="16"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5D14FDA-EDCD-314D-BDEC-16FBEA8FBD15}"/>
              </a:ext>
            </a:extLst>
          </p:cNvPr>
          <p:cNvSpPr>
            <a:spLocks noGrp="1"/>
          </p:cNvSpPr>
          <p:nvPr>
            <p:ph type="sldNum" sz="quarter" idx="2"/>
          </p:nvPr>
        </p:nvSpPr>
        <p:spPr/>
        <p:txBody>
          <a:bodyPr/>
          <a:lstStyle/>
          <a:p>
            <a:fld id="{86CB4B4D-7CA3-9044-876B-883B54F8677D}" type="slidenum">
              <a:rPr lang="en-IN" smtClean="0"/>
              <a:t>31</a:t>
            </a:fld>
            <a:endParaRPr lang="en-IN"/>
          </a:p>
        </p:txBody>
      </p:sp>
      <mc:AlternateContent xmlns:mc="http://schemas.openxmlformats.org/markup-compatibility/2006" xmlns:a14="http://schemas.microsoft.com/office/drawing/2010/main">
        <mc:Choice Requires="a14">
          <p:sp>
            <p:nvSpPr>
              <p:cNvPr id="20" name="17. Hence,   edp  =   AR / (AR - MR)">
                <a:extLst>
                  <a:ext uri="{FF2B5EF4-FFF2-40B4-BE49-F238E27FC236}">
                    <a16:creationId xmlns:a16="http://schemas.microsoft.com/office/drawing/2014/main" id="{C1D0ADD4-A2B5-6B45-A48D-D8FC67611A35}"/>
                  </a:ext>
                </a:extLst>
              </p:cNvPr>
              <p:cNvSpPr txBox="1"/>
              <p:nvPr/>
            </p:nvSpPr>
            <p:spPr>
              <a:xfrm>
                <a:off x="408474" y="331281"/>
                <a:ext cx="6260670" cy="826987"/>
              </a:xfrm>
              <a:prstGeom prst="rect">
                <a:avLst/>
              </a:prstGeom>
              <a:solidFill>
                <a:schemeClr val="accent1">
                  <a:lumMod val="20000"/>
                  <a:lumOff val="80000"/>
                </a:schemeClr>
              </a:solidFill>
              <a:ln w="12700">
                <a:miter lim="400000"/>
              </a:ln>
              <a:extLst>
                <a:ext uri="{C572A759-6A51-4108-AA02-DFA0A04FC94B}">
                  <ma14:wrappingTextBoxFlag xmlns:m="http://schemas.openxmlformats.org/officeDocument/2006/math" xmlns:ma14="http://schemas.microsoft.com/office/mac/drawingml/2011/main" xmlns="" val="1"/>
                </a:ext>
              </a:extLst>
            </p:spPr>
            <p:txBody>
              <a:bodyPr lIns="50800" tIns="50800" rIns="50800" bIns="50800" anchor="b">
                <a:noAutofit/>
              </a:bodyPr>
              <a:lstStyle/>
              <a:p>
                <a:pPr algn="l" defTabSz="496570">
                  <a:defRPr sz="2550" b="0">
                    <a:latin typeface="+mn-lt"/>
                    <a:ea typeface="+mn-ea"/>
                    <a:cs typeface="+mn-cs"/>
                    <a:sym typeface="Helvetica Neue Medium"/>
                  </a:defRPr>
                </a:pPr>
                <a14:m>
                  <m:oMathPara xmlns:m="http://schemas.openxmlformats.org/officeDocument/2006/math">
                    <m:oMathParaPr>
                      <m:jc m:val="left"/>
                    </m:oMathParaPr>
                    <m:oMath xmlns:m="http://schemas.openxmlformats.org/officeDocument/2006/math">
                      <m:r>
                        <a:rPr lang="en-US" sz="2800" b="1" i="1" smtClean="0">
                          <a:solidFill>
                            <a:schemeClr val="accent6">
                              <a:lumMod val="75000"/>
                            </a:schemeClr>
                          </a:solidFill>
                          <a:latin typeface="Cambria Math" panose="02040503050406030204" pitchFamily="18" charset="0"/>
                        </a:rPr>
                        <m:t>𝑨𝑹</m:t>
                      </m:r>
                      <m:r>
                        <a:rPr lang="en-US" sz="2800" b="1" i="1" smtClean="0">
                          <a:solidFill>
                            <a:schemeClr val="accent6">
                              <a:lumMod val="75000"/>
                            </a:schemeClr>
                          </a:solidFill>
                          <a:latin typeface="Cambria Math" panose="02040503050406030204" pitchFamily="18" charset="0"/>
                        </a:rPr>
                        <m:t> </m:t>
                      </m:r>
                      <m:r>
                        <a:rPr lang="en-US" sz="2800" b="1" i="1" smtClean="0">
                          <a:solidFill>
                            <a:schemeClr val="accent6">
                              <a:lumMod val="75000"/>
                            </a:schemeClr>
                          </a:solidFill>
                          <a:latin typeface="Cambria Math" panose="02040503050406030204" pitchFamily="18" charset="0"/>
                        </a:rPr>
                        <m:t>𝑭𝒖𝒏𝒄𝒕𝒊𝒐𝒏</m:t>
                      </m:r>
                      <m:r>
                        <a:rPr lang="en-US" sz="2800" b="1" i="1" smtClean="0">
                          <a:solidFill>
                            <a:schemeClr val="accent6">
                              <a:lumMod val="75000"/>
                            </a:schemeClr>
                          </a:solidFill>
                          <a:latin typeface="Cambria Math" panose="02040503050406030204" pitchFamily="18" charset="0"/>
                        </a:rPr>
                        <m:t>:   </m:t>
                      </m:r>
                      <m:r>
                        <a:rPr lang="en-US" sz="2800" b="1" i="1" smtClean="0">
                          <a:solidFill>
                            <a:schemeClr val="accent6">
                              <a:lumMod val="75000"/>
                            </a:schemeClr>
                          </a:solidFill>
                          <a:latin typeface="Cambria Math" panose="02040503050406030204" pitchFamily="18" charset="0"/>
                        </a:rPr>
                        <m:t>𝑷</m:t>
                      </m:r>
                      <m:r>
                        <a:rPr lang="en-US" sz="2800" b="1" i="1" smtClean="0">
                          <a:solidFill>
                            <a:schemeClr val="accent6">
                              <a:lumMod val="75000"/>
                            </a:schemeClr>
                          </a:solidFill>
                          <a:latin typeface="Cambria Math" panose="02040503050406030204" pitchFamily="18" charset="0"/>
                        </a:rPr>
                        <m:t>=</m:t>
                      </m:r>
                      <m:r>
                        <a:rPr lang="en-US" sz="2800" b="1" i="1" smtClean="0">
                          <a:solidFill>
                            <a:schemeClr val="accent6">
                              <a:lumMod val="75000"/>
                            </a:schemeClr>
                          </a:solidFill>
                          <a:latin typeface="Cambria Math" panose="02040503050406030204" pitchFamily="18" charset="0"/>
                        </a:rPr>
                        <m:t>𝟑𝟐</m:t>
                      </m:r>
                      <m:r>
                        <a:rPr lang="en-US" sz="2800" b="1" i="1" smtClean="0">
                          <a:solidFill>
                            <a:schemeClr val="accent6">
                              <a:lumMod val="75000"/>
                            </a:schemeClr>
                          </a:solidFill>
                          <a:latin typeface="Cambria Math" panose="02040503050406030204" pitchFamily="18" charset="0"/>
                        </a:rPr>
                        <m:t> −</m:t>
                      </m:r>
                      <m:r>
                        <a:rPr lang="en-US" sz="2800" b="1" i="1" smtClean="0">
                          <a:solidFill>
                            <a:schemeClr val="accent6">
                              <a:lumMod val="75000"/>
                            </a:schemeClr>
                          </a:solidFill>
                          <a:latin typeface="Cambria Math" panose="02040503050406030204" pitchFamily="18" charset="0"/>
                        </a:rPr>
                        <m:t>𝟑</m:t>
                      </m:r>
                      <m:r>
                        <a:rPr lang="en-US" sz="2800" b="1" i="1" smtClean="0">
                          <a:solidFill>
                            <a:schemeClr val="accent6">
                              <a:lumMod val="75000"/>
                            </a:schemeClr>
                          </a:solidFill>
                          <a:latin typeface="Cambria Math" panose="02040503050406030204" pitchFamily="18" charset="0"/>
                        </a:rPr>
                        <m:t>𝒒</m:t>
                      </m:r>
                    </m:oMath>
                  </m:oMathPara>
                </a14:m>
                <a:endParaRPr lang="ar-AE" sz="2800" dirty="0">
                  <a:solidFill>
                    <a:schemeClr val="accent6">
                      <a:lumMod val="75000"/>
                    </a:schemeClr>
                  </a:solidFill>
                  <a:latin typeface="Times New Roman" panose="02020603050405020304" pitchFamily="18" charset="0"/>
                  <a:cs typeface="Times New Roman" panose="02020603050405020304" pitchFamily="18" charset="0"/>
                </a:endParaRPr>
              </a:p>
            </p:txBody>
          </p:sp>
        </mc:Choice>
        <mc:Fallback xmlns="">
          <p:sp>
            <p:nvSpPr>
              <p:cNvPr id="20" name="17. Hence,   edp  =   AR / (AR - MR)">
                <a:extLst>
                  <a:ext uri="{FF2B5EF4-FFF2-40B4-BE49-F238E27FC236}">
                    <a16:creationId xmlns:a16="http://schemas.microsoft.com/office/drawing/2014/main" id="{C1D0ADD4-A2B5-6B45-A48D-D8FC67611A35}"/>
                  </a:ext>
                </a:extLst>
              </p:cNvPr>
              <p:cNvSpPr txBox="1">
                <a:spLocks noRot="1" noChangeAspect="1" noMove="1" noResize="1" noEditPoints="1" noAdjustHandles="1" noChangeArrowheads="1" noChangeShapeType="1" noTextEdit="1"/>
              </p:cNvSpPr>
              <p:nvPr/>
            </p:nvSpPr>
            <p:spPr>
              <a:xfrm>
                <a:off x="408474" y="331281"/>
                <a:ext cx="6260670" cy="826987"/>
              </a:xfrm>
              <a:prstGeom prst="rect">
                <a:avLst/>
              </a:prstGeom>
              <a:blipFill>
                <a:blip r:embed="rId2"/>
                <a:stretch>
                  <a:fillRect l="-1215" b="-19403"/>
                </a:stretch>
              </a:blipFill>
              <a:ln w="12700">
                <a:miter lim="400000"/>
              </a:ln>
              <a:extLst>
                <a:ext uri="{C572A759-6A51-4108-AA02-DFA0A04FC94B}">
                  <ma14:wrappingTextBoxFlag xmlns:a14="http://schemas.microsoft.com/office/drawing/2010/main" xmlns:m="http://schemas.openxmlformats.org/officeDocument/2006/math" xmlns:ma14="http://schemas.microsoft.com/office/mac/drawingml/2011/main" xmlns=""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17. Hence,   edp  =   AR / (AR - MR)">
                <a:extLst>
                  <a:ext uri="{FF2B5EF4-FFF2-40B4-BE49-F238E27FC236}">
                    <a16:creationId xmlns:a16="http://schemas.microsoft.com/office/drawing/2014/main" id="{C16C8BBB-3311-7C45-97FC-3062DE5F5F5B}"/>
                  </a:ext>
                </a:extLst>
              </p:cNvPr>
              <p:cNvSpPr txBox="1"/>
              <p:nvPr/>
            </p:nvSpPr>
            <p:spPr>
              <a:xfrm>
                <a:off x="408473" y="1236610"/>
                <a:ext cx="5596241" cy="826987"/>
              </a:xfrm>
              <a:prstGeom prst="rect">
                <a:avLst/>
              </a:prstGeom>
              <a:solidFill>
                <a:schemeClr val="accent3">
                  <a:lumMod val="40000"/>
                  <a:lumOff val="60000"/>
                </a:schemeClr>
              </a:solidFill>
              <a:ln w="12700">
                <a:miter lim="400000"/>
              </a:ln>
              <a:extLst>
                <a:ext uri="{C572A759-6A51-4108-AA02-DFA0A04FC94B}">
                  <ma14:wrappingTextBoxFlag xmlns:m="http://schemas.openxmlformats.org/officeDocument/2006/math" xmlns:ma14="http://schemas.microsoft.com/office/mac/drawingml/2011/main" xmlns="" val="1"/>
                </a:ext>
              </a:extLst>
            </p:spPr>
            <p:txBody>
              <a:bodyPr lIns="50800" tIns="50800" rIns="50800" bIns="50800" anchor="b">
                <a:noAutofit/>
              </a:bodyPr>
              <a:lstStyle/>
              <a:p>
                <a:pPr algn="l" defTabSz="496570">
                  <a:defRPr sz="2550" b="0">
                    <a:latin typeface="+mn-lt"/>
                    <a:ea typeface="+mn-ea"/>
                    <a:cs typeface="+mn-cs"/>
                    <a:sym typeface="Helvetica Neue Medium"/>
                  </a:defRPr>
                </a:pPr>
                <a14:m>
                  <m:oMathPara xmlns:m="http://schemas.openxmlformats.org/officeDocument/2006/math">
                    <m:oMathParaPr>
                      <m:jc m:val="left"/>
                    </m:oMathParaPr>
                    <m:oMath xmlns:m="http://schemas.openxmlformats.org/officeDocument/2006/math">
                      <m:r>
                        <a:rPr lang="en-US" sz="2800" b="1" i="1" smtClean="0">
                          <a:solidFill>
                            <a:schemeClr val="accent6">
                              <a:lumMod val="75000"/>
                            </a:schemeClr>
                          </a:solidFill>
                          <a:latin typeface="Cambria Math" panose="02040503050406030204" pitchFamily="18" charset="0"/>
                        </a:rPr>
                        <m:t>𝑻𝑪</m:t>
                      </m:r>
                      <m:r>
                        <a:rPr lang="en-US" sz="2800" b="1" i="1" smtClean="0">
                          <a:solidFill>
                            <a:schemeClr val="accent6">
                              <a:lumMod val="75000"/>
                            </a:schemeClr>
                          </a:solidFill>
                          <a:latin typeface="Cambria Math" panose="02040503050406030204" pitchFamily="18" charset="0"/>
                        </a:rPr>
                        <m:t> </m:t>
                      </m:r>
                      <m:r>
                        <a:rPr lang="en-US" sz="2800" b="1" i="1" smtClean="0">
                          <a:solidFill>
                            <a:schemeClr val="accent6">
                              <a:lumMod val="75000"/>
                            </a:schemeClr>
                          </a:solidFill>
                          <a:latin typeface="Cambria Math" panose="02040503050406030204" pitchFamily="18" charset="0"/>
                        </a:rPr>
                        <m:t>𝑭𝒖𝒏𝒄𝒕𝒊𝒐𝒏</m:t>
                      </m:r>
                      <m:r>
                        <a:rPr lang="en-US" sz="2800" b="1" i="1" smtClean="0">
                          <a:solidFill>
                            <a:schemeClr val="accent6">
                              <a:lumMod val="75000"/>
                            </a:schemeClr>
                          </a:solidFill>
                          <a:latin typeface="Cambria Math" panose="02040503050406030204" pitchFamily="18" charset="0"/>
                        </a:rPr>
                        <m:t>:   </m:t>
                      </m:r>
                      <m:r>
                        <a:rPr lang="en-US" sz="2800" b="1" i="1" smtClean="0">
                          <a:solidFill>
                            <a:schemeClr val="accent6">
                              <a:lumMod val="75000"/>
                            </a:schemeClr>
                          </a:solidFill>
                          <a:latin typeface="Cambria Math" panose="02040503050406030204" pitchFamily="18" charset="0"/>
                        </a:rPr>
                        <m:t>𝑪</m:t>
                      </m:r>
                      <m:r>
                        <a:rPr lang="en-US" sz="2800" b="1" i="1" smtClean="0">
                          <a:solidFill>
                            <a:schemeClr val="accent6">
                              <a:lumMod val="75000"/>
                            </a:schemeClr>
                          </a:solidFill>
                          <a:latin typeface="Cambria Math" panose="02040503050406030204" pitchFamily="18" charset="0"/>
                        </a:rPr>
                        <m:t>=</m:t>
                      </m:r>
                      <m:sSup>
                        <m:sSupPr>
                          <m:ctrlPr>
                            <a:rPr lang="en-US" sz="2800" b="1" i="1" smtClean="0">
                              <a:solidFill>
                                <a:schemeClr val="accent6">
                                  <a:lumMod val="75000"/>
                                </a:schemeClr>
                              </a:solidFill>
                              <a:latin typeface="Cambria Math" panose="02040503050406030204" pitchFamily="18" charset="0"/>
                            </a:rPr>
                          </m:ctrlPr>
                        </m:sSupPr>
                        <m:e>
                          <m:r>
                            <a:rPr lang="en-US" sz="2800" b="1" i="1" smtClean="0">
                              <a:solidFill>
                                <a:schemeClr val="accent6">
                                  <a:lumMod val="75000"/>
                                </a:schemeClr>
                              </a:solidFill>
                              <a:latin typeface="Cambria Math" panose="02040503050406030204" pitchFamily="18" charset="0"/>
                            </a:rPr>
                            <m:t>𝒒</m:t>
                          </m:r>
                        </m:e>
                        <m:sup>
                          <m:r>
                            <a:rPr lang="en-US" sz="2800" b="1" i="1" smtClean="0">
                              <a:solidFill>
                                <a:schemeClr val="accent6">
                                  <a:lumMod val="75000"/>
                                </a:schemeClr>
                              </a:solidFill>
                              <a:latin typeface="Cambria Math" panose="02040503050406030204" pitchFamily="18" charset="0"/>
                            </a:rPr>
                            <m:t>𝟐</m:t>
                          </m:r>
                        </m:sup>
                      </m:sSup>
                      <m:r>
                        <a:rPr lang="en-US" sz="2800" b="1" i="1" smtClean="0">
                          <a:solidFill>
                            <a:schemeClr val="accent6">
                              <a:lumMod val="75000"/>
                            </a:schemeClr>
                          </a:solidFill>
                          <a:latin typeface="Cambria Math" panose="02040503050406030204" pitchFamily="18" charset="0"/>
                        </a:rPr>
                        <m:t>+</m:t>
                      </m:r>
                      <m:r>
                        <a:rPr lang="en-US" sz="2800" b="1" i="1" smtClean="0">
                          <a:solidFill>
                            <a:schemeClr val="accent6">
                              <a:lumMod val="75000"/>
                            </a:schemeClr>
                          </a:solidFill>
                          <a:latin typeface="Cambria Math" panose="02040503050406030204" pitchFamily="18" charset="0"/>
                        </a:rPr>
                        <m:t>𝟖</m:t>
                      </m:r>
                      <m:r>
                        <a:rPr lang="en-US" sz="2800" b="1" i="1" smtClean="0">
                          <a:solidFill>
                            <a:schemeClr val="accent6">
                              <a:lumMod val="75000"/>
                            </a:schemeClr>
                          </a:solidFill>
                          <a:latin typeface="Cambria Math" panose="02040503050406030204" pitchFamily="18" charset="0"/>
                        </a:rPr>
                        <m:t>𝒒</m:t>
                      </m:r>
                      <m:r>
                        <a:rPr lang="en-US" sz="2800" b="1" i="1" smtClean="0">
                          <a:solidFill>
                            <a:schemeClr val="accent6">
                              <a:lumMod val="75000"/>
                            </a:schemeClr>
                          </a:solidFill>
                          <a:latin typeface="Cambria Math" panose="02040503050406030204" pitchFamily="18" charset="0"/>
                        </a:rPr>
                        <m:t>+</m:t>
                      </m:r>
                      <m:r>
                        <a:rPr lang="en-US" sz="2800" b="1" i="1" smtClean="0">
                          <a:solidFill>
                            <a:schemeClr val="accent6">
                              <a:lumMod val="75000"/>
                            </a:schemeClr>
                          </a:solidFill>
                          <a:latin typeface="Cambria Math" panose="02040503050406030204" pitchFamily="18" charset="0"/>
                        </a:rPr>
                        <m:t>𝟓</m:t>
                      </m:r>
                    </m:oMath>
                  </m:oMathPara>
                </a14:m>
                <a:endParaRPr lang="ar-AE" sz="2800" dirty="0">
                  <a:solidFill>
                    <a:schemeClr val="accent6">
                      <a:lumMod val="75000"/>
                    </a:schemeClr>
                  </a:solidFill>
                  <a:latin typeface="Times New Roman" panose="02020603050405020304" pitchFamily="18" charset="0"/>
                  <a:cs typeface="Times New Roman" panose="02020603050405020304" pitchFamily="18" charset="0"/>
                </a:endParaRPr>
              </a:p>
            </p:txBody>
          </p:sp>
        </mc:Choice>
        <mc:Fallback xmlns="">
          <p:sp>
            <p:nvSpPr>
              <p:cNvPr id="21" name="17. Hence,   edp  =   AR / (AR - MR)">
                <a:extLst>
                  <a:ext uri="{FF2B5EF4-FFF2-40B4-BE49-F238E27FC236}">
                    <a16:creationId xmlns:a16="http://schemas.microsoft.com/office/drawing/2014/main" id="{C16C8BBB-3311-7C45-97FC-3062DE5F5F5B}"/>
                  </a:ext>
                </a:extLst>
              </p:cNvPr>
              <p:cNvSpPr txBox="1">
                <a:spLocks noRot="1" noChangeAspect="1" noMove="1" noResize="1" noEditPoints="1" noAdjustHandles="1" noChangeArrowheads="1" noChangeShapeType="1" noTextEdit="1"/>
              </p:cNvSpPr>
              <p:nvPr/>
            </p:nvSpPr>
            <p:spPr>
              <a:xfrm>
                <a:off x="408473" y="1236610"/>
                <a:ext cx="5596241" cy="826987"/>
              </a:xfrm>
              <a:prstGeom prst="rect">
                <a:avLst/>
              </a:prstGeom>
              <a:blipFill>
                <a:blip r:embed="rId3"/>
                <a:stretch>
                  <a:fillRect l="-1361" b="-21212"/>
                </a:stretch>
              </a:blipFill>
              <a:ln w="12700">
                <a:miter lim="400000"/>
              </a:ln>
              <a:extLst>
                <a:ext uri="{C572A759-6A51-4108-AA02-DFA0A04FC94B}">
                  <ma14:wrappingTextBoxFlag xmlns:a14="http://schemas.microsoft.com/office/drawing/2010/main" xmlns:m="http://schemas.openxmlformats.org/officeDocument/2006/math" xmlns:ma14="http://schemas.microsoft.com/office/mac/drawingml/2011/main" xmlns=""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17. Hence,   edp  =   AR / (AR - MR)">
                <a:extLst>
                  <a:ext uri="{FF2B5EF4-FFF2-40B4-BE49-F238E27FC236}">
                    <a16:creationId xmlns:a16="http://schemas.microsoft.com/office/drawing/2014/main" id="{282B1C66-7493-5742-AEE7-D9E2F4441382}"/>
                  </a:ext>
                </a:extLst>
              </p:cNvPr>
              <p:cNvSpPr txBox="1"/>
              <p:nvPr/>
            </p:nvSpPr>
            <p:spPr>
              <a:xfrm>
                <a:off x="468657" y="2161179"/>
                <a:ext cx="5596241" cy="826987"/>
              </a:xfrm>
              <a:prstGeom prst="rect">
                <a:avLst/>
              </a:prstGeom>
              <a:solidFill>
                <a:schemeClr val="accent1">
                  <a:lumMod val="20000"/>
                  <a:lumOff val="80000"/>
                </a:schemeClr>
              </a:solidFill>
              <a:ln w="12700">
                <a:miter lim="400000"/>
              </a:ln>
              <a:extLst>
                <a:ext uri="{C572A759-6A51-4108-AA02-DFA0A04FC94B}">
                  <ma14:wrappingTextBoxFlag xmlns:m="http://schemas.openxmlformats.org/officeDocument/2006/math" xmlns:ma14="http://schemas.microsoft.com/office/mac/drawingml/2011/main" xmlns="" val="1"/>
                </a:ext>
              </a:extLst>
            </p:spPr>
            <p:txBody>
              <a:bodyPr lIns="50800" tIns="50800" rIns="50800" bIns="50800" anchor="b">
                <a:noAutofit/>
              </a:bodyPr>
              <a:lstStyle/>
              <a:p>
                <a:pPr algn="l" defTabSz="496570">
                  <a:defRPr sz="2550" b="0">
                    <a:latin typeface="+mn-lt"/>
                    <a:ea typeface="+mn-ea"/>
                    <a:cs typeface="+mn-cs"/>
                    <a:sym typeface="Helvetica Neue Medium"/>
                  </a:defRPr>
                </a:pPr>
                <a14:m>
                  <m:oMathPara xmlns:m="http://schemas.openxmlformats.org/officeDocument/2006/math">
                    <m:oMathParaPr>
                      <m:jc m:val="left"/>
                    </m:oMathParaPr>
                    <m:oMath xmlns:m="http://schemas.openxmlformats.org/officeDocument/2006/math">
                      <m:r>
                        <a:rPr lang="en-US" sz="2800" b="1" i="1" smtClean="0">
                          <a:solidFill>
                            <a:schemeClr val="accent6">
                              <a:lumMod val="75000"/>
                            </a:schemeClr>
                          </a:solidFill>
                          <a:latin typeface="Cambria Math" panose="02040503050406030204" pitchFamily="18" charset="0"/>
                        </a:rPr>
                        <m:t>𝑻𝑹</m:t>
                      </m:r>
                      <m:r>
                        <a:rPr lang="en-US" sz="2800" b="1" i="1" smtClean="0">
                          <a:solidFill>
                            <a:schemeClr val="accent6">
                              <a:lumMod val="75000"/>
                            </a:schemeClr>
                          </a:solidFill>
                          <a:latin typeface="Cambria Math" panose="02040503050406030204" pitchFamily="18" charset="0"/>
                        </a:rPr>
                        <m:t> </m:t>
                      </m:r>
                      <m:r>
                        <a:rPr lang="en-US" sz="2800" b="1" i="1" smtClean="0">
                          <a:solidFill>
                            <a:schemeClr val="accent6">
                              <a:lumMod val="75000"/>
                            </a:schemeClr>
                          </a:solidFill>
                          <a:latin typeface="Cambria Math" panose="02040503050406030204" pitchFamily="18" charset="0"/>
                        </a:rPr>
                        <m:t>𝑭𝒖𝒏𝒄𝒕𝒊𝒐𝒏</m:t>
                      </m:r>
                      <m:r>
                        <a:rPr lang="en-US" sz="2800" b="1" i="1" smtClean="0">
                          <a:solidFill>
                            <a:schemeClr val="accent6">
                              <a:lumMod val="75000"/>
                            </a:schemeClr>
                          </a:solidFill>
                          <a:latin typeface="Cambria Math" panose="02040503050406030204" pitchFamily="18" charset="0"/>
                        </a:rPr>
                        <m:t>:   </m:t>
                      </m:r>
                      <m:r>
                        <a:rPr lang="en-US" sz="2800" b="1" i="1" smtClean="0">
                          <a:solidFill>
                            <a:schemeClr val="accent6">
                              <a:lumMod val="75000"/>
                            </a:schemeClr>
                          </a:solidFill>
                          <a:latin typeface="Cambria Math" panose="02040503050406030204" pitchFamily="18" charset="0"/>
                        </a:rPr>
                        <m:t>𝑹</m:t>
                      </m:r>
                      <m:r>
                        <a:rPr lang="en-US" sz="2800" b="1" i="1" smtClean="0">
                          <a:solidFill>
                            <a:schemeClr val="accent6">
                              <a:lumMod val="75000"/>
                            </a:schemeClr>
                          </a:solidFill>
                          <a:latin typeface="Cambria Math" panose="02040503050406030204" pitchFamily="18" charset="0"/>
                        </a:rPr>
                        <m:t>=</m:t>
                      </m:r>
                      <m:r>
                        <a:rPr lang="en-US" sz="2800" b="1" i="1" smtClean="0">
                          <a:solidFill>
                            <a:schemeClr val="accent6">
                              <a:lumMod val="75000"/>
                            </a:schemeClr>
                          </a:solidFill>
                          <a:latin typeface="Cambria Math" panose="02040503050406030204" pitchFamily="18" charset="0"/>
                        </a:rPr>
                        <m:t>𝟑𝟐</m:t>
                      </m:r>
                      <m:r>
                        <a:rPr lang="en-US" sz="2800" b="1" i="1" smtClean="0">
                          <a:solidFill>
                            <a:schemeClr val="accent6">
                              <a:lumMod val="75000"/>
                            </a:schemeClr>
                          </a:solidFill>
                          <a:latin typeface="Cambria Math" panose="02040503050406030204" pitchFamily="18" charset="0"/>
                        </a:rPr>
                        <m:t>𝒒</m:t>
                      </m:r>
                      <m:r>
                        <a:rPr lang="en-US" sz="2800" b="1" i="1" smtClean="0">
                          <a:solidFill>
                            <a:schemeClr val="accent6">
                              <a:lumMod val="75000"/>
                            </a:schemeClr>
                          </a:solidFill>
                          <a:latin typeface="Cambria Math" panose="02040503050406030204" pitchFamily="18" charset="0"/>
                        </a:rPr>
                        <m:t> −</m:t>
                      </m:r>
                      <m:r>
                        <a:rPr lang="en-US" sz="2800" b="1" i="1" smtClean="0">
                          <a:solidFill>
                            <a:schemeClr val="accent6">
                              <a:lumMod val="75000"/>
                            </a:schemeClr>
                          </a:solidFill>
                          <a:latin typeface="Cambria Math" panose="02040503050406030204" pitchFamily="18" charset="0"/>
                        </a:rPr>
                        <m:t>𝟑</m:t>
                      </m:r>
                      <m:r>
                        <a:rPr lang="en-US" sz="2800" b="1" i="1" smtClean="0">
                          <a:solidFill>
                            <a:schemeClr val="accent6">
                              <a:lumMod val="75000"/>
                            </a:schemeClr>
                          </a:solidFill>
                          <a:latin typeface="Cambria Math" panose="02040503050406030204" pitchFamily="18" charset="0"/>
                        </a:rPr>
                        <m:t>𝒒</m:t>
                      </m:r>
                      <m:r>
                        <a:rPr lang="en-US" sz="2800" b="1" i="1" smtClean="0">
                          <a:solidFill>
                            <a:schemeClr val="accent6">
                              <a:lumMod val="75000"/>
                            </a:schemeClr>
                          </a:solidFill>
                          <a:latin typeface="Cambria Math" panose="02040503050406030204" pitchFamily="18" charset="0"/>
                        </a:rPr>
                        <m:t>^</m:t>
                      </m:r>
                      <m:r>
                        <a:rPr lang="en-US" sz="2800" b="1" i="1" smtClean="0">
                          <a:solidFill>
                            <a:schemeClr val="accent6">
                              <a:lumMod val="75000"/>
                            </a:schemeClr>
                          </a:solidFill>
                          <a:latin typeface="Cambria Math" panose="02040503050406030204" pitchFamily="18" charset="0"/>
                        </a:rPr>
                        <m:t>𝟐</m:t>
                      </m:r>
                    </m:oMath>
                  </m:oMathPara>
                </a14:m>
                <a:endParaRPr lang="ar-AE" sz="2800" dirty="0">
                  <a:solidFill>
                    <a:schemeClr val="accent6">
                      <a:lumMod val="75000"/>
                    </a:schemeClr>
                  </a:solidFill>
                  <a:latin typeface="Times New Roman" panose="02020603050405020304" pitchFamily="18" charset="0"/>
                  <a:cs typeface="Times New Roman" panose="02020603050405020304" pitchFamily="18" charset="0"/>
                </a:endParaRPr>
              </a:p>
            </p:txBody>
          </p:sp>
        </mc:Choice>
        <mc:Fallback xmlns="">
          <p:sp>
            <p:nvSpPr>
              <p:cNvPr id="17" name="17. Hence,   edp  =   AR / (AR - MR)">
                <a:extLst>
                  <a:ext uri="{FF2B5EF4-FFF2-40B4-BE49-F238E27FC236}">
                    <a16:creationId xmlns:a16="http://schemas.microsoft.com/office/drawing/2014/main" id="{282B1C66-7493-5742-AEE7-D9E2F4441382}"/>
                  </a:ext>
                </a:extLst>
              </p:cNvPr>
              <p:cNvSpPr txBox="1">
                <a:spLocks noRot="1" noChangeAspect="1" noMove="1" noResize="1" noEditPoints="1" noAdjustHandles="1" noChangeArrowheads="1" noChangeShapeType="1" noTextEdit="1"/>
              </p:cNvSpPr>
              <p:nvPr/>
            </p:nvSpPr>
            <p:spPr>
              <a:xfrm>
                <a:off x="468657" y="2161179"/>
                <a:ext cx="5596241" cy="826987"/>
              </a:xfrm>
              <a:prstGeom prst="rect">
                <a:avLst/>
              </a:prstGeom>
              <a:blipFill>
                <a:blip r:embed="rId4"/>
                <a:stretch>
                  <a:fillRect l="-1131" b="-21212"/>
                </a:stretch>
              </a:blipFill>
              <a:ln w="12700">
                <a:miter lim="400000"/>
              </a:ln>
              <a:extLst>
                <a:ext uri="{C572A759-6A51-4108-AA02-DFA0A04FC94B}">
                  <ma14:wrappingTextBoxFlag xmlns:a14="http://schemas.microsoft.com/office/drawing/2010/main" xmlns:m="http://schemas.openxmlformats.org/officeDocument/2006/math" xmlns:ma14="http://schemas.microsoft.com/office/mac/drawingml/2011/main" xmlns=""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17. Hence,   edp  =   AR / (AR - MR)">
                <a:extLst>
                  <a:ext uri="{FF2B5EF4-FFF2-40B4-BE49-F238E27FC236}">
                    <a16:creationId xmlns:a16="http://schemas.microsoft.com/office/drawing/2014/main" id="{7155C994-BDA2-F043-B664-B89A9D6E3DD9}"/>
                  </a:ext>
                </a:extLst>
              </p:cNvPr>
              <p:cNvSpPr txBox="1"/>
              <p:nvPr/>
            </p:nvSpPr>
            <p:spPr>
              <a:xfrm>
                <a:off x="468657" y="3010168"/>
                <a:ext cx="5596241" cy="826987"/>
              </a:xfrm>
              <a:prstGeom prst="rect">
                <a:avLst/>
              </a:prstGeom>
              <a:solidFill>
                <a:schemeClr val="accent1">
                  <a:lumMod val="20000"/>
                  <a:lumOff val="80000"/>
                </a:schemeClr>
              </a:solidFill>
              <a:ln w="12700">
                <a:miter lim="400000"/>
              </a:ln>
              <a:extLst>
                <a:ext uri="{C572A759-6A51-4108-AA02-DFA0A04FC94B}">
                  <ma14:wrappingTextBoxFlag xmlns:m="http://schemas.openxmlformats.org/officeDocument/2006/math" xmlns:ma14="http://schemas.microsoft.com/office/mac/drawingml/2011/main" xmlns="" val="1"/>
                </a:ext>
              </a:extLst>
            </p:spPr>
            <p:txBody>
              <a:bodyPr lIns="50800" tIns="50800" rIns="50800" bIns="50800" anchor="b">
                <a:noAutofit/>
              </a:bodyPr>
              <a:lstStyle/>
              <a:p>
                <a:pPr algn="l" defTabSz="496570">
                  <a:defRPr sz="2550" b="0">
                    <a:latin typeface="+mn-lt"/>
                    <a:ea typeface="+mn-ea"/>
                    <a:cs typeface="+mn-cs"/>
                    <a:sym typeface="Helvetica Neue Medium"/>
                  </a:defRPr>
                </a:pPr>
                <a:r>
                  <a:rPr lang="en-US" sz="2800" b="0" dirty="0">
                    <a:solidFill>
                      <a:schemeClr val="accent6">
                        <a:lumMod val="75000"/>
                      </a:schemeClr>
                    </a:solidFill>
                    <a:latin typeface="+mn-lt"/>
                  </a:rPr>
                  <a:t>M</a:t>
                </a:r>
                <a14:m>
                  <m:oMath xmlns:m="http://schemas.openxmlformats.org/officeDocument/2006/math">
                    <m:r>
                      <a:rPr lang="en-US" sz="2800" b="1" i="1" smtClean="0">
                        <a:solidFill>
                          <a:schemeClr val="accent6">
                            <a:lumMod val="75000"/>
                          </a:schemeClr>
                        </a:solidFill>
                        <a:latin typeface="Cambria Math" panose="02040503050406030204" pitchFamily="18" charset="0"/>
                      </a:rPr>
                      <m:t>𝑹</m:t>
                    </m:r>
                    <m:r>
                      <a:rPr lang="en-US" sz="2800" b="1" i="1" smtClean="0">
                        <a:solidFill>
                          <a:schemeClr val="accent6">
                            <a:lumMod val="75000"/>
                          </a:schemeClr>
                        </a:solidFill>
                        <a:latin typeface="Cambria Math" panose="02040503050406030204" pitchFamily="18" charset="0"/>
                      </a:rPr>
                      <m:t> </m:t>
                    </m:r>
                    <m:r>
                      <a:rPr lang="en-US" sz="2800" b="1" i="1" smtClean="0">
                        <a:solidFill>
                          <a:schemeClr val="accent6">
                            <a:lumMod val="75000"/>
                          </a:schemeClr>
                        </a:solidFill>
                        <a:latin typeface="Cambria Math" panose="02040503050406030204" pitchFamily="18" charset="0"/>
                      </a:rPr>
                      <m:t>𝑭𝒖𝒏𝒄𝒕𝒊𝒐𝒏</m:t>
                    </m:r>
                    <m:r>
                      <a:rPr lang="en-US" sz="2800" b="1" i="1" smtClean="0">
                        <a:solidFill>
                          <a:schemeClr val="accent6">
                            <a:lumMod val="75000"/>
                          </a:schemeClr>
                        </a:solidFill>
                        <a:latin typeface="Cambria Math" panose="02040503050406030204" pitchFamily="18" charset="0"/>
                      </a:rPr>
                      <m:t>:   </m:t>
                    </m:r>
                    <m:r>
                      <a:rPr lang="en-US" sz="2800" b="1" i="1" smtClean="0">
                        <a:solidFill>
                          <a:schemeClr val="accent6">
                            <a:lumMod val="75000"/>
                          </a:schemeClr>
                        </a:solidFill>
                        <a:latin typeface="Cambria Math" panose="02040503050406030204" pitchFamily="18" charset="0"/>
                      </a:rPr>
                      <m:t>𝑹</m:t>
                    </m:r>
                    <m:r>
                      <a:rPr lang="en-US" sz="2800" b="1" i="1" smtClean="0">
                        <a:solidFill>
                          <a:schemeClr val="accent6">
                            <a:lumMod val="75000"/>
                          </a:schemeClr>
                        </a:solidFill>
                        <a:latin typeface="Cambria Math" panose="02040503050406030204" pitchFamily="18" charset="0"/>
                      </a:rPr>
                      <m:t>′=</m:t>
                    </m:r>
                    <m:r>
                      <a:rPr lang="en-US" sz="2800" b="1" i="1" smtClean="0">
                        <a:solidFill>
                          <a:schemeClr val="accent6">
                            <a:lumMod val="75000"/>
                          </a:schemeClr>
                        </a:solidFill>
                        <a:latin typeface="Cambria Math" panose="02040503050406030204" pitchFamily="18" charset="0"/>
                      </a:rPr>
                      <m:t>𝟑𝟐</m:t>
                    </m:r>
                    <m:r>
                      <a:rPr lang="en-US" sz="2800" b="1" i="1" smtClean="0">
                        <a:solidFill>
                          <a:schemeClr val="accent6">
                            <a:lumMod val="75000"/>
                          </a:schemeClr>
                        </a:solidFill>
                        <a:latin typeface="Cambria Math" panose="02040503050406030204" pitchFamily="18" charset="0"/>
                      </a:rPr>
                      <m:t> −</m:t>
                    </m:r>
                    <m:r>
                      <a:rPr lang="en-US" sz="2800" b="1" i="1" smtClean="0">
                        <a:solidFill>
                          <a:schemeClr val="accent6">
                            <a:lumMod val="75000"/>
                          </a:schemeClr>
                        </a:solidFill>
                        <a:latin typeface="Cambria Math" panose="02040503050406030204" pitchFamily="18" charset="0"/>
                      </a:rPr>
                      <m:t>𝟔</m:t>
                    </m:r>
                    <m:r>
                      <a:rPr lang="en-US" sz="2800" b="1" i="1" smtClean="0">
                        <a:solidFill>
                          <a:schemeClr val="accent6">
                            <a:lumMod val="75000"/>
                          </a:schemeClr>
                        </a:solidFill>
                        <a:latin typeface="Cambria Math" panose="02040503050406030204" pitchFamily="18" charset="0"/>
                      </a:rPr>
                      <m:t>𝒒</m:t>
                    </m:r>
                  </m:oMath>
                </a14:m>
                <a:endParaRPr lang="ar-AE" sz="2800" dirty="0">
                  <a:solidFill>
                    <a:schemeClr val="accent6">
                      <a:lumMod val="75000"/>
                    </a:schemeClr>
                  </a:solidFill>
                  <a:latin typeface="Times New Roman" panose="02020603050405020304" pitchFamily="18" charset="0"/>
                  <a:cs typeface="Times New Roman" panose="02020603050405020304" pitchFamily="18" charset="0"/>
                </a:endParaRPr>
              </a:p>
            </p:txBody>
          </p:sp>
        </mc:Choice>
        <mc:Fallback xmlns="">
          <p:sp>
            <p:nvSpPr>
              <p:cNvPr id="18" name="17. Hence,   edp  =   AR / (AR - MR)">
                <a:extLst>
                  <a:ext uri="{FF2B5EF4-FFF2-40B4-BE49-F238E27FC236}">
                    <a16:creationId xmlns:a16="http://schemas.microsoft.com/office/drawing/2014/main" id="{7155C994-BDA2-F043-B664-B89A9D6E3DD9}"/>
                  </a:ext>
                </a:extLst>
              </p:cNvPr>
              <p:cNvSpPr txBox="1">
                <a:spLocks noRot="1" noChangeAspect="1" noMove="1" noResize="1" noEditPoints="1" noAdjustHandles="1" noChangeArrowheads="1" noChangeShapeType="1" noTextEdit="1"/>
              </p:cNvSpPr>
              <p:nvPr/>
            </p:nvSpPr>
            <p:spPr>
              <a:xfrm>
                <a:off x="468657" y="3010168"/>
                <a:ext cx="5596241" cy="826987"/>
              </a:xfrm>
              <a:prstGeom prst="rect">
                <a:avLst/>
              </a:prstGeom>
              <a:blipFill>
                <a:blip r:embed="rId5"/>
                <a:stretch>
                  <a:fillRect l="-2941" b="-21538"/>
                </a:stretch>
              </a:blipFill>
              <a:ln w="12700">
                <a:miter lim="400000"/>
              </a:ln>
              <a:extLst>
                <a:ext uri="{C572A759-6A51-4108-AA02-DFA0A04FC94B}">
                  <ma14:wrappingTextBoxFlag xmlns:a14="http://schemas.microsoft.com/office/drawing/2010/main" xmlns:m="http://schemas.openxmlformats.org/officeDocument/2006/math" xmlns:ma14="http://schemas.microsoft.com/office/mac/drawingml/2011/main" xmlns=""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17. Hence,   edp  =   AR / (AR - MR)">
                <a:extLst>
                  <a:ext uri="{FF2B5EF4-FFF2-40B4-BE49-F238E27FC236}">
                    <a16:creationId xmlns:a16="http://schemas.microsoft.com/office/drawing/2014/main" id="{997C64B0-7D1A-9F4B-A0B9-1685B6F00D8F}"/>
                  </a:ext>
                </a:extLst>
              </p:cNvPr>
              <p:cNvSpPr txBox="1"/>
              <p:nvPr/>
            </p:nvSpPr>
            <p:spPr>
              <a:xfrm>
                <a:off x="6328884" y="3027318"/>
                <a:ext cx="5596241" cy="826987"/>
              </a:xfrm>
              <a:prstGeom prst="rect">
                <a:avLst/>
              </a:prstGeom>
              <a:solidFill>
                <a:schemeClr val="accent3">
                  <a:lumMod val="40000"/>
                  <a:lumOff val="60000"/>
                </a:schemeClr>
              </a:solidFill>
              <a:ln w="12700">
                <a:miter lim="400000"/>
              </a:ln>
              <a:extLst>
                <a:ext uri="{C572A759-6A51-4108-AA02-DFA0A04FC94B}">
                  <ma14:wrappingTextBoxFlag xmlns:m="http://schemas.openxmlformats.org/officeDocument/2006/math" xmlns:ma14="http://schemas.microsoft.com/office/mac/drawingml/2011/main" xmlns="" val="1"/>
                </a:ext>
              </a:extLst>
            </p:spPr>
            <p:txBody>
              <a:bodyPr lIns="50800" tIns="50800" rIns="50800" bIns="50800" anchor="b">
                <a:noAutofit/>
              </a:bodyPr>
              <a:lstStyle/>
              <a:p>
                <a:pPr algn="l" defTabSz="496570">
                  <a:defRPr sz="2550" b="0">
                    <a:latin typeface="+mn-lt"/>
                    <a:ea typeface="+mn-ea"/>
                    <a:cs typeface="+mn-cs"/>
                    <a:sym typeface="Helvetica Neue Medium"/>
                  </a:defRPr>
                </a:pPr>
                <a:r>
                  <a:rPr lang="en-US" sz="2800" b="1" dirty="0">
                    <a:solidFill>
                      <a:schemeClr val="accent6">
                        <a:lumMod val="75000"/>
                      </a:schemeClr>
                    </a:solidFill>
                  </a:rPr>
                  <a:t>M</a:t>
                </a:r>
                <a14:m>
                  <m:oMath xmlns:m="http://schemas.openxmlformats.org/officeDocument/2006/math">
                    <m:r>
                      <a:rPr lang="en-US" sz="2800" b="1" i="1" smtClean="0">
                        <a:solidFill>
                          <a:schemeClr val="accent6">
                            <a:lumMod val="75000"/>
                          </a:schemeClr>
                        </a:solidFill>
                        <a:latin typeface="Cambria Math" panose="02040503050406030204" pitchFamily="18" charset="0"/>
                      </a:rPr>
                      <m:t>𝑪</m:t>
                    </m:r>
                    <m:r>
                      <a:rPr lang="en-US" sz="2800" b="1" i="1" smtClean="0">
                        <a:solidFill>
                          <a:schemeClr val="accent6">
                            <a:lumMod val="75000"/>
                          </a:schemeClr>
                        </a:solidFill>
                        <a:latin typeface="Cambria Math" panose="02040503050406030204" pitchFamily="18" charset="0"/>
                      </a:rPr>
                      <m:t> </m:t>
                    </m:r>
                    <m:r>
                      <a:rPr lang="en-US" sz="2800" b="1" i="1" smtClean="0">
                        <a:solidFill>
                          <a:schemeClr val="accent6">
                            <a:lumMod val="75000"/>
                          </a:schemeClr>
                        </a:solidFill>
                        <a:latin typeface="Cambria Math" panose="02040503050406030204" pitchFamily="18" charset="0"/>
                      </a:rPr>
                      <m:t>𝑭𝒖𝒏𝒄𝒕𝒊𝒐𝒏</m:t>
                    </m:r>
                    <m:r>
                      <a:rPr lang="en-US" sz="2800" b="1" i="1" smtClean="0">
                        <a:solidFill>
                          <a:schemeClr val="accent6">
                            <a:lumMod val="75000"/>
                          </a:schemeClr>
                        </a:solidFill>
                        <a:latin typeface="Cambria Math" panose="02040503050406030204" pitchFamily="18" charset="0"/>
                      </a:rPr>
                      <m:t>:</m:t>
                    </m:r>
                    <m:r>
                      <a:rPr lang="en-US" sz="2800" b="1" i="1" smtClean="0">
                        <a:solidFill>
                          <a:schemeClr val="accent6">
                            <a:lumMod val="75000"/>
                          </a:schemeClr>
                        </a:solidFill>
                        <a:latin typeface="Cambria Math" panose="02040503050406030204" pitchFamily="18" charset="0"/>
                      </a:rPr>
                      <m:t>𝑪</m:t>
                    </m:r>
                    <m:r>
                      <a:rPr lang="en-US" sz="2800" b="1" i="1" smtClean="0">
                        <a:solidFill>
                          <a:schemeClr val="accent6">
                            <a:lumMod val="75000"/>
                          </a:schemeClr>
                        </a:solidFill>
                        <a:latin typeface="Cambria Math" panose="02040503050406030204" pitchFamily="18" charset="0"/>
                      </a:rPr>
                      <m:t> =</m:t>
                    </m:r>
                    <m:r>
                      <a:rPr lang="en-US" sz="2800" b="1" i="1" smtClean="0">
                        <a:solidFill>
                          <a:schemeClr val="accent6">
                            <a:lumMod val="75000"/>
                          </a:schemeClr>
                        </a:solidFill>
                        <a:latin typeface="Cambria Math" panose="02040503050406030204" pitchFamily="18" charset="0"/>
                      </a:rPr>
                      <m:t>𝟐</m:t>
                    </m:r>
                    <m:r>
                      <a:rPr lang="en-US" sz="2800" b="1" i="1" smtClean="0">
                        <a:solidFill>
                          <a:schemeClr val="accent6">
                            <a:lumMod val="75000"/>
                          </a:schemeClr>
                        </a:solidFill>
                        <a:latin typeface="Cambria Math" panose="02040503050406030204" pitchFamily="18" charset="0"/>
                      </a:rPr>
                      <m:t>𝒒</m:t>
                    </m:r>
                    <m:r>
                      <a:rPr lang="en-US" sz="2800" b="1" i="1" smtClean="0">
                        <a:solidFill>
                          <a:schemeClr val="accent6">
                            <a:lumMod val="75000"/>
                          </a:schemeClr>
                        </a:solidFill>
                        <a:latin typeface="Cambria Math" panose="02040503050406030204" pitchFamily="18" charset="0"/>
                      </a:rPr>
                      <m:t>+</m:t>
                    </m:r>
                    <m:r>
                      <a:rPr lang="en-US" sz="2800" b="1" i="1" smtClean="0">
                        <a:solidFill>
                          <a:schemeClr val="accent6">
                            <a:lumMod val="75000"/>
                          </a:schemeClr>
                        </a:solidFill>
                        <a:latin typeface="Cambria Math" panose="02040503050406030204" pitchFamily="18" charset="0"/>
                      </a:rPr>
                      <m:t>𝟖</m:t>
                    </m:r>
                  </m:oMath>
                </a14:m>
                <a:endParaRPr lang="ar-AE" sz="2800" dirty="0">
                  <a:solidFill>
                    <a:schemeClr val="accent6">
                      <a:lumMod val="75000"/>
                    </a:schemeClr>
                  </a:solidFill>
                  <a:latin typeface="Times New Roman" panose="02020603050405020304" pitchFamily="18" charset="0"/>
                  <a:cs typeface="Times New Roman" panose="02020603050405020304" pitchFamily="18" charset="0"/>
                </a:endParaRPr>
              </a:p>
            </p:txBody>
          </p:sp>
        </mc:Choice>
        <mc:Fallback xmlns="">
          <p:sp>
            <p:nvSpPr>
              <p:cNvPr id="19" name="17. Hence,   edp  =   AR / (AR - MR)">
                <a:extLst>
                  <a:ext uri="{FF2B5EF4-FFF2-40B4-BE49-F238E27FC236}">
                    <a16:creationId xmlns:a16="http://schemas.microsoft.com/office/drawing/2014/main" id="{997C64B0-7D1A-9F4B-A0B9-1685B6F00D8F}"/>
                  </a:ext>
                </a:extLst>
              </p:cNvPr>
              <p:cNvSpPr txBox="1">
                <a:spLocks noRot="1" noChangeAspect="1" noMove="1" noResize="1" noEditPoints="1" noAdjustHandles="1" noChangeArrowheads="1" noChangeShapeType="1" noTextEdit="1"/>
              </p:cNvSpPr>
              <p:nvPr/>
            </p:nvSpPr>
            <p:spPr>
              <a:xfrm>
                <a:off x="6328884" y="3027318"/>
                <a:ext cx="5596241" cy="826987"/>
              </a:xfrm>
              <a:prstGeom prst="rect">
                <a:avLst/>
              </a:prstGeom>
              <a:blipFill>
                <a:blip r:embed="rId6"/>
                <a:stretch>
                  <a:fillRect l="-2948" b="-21212"/>
                </a:stretch>
              </a:blipFill>
              <a:ln w="12700">
                <a:miter lim="400000"/>
              </a:ln>
              <a:extLst>
                <a:ext uri="{C572A759-6A51-4108-AA02-DFA0A04FC94B}">
                  <ma14:wrappingTextBoxFlag xmlns:a14="http://schemas.microsoft.com/office/drawing/2010/main" xmlns:m="http://schemas.openxmlformats.org/officeDocument/2006/math" xmlns:ma14="http://schemas.microsoft.com/office/mac/drawingml/2011/main" xmlns=""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17. Hence,   edp  =   AR / (AR - MR)">
                <a:extLst>
                  <a:ext uri="{FF2B5EF4-FFF2-40B4-BE49-F238E27FC236}">
                    <a16:creationId xmlns:a16="http://schemas.microsoft.com/office/drawing/2014/main" id="{89904B4D-45EE-1144-B9C6-CA1DAD4F1A85}"/>
                  </a:ext>
                </a:extLst>
              </p:cNvPr>
              <p:cNvSpPr txBox="1"/>
              <p:nvPr/>
            </p:nvSpPr>
            <p:spPr>
              <a:xfrm>
                <a:off x="6328883" y="2131964"/>
                <a:ext cx="5596241" cy="826987"/>
              </a:xfrm>
              <a:prstGeom prst="rect">
                <a:avLst/>
              </a:prstGeom>
              <a:solidFill>
                <a:schemeClr val="accent3">
                  <a:lumMod val="40000"/>
                  <a:lumOff val="60000"/>
                </a:schemeClr>
              </a:solidFill>
              <a:ln w="12700">
                <a:miter lim="400000"/>
              </a:ln>
              <a:extLst>
                <a:ext uri="{C572A759-6A51-4108-AA02-DFA0A04FC94B}">
                  <ma14:wrappingTextBoxFlag xmlns:m="http://schemas.openxmlformats.org/officeDocument/2006/math" xmlns:ma14="http://schemas.microsoft.com/office/mac/drawingml/2011/main" xmlns="" val="1"/>
                </a:ext>
              </a:extLst>
            </p:spPr>
            <p:txBody>
              <a:bodyPr lIns="50800" tIns="50800" rIns="50800" bIns="50800" anchor="b">
                <a:noAutofit/>
              </a:bodyPr>
              <a:lstStyle/>
              <a:p>
                <a:pPr algn="l" defTabSz="496570">
                  <a:defRPr sz="2550" b="0">
                    <a:latin typeface="+mn-lt"/>
                    <a:ea typeface="+mn-ea"/>
                    <a:cs typeface="+mn-cs"/>
                    <a:sym typeface="Helvetica Neue Medium"/>
                  </a:defRPr>
                </a:pPr>
                <a14:m>
                  <m:oMathPara xmlns:m="http://schemas.openxmlformats.org/officeDocument/2006/math">
                    <m:oMathParaPr>
                      <m:jc m:val="left"/>
                    </m:oMathParaPr>
                    <m:oMath xmlns:m="http://schemas.openxmlformats.org/officeDocument/2006/math">
                      <m:r>
                        <a:rPr lang="en-US" sz="2800" b="1" i="1" smtClean="0">
                          <a:solidFill>
                            <a:schemeClr val="accent6">
                              <a:lumMod val="75000"/>
                            </a:schemeClr>
                          </a:solidFill>
                          <a:latin typeface="Cambria Math" panose="02040503050406030204" pitchFamily="18" charset="0"/>
                        </a:rPr>
                        <m:t>𝑨𝑪</m:t>
                      </m:r>
                      <m:r>
                        <a:rPr lang="en-US" sz="2800" b="1" i="1" smtClean="0">
                          <a:solidFill>
                            <a:schemeClr val="accent6">
                              <a:lumMod val="75000"/>
                            </a:schemeClr>
                          </a:solidFill>
                          <a:latin typeface="Cambria Math" panose="02040503050406030204" pitchFamily="18" charset="0"/>
                        </a:rPr>
                        <m:t> </m:t>
                      </m:r>
                      <m:r>
                        <a:rPr lang="en-US" sz="2800" b="1" i="1" smtClean="0">
                          <a:solidFill>
                            <a:schemeClr val="accent6">
                              <a:lumMod val="75000"/>
                            </a:schemeClr>
                          </a:solidFill>
                          <a:latin typeface="Cambria Math" panose="02040503050406030204" pitchFamily="18" charset="0"/>
                        </a:rPr>
                        <m:t>𝑭𝒖𝒏𝒄𝒕𝒊𝒐𝒏</m:t>
                      </m:r>
                      <m:r>
                        <a:rPr lang="en-US" sz="2800" b="1" i="1" smtClean="0">
                          <a:solidFill>
                            <a:schemeClr val="accent6">
                              <a:lumMod val="75000"/>
                            </a:schemeClr>
                          </a:solidFill>
                          <a:latin typeface="Cambria Math" panose="02040503050406030204" pitchFamily="18" charset="0"/>
                        </a:rPr>
                        <m:t>:   </m:t>
                      </m:r>
                      <m:r>
                        <a:rPr lang="en-US" sz="2800" b="1" i="1" smtClean="0">
                          <a:solidFill>
                            <a:schemeClr val="accent6">
                              <a:lumMod val="75000"/>
                            </a:schemeClr>
                          </a:solidFill>
                          <a:latin typeface="Cambria Math" panose="02040503050406030204" pitchFamily="18" charset="0"/>
                        </a:rPr>
                        <m:t>𝒄</m:t>
                      </m:r>
                      <m:r>
                        <a:rPr lang="en-US" sz="2800" b="1" i="1" smtClean="0">
                          <a:solidFill>
                            <a:schemeClr val="accent6">
                              <a:lumMod val="75000"/>
                            </a:schemeClr>
                          </a:solidFill>
                          <a:latin typeface="Cambria Math" panose="02040503050406030204" pitchFamily="18" charset="0"/>
                        </a:rPr>
                        <m:t>=</m:t>
                      </m:r>
                      <m:r>
                        <a:rPr lang="en-US" sz="2800" b="1" i="1" smtClean="0">
                          <a:solidFill>
                            <a:schemeClr val="accent6">
                              <a:lumMod val="75000"/>
                            </a:schemeClr>
                          </a:solidFill>
                          <a:latin typeface="Cambria Math" panose="02040503050406030204" pitchFamily="18" charset="0"/>
                        </a:rPr>
                        <m:t>𝒒</m:t>
                      </m:r>
                      <m:r>
                        <a:rPr lang="en-US" sz="2800" b="1" i="1" smtClean="0">
                          <a:solidFill>
                            <a:schemeClr val="accent6">
                              <a:lumMod val="75000"/>
                            </a:schemeClr>
                          </a:solidFill>
                          <a:latin typeface="Cambria Math" panose="02040503050406030204" pitchFamily="18" charset="0"/>
                        </a:rPr>
                        <m:t>+</m:t>
                      </m:r>
                      <m:r>
                        <a:rPr lang="en-US" sz="2800" b="1" i="1" smtClean="0">
                          <a:solidFill>
                            <a:schemeClr val="accent6">
                              <a:lumMod val="75000"/>
                            </a:schemeClr>
                          </a:solidFill>
                          <a:latin typeface="Cambria Math" panose="02040503050406030204" pitchFamily="18" charset="0"/>
                        </a:rPr>
                        <m:t>𝟖</m:t>
                      </m:r>
                      <m:r>
                        <a:rPr lang="en-US" sz="2800" b="1" i="1" smtClean="0">
                          <a:solidFill>
                            <a:schemeClr val="accent6">
                              <a:lumMod val="75000"/>
                            </a:schemeClr>
                          </a:solidFill>
                          <a:latin typeface="Cambria Math" panose="02040503050406030204" pitchFamily="18" charset="0"/>
                        </a:rPr>
                        <m:t>+</m:t>
                      </m:r>
                      <m:r>
                        <a:rPr lang="en-US" sz="2800" b="1" i="1" smtClean="0">
                          <a:solidFill>
                            <a:schemeClr val="accent6">
                              <a:lumMod val="75000"/>
                            </a:schemeClr>
                          </a:solidFill>
                          <a:latin typeface="Cambria Math" panose="02040503050406030204" pitchFamily="18" charset="0"/>
                        </a:rPr>
                        <m:t>𝟓</m:t>
                      </m:r>
                      <m:r>
                        <a:rPr lang="en-US" sz="2800" b="1" i="1" smtClean="0">
                          <a:solidFill>
                            <a:schemeClr val="accent6">
                              <a:lumMod val="75000"/>
                            </a:schemeClr>
                          </a:solidFill>
                          <a:latin typeface="Cambria Math" panose="02040503050406030204" pitchFamily="18" charset="0"/>
                        </a:rPr>
                        <m:t>/</m:t>
                      </m:r>
                      <m:r>
                        <a:rPr lang="en-US" sz="2800" b="1" i="1" smtClean="0">
                          <a:solidFill>
                            <a:schemeClr val="accent6">
                              <a:lumMod val="75000"/>
                            </a:schemeClr>
                          </a:solidFill>
                          <a:latin typeface="Cambria Math" panose="02040503050406030204" pitchFamily="18" charset="0"/>
                        </a:rPr>
                        <m:t>𝒒</m:t>
                      </m:r>
                    </m:oMath>
                  </m:oMathPara>
                </a14:m>
                <a:endParaRPr lang="ar-AE" sz="2800" dirty="0">
                  <a:solidFill>
                    <a:schemeClr val="accent6">
                      <a:lumMod val="75000"/>
                    </a:schemeClr>
                  </a:solidFill>
                  <a:latin typeface="Times New Roman" panose="02020603050405020304" pitchFamily="18" charset="0"/>
                  <a:cs typeface="Times New Roman" panose="02020603050405020304" pitchFamily="18" charset="0"/>
                </a:endParaRPr>
              </a:p>
            </p:txBody>
          </p:sp>
        </mc:Choice>
        <mc:Fallback xmlns="">
          <p:sp>
            <p:nvSpPr>
              <p:cNvPr id="23" name="17. Hence,   edp  =   AR / (AR - MR)">
                <a:extLst>
                  <a:ext uri="{FF2B5EF4-FFF2-40B4-BE49-F238E27FC236}">
                    <a16:creationId xmlns:a16="http://schemas.microsoft.com/office/drawing/2014/main" id="{89904B4D-45EE-1144-B9C6-CA1DAD4F1A85}"/>
                  </a:ext>
                </a:extLst>
              </p:cNvPr>
              <p:cNvSpPr txBox="1">
                <a:spLocks noRot="1" noChangeAspect="1" noMove="1" noResize="1" noEditPoints="1" noAdjustHandles="1" noChangeArrowheads="1" noChangeShapeType="1" noTextEdit="1"/>
              </p:cNvSpPr>
              <p:nvPr/>
            </p:nvSpPr>
            <p:spPr>
              <a:xfrm>
                <a:off x="6328883" y="2131964"/>
                <a:ext cx="5596241" cy="826987"/>
              </a:xfrm>
              <a:prstGeom prst="rect">
                <a:avLst/>
              </a:prstGeom>
              <a:blipFill>
                <a:blip r:embed="rId7"/>
                <a:stretch>
                  <a:fillRect l="-1361" b="-21538"/>
                </a:stretch>
              </a:blipFill>
              <a:ln w="12700">
                <a:miter lim="400000"/>
              </a:ln>
              <a:extLst>
                <a:ext uri="{C572A759-6A51-4108-AA02-DFA0A04FC94B}">
                  <ma14:wrappingTextBoxFlag xmlns:a14="http://schemas.microsoft.com/office/drawing/2010/main" xmlns:m="http://schemas.openxmlformats.org/officeDocument/2006/math" xmlns:ma14="http://schemas.microsoft.com/office/mac/drawingml/2011/main" xmlns=""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17. Hence,   edp  =   AR / (AR - MR)">
                <a:extLst>
                  <a:ext uri="{FF2B5EF4-FFF2-40B4-BE49-F238E27FC236}">
                    <a16:creationId xmlns:a16="http://schemas.microsoft.com/office/drawing/2014/main" id="{32F5C545-351F-A646-9C45-801CB9855D51}"/>
                  </a:ext>
                </a:extLst>
              </p:cNvPr>
              <p:cNvSpPr txBox="1"/>
              <p:nvPr/>
            </p:nvSpPr>
            <p:spPr>
              <a:xfrm>
                <a:off x="408473" y="4049813"/>
                <a:ext cx="12220976" cy="826987"/>
              </a:xfrm>
              <a:prstGeom prst="rect">
                <a:avLst/>
              </a:prstGeom>
              <a:solidFill>
                <a:schemeClr val="accent4">
                  <a:lumMod val="40000"/>
                  <a:lumOff val="60000"/>
                </a:schemeClr>
              </a:solidFill>
              <a:ln w="12700">
                <a:solidFill>
                  <a:schemeClr val="tx1"/>
                </a:solidFill>
                <a:miter lim="400000"/>
              </a:ln>
              <a:extLst>
                <a:ext uri="{C572A759-6A51-4108-AA02-DFA0A04FC94B}">
                  <ma14:wrappingTextBoxFlag xmlns:m="http://schemas.openxmlformats.org/officeDocument/2006/math" xmlns:ma14="http://schemas.microsoft.com/office/mac/drawingml/2011/main" xmlns="" val="1"/>
                </a:ext>
              </a:extLst>
            </p:spPr>
            <p:txBody>
              <a:bodyPr lIns="50800" tIns="50800" rIns="50800" bIns="50800" anchor="b">
                <a:noAutofit/>
              </a:bodyPr>
              <a:lstStyle/>
              <a:p>
                <a:pPr algn="l" defTabSz="496570">
                  <a:defRPr sz="2550" b="0">
                    <a:latin typeface="+mn-lt"/>
                    <a:ea typeface="+mn-ea"/>
                    <a:cs typeface="+mn-cs"/>
                    <a:sym typeface="Helvetica Neue Medium"/>
                  </a:defRPr>
                </a:pPr>
                <a14:m>
                  <m:oMathPara xmlns:m="http://schemas.openxmlformats.org/officeDocument/2006/math">
                    <m:oMathParaPr>
                      <m:jc m:val="left"/>
                    </m:oMathParaPr>
                    <m:oMath xmlns:m="http://schemas.openxmlformats.org/officeDocument/2006/math">
                      <m:r>
                        <a:rPr lang="en-US" sz="2800" b="1" i="1" smtClean="0">
                          <a:solidFill>
                            <a:schemeClr val="accent6">
                              <a:lumMod val="75000"/>
                            </a:schemeClr>
                          </a:solidFill>
                          <a:latin typeface="Cambria Math" panose="02040503050406030204" pitchFamily="18" charset="0"/>
                        </a:rPr>
                        <m:t>𝒑𝒊𝒆</m:t>
                      </m:r>
                      <m:r>
                        <a:rPr lang="en-US" sz="2800" b="1" i="1" smtClean="0">
                          <a:solidFill>
                            <a:schemeClr val="accent6">
                              <a:lumMod val="75000"/>
                            </a:schemeClr>
                          </a:solidFill>
                          <a:latin typeface="Cambria Math" panose="02040503050406030204" pitchFamily="18" charset="0"/>
                        </a:rPr>
                        <m:t> </m:t>
                      </m:r>
                      <m:r>
                        <a:rPr lang="en-US" sz="2800" b="1" i="1" smtClean="0">
                          <a:solidFill>
                            <a:schemeClr val="accent6">
                              <a:lumMod val="75000"/>
                            </a:schemeClr>
                          </a:solidFill>
                          <a:latin typeface="Cambria Math" panose="02040503050406030204" pitchFamily="18" charset="0"/>
                        </a:rPr>
                        <m:t>𝑭𝒖𝒏𝒄𝒕𝒊𝒐𝒏</m:t>
                      </m:r>
                      <m:r>
                        <a:rPr lang="en-US" sz="2800" b="1" i="1" smtClean="0">
                          <a:solidFill>
                            <a:schemeClr val="accent6">
                              <a:lumMod val="75000"/>
                            </a:schemeClr>
                          </a:solidFill>
                          <a:latin typeface="Cambria Math" panose="02040503050406030204" pitchFamily="18" charset="0"/>
                        </a:rPr>
                        <m:t>:   </m:t>
                      </m:r>
                      <m:r>
                        <a:rPr lang="en-US" sz="2800" b="1" i="1" smtClean="0">
                          <a:solidFill>
                            <a:schemeClr val="accent6">
                              <a:lumMod val="75000"/>
                            </a:schemeClr>
                          </a:solidFill>
                          <a:latin typeface="Cambria Math" panose="02040503050406030204" pitchFamily="18" charset="0"/>
                        </a:rPr>
                        <m:t>𝒑𝒊𝒆</m:t>
                      </m:r>
                      <m:r>
                        <a:rPr lang="en-US" sz="2800" b="1" i="1" smtClean="0">
                          <a:solidFill>
                            <a:schemeClr val="accent6">
                              <a:lumMod val="75000"/>
                            </a:schemeClr>
                          </a:solidFill>
                          <a:latin typeface="Cambria Math" panose="02040503050406030204" pitchFamily="18" charset="0"/>
                        </a:rPr>
                        <m:t>=</m:t>
                      </m:r>
                      <m:r>
                        <a:rPr lang="en-US" sz="2800" b="1" i="1" smtClean="0">
                          <a:solidFill>
                            <a:schemeClr val="accent6">
                              <a:lumMod val="75000"/>
                            </a:schemeClr>
                          </a:solidFill>
                          <a:latin typeface="Cambria Math" panose="02040503050406030204" pitchFamily="18" charset="0"/>
                        </a:rPr>
                        <m:t>𝟑𝟐</m:t>
                      </m:r>
                      <m:r>
                        <a:rPr lang="en-US" sz="2800" b="1" i="1" smtClean="0">
                          <a:solidFill>
                            <a:schemeClr val="accent6">
                              <a:lumMod val="75000"/>
                            </a:schemeClr>
                          </a:solidFill>
                          <a:latin typeface="Cambria Math" panose="02040503050406030204" pitchFamily="18" charset="0"/>
                        </a:rPr>
                        <m:t>𝒒</m:t>
                      </m:r>
                      <m:r>
                        <a:rPr lang="en-US" sz="2800" b="1" i="1" smtClean="0">
                          <a:solidFill>
                            <a:schemeClr val="accent6">
                              <a:lumMod val="75000"/>
                            </a:schemeClr>
                          </a:solidFill>
                          <a:latin typeface="Cambria Math" panose="02040503050406030204" pitchFamily="18" charset="0"/>
                        </a:rPr>
                        <m:t> −</m:t>
                      </m:r>
                      <m:r>
                        <a:rPr lang="en-US" sz="2800" b="1" i="1" smtClean="0">
                          <a:solidFill>
                            <a:schemeClr val="accent6">
                              <a:lumMod val="75000"/>
                            </a:schemeClr>
                          </a:solidFill>
                          <a:latin typeface="Cambria Math" panose="02040503050406030204" pitchFamily="18" charset="0"/>
                        </a:rPr>
                        <m:t>𝟑</m:t>
                      </m:r>
                      <m:sSup>
                        <m:sSupPr>
                          <m:ctrlPr>
                            <a:rPr lang="en-US" sz="2800" b="1" i="1" smtClean="0">
                              <a:solidFill>
                                <a:schemeClr val="accent6">
                                  <a:lumMod val="75000"/>
                                </a:schemeClr>
                              </a:solidFill>
                              <a:latin typeface="Cambria Math" panose="02040503050406030204" pitchFamily="18" charset="0"/>
                            </a:rPr>
                          </m:ctrlPr>
                        </m:sSupPr>
                        <m:e>
                          <m:r>
                            <a:rPr lang="en-US" sz="2800" b="1" i="1" smtClean="0">
                              <a:solidFill>
                                <a:schemeClr val="accent6">
                                  <a:lumMod val="75000"/>
                                </a:schemeClr>
                              </a:solidFill>
                              <a:latin typeface="Cambria Math" panose="02040503050406030204" pitchFamily="18" charset="0"/>
                            </a:rPr>
                            <m:t>𝒒</m:t>
                          </m:r>
                        </m:e>
                        <m:sup>
                          <m:r>
                            <a:rPr lang="en-US" sz="2800" b="1" i="1" smtClean="0">
                              <a:solidFill>
                                <a:schemeClr val="accent6">
                                  <a:lumMod val="75000"/>
                                </a:schemeClr>
                              </a:solidFill>
                              <a:latin typeface="Cambria Math" panose="02040503050406030204" pitchFamily="18" charset="0"/>
                            </a:rPr>
                            <m:t>𝟐</m:t>
                          </m:r>
                        </m:sup>
                      </m:sSup>
                      <m:r>
                        <a:rPr lang="en-US" sz="2800" b="1" i="1" smtClean="0">
                          <a:solidFill>
                            <a:schemeClr val="accent6">
                              <a:lumMod val="75000"/>
                            </a:schemeClr>
                          </a:solidFill>
                          <a:latin typeface="Cambria Math" panose="02040503050406030204" pitchFamily="18" charset="0"/>
                        </a:rPr>
                        <m:t>−</m:t>
                      </m:r>
                      <m:sSup>
                        <m:sSupPr>
                          <m:ctrlPr>
                            <a:rPr lang="en-US" sz="2800" i="1">
                              <a:solidFill>
                                <a:schemeClr val="accent6">
                                  <a:lumMod val="75000"/>
                                </a:schemeClr>
                              </a:solidFill>
                              <a:latin typeface="Cambria Math" panose="02040503050406030204" pitchFamily="18" charset="0"/>
                              <a:sym typeface="Helvetica Neue Medium"/>
                            </a:rPr>
                          </m:ctrlPr>
                        </m:sSupPr>
                        <m:e>
                          <m:r>
                            <a:rPr lang="en-US" sz="2800" i="1">
                              <a:solidFill>
                                <a:schemeClr val="accent6">
                                  <a:lumMod val="75000"/>
                                </a:schemeClr>
                              </a:solidFill>
                              <a:latin typeface="Cambria Math" panose="02040503050406030204" pitchFamily="18" charset="0"/>
                              <a:sym typeface="Helvetica Neue Medium"/>
                            </a:rPr>
                            <m:t>𝒒</m:t>
                          </m:r>
                        </m:e>
                        <m:sup>
                          <m:r>
                            <a:rPr lang="en-US" sz="2800" i="1">
                              <a:solidFill>
                                <a:schemeClr val="accent6">
                                  <a:lumMod val="75000"/>
                                </a:schemeClr>
                              </a:solidFill>
                              <a:latin typeface="Cambria Math" panose="02040503050406030204" pitchFamily="18" charset="0"/>
                              <a:sym typeface="Helvetica Neue Medium"/>
                            </a:rPr>
                            <m:t>𝟐</m:t>
                          </m:r>
                        </m:sup>
                      </m:sSup>
                      <m:r>
                        <a:rPr lang="en-US" sz="2800" b="0" i="1" smtClean="0">
                          <a:solidFill>
                            <a:schemeClr val="accent6">
                              <a:lumMod val="75000"/>
                            </a:schemeClr>
                          </a:solidFill>
                          <a:latin typeface="Cambria Math" panose="02040503050406030204" pitchFamily="18" charset="0"/>
                          <a:sym typeface="Helvetica Neue Medium"/>
                        </a:rPr>
                        <m:t>−</m:t>
                      </m:r>
                      <m:r>
                        <a:rPr lang="en-US" sz="2800" i="1">
                          <a:solidFill>
                            <a:schemeClr val="accent6">
                              <a:lumMod val="75000"/>
                            </a:schemeClr>
                          </a:solidFill>
                          <a:latin typeface="Cambria Math" panose="02040503050406030204" pitchFamily="18" charset="0"/>
                          <a:sym typeface="Helvetica Neue Medium"/>
                        </a:rPr>
                        <m:t>𝟖</m:t>
                      </m:r>
                      <m:r>
                        <a:rPr lang="en-US" sz="2800" i="1">
                          <a:solidFill>
                            <a:schemeClr val="accent6">
                              <a:lumMod val="75000"/>
                            </a:schemeClr>
                          </a:solidFill>
                          <a:latin typeface="Cambria Math" panose="02040503050406030204" pitchFamily="18" charset="0"/>
                          <a:sym typeface="Helvetica Neue Medium"/>
                        </a:rPr>
                        <m:t>𝒒</m:t>
                      </m:r>
                      <m:r>
                        <a:rPr lang="en-US" sz="2800" b="0" i="1" smtClean="0">
                          <a:solidFill>
                            <a:schemeClr val="accent6">
                              <a:lumMod val="75000"/>
                            </a:schemeClr>
                          </a:solidFill>
                          <a:latin typeface="Cambria Math" panose="02040503050406030204" pitchFamily="18" charset="0"/>
                          <a:sym typeface="Helvetica Neue Medium"/>
                        </a:rPr>
                        <m:t> −  5=  </m:t>
                      </m:r>
                      <m:r>
                        <a:rPr lang="en-US" sz="2800" b="0" i="1" smtClean="0">
                          <a:solidFill>
                            <a:schemeClr val="tx1"/>
                          </a:solidFill>
                          <a:latin typeface="Cambria Math" panose="02040503050406030204" pitchFamily="18" charset="0"/>
                          <a:sym typeface="Helvetica Neue Medium"/>
                        </a:rPr>
                        <m:t>−4</m:t>
                      </m:r>
                      <m:sSup>
                        <m:sSupPr>
                          <m:ctrlPr>
                            <a:rPr lang="en-US" sz="2800" b="0" i="1" smtClean="0">
                              <a:solidFill>
                                <a:schemeClr val="tx1"/>
                              </a:solidFill>
                              <a:latin typeface="Cambria Math" panose="02040503050406030204" pitchFamily="18" charset="0"/>
                              <a:sym typeface="Helvetica Neue Medium"/>
                            </a:rPr>
                          </m:ctrlPr>
                        </m:sSupPr>
                        <m:e>
                          <m:r>
                            <a:rPr lang="en-US" sz="2800" b="0" i="1" smtClean="0">
                              <a:solidFill>
                                <a:schemeClr val="tx1"/>
                              </a:solidFill>
                              <a:latin typeface="Cambria Math" panose="02040503050406030204" pitchFamily="18" charset="0"/>
                              <a:sym typeface="Helvetica Neue Medium"/>
                            </a:rPr>
                            <m:t>𝑞</m:t>
                          </m:r>
                        </m:e>
                        <m:sup>
                          <m:r>
                            <a:rPr lang="en-US" sz="2800" b="0" i="1" smtClean="0">
                              <a:solidFill>
                                <a:schemeClr val="tx1"/>
                              </a:solidFill>
                              <a:latin typeface="Cambria Math" panose="02040503050406030204" pitchFamily="18" charset="0"/>
                              <a:sym typeface="Helvetica Neue Medium"/>
                            </a:rPr>
                            <m:t>2</m:t>
                          </m:r>
                        </m:sup>
                      </m:sSup>
                      <m:r>
                        <a:rPr lang="en-US" sz="2800" b="0" i="1" smtClean="0">
                          <a:solidFill>
                            <a:schemeClr val="tx1"/>
                          </a:solidFill>
                          <a:latin typeface="Cambria Math" panose="02040503050406030204" pitchFamily="18" charset="0"/>
                          <a:sym typeface="Helvetica Neue Medium"/>
                        </a:rPr>
                        <m:t>+24</m:t>
                      </m:r>
                      <m:r>
                        <a:rPr lang="en-US" sz="2800" b="0" i="1" smtClean="0">
                          <a:solidFill>
                            <a:schemeClr val="tx1"/>
                          </a:solidFill>
                          <a:latin typeface="Cambria Math" panose="02040503050406030204" pitchFamily="18" charset="0"/>
                          <a:sym typeface="Helvetica Neue Medium"/>
                        </a:rPr>
                        <m:t>𝑞</m:t>
                      </m:r>
                      <m:r>
                        <a:rPr lang="en-US" sz="2800" b="0" i="1" smtClean="0">
                          <a:solidFill>
                            <a:schemeClr val="tx1"/>
                          </a:solidFill>
                          <a:latin typeface="Cambria Math" panose="02040503050406030204" pitchFamily="18" charset="0"/>
                          <a:sym typeface="Helvetica Neue Medium"/>
                        </a:rPr>
                        <m:t> −5</m:t>
                      </m:r>
                    </m:oMath>
                  </m:oMathPara>
                </a14:m>
                <a:endParaRPr lang="ar-AE" sz="2800" dirty="0">
                  <a:solidFill>
                    <a:schemeClr val="accent6">
                      <a:lumMod val="75000"/>
                    </a:schemeClr>
                  </a:solidFill>
                  <a:latin typeface="Times New Roman" panose="02020603050405020304" pitchFamily="18" charset="0"/>
                  <a:cs typeface="Times New Roman" panose="02020603050405020304" pitchFamily="18" charset="0"/>
                </a:endParaRPr>
              </a:p>
            </p:txBody>
          </p:sp>
        </mc:Choice>
        <mc:Fallback xmlns="">
          <p:sp>
            <p:nvSpPr>
              <p:cNvPr id="24" name="17. Hence,   edp  =   AR / (AR - MR)">
                <a:extLst>
                  <a:ext uri="{FF2B5EF4-FFF2-40B4-BE49-F238E27FC236}">
                    <a16:creationId xmlns:a16="http://schemas.microsoft.com/office/drawing/2014/main" id="{32F5C545-351F-A646-9C45-801CB9855D51}"/>
                  </a:ext>
                </a:extLst>
              </p:cNvPr>
              <p:cNvSpPr txBox="1">
                <a:spLocks noRot="1" noChangeAspect="1" noMove="1" noResize="1" noEditPoints="1" noAdjustHandles="1" noChangeArrowheads="1" noChangeShapeType="1" noTextEdit="1"/>
              </p:cNvSpPr>
              <p:nvPr/>
            </p:nvSpPr>
            <p:spPr>
              <a:xfrm>
                <a:off x="408473" y="4049813"/>
                <a:ext cx="12220976" cy="826987"/>
              </a:xfrm>
              <a:prstGeom prst="rect">
                <a:avLst/>
              </a:prstGeom>
              <a:blipFill>
                <a:blip r:embed="rId8"/>
                <a:stretch>
                  <a:fillRect l="-829" b="-19403"/>
                </a:stretch>
              </a:blipFill>
              <a:ln w="12700">
                <a:solidFill>
                  <a:schemeClr val="tx1"/>
                </a:solidFill>
                <a:miter lim="400000"/>
              </a:ln>
              <a:extLst>
                <a:ext uri="{C572A759-6A51-4108-AA02-DFA0A04FC94B}">
                  <ma14:wrappingTextBoxFlag xmlns:a14="http://schemas.microsoft.com/office/drawing/2010/main" xmlns:m="http://schemas.openxmlformats.org/officeDocument/2006/math" xmlns:ma14="http://schemas.microsoft.com/office/mac/drawingml/2011/main" xmlns=""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17. Hence,   edp  =   AR / (AR - MR)">
                <a:extLst>
                  <a:ext uri="{FF2B5EF4-FFF2-40B4-BE49-F238E27FC236}">
                    <a16:creationId xmlns:a16="http://schemas.microsoft.com/office/drawing/2014/main" id="{C22E31A3-DC69-C942-8AA4-6C1938CD4594}"/>
                  </a:ext>
                </a:extLst>
              </p:cNvPr>
              <p:cNvSpPr txBox="1"/>
              <p:nvPr/>
            </p:nvSpPr>
            <p:spPr>
              <a:xfrm>
                <a:off x="468657" y="4923895"/>
                <a:ext cx="12220976" cy="826987"/>
              </a:xfrm>
              <a:prstGeom prst="rect">
                <a:avLst/>
              </a:prstGeom>
              <a:solidFill>
                <a:schemeClr val="accent4">
                  <a:lumMod val="40000"/>
                  <a:lumOff val="60000"/>
                </a:schemeClr>
              </a:solidFill>
              <a:ln w="12700">
                <a:solidFill>
                  <a:schemeClr val="tx1"/>
                </a:solidFill>
                <a:miter lim="400000"/>
              </a:ln>
              <a:extLst>
                <a:ext uri="{C572A759-6A51-4108-AA02-DFA0A04FC94B}">
                  <ma14:wrappingTextBoxFlag xmlns:m="http://schemas.openxmlformats.org/officeDocument/2006/math" xmlns:ma14="http://schemas.microsoft.com/office/mac/drawingml/2011/main" xmlns="" val="1"/>
                </a:ext>
              </a:extLst>
            </p:spPr>
            <p:txBody>
              <a:bodyPr lIns="50800" tIns="50800" rIns="50800" bIns="50800" anchor="b">
                <a:noAutofit/>
              </a:bodyPr>
              <a:lstStyle/>
              <a:p>
                <a:pPr algn="l" defTabSz="496570">
                  <a:defRPr sz="2550" b="0">
                    <a:latin typeface="+mn-lt"/>
                    <a:ea typeface="+mn-ea"/>
                    <a:cs typeface="+mn-cs"/>
                    <a:sym typeface="Helvetica Neue Medium"/>
                  </a:defRPr>
                </a:pPr>
                <a14:m>
                  <m:oMathPara xmlns:m="http://schemas.openxmlformats.org/officeDocument/2006/math">
                    <m:oMathParaPr>
                      <m:jc m:val="left"/>
                    </m:oMathParaPr>
                    <m:oMath xmlns:m="http://schemas.openxmlformats.org/officeDocument/2006/math">
                      <m:r>
                        <a:rPr lang="en-US" sz="2800" b="1" i="1" smtClean="0">
                          <a:solidFill>
                            <a:schemeClr val="accent6">
                              <a:lumMod val="75000"/>
                            </a:schemeClr>
                          </a:solidFill>
                          <a:latin typeface="Cambria Math" panose="02040503050406030204" pitchFamily="18" charset="0"/>
                        </a:rPr>
                        <m:t>𝒑𝒊𝒆</m:t>
                      </m:r>
                      <m:r>
                        <a:rPr lang="en-US" sz="2800" b="1" i="1" smtClean="0">
                          <a:solidFill>
                            <a:schemeClr val="accent6">
                              <a:lumMod val="75000"/>
                            </a:schemeClr>
                          </a:solidFill>
                          <a:latin typeface="Cambria Math" panose="02040503050406030204" pitchFamily="18" charset="0"/>
                        </a:rPr>
                        <m:t> </m:t>
                      </m:r>
                      <m:r>
                        <a:rPr lang="en-US" sz="2800" b="1" i="1" smtClean="0">
                          <a:solidFill>
                            <a:schemeClr val="accent6">
                              <a:lumMod val="75000"/>
                            </a:schemeClr>
                          </a:solidFill>
                          <a:latin typeface="Cambria Math" panose="02040503050406030204" pitchFamily="18" charset="0"/>
                        </a:rPr>
                        <m:t>𝒎𝒂𝒙</m:t>
                      </m:r>
                      <m:r>
                        <a:rPr lang="en-US" sz="2800" b="1" i="1" smtClean="0">
                          <a:solidFill>
                            <a:schemeClr val="accent6">
                              <a:lumMod val="75000"/>
                            </a:schemeClr>
                          </a:solidFill>
                          <a:latin typeface="Cambria Math" panose="02040503050406030204" pitchFamily="18" charset="0"/>
                        </a:rPr>
                        <m:t>:   </m:t>
                      </m:r>
                      <m:r>
                        <a:rPr lang="en-US" sz="2800" b="0" i="1" smtClean="0">
                          <a:solidFill>
                            <a:schemeClr val="accent6">
                              <a:lumMod val="75000"/>
                            </a:schemeClr>
                          </a:solidFill>
                          <a:latin typeface="Cambria Math" panose="02040503050406030204" pitchFamily="18" charset="0"/>
                          <a:sym typeface="Helvetica Neue Medium"/>
                        </a:rPr>
                        <m:t>=  </m:t>
                      </m:r>
                      <m:r>
                        <a:rPr lang="en-US" sz="2800" b="0" i="1" smtClean="0">
                          <a:solidFill>
                            <a:schemeClr val="tx1"/>
                          </a:solidFill>
                          <a:latin typeface="Cambria Math" panose="02040503050406030204" pitchFamily="18" charset="0"/>
                          <a:sym typeface="Helvetica Neue Medium"/>
                        </a:rPr>
                        <m:t>−8</m:t>
                      </m:r>
                      <m:sSup>
                        <m:sSupPr>
                          <m:ctrlPr>
                            <a:rPr lang="en-US" sz="2800" b="0" i="1" smtClean="0">
                              <a:solidFill>
                                <a:schemeClr val="tx1"/>
                              </a:solidFill>
                              <a:latin typeface="Cambria Math" panose="02040503050406030204" pitchFamily="18" charset="0"/>
                              <a:sym typeface="Helvetica Neue Medium"/>
                            </a:rPr>
                          </m:ctrlPr>
                        </m:sSupPr>
                        <m:e>
                          <m:r>
                            <a:rPr lang="en-US" sz="2800" b="0" i="1" smtClean="0">
                              <a:solidFill>
                                <a:schemeClr val="tx1"/>
                              </a:solidFill>
                              <a:latin typeface="Cambria Math" panose="02040503050406030204" pitchFamily="18" charset="0"/>
                              <a:sym typeface="Helvetica Neue Medium"/>
                            </a:rPr>
                            <m:t>𝑞</m:t>
                          </m:r>
                        </m:e>
                        <m:sup/>
                      </m:sSup>
                      <m:r>
                        <a:rPr lang="en-US" sz="2800" b="0" i="1" smtClean="0">
                          <a:solidFill>
                            <a:schemeClr val="tx1"/>
                          </a:solidFill>
                          <a:latin typeface="Cambria Math" panose="02040503050406030204" pitchFamily="18" charset="0"/>
                          <a:sym typeface="Helvetica Neue Medium"/>
                        </a:rPr>
                        <m:t>+24=0         </m:t>
                      </m:r>
                      <m:r>
                        <a:rPr lang="en-US" sz="2800" b="0" i="1" smtClean="0">
                          <a:solidFill>
                            <a:schemeClr val="tx1"/>
                          </a:solidFill>
                          <a:latin typeface="Cambria Math" panose="02040503050406030204" pitchFamily="18" charset="0"/>
                          <a:sym typeface="Helvetica Neue Medium"/>
                        </a:rPr>
                        <m:t>𝑡h𝑢𝑠</m:t>
                      </m:r>
                      <m:r>
                        <a:rPr lang="en-US" sz="2800" b="0" i="1" smtClean="0">
                          <a:solidFill>
                            <a:schemeClr val="tx1"/>
                          </a:solidFill>
                          <a:latin typeface="Cambria Math" panose="02040503050406030204" pitchFamily="18" charset="0"/>
                          <a:sym typeface="Helvetica Neue Medium"/>
                        </a:rPr>
                        <m:t>, </m:t>
                      </m:r>
                      <m:r>
                        <a:rPr lang="en-US" sz="2800" b="0" i="1" smtClean="0">
                          <a:solidFill>
                            <a:schemeClr val="tx1"/>
                          </a:solidFill>
                          <a:latin typeface="Cambria Math" panose="02040503050406030204" pitchFamily="18" charset="0"/>
                          <a:sym typeface="Helvetica Neue Medium"/>
                        </a:rPr>
                        <m:t>𝑄</m:t>
                      </m:r>
                      <m:r>
                        <a:rPr lang="en-US" sz="2800" b="0" i="1" smtClean="0">
                          <a:solidFill>
                            <a:schemeClr val="tx1"/>
                          </a:solidFill>
                          <a:latin typeface="Cambria Math" panose="02040503050406030204" pitchFamily="18" charset="0"/>
                          <a:sym typeface="Helvetica Neue Medium"/>
                        </a:rPr>
                        <m:t>=3</m:t>
                      </m:r>
                    </m:oMath>
                  </m:oMathPara>
                </a14:m>
                <a:endParaRPr lang="ar-AE" sz="2800" dirty="0">
                  <a:solidFill>
                    <a:schemeClr val="accent6">
                      <a:lumMod val="75000"/>
                    </a:schemeClr>
                  </a:solidFill>
                  <a:latin typeface="Times New Roman" panose="02020603050405020304" pitchFamily="18" charset="0"/>
                  <a:cs typeface="Times New Roman" panose="02020603050405020304" pitchFamily="18" charset="0"/>
                </a:endParaRPr>
              </a:p>
            </p:txBody>
          </p:sp>
        </mc:Choice>
        <mc:Fallback xmlns="">
          <p:sp>
            <p:nvSpPr>
              <p:cNvPr id="25" name="17. Hence,   edp  =   AR / (AR - MR)">
                <a:extLst>
                  <a:ext uri="{FF2B5EF4-FFF2-40B4-BE49-F238E27FC236}">
                    <a16:creationId xmlns:a16="http://schemas.microsoft.com/office/drawing/2014/main" id="{C22E31A3-DC69-C942-8AA4-6C1938CD4594}"/>
                  </a:ext>
                </a:extLst>
              </p:cNvPr>
              <p:cNvSpPr txBox="1">
                <a:spLocks noRot="1" noChangeAspect="1" noMove="1" noResize="1" noEditPoints="1" noAdjustHandles="1" noChangeArrowheads="1" noChangeShapeType="1" noTextEdit="1"/>
              </p:cNvSpPr>
              <p:nvPr/>
            </p:nvSpPr>
            <p:spPr>
              <a:xfrm>
                <a:off x="468657" y="4923895"/>
                <a:ext cx="12220976" cy="826987"/>
              </a:xfrm>
              <a:prstGeom prst="rect">
                <a:avLst/>
              </a:prstGeom>
              <a:blipFill>
                <a:blip r:embed="rId9"/>
                <a:stretch>
                  <a:fillRect l="-830" b="-19403"/>
                </a:stretch>
              </a:blipFill>
              <a:ln w="12700">
                <a:solidFill>
                  <a:schemeClr val="tx1"/>
                </a:solidFill>
                <a:miter lim="400000"/>
              </a:ln>
              <a:extLst>
                <a:ext uri="{C572A759-6A51-4108-AA02-DFA0A04FC94B}">
                  <ma14:wrappingTextBoxFlag xmlns:a14="http://schemas.microsoft.com/office/drawing/2010/main" xmlns:m="http://schemas.openxmlformats.org/officeDocument/2006/math" xmlns:ma14="http://schemas.microsoft.com/office/mac/drawingml/2011/main" xmlns=""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17. Hence,   edp  =   AR / (AR - MR)">
                <a:extLst>
                  <a:ext uri="{FF2B5EF4-FFF2-40B4-BE49-F238E27FC236}">
                    <a16:creationId xmlns:a16="http://schemas.microsoft.com/office/drawing/2014/main" id="{24BF46F1-0BC6-D94C-916B-229AF261A852}"/>
                  </a:ext>
                </a:extLst>
              </p:cNvPr>
              <p:cNvSpPr txBox="1"/>
              <p:nvPr/>
            </p:nvSpPr>
            <p:spPr>
              <a:xfrm>
                <a:off x="498471" y="5797977"/>
                <a:ext cx="12220976" cy="826987"/>
              </a:xfrm>
              <a:prstGeom prst="rect">
                <a:avLst/>
              </a:prstGeom>
              <a:solidFill>
                <a:schemeClr val="accent4">
                  <a:lumMod val="40000"/>
                  <a:lumOff val="60000"/>
                </a:schemeClr>
              </a:solidFill>
              <a:ln w="12700">
                <a:solidFill>
                  <a:schemeClr val="tx1"/>
                </a:solidFill>
                <a:miter lim="400000"/>
              </a:ln>
              <a:extLst>
                <a:ext uri="{C572A759-6A51-4108-AA02-DFA0A04FC94B}">
                  <ma14:wrappingTextBoxFlag xmlns:m="http://schemas.openxmlformats.org/officeDocument/2006/math" xmlns:ma14="http://schemas.microsoft.com/office/mac/drawingml/2011/main" xmlns="" val="1"/>
                </a:ext>
              </a:extLst>
            </p:spPr>
            <p:txBody>
              <a:bodyPr lIns="50800" tIns="50800" rIns="50800" bIns="50800" anchor="b">
                <a:noAutofit/>
              </a:bodyPr>
              <a:lstStyle/>
              <a:p>
                <a:pPr algn="l" defTabSz="496570">
                  <a:defRPr sz="2550" b="0">
                    <a:latin typeface="+mn-lt"/>
                    <a:ea typeface="+mn-ea"/>
                    <a:cs typeface="+mn-cs"/>
                    <a:sym typeface="Helvetica Neue Medium"/>
                  </a:defRPr>
                </a:pPr>
                <a14:m>
                  <m:oMath xmlns:m="http://schemas.openxmlformats.org/officeDocument/2006/math">
                    <m:r>
                      <a:rPr lang="en-US" sz="2800" b="1" i="1" smtClean="0">
                        <a:solidFill>
                          <a:schemeClr val="accent6">
                            <a:lumMod val="75000"/>
                          </a:schemeClr>
                        </a:solidFill>
                        <a:latin typeface="Cambria Math" panose="02040503050406030204" pitchFamily="18" charset="0"/>
                      </a:rPr>
                      <m:t>𝑽</m:t>
                    </m:r>
                    <m:r>
                      <a:rPr lang="en-US" sz="2800" b="1" i="1" smtClean="0">
                        <a:solidFill>
                          <a:schemeClr val="accent6">
                            <a:lumMod val="75000"/>
                          </a:schemeClr>
                        </a:solidFill>
                        <a:latin typeface="Cambria Math" panose="02040503050406030204" pitchFamily="18" charset="0"/>
                      </a:rPr>
                      <m:t>(</m:t>
                    </m:r>
                    <m:r>
                      <a:rPr lang="en-US" sz="2800" b="1" i="1" smtClean="0">
                        <a:solidFill>
                          <a:schemeClr val="accent6">
                            <a:lumMod val="75000"/>
                          </a:schemeClr>
                        </a:solidFill>
                        <a:latin typeface="Cambria Math" panose="02040503050406030204" pitchFamily="18" charset="0"/>
                      </a:rPr>
                      <m:t>𝒑𝒊𝒆</m:t>
                    </m:r>
                    <m:r>
                      <a:rPr lang="en-US" sz="2800" b="1" i="1" smtClean="0">
                        <a:solidFill>
                          <a:schemeClr val="accent6">
                            <a:lumMod val="75000"/>
                          </a:schemeClr>
                        </a:solidFill>
                        <a:latin typeface="Cambria Math" panose="02040503050406030204" pitchFamily="18" charset="0"/>
                      </a:rPr>
                      <m:t> </m:t>
                    </m:r>
                    <m:r>
                      <a:rPr lang="en-US" sz="2800" b="1" i="1" smtClean="0">
                        <a:solidFill>
                          <a:schemeClr val="accent6">
                            <a:lumMod val="75000"/>
                          </a:schemeClr>
                        </a:solidFill>
                        <a:latin typeface="Cambria Math" panose="02040503050406030204" pitchFamily="18" charset="0"/>
                      </a:rPr>
                      <m:t>𝒎𝒂𝒙</m:t>
                    </m:r>
                    <m:r>
                      <a:rPr lang="en-US" sz="2800" b="1" i="1" smtClean="0">
                        <a:solidFill>
                          <a:schemeClr val="accent6">
                            <a:lumMod val="75000"/>
                          </a:schemeClr>
                        </a:solidFill>
                        <a:latin typeface="Cambria Math" panose="02040503050406030204" pitchFamily="18" charset="0"/>
                      </a:rPr>
                      <m:t>):   </m:t>
                    </m:r>
                    <m:r>
                      <a:rPr lang="en-US" sz="2800" b="0" i="1" smtClean="0">
                        <a:solidFill>
                          <a:schemeClr val="accent6">
                            <a:lumMod val="75000"/>
                          </a:schemeClr>
                        </a:solidFill>
                        <a:latin typeface="Cambria Math" panose="02040503050406030204" pitchFamily="18" charset="0"/>
                        <a:sym typeface="Helvetica Neue Medium"/>
                      </a:rPr>
                      <m:t>=</m:t>
                    </m:r>
                    <m:r>
                      <a:rPr lang="en-US" sz="2800" b="0" i="1">
                        <a:solidFill>
                          <a:schemeClr val="tx1"/>
                        </a:solidFill>
                        <a:latin typeface="Cambria Math" panose="02040503050406030204" pitchFamily="18" charset="0"/>
                        <a:sym typeface="Helvetica Neue Medium"/>
                      </a:rPr>
                      <m:t>−4</m:t>
                    </m:r>
                    <m:sSup>
                      <m:sSupPr>
                        <m:ctrlPr>
                          <a:rPr lang="en-US" sz="2800" b="0" i="1">
                            <a:solidFill>
                              <a:schemeClr val="tx1"/>
                            </a:solidFill>
                            <a:latin typeface="Cambria Math" panose="02040503050406030204" pitchFamily="18" charset="0"/>
                            <a:sym typeface="Helvetica Neue Medium"/>
                          </a:rPr>
                        </m:ctrlPr>
                      </m:sSupPr>
                      <m:e>
                        <m:d>
                          <m:dPr>
                            <m:ctrlPr>
                              <a:rPr lang="en-US" sz="2800" b="0" i="1" smtClean="0">
                                <a:solidFill>
                                  <a:schemeClr val="tx1"/>
                                </a:solidFill>
                                <a:latin typeface="Cambria Math" panose="02040503050406030204" pitchFamily="18" charset="0"/>
                                <a:sym typeface="Helvetica Neue Medium"/>
                              </a:rPr>
                            </m:ctrlPr>
                          </m:dPr>
                          <m:e>
                            <m:r>
                              <a:rPr lang="en-US" sz="2800" b="0" i="1" smtClean="0">
                                <a:solidFill>
                                  <a:schemeClr val="tx1"/>
                                </a:solidFill>
                                <a:latin typeface="Cambria Math" panose="02040503050406030204" pitchFamily="18" charset="0"/>
                                <a:sym typeface="Helvetica Neue Medium"/>
                              </a:rPr>
                              <m:t>3</m:t>
                            </m:r>
                          </m:e>
                        </m:d>
                      </m:e>
                      <m:sup>
                        <m:r>
                          <a:rPr lang="en-US" sz="2800" b="0" i="1">
                            <a:solidFill>
                              <a:schemeClr val="tx1"/>
                            </a:solidFill>
                            <a:latin typeface="Cambria Math" panose="02040503050406030204" pitchFamily="18" charset="0"/>
                            <a:sym typeface="Helvetica Neue Medium"/>
                          </a:rPr>
                          <m:t>2</m:t>
                        </m:r>
                      </m:sup>
                    </m:sSup>
                    <m:r>
                      <a:rPr lang="en-US" sz="2800" b="0" i="1">
                        <a:solidFill>
                          <a:schemeClr val="tx1"/>
                        </a:solidFill>
                        <a:latin typeface="Cambria Math" panose="02040503050406030204" pitchFamily="18" charset="0"/>
                        <a:sym typeface="Helvetica Neue Medium"/>
                      </a:rPr>
                      <m:t>+24</m:t>
                    </m:r>
                    <m:r>
                      <a:rPr lang="en-US" sz="2800" b="0" i="1" smtClean="0">
                        <a:solidFill>
                          <a:schemeClr val="tx1"/>
                        </a:solidFill>
                        <a:latin typeface="Cambria Math" panose="02040503050406030204" pitchFamily="18" charset="0"/>
                        <a:sym typeface="Helvetica Neue Medium"/>
                      </a:rPr>
                      <m:t>(3)</m:t>
                    </m:r>
                    <m:r>
                      <a:rPr lang="en-US" sz="2800" b="0" i="1">
                        <a:solidFill>
                          <a:schemeClr val="tx1"/>
                        </a:solidFill>
                        <a:latin typeface="Cambria Math" panose="02040503050406030204" pitchFamily="18" charset="0"/>
                        <a:sym typeface="Helvetica Neue Medium"/>
                      </a:rPr>
                      <m:t> −5</m:t>
                    </m:r>
                  </m:oMath>
                </a14:m>
                <a:r>
                  <a:rPr lang="en-US" sz="2800" dirty="0">
                    <a:solidFill>
                      <a:schemeClr val="accent6">
                        <a:lumMod val="75000"/>
                      </a:schemeClr>
                    </a:solidFill>
                    <a:latin typeface="Times New Roman" panose="02020603050405020304" pitchFamily="18" charset="0"/>
                    <a:cs typeface="Times New Roman" panose="02020603050405020304" pitchFamily="18" charset="0"/>
                  </a:rPr>
                  <a:t>   =   -36 + 72 – 5  = 31</a:t>
                </a:r>
                <a:endParaRPr lang="ar-AE" sz="2800" dirty="0">
                  <a:solidFill>
                    <a:schemeClr val="accent6">
                      <a:lumMod val="75000"/>
                    </a:schemeClr>
                  </a:solidFill>
                  <a:latin typeface="Times New Roman" panose="02020603050405020304" pitchFamily="18" charset="0"/>
                  <a:cs typeface="Times New Roman" panose="02020603050405020304" pitchFamily="18" charset="0"/>
                </a:endParaRPr>
              </a:p>
            </p:txBody>
          </p:sp>
        </mc:Choice>
        <mc:Fallback xmlns="">
          <p:sp>
            <p:nvSpPr>
              <p:cNvPr id="26" name="17. Hence,   edp  =   AR / (AR - MR)">
                <a:extLst>
                  <a:ext uri="{FF2B5EF4-FFF2-40B4-BE49-F238E27FC236}">
                    <a16:creationId xmlns:a16="http://schemas.microsoft.com/office/drawing/2014/main" id="{24BF46F1-0BC6-D94C-916B-229AF261A852}"/>
                  </a:ext>
                </a:extLst>
              </p:cNvPr>
              <p:cNvSpPr txBox="1">
                <a:spLocks noRot="1" noChangeAspect="1" noMove="1" noResize="1" noEditPoints="1" noAdjustHandles="1" noChangeArrowheads="1" noChangeShapeType="1" noTextEdit="1"/>
              </p:cNvSpPr>
              <p:nvPr/>
            </p:nvSpPr>
            <p:spPr>
              <a:xfrm>
                <a:off x="498471" y="5797977"/>
                <a:ext cx="12220976" cy="826987"/>
              </a:xfrm>
              <a:prstGeom prst="rect">
                <a:avLst/>
              </a:prstGeom>
              <a:blipFill>
                <a:blip r:embed="rId10"/>
                <a:stretch>
                  <a:fillRect l="-518" b="-19403"/>
                </a:stretch>
              </a:blipFill>
              <a:ln w="12700">
                <a:solidFill>
                  <a:schemeClr val="tx1"/>
                </a:solidFill>
                <a:miter lim="400000"/>
              </a:ln>
              <a:extLst>
                <a:ext uri="{C572A759-6A51-4108-AA02-DFA0A04FC94B}">
                  <ma14:wrappingTextBoxFlag xmlns:a14="http://schemas.microsoft.com/office/drawing/2010/main" xmlns:m="http://schemas.openxmlformats.org/officeDocument/2006/math" xmlns:ma14="http://schemas.microsoft.com/office/mac/drawingml/2011/main" xmlns=""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17. Hence,   edp  =   AR / (AR - MR)">
                <a:extLst>
                  <a:ext uri="{FF2B5EF4-FFF2-40B4-BE49-F238E27FC236}">
                    <a16:creationId xmlns:a16="http://schemas.microsoft.com/office/drawing/2014/main" id="{646B22F8-1B55-3B47-8E22-D74A9EECAC45}"/>
                  </a:ext>
                </a:extLst>
              </p:cNvPr>
              <p:cNvSpPr txBox="1"/>
              <p:nvPr/>
            </p:nvSpPr>
            <p:spPr>
              <a:xfrm>
                <a:off x="468657" y="6687340"/>
                <a:ext cx="12220976" cy="826987"/>
              </a:xfrm>
              <a:prstGeom prst="rect">
                <a:avLst/>
              </a:prstGeom>
              <a:solidFill>
                <a:schemeClr val="accent4">
                  <a:lumMod val="40000"/>
                  <a:lumOff val="60000"/>
                </a:schemeClr>
              </a:solidFill>
              <a:ln w="12700">
                <a:solidFill>
                  <a:schemeClr val="tx1"/>
                </a:solidFill>
                <a:miter lim="400000"/>
              </a:ln>
              <a:extLst>
                <a:ext uri="{C572A759-6A51-4108-AA02-DFA0A04FC94B}">
                  <ma14:wrappingTextBoxFlag xmlns:m="http://schemas.openxmlformats.org/officeDocument/2006/math" xmlns:ma14="http://schemas.microsoft.com/office/mac/drawingml/2011/main" xmlns="" val="1"/>
                </a:ext>
              </a:extLst>
            </p:spPr>
            <p:txBody>
              <a:bodyPr lIns="50800" tIns="50800" rIns="50800" bIns="50800" anchor="b">
                <a:noAutofit/>
              </a:bodyPr>
              <a:lstStyle/>
              <a:p>
                <a:pPr algn="l" defTabSz="496570">
                  <a:defRPr sz="2550" b="0">
                    <a:latin typeface="+mn-lt"/>
                    <a:ea typeface="+mn-ea"/>
                    <a:cs typeface="+mn-cs"/>
                    <a:sym typeface="Helvetica Neue Medium"/>
                  </a:defRPr>
                </a:pPr>
                <a14:m>
                  <m:oMath xmlns:m="http://schemas.openxmlformats.org/officeDocument/2006/math">
                    <m:r>
                      <a:rPr lang="en-US" sz="2800" b="1" i="1" smtClean="0">
                        <a:solidFill>
                          <a:schemeClr val="accent6">
                            <a:lumMod val="75000"/>
                          </a:schemeClr>
                        </a:solidFill>
                        <a:latin typeface="Cambria Math" panose="02040503050406030204" pitchFamily="18" charset="0"/>
                      </a:rPr>
                      <m:t>𝑽</m:t>
                    </m:r>
                    <m:d>
                      <m:dPr>
                        <m:ctrlPr>
                          <a:rPr lang="en-US" sz="2800" b="1" i="1" smtClean="0">
                            <a:solidFill>
                              <a:schemeClr val="accent6">
                                <a:lumMod val="75000"/>
                              </a:schemeClr>
                            </a:solidFill>
                            <a:latin typeface="Cambria Math" panose="02040503050406030204" pitchFamily="18" charset="0"/>
                          </a:rPr>
                        </m:ctrlPr>
                      </m:dPr>
                      <m:e>
                        <m:r>
                          <a:rPr lang="en-US" sz="2800" b="1" i="1" smtClean="0">
                            <a:solidFill>
                              <a:schemeClr val="accent6">
                                <a:lumMod val="75000"/>
                              </a:schemeClr>
                            </a:solidFill>
                            <a:latin typeface="Cambria Math" panose="02040503050406030204" pitchFamily="18" charset="0"/>
                          </a:rPr>
                          <m:t>𝑺𝒂𝒍𝒆𝒔</m:t>
                        </m:r>
                        <m:r>
                          <a:rPr lang="en-US" sz="2800" b="1" i="1" smtClean="0">
                            <a:solidFill>
                              <a:schemeClr val="accent6">
                                <a:lumMod val="75000"/>
                              </a:schemeClr>
                            </a:solidFill>
                            <a:latin typeface="Cambria Math" panose="02040503050406030204" pitchFamily="18" charset="0"/>
                          </a:rPr>
                          <m:t> </m:t>
                        </m:r>
                        <m:r>
                          <a:rPr lang="en-US" sz="2800" b="1" i="1" smtClean="0">
                            <a:solidFill>
                              <a:schemeClr val="accent6">
                                <a:lumMod val="75000"/>
                              </a:schemeClr>
                            </a:solidFill>
                            <a:latin typeface="Cambria Math" panose="02040503050406030204" pitchFamily="18" charset="0"/>
                          </a:rPr>
                          <m:t>𝒎𝒂𝒙</m:t>
                        </m:r>
                      </m:e>
                    </m:d>
                    <m:r>
                      <a:rPr lang="en-US" sz="2800" b="1" i="1" smtClean="0">
                        <a:solidFill>
                          <a:schemeClr val="accent6">
                            <a:lumMod val="75000"/>
                          </a:schemeClr>
                        </a:solidFill>
                        <a:latin typeface="Cambria Math" panose="02040503050406030204" pitchFamily="18" charset="0"/>
                      </a:rPr>
                      <m:t>:   </m:t>
                    </m:r>
                    <m:r>
                      <a:rPr lang="en-US" sz="2800" b="0" i="1" smtClean="0">
                        <a:solidFill>
                          <a:schemeClr val="accent6">
                            <a:lumMod val="75000"/>
                          </a:schemeClr>
                        </a:solidFill>
                        <a:latin typeface="Cambria Math" panose="02040503050406030204" pitchFamily="18" charset="0"/>
                        <a:sym typeface="Helvetica Neue Medium"/>
                      </a:rPr>
                      <m:t>=</m:t>
                    </m:r>
                    <m:r>
                      <a:rPr lang="en-US" sz="2800" b="0" i="1" smtClean="0">
                        <a:solidFill>
                          <a:schemeClr val="tx1"/>
                        </a:solidFill>
                        <a:latin typeface="Cambria Math" panose="02040503050406030204" pitchFamily="18" charset="0"/>
                        <a:sym typeface="Helvetica Neue Medium"/>
                      </a:rPr>
                      <m:t>2</m:t>
                    </m:r>
                    <m:r>
                      <a:rPr lang="en-US" sz="2800" b="0" i="1" smtClean="0">
                        <a:solidFill>
                          <a:schemeClr val="tx1"/>
                        </a:solidFill>
                        <a:latin typeface="Cambria Math" panose="02040503050406030204" pitchFamily="18" charset="0"/>
                        <a:sym typeface="Helvetica Neue Medium"/>
                      </a:rPr>
                      <m:t>𝑞</m:t>
                    </m:r>
                    <m:r>
                      <a:rPr lang="en-US" sz="2800" b="0" i="1" smtClean="0">
                        <a:solidFill>
                          <a:schemeClr val="tx1"/>
                        </a:solidFill>
                        <a:latin typeface="Cambria Math" panose="02040503050406030204" pitchFamily="18" charset="0"/>
                        <a:sym typeface="Helvetica Neue Medium"/>
                      </a:rPr>
                      <m:t>+8= </m:t>
                    </m:r>
                  </m:oMath>
                </a14:m>
                <a:r>
                  <a:rPr lang="en-US" sz="2800" dirty="0">
                    <a:solidFill>
                      <a:schemeClr val="accent6">
                        <a:lumMod val="75000"/>
                      </a:schemeClr>
                    </a:solidFill>
                    <a:latin typeface="Times New Roman" panose="02020603050405020304" pitchFamily="18" charset="0"/>
                    <a:cs typeface="Times New Roman" panose="02020603050405020304" pitchFamily="18" charset="0"/>
                  </a:rPr>
                  <a:t>0       q =  4 units    pie = Rs 27    price = 20</a:t>
                </a:r>
                <a:endParaRPr lang="ar-AE" sz="2800" dirty="0">
                  <a:solidFill>
                    <a:schemeClr val="accent6">
                      <a:lumMod val="75000"/>
                    </a:schemeClr>
                  </a:solidFill>
                  <a:latin typeface="Times New Roman" panose="02020603050405020304" pitchFamily="18" charset="0"/>
                  <a:cs typeface="Times New Roman" panose="02020603050405020304" pitchFamily="18" charset="0"/>
                </a:endParaRPr>
              </a:p>
            </p:txBody>
          </p:sp>
        </mc:Choice>
        <mc:Fallback xmlns="">
          <p:sp>
            <p:nvSpPr>
              <p:cNvPr id="28" name="17. Hence,   edp  =   AR / (AR - MR)">
                <a:extLst>
                  <a:ext uri="{FF2B5EF4-FFF2-40B4-BE49-F238E27FC236}">
                    <a16:creationId xmlns:a16="http://schemas.microsoft.com/office/drawing/2014/main" id="{646B22F8-1B55-3B47-8E22-D74A9EECAC45}"/>
                  </a:ext>
                </a:extLst>
              </p:cNvPr>
              <p:cNvSpPr txBox="1">
                <a:spLocks noRot="1" noChangeAspect="1" noMove="1" noResize="1" noEditPoints="1" noAdjustHandles="1" noChangeArrowheads="1" noChangeShapeType="1" noTextEdit="1"/>
              </p:cNvSpPr>
              <p:nvPr/>
            </p:nvSpPr>
            <p:spPr>
              <a:xfrm>
                <a:off x="468657" y="6687340"/>
                <a:ext cx="12220976" cy="826987"/>
              </a:xfrm>
              <a:prstGeom prst="rect">
                <a:avLst/>
              </a:prstGeom>
              <a:blipFill>
                <a:blip r:embed="rId11"/>
                <a:stretch>
                  <a:fillRect l="-519" b="-19403"/>
                </a:stretch>
              </a:blipFill>
              <a:ln w="12700">
                <a:solidFill>
                  <a:schemeClr val="tx1"/>
                </a:solidFill>
                <a:miter lim="400000"/>
              </a:ln>
              <a:extLst>
                <a:ext uri="{C572A759-6A51-4108-AA02-DFA0A04FC94B}">
                  <ma14:wrappingTextBoxFlag xmlns:a14="http://schemas.microsoft.com/office/drawing/2010/main" xmlns:m="http://schemas.openxmlformats.org/officeDocument/2006/math" xmlns:ma14="http://schemas.microsoft.com/office/mac/drawingml/2011/main" xmlns=""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17. Hence,   edp  =   AR / (AR - MR)">
                <a:extLst>
                  <a:ext uri="{FF2B5EF4-FFF2-40B4-BE49-F238E27FC236}">
                    <a16:creationId xmlns:a16="http://schemas.microsoft.com/office/drawing/2014/main" id="{10E03A13-A4E7-D144-96F6-C60F7C137871}"/>
                  </a:ext>
                </a:extLst>
              </p:cNvPr>
              <p:cNvSpPr txBox="1"/>
              <p:nvPr/>
            </p:nvSpPr>
            <p:spPr>
              <a:xfrm>
                <a:off x="498471" y="7768345"/>
                <a:ext cx="12220976" cy="826987"/>
              </a:xfrm>
              <a:prstGeom prst="rect">
                <a:avLst/>
              </a:prstGeom>
              <a:solidFill>
                <a:schemeClr val="accent6">
                  <a:lumMod val="20000"/>
                  <a:lumOff val="80000"/>
                </a:schemeClr>
              </a:solidFill>
              <a:ln w="12700">
                <a:solidFill>
                  <a:schemeClr val="tx1"/>
                </a:solidFill>
                <a:miter lim="400000"/>
              </a:ln>
              <a:extLst>
                <a:ext uri="{C572A759-6A51-4108-AA02-DFA0A04FC94B}">
                  <ma14:wrappingTextBoxFlag xmlns:m="http://schemas.openxmlformats.org/officeDocument/2006/math" xmlns:ma14="http://schemas.microsoft.com/office/mac/drawingml/2011/main" xmlns="" val="1"/>
                </a:ext>
              </a:extLst>
            </p:spPr>
            <p:txBody>
              <a:bodyPr lIns="50800" tIns="50800" rIns="50800" bIns="50800" anchor="b">
                <a:noAutofit/>
              </a:bodyPr>
              <a:lstStyle/>
              <a:p>
                <a:pPr algn="l" defTabSz="496570">
                  <a:defRPr sz="2550" b="0">
                    <a:latin typeface="+mn-lt"/>
                    <a:ea typeface="+mn-ea"/>
                    <a:cs typeface="+mn-cs"/>
                    <a:sym typeface="Helvetica Neue Medium"/>
                  </a:defRPr>
                </a:pPr>
                <a14:m>
                  <m:oMath xmlns:m="http://schemas.openxmlformats.org/officeDocument/2006/math">
                    <m:r>
                      <a:rPr lang="en-US" sz="2800" b="1" i="1" smtClean="0">
                        <a:solidFill>
                          <a:schemeClr val="accent6">
                            <a:lumMod val="75000"/>
                          </a:schemeClr>
                        </a:solidFill>
                        <a:latin typeface="Cambria Math" panose="02040503050406030204" pitchFamily="18" charset="0"/>
                      </a:rPr>
                      <m:t>𝑽</m:t>
                    </m:r>
                    <m:d>
                      <m:dPr>
                        <m:ctrlPr>
                          <a:rPr lang="en-US" sz="2800" b="1" i="1" smtClean="0">
                            <a:solidFill>
                              <a:schemeClr val="accent6">
                                <a:lumMod val="75000"/>
                              </a:schemeClr>
                            </a:solidFill>
                            <a:latin typeface="Cambria Math" panose="02040503050406030204" pitchFamily="18" charset="0"/>
                          </a:rPr>
                        </m:ctrlPr>
                      </m:dPr>
                      <m:e>
                        <m:r>
                          <a:rPr lang="en-US" sz="2800" b="1" i="1" smtClean="0">
                            <a:solidFill>
                              <a:schemeClr val="accent6">
                                <a:lumMod val="75000"/>
                              </a:schemeClr>
                            </a:solidFill>
                            <a:latin typeface="Cambria Math" panose="02040503050406030204" pitchFamily="18" charset="0"/>
                          </a:rPr>
                          <m:t>𝑩𝒓𝒆𝒂𝒌</m:t>
                        </m:r>
                        <m:r>
                          <a:rPr lang="en-US" sz="2800" b="1" i="1" smtClean="0">
                            <a:solidFill>
                              <a:schemeClr val="accent6">
                                <a:lumMod val="75000"/>
                              </a:schemeClr>
                            </a:solidFill>
                            <a:latin typeface="Cambria Math" panose="02040503050406030204" pitchFamily="18" charset="0"/>
                          </a:rPr>
                          <m:t>−</m:t>
                        </m:r>
                        <m:r>
                          <a:rPr lang="en-US" sz="2800" b="1" i="1" smtClean="0">
                            <a:solidFill>
                              <a:schemeClr val="accent6">
                                <a:lumMod val="75000"/>
                              </a:schemeClr>
                            </a:solidFill>
                            <a:latin typeface="Cambria Math" panose="02040503050406030204" pitchFamily="18" charset="0"/>
                          </a:rPr>
                          <m:t>𝒆𝒗𝒆𝒏</m:t>
                        </m:r>
                      </m:e>
                    </m:d>
                    <m:r>
                      <a:rPr lang="en-US" sz="2800" b="1" i="1" smtClean="0">
                        <a:solidFill>
                          <a:schemeClr val="accent6">
                            <a:lumMod val="75000"/>
                          </a:schemeClr>
                        </a:solidFill>
                        <a:latin typeface="Cambria Math" panose="02040503050406030204" pitchFamily="18" charset="0"/>
                      </a:rPr>
                      <m:t>:</m:t>
                    </m:r>
                    <m:r>
                      <a:rPr lang="en-US" sz="2800" i="1">
                        <a:solidFill>
                          <a:schemeClr val="accent6">
                            <a:lumMod val="75000"/>
                          </a:schemeClr>
                        </a:solidFill>
                        <a:latin typeface="Cambria Math" panose="02040503050406030204" pitchFamily="18" charset="0"/>
                        <a:sym typeface="Helvetica Neue Medium"/>
                      </a:rPr>
                      <m:t>𝟑𝟐</m:t>
                    </m:r>
                    <m:r>
                      <a:rPr lang="en-US" sz="2800" i="1">
                        <a:solidFill>
                          <a:schemeClr val="accent6">
                            <a:lumMod val="75000"/>
                          </a:schemeClr>
                        </a:solidFill>
                        <a:latin typeface="Cambria Math" panose="02040503050406030204" pitchFamily="18" charset="0"/>
                        <a:sym typeface="Helvetica Neue Medium"/>
                      </a:rPr>
                      <m:t>𝒒</m:t>
                    </m:r>
                    <m:r>
                      <a:rPr lang="en-US" sz="2800" i="1">
                        <a:solidFill>
                          <a:schemeClr val="accent6">
                            <a:lumMod val="75000"/>
                          </a:schemeClr>
                        </a:solidFill>
                        <a:latin typeface="Cambria Math" panose="02040503050406030204" pitchFamily="18" charset="0"/>
                        <a:sym typeface="Helvetica Neue Medium"/>
                      </a:rPr>
                      <m:t> −</m:t>
                    </m:r>
                    <m:r>
                      <a:rPr lang="en-US" sz="2800" i="1">
                        <a:solidFill>
                          <a:schemeClr val="accent6">
                            <a:lumMod val="75000"/>
                          </a:schemeClr>
                        </a:solidFill>
                        <a:latin typeface="Cambria Math" panose="02040503050406030204" pitchFamily="18" charset="0"/>
                        <a:sym typeface="Helvetica Neue Medium"/>
                      </a:rPr>
                      <m:t>𝟑</m:t>
                    </m:r>
                    <m:r>
                      <a:rPr lang="en-US" sz="2800" i="1">
                        <a:solidFill>
                          <a:schemeClr val="accent6">
                            <a:lumMod val="75000"/>
                          </a:schemeClr>
                        </a:solidFill>
                        <a:latin typeface="Cambria Math" panose="02040503050406030204" pitchFamily="18" charset="0"/>
                        <a:sym typeface="Helvetica Neue Medium"/>
                      </a:rPr>
                      <m:t>𝒒</m:t>
                    </m:r>
                    <m:r>
                      <a:rPr lang="en-US" sz="2800" i="1">
                        <a:solidFill>
                          <a:schemeClr val="accent6">
                            <a:lumMod val="75000"/>
                          </a:schemeClr>
                        </a:solidFill>
                        <a:latin typeface="Cambria Math" panose="02040503050406030204" pitchFamily="18" charset="0"/>
                        <a:sym typeface="Helvetica Neue Medium"/>
                      </a:rPr>
                      <m:t>^</m:t>
                    </m:r>
                    <m:r>
                      <a:rPr lang="en-US" sz="2800" i="1">
                        <a:solidFill>
                          <a:schemeClr val="accent6">
                            <a:lumMod val="75000"/>
                          </a:schemeClr>
                        </a:solidFill>
                        <a:latin typeface="Cambria Math" panose="02040503050406030204" pitchFamily="18" charset="0"/>
                        <a:sym typeface="Helvetica Neue Medium"/>
                      </a:rPr>
                      <m:t>𝟐</m:t>
                    </m:r>
                    <m:r>
                      <a:rPr lang="en-US" sz="2800" b="0" i="1" smtClean="0">
                        <a:solidFill>
                          <a:schemeClr val="accent6">
                            <a:lumMod val="75000"/>
                          </a:schemeClr>
                        </a:solidFill>
                        <a:latin typeface="Cambria Math" panose="02040503050406030204" pitchFamily="18" charset="0"/>
                        <a:sym typeface="Helvetica Neue Medium"/>
                      </a:rPr>
                      <m:t>=</m:t>
                    </m:r>
                    <m:sSup>
                      <m:sSupPr>
                        <m:ctrlPr>
                          <a:rPr lang="en-US" sz="2800" i="1">
                            <a:solidFill>
                              <a:schemeClr val="accent6">
                                <a:lumMod val="75000"/>
                              </a:schemeClr>
                            </a:solidFill>
                            <a:latin typeface="Cambria Math" panose="02040503050406030204" pitchFamily="18" charset="0"/>
                            <a:sym typeface="Helvetica Neue Medium"/>
                          </a:rPr>
                        </m:ctrlPr>
                      </m:sSupPr>
                      <m:e>
                        <m:r>
                          <a:rPr lang="en-US" sz="2800" i="1">
                            <a:solidFill>
                              <a:schemeClr val="accent6">
                                <a:lumMod val="75000"/>
                              </a:schemeClr>
                            </a:solidFill>
                            <a:latin typeface="Cambria Math" panose="02040503050406030204" pitchFamily="18" charset="0"/>
                            <a:sym typeface="Helvetica Neue Medium"/>
                          </a:rPr>
                          <m:t>𝒒</m:t>
                        </m:r>
                      </m:e>
                      <m:sup>
                        <m:r>
                          <a:rPr lang="en-US" sz="2800" i="1">
                            <a:solidFill>
                              <a:schemeClr val="accent6">
                                <a:lumMod val="75000"/>
                              </a:schemeClr>
                            </a:solidFill>
                            <a:latin typeface="Cambria Math" panose="02040503050406030204" pitchFamily="18" charset="0"/>
                            <a:sym typeface="Helvetica Neue Medium"/>
                          </a:rPr>
                          <m:t>𝟐</m:t>
                        </m:r>
                      </m:sup>
                    </m:sSup>
                    <m:r>
                      <a:rPr lang="en-US" sz="2800" i="1">
                        <a:solidFill>
                          <a:schemeClr val="accent6">
                            <a:lumMod val="75000"/>
                          </a:schemeClr>
                        </a:solidFill>
                        <a:latin typeface="Cambria Math" panose="02040503050406030204" pitchFamily="18" charset="0"/>
                        <a:sym typeface="Helvetica Neue Medium"/>
                      </a:rPr>
                      <m:t>+</m:t>
                    </m:r>
                    <m:r>
                      <a:rPr lang="en-US" sz="2800" i="1">
                        <a:solidFill>
                          <a:schemeClr val="accent6">
                            <a:lumMod val="75000"/>
                          </a:schemeClr>
                        </a:solidFill>
                        <a:latin typeface="Cambria Math" panose="02040503050406030204" pitchFamily="18" charset="0"/>
                        <a:sym typeface="Helvetica Neue Medium"/>
                      </a:rPr>
                      <m:t>𝟖</m:t>
                    </m:r>
                    <m:r>
                      <a:rPr lang="en-US" sz="2800" i="1">
                        <a:solidFill>
                          <a:schemeClr val="accent6">
                            <a:lumMod val="75000"/>
                          </a:schemeClr>
                        </a:solidFill>
                        <a:latin typeface="Cambria Math" panose="02040503050406030204" pitchFamily="18" charset="0"/>
                        <a:sym typeface="Helvetica Neue Medium"/>
                      </a:rPr>
                      <m:t>𝒒</m:t>
                    </m:r>
                    <m:r>
                      <a:rPr lang="en-US" sz="2800" i="1">
                        <a:solidFill>
                          <a:schemeClr val="accent6">
                            <a:lumMod val="75000"/>
                          </a:schemeClr>
                        </a:solidFill>
                        <a:latin typeface="Cambria Math" panose="02040503050406030204" pitchFamily="18" charset="0"/>
                        <a:sym typeface="Helvetica Neue Medium"/>
                      </a:rPr>
                      <m:t>+</m:t>
                    </m:r>
                    <m:r>
                      <a:rPr lang="en-US" sz="2800" i="1">
                        <a:solidFill>
                          <a:schemeClr val="accent6">
                            <a:lumMod val="75000"/>
                          </a:schemeClr>
                        </a:solidFill>
                        <a:latin typeface="Cambria Math" panose="02040503050406030204" pitchFamily="18" charset="0"/>
                        <a:sym typeface="Helvetica Neue Medium"/>
                      </a:rPr>
                      <m:t>𝟓</m:t>
                    </m:r>
                  </m:oMath>
                </a14:m>
                <a:r>
                  <a:rPr lang="en-US" sz="2800" dirty="0">
                    <a:solidFill>
                      <a:schemeClr val="accent6">
                        <a:lumMod val="75000"/>
                      </a:schemeClr>
                    </a:solidFill>
                    <a:latin typeface="Times New Roman" panose="02020603050405020304" pitchFamily="18" charset="0"/>
                    <a:cs typeface="Times New Roman" panose="02020603050405020304" pitchFamily="18" charset="0"/>
                  </a:rPr>
                  <a:t>          - 4q^2 + 24q – 5 = 0</a:t>
                </a:r>
                <a:endParaRPr lang="ar-AE" sz="2800" dirty="0">
                  <a:solidFill>
                    <a:schemeClr val="accent6">
                      <a:lumMod val="75000"/>
                    </a:schemeClr>
                  </a:solidFill>
                  <a:latin typeface="Times New Roman" panose="02020603050405020304" pitchFamily="18" charset="0"/>
                  <a:cs typeface="Times New Roman" panose="02020603050405020304" pitchFamily="18" charset="0"/>
                </a:endParaRPr>
              </a:p>
            </p:txBody>
          </p:sp>
        </mc:Choice>
        <mc:Fallback xmlns="">
          <p:sp>
            <p:nvSpPr>
              <p:cNvPr id="29" name="17. Hence,   edp  =   AR / (AR - MR)">
                <a:extLst>
                  <a:ext uri="{FF2B5EF4-FFF2-40B4-BE49-F238E27FC236}">
                    <a16:creationId xmlns:a16="http://schemas.microsoft.com/office/drawing/2014/main" id="{10E03A13-A4E7-D144-96F6-C60F7C137871}"/>
                  </a:ext>
                </a:extLst>
              </p:cNvPr>
              <p:cNvSpPr txBox="1">
                <a:spLocks noRot="1" noChangeAspect="1" noMove="1" noResize="1" noEditPoints="1" noAdjustHandles="1" noChangeArrowheads="1" noChangeShapeType="1" noTextEdit="1"/>
              </p:cNvSpPr>
              <p:nvPr/>
            </p:nvSpPr>
            <p:spPr>
              <a:xfrm>
                <a:off x="498471" y="7768345"/>
                <a:ext cx="12220976" cy="826987"/>
              </a:xfrm>
              <a:prstGeom prst="rect">
                <a:avLst/>
              </a:prstGeom>
              <a:blipFill>
                <a:blip r:embed="rId12"/>
                <a:stretch>
                  <a:fillRect l="-518" b="-19403"/>
                </a:stretch>
              </a:blipFill>
              <a:ln w="12700">
                <a:solidFill>
                  <a:schemeClr val="tx1"/>
                </a:solidFill>
                <a:miter lim="400000"/>
              </a:ln>
              <a:extLst>
                <a:ext uri="{C572A759-6A51-4108-AA02-DFA0A04FC94B}">
                  <ma14:wrappingTextBoxFlag xmlns:a14="http://schemas.microsoft.com/office/drawing/2010/main" xmlns:m="http://schemas.openxmlformats.org/officeDocument/2006/math" xmlns:ma14="http://schemas.microsoft.com/office/mac/drawingml/2011/main" xmlns="" val="1"/>
                </a:ext>
              </a:extLst>
            </p:spPr>
            <p:txBody>
              <a:bodyPr/>
              <a:lstStyle/>
              <a:p>
                <a:r>
                  <a:rPr lang="en-US">
                    <a:noFill/>
                  </a:rPr>
                  <a:t> </a:t>
                </a:r>
              </a:p>
            </p:txBody>
          </p:sp>
        </mc:Fallback>
      </mc:AlternateContent>
    </p:spTree>
    <p:extLst>
      <p:ext uri="{BB962C8B-B14F-4D97-AF65-F5344CB8AC3E}">
        <p14:creationId xmlns:p14="http://schemas.microsoft.com/office/powerpoint/2010/main" val="2187516350"/>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23" grpId="0" animBg="1"/>
      <p:bldP spid="24" grpId="0" animBg="1"/>
      <p:bldP spid="25" grpId="0" animBg="1"/>
      <p:bldP spid="26" grpId="0" animBg="1"/>
      <p:bldP spid="28" grpId="0" animBg="1"/>
      <p:bldP spid="29"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5D14FDA-EDCD-314D-BDEC-16FBEA8FBD15}"/>
              </a:ext>
            </a:extLst>
          </p:cNvPr>
          <p:cNvSpPr>
            <a:spLocks noGrp="1"/>
          </p:cNvSpPr>
          <p:nvPr>
            <p:ph type="sldNum" sz="quarter" idx="2"/>
          </p:nvPr>
        </p:nvSpPr>
        <p:spPr/>
        <p:txBody>
          <a:bodyPr/>
          <a:lstStyle/>
          <a:p>
            <a:fld id="{86CB4B4D-7CA3-9044-876B-883B54F8677D}" type="slidenum">
              <a:rPr lang="en-IN" smtClean="0"/>
              <a:t>32</a:t>
            </a:fld>
            <a:endParaRPr lang="en-IN"/>
          </a:p>
        </p:txBody>
      </p:sp>
      <mc:AlternateContent xmlns:mc="http://schemas.openxmlformats.org/markup-compatibility/2006" xmlns:a14="http://schemas.microsoft.com/office/drawing/2010/main">
        <mc:Choice Requires="a14">
          <p:sp>
            <p:nvSpPr>
              <p:cNvPr id="20" name="17. Hence,   edp  =   AR / (AR - MR)">
                <a:extLst>
                  <a:ext uri="{FF2B5EF4-FFF2-40B4-BE49-F238E27FC236}">
                    <a16:creationId xmlns:a16="http://schemas.microsoft.com/office/drawing/2014/main" id="{C1D0ADD4-A2B5-6B45-A48D-D8FC67611A35}"/>
                  </a:ext>
                </a:extLst>
              </p:cNvPr>
              <p:cNvSpPr txBox="1"/>
              <p:nvPr/>
            </p:nvSpPr>
            <p:spPr>
              <a:xfrm>
                <a:off x="408474" y="331281"/>
                <a:ext cx="4879143" cy="826987"/>
              </a:xfrm>
              <a:prstGeom prst="rect">
                <a:avLst/>
              </a:prstGeom>
              <a:solidFill>
                <a:schemeClr val="accent1">
                  <a:lumMod val="20000"/>
                  <a:lumOff val="80000"/>
                </a:schemeClr>
              </a:solidFill>
              <a:ln w="12700">
                <a:miter lim="400000"/>
              </a:ln>
              <a:extLst>
                <a:ext uri="{C572A759-6A51-4108-AA02-DFA0A04FC94B}">
                  <ma14:wrappingTextBoxFlag xmlns="" xmlns:ma14="http://schemas.microsoft.com/office/mac/drawingml/2011/main" xmlns:m="http://schemas.openxmlformats.org/officeDocument/2006/math" val="1"/>
                </a:ext>
              </a:extLst>
            </p:spPr>
            <p:txBody>
              <a:bodyPr lIns="50800" tIns="50800" rIns="50800" bIns="50800" anchor="b">
                <a:noAutofit/>
              </a:bodyPr>
              <a:lstStyle/>
              <a:p>
                <a:pPr algn="l" defTabSz="496570">
                  <a:defRPr sz="2550" b="0">
                    <a:latin typeface="+mn-lt"/>
                    <a:ea typeface="+mn-ea"/>
                    <a:cs typeface="+mn-cs"/>
                    <a:sym typeface="Helvetica Neue Medium"/>
                  </a:defRPr>
                </a:pPr>
                <a14:m>
                  <m:oMathPara xmlns:m="http://schemas.openxmlformats.org/officeDocument/2006/math">
                    <m:oMathParaPr>
                      <m:jc m:val="left"/>
                    </m:oMathParaPr>
                    <m:oMath xmlns:m="http://schemas.openxmlformats.org/officeDocument/2006/math">
                      <m:r>
                        <a:rPr lang="en-US" sz="2800" b="1" i="1" smtClean="0">
                          <a:solidFill>
                            <a:schemeClr val="accent6">
                              <a:lumMod val="75000"/>
                            </a:schemeClr>
                          </a:solidFill>
                          <a:latin typeface="Cambria Math" panose="02040503050406030204" pitchFamily="18" charset="0"/>
                        </a:rPr>
                        <m:t>𝑨𝑹</m:t>
                      </m:r>
                      <m:r>
                        <a:rPr lang="en-US" sz="2800" b="1" i="1" smtClean="0">
                          <a:solidFill>
                            <a:schemeClr val="accent6">
                              <a:lumMod val="75000"/>
                            </a:schemeClr>
                          </a:solidFill>
                          <a:latin typeface="Cambria Math" panose="02040503050406030204" pitchFamily="18" charset="0"/>
                        </a:rPr>
                        <m:t> </m:t>
                      </m:r>
                      <m:r>
                        <a:rPr lang="en-US" sz="2800" b="1" i="1" smtClean="0">
                          <a:solidFill>
                            <a:schemeClr val="accent6">
                              <a:lumMod val="75000"/>
                            </a:schemeClr>
                          </a:solidFill>
                          <a:latin typeface="Cambria Math" panose="02040503050406030204" pitchFamily="18" charset="0"/>
                        </a:rPr>
                        <m:t>𝑭𝒖𝒏𝒄𝒕𝒊𝒐𝒏</m:t>
                      </m:r>
                      <m:r>
                        <a:rPr lang="en-US" sz="2800" b="1" i="1" smtClean="0">
                          <a:solidFill>
                            <a:schemeClr val="accent6">
                              <a:lumMod val="75000"/>
                            </a:schemeClr>
                          </a:solidFill>
                          <a:latin typeface="Cambria Math" panose="02040503050406030204" pitchFamily="18" charset="0"/>
                        </a:rPr>
                        <m:t>:   </m:t>
                      </m:r>
                      <m:r>
                        <a:rPr lang="en-US" sz="2800" b="1" i="1" smtClean="0">
                          <a:solidFill>
                            <a:schemeClr val="accent6">
                              <a:lumMod val="75000"/>
                            </a:schemeClr>
                          </a:solidFill>
                          <a:latin typeface="Cambria Math" panose="02040503050406030204" pitchFamily="18" charset="0"/>
                        </a:rPr>
                        <m:t>𝑷</m:t>
                      </m:r>
                      <m:r>
                        <a:rPr lang="en-US" sz="2800" b="1" i="1" smtClean="0">
                          <a:solidFill>
                            <a:schemeClr val="accent6">
                              <a:lumMod val="75000"/>
                            </a:schemeClr>
                          </a:solidFill>
                          <a:latin typeface="Cambria Math" panose="02040503050406030204" pitchFamily="18" charset="0"/>
                        </a:rPr>
                        <m:t>=</m:t>
                      </m:r>
                      <m:r>
                        <a:rPr lang="en-US" sz="2800" b="1" i="1" smtClean="0">
                          <a:solidFill>
                            <a:schemeClr val="accent6">
                              <a:lumMod val="75000"/>
                            </a:schemeClr>
                          </a:solidFill>
                          <a:latin typeface="Cambria Math" panose="02040503050406030204" pitchFamily="18" charset="0"/>
                        </a:rPr>
                        <m:t>𝟑𝟐</m:t>
                      </m:r>
                      <m:r>
                        <a:rPr lang="en-US" sz="2800" b="1" i="1" smtClean="0">
                          <a:solidFill>
                            <a:schemeClr val="accent6">
                              <a:lumMod val="75000"/>
                            </a:schemeClr>
                          </a:solidFill>
                          <a:latin typeface="Cambria Math" panose="02040503050406030204" pitchFamily="18" charset="0"/>
                        </a:rPr>
                        <m:t> −</m:t>
                      </m:r>
                      <m:r>
                        <a:rPr lang="en-US" sz="2800" b="1" i="1" smtClean="0">
                          <a:solidFill>
                            <a:schemeClr val="accent6">
                              <a:lumMod val="75000"/>
                            </a:schemeClr>
                          </a:solidFill>
                          <a:latin typeface="Cambria Math" panose="02040503050406030204" pitchFamily="18" charset="0"/>
                        </a:rPr>
                        <m:t>𝟑</m:t>
                      </m:r>
                      <m:r>
                        <a:rPr lang="en-US" sz="2800" b="1" i="1" smtClean="0">
                          <a:solidFill>
                            <a:schemeClr val="accent6">
                              <a:lumMod val="75000"/>
                            </a:schemeClr>
                          </a:solidFill>
                          <a:latin typeface="Cambria Math" panose="02040503050406030204" pitchFamily="18" charset="0"/>
                        </a:rPr>
                        <m:t>𝒒</m:t>
                      </m:r>
                    </m:oMath>
                  </m:oMathPara>
                </a14:m>
                <a:endParaRPr lang="ar-AE" sz="2800" dirty="0">
                  <a:solidFill>
                    <a:schemeClr val="accent6">
                      <a:lumMod val="75000"/>
                    </a:schemeClr>
                  </a:solidFill>
                  <a:latin typeface="Times New Roman" panose="02020603050405020304" pitchFamily="18" charset="0"/>
                  <a:cs typeface="Times New Roman" panose="02020603050405020304" pitchFamily="18" charset="0"/>
                </a:endParaRPr>
              </a:p>
            </p:txBody>
          </p:sp>
        </mc:Choice>
        <mc:Fallback xmlns="">
          <p:sp>
            <p:nvSpPr>
              <p:cNvPr id="20" name="17. Hence,   edp  =   AR / (AR - MR)">
                <a:extLst>
                  <a:ext uri="{FF2B5EF4-FFF2-40B4-BE49-F238E27FC236}">
                    <a16:creationId xmlns:a16="http://schemas.microsoft.com/office/drawing/2014/main" id="{C1D0ADD4-A2B5-6B45-A48D-D8FC67611A35}"/>
                  </a:ext>
                </a:extLst>
              </p:cNvPr>
              <p:cNvSpPr txBox="1">
                <a:spLocks noRot="1" noChangeAspect="1" noMove="1" noResize="1" noEditPoints="1" noAdjustHandles="1" noChangeArrowheads="1" noChangeShapeType="1" noTextEdit="1"/>
              </p:cNvSpPr>
              <p:nvPr/>
            </p:nvSpPr>
            <p:spPr>
              <a:xfrm>
                <a:off x="408474" y="331281"/>
                <a:ext cx="4879143" cy="826987"/>
              </a:xfrm>
              <a:prstGeom prst="rect">
                <a:avLst/>
              </a:prstGeom>
              <a:blipFill>
                <a:blip r:embed="rId2"/>
                <a:stretch>
                  <a:fillRect l="-1558" r="-1299" b="-19403"/>
                </a:stretch>
              </a:blipFill>
              <a:ln w="12700">
                <a:miter lim="400000"/>
              </a:ln>
              <a:extLst>
                <a:ext uri="{C572A759-6A51-4108-AA02-DFA0A04FC94B}">
                  <ma14:wrappingTextBoxFlag xmlns:a14="http://schemas.microsoft.com/office/drawing/2010/main" xmlns="" xmlns:ma14="http://schemas.microsoft.com/office/mac/drawingml/2011/main" xmlns:m="http://schemas.openxmlformats.org/officeDocument/2006/math"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17. Hence,   edp  =   AR / (AR - MR)">
                <a:extLst>
                  <a:ext uri="{FF2B5EF4-FFF2-40B4-BE49-F238E27FC236}">
                    <a16:creationId xmlns:a16="http://schemas.microsoft.com/office/drawing/2014/main" id="{C16C8BBB-3311-7C45-97FC-3062DE5F5F5B}"/>
                  </a:ext>
                </a:extLst>
              </p:cNvPr>
              <p:cNvSpPr txBox="1"/>
              <p:nvPr/>
            </p:nvSpPr>
            <p:spPr>
              <a:xfrm>
                <a:off x="6669143" y="481236"/>
                <a:ext cx="5596241" cy="826987"/>
              </a:xfrm>
              <a:prstGeom prst="rect">
                <a:avLst/>
              </a:prstGeom>
              <a:solidFill>
                <a:schemeClr val="accent3">
                  <a:lumMod val="40000"/>
                  <a:lumOff val="60000"/>
                </a:schemeClr>
              </a:solidFill>
              <a:ln w="12700">
                <a:miter lim="400000"/>
              </a:ln>
              <a:extLst>
                <a:ext uri="{C572A759-6A51-4108-AA02-DFA0A04FC94B}">
                  <ma14:wrappingTextBoxFlag xmlns="" xmlns:ma14="http://schemas.microsoft.com/office/mac/drawingml/2011/main" xmlns:m="http://schemas.openxmlformats.org/officeDocument/2006/math" val="1"/>
                </a:ext>
              </a:extLst>
            </p:spPr>
            <p:txBody>
              <a:bodyPr lIns="50800" tIns="50800" rIns="50800" bIns="50800" anchor="b">
                <a:noAutofit/>
              </a:bodyPr>
              <a:lstStyle/>
              <a:p>
                <a:pPr algn="l" defTabSz="496570">
                  <a:defRPr sz="2550" b="0">
                    <a:latin typeface="+mn-lt"/>
                    <a:ea typeface="+mn-ea"/>
                    <a:cs typeface="+mn-cs"/>
                    <a:sym typeface="Helvetica Neue Medium"/>
                  </a:defRPr>
                </a:pPr>
                <a14:m>
                  <m:oMathPara xmlns:m="http://schemas.openxmlformats.org/officeDocument/2006/math">
                    <m:oMathParaPr>
                      <m:jc m:val="left"/>
                    </m:oMathParaPr>
                    <m:oMath xmlns:m="http://schemas.openxmlformats.org/officeDocument/2006/math">
                      <m:r>
                        <a:rPr lang="en-US" sz="2800" b="1" i="1" smtClean="0">
                          <a:solidFill>
                            <a:schemeClr val="accent6">
                              <a:lumMod val="75000"/>
                            </a:schemeClr>
                          </a:solidFill>
                          <a:latin typeface="Cambria Math" panose="02040503050406030204" pitchFamily="18" charset="0"/>
                        </a:rPr>
                        <m:t>𝑻𝑪</m:t>
                      </m:r>
                      <m:r>
                        <a:rPr lang="en-US" sz="2800" b="1" i="1" smtClean="0">
                          <a:solidFill>
                            <a:schemeClr val="accent6">
                              <a:lumMod val="75000"/>
                            </a:schemeClr>
                          </a:solidFill>
                          <a:latin typeface="Cambria Math" panose="02040503050406030204" pitchFamily="18" charset="0"/>
                        </a:rPr>
                        <m:t> </m:t>
                      </m:r>
                      <m:r>
                        <a:rPr lang="en-US" sz="2800" b="1" i="1" smtClean="0">
                          <a:solidFill>
                            <a:schemeClr val="accent6">
                              <a:lumMod val="75000"/>
                            </a:schemeClr>
                          </a:solidFill>
                          <a:latin typeface="Cambria Math" panose="02040503050406030204" pitchFamily="18" charset="0"/>
                        </a:rPr>
                        <m:t>𝑭𝒖𝒏𝒄𝒕𝒊𝒐𝒏</m:t>
                      </m:r>
                      <m:r>
                        <a:rPr lang="en-US" sz="2800" b="1" i="1" smtClean="0">
                          <a:solidFill>
                            <a:schemeClr val="accent6">
                              <a:lumMod val="75000"/>
                            </a:schemeClr>
                          </a:solidFill>
                          <a:latin typeface="Cambria Math" panose="02040503050406030204" pitchFamily="18" charset="0"/>
                        </a:rPr>
                        <m:t>:   </m:t>
                      </m:r>
                      <m:r>
                        <a:rPr lang="en-US" sz="2800" b="1" i="1" smtClean="0">
                          <a:solidFill>
                            <a:schemeClr val="accent6">
                              <a:lumMod val="75000"/>
                            </a:schemeClr>
                          </a:solidFill>
                          <a:latin typeface="Cambria Math" panose="02040503050406030204" pitchFamily="18" charset="0"/>
                        </a:rPr>
                        <m:t>𝑪</m:t>
                      </m:r>
                      <m:r>
                        <a:rPr lang="en-US" sz="2800" b="1" i="1" smtClean="0">
                          <a:solidFill>
                            <a:schemeClr val="accent6">
                              <a:lumMod val="75000"/>
                            </a:schemeClr>
                          </a:solidFill>
                          <a:latin typeface="Cambria Math" panose="02040503050406030204" pitchFamily="18" charset="0"/>
                        </a:rPr>
                        <m:t>=</m:t>
                      </m:r>
                      <m:sSup>
                        <m:sSupPr>
                          <m:ctrlPr>
                            <a:rPr lang="en-US" sz="2800" b="1" i="1" smtClean="0">
                              <a:solidFill>
                                <a:schemeClr val="accent6">
                                  <a:lumMod val="75000"/>
                                </a:schemeClr>
                              </a:solidFill>
                              <a:latin typeface="Cambria Math" panose="02040503050406030204" pitchFamily="18" charset="0"/>
                            </a:rPr>
                          </m:ctrlPr>
                        </m:sSupPr>
                        <m:e>
                          <m:r>
                            <a:rPr lang="en-US" sz="2800" b="1" i="1" smtClean="0">
                              <a:solidFill>
                                <a:schemeClr val="accent6">
                                  <a:lumMod val="75000"/>
                                </a:schemeClr>
                              </a:solidFill>
                              <a:latin typeface="Cambria Math" panose="02040503050406030204" pitchFamily="18" charset="0"/>
                            </a:rPr>
                            <m:t>𝒒</m:t>
                          </m:r>
                        </m:e>
                        <m:sup>
                          <m:r>
                            <a:rPr lang="en-US" sz="2800" b="1" i="1" smtClean="0">
                              <a:solidFill>
                                <a:schemeClr val="accent6">
                                  <a:lumMod val="75000"/>
                                </a:schemeClr>
                              </a:solidFill>
                              <a:latin typeface="Cambria Math" panose="02040503050406030204" pitchFamily="18" charset="0"/>
                            </a:rPr>
                            <m:t>𝟐</m:t>
                          </m:r>
                        </m:sup>
                      </m:sSup>
                      <m:r>
                        <a:rPr lang="en-US" sz="2800" b="1" i="1" smtClean="0">
                          <a:solidFill>
                            <a:schemeClr val="accent6">
                              <a:lumMod val="75000"/>
                            </a:schemeClr>
                          </a:solidFill>
                          <a:latin typeface="Cambria Math" panose="02040503050406030204" pitchFamily="18" charset="0"/>
                        </a:rPr>
                        <m:t>+</m:t>
                      </m:r>
                      <m:r>
                        <a:rPr lang="en-US" sz="2800" b="1" i="1" smtClean="0">
                          <a:solidFill>
                            <a:schemeClr val="accent6">
                              <a:lumMod val="75000"/>
                            </a:schemeClr>
                          </a:solidFill>
                          <a:latin typeface="Cambria Math" panose="02040503050406030204" pitchFamily="18" charset="0"/>
                        </a:rPr>
                        <m:t>𝟖</m:t>
                      </m:r>
                      <m:r>
                        <a:rPr lang="en-US" sz="2800" b="1" i="1" smtClean="0">
                          <a:solidFill>
                            <a:schemeClr val="accent6">
                              <a:lumMod val="75000"/>
                            </a:schemeClr>
                          </a:solidFill>
                          <a:latin typeface="Cambria Math" panose="02040503050406030204" pitchFamily="18" charset="0"/>
                        </a:rPr>
                        <m:t>𝒒</m:t>
                      </m:r>
                      <m:r>
                        <a:rPr lang="en-US" sz="2800" b="1" i="1" smtClean="0">
                          <a:solidFill>
                            <a:schemeClr val="accent6">
                              <a:lumMod val="75000"/>
                            </a:schemeClr>
                          </a:solidFill>
                          <a:latin typeface="Cambria Math" panose="02040503050406030204" pitchFamily="18" charset="0"/>
                        </a:rPr>
                        <m:t>+</m:t>
                      </m:r>
                      <m:r>
                        <a:rPr lang="en-US" sz="2800" b="1" i="1" smtClean="0">
                          <a:solidFill>
                            <a:schemeClr val="accent6">
                              <a:lumMod val="75000"/>
                            </a:schemeClr>
                          </a:solidFill>
                          <a:latin typeface="Cambria Math" panose="02040503050406030204" pitchFamily="18" charset="0"/>
                        </a:rPr>
                        <m:t>𝟓</m:t>
                      </m:r>
                    </m:oMath>
                  </m:oMathPara>
                </a14:m>
                <a:endParaRPr lang="ar-AE" sz="2800" dirty="0">
                  <a:solidFill>
                    <a:schemeClr val="accent6">
                      <a:lumMod val="75000"/>
                    </a:schemeClr>
                  </a:solidFill>
                  <a:latin typeface="Times New Roman" panose="02020603050405020304" pitchFamily="18" charset="0"/>
                  <a:cs typeface="Times New Roman" panose="02020603050405020304" pitchFamily="18" charset="0"/>
                </a:endParaRPr>
              </a:p>
            </p:txBody>
          </p:sp>
        </mc:Choice>
        <mc:Fallback xmlns="">
          <p:sp>
            <p:nvSpPr>
              <p:cNvPr id="21" name="17. Hence,   edp  =   AR / (AR - MR)">
                <a:extLst>
                  <a:ext uri="{FF2B5EF4-FFF2-40B4-BE49-F238E27FC236}">
                    <a16:creationId xmlns:a16="http://schemas.microsoft.com/office/drawing/2014/main" id="{C16C8BBB-3311-7C45-97FC-3062DE5F5F5B}"/>
                  </a:ext>
                </a:extLst>
              </p:cNvPr>
              <p:cNvSpPr txBox="1">
                <a:spLocks noRot="1" noChangeAspect="1" noMove="1" noResize="1" noEditPoints="1" noAdjustHandles="1" noChangeArrowheads="1" noChangeShapeType="1" noTextEdit="1"/>
              </p:cNvSpPr>
              <p:nvPr/>
            </p:nvSpPr>
            <p:spPr>
              <a:xfrm>
                <a:off x="6669143" y="481236"/>
                <a:ext cx="5596241" cy="826987"/>
              </a:xfrm>
              <a:prstGeom prst="rect">
                <a:avLst/>
              </a:prstGeom>
              <a:blipFill>
                <a:blip r:embed="rId3"/>
                <a:stretch>
                  <a:fillRect l="-1361" b="-20896"/>
                </a:stretch>
              </a:blipFill>
              <a:ln w="12700">
                <a:miter lim="400000"/>
              </a:ln>
              <a:extLst>
                <a:ext uri="{C572A759-6A51-4108-AA02-DFA0A04FC94B}">
                  <ma14:wrappingTextBoxFlag xmlns:a14="http://schemas.microsoft.com/office/drawing/2010/main" xmlns="" xmlns:ma14="http://schemas.microsoft.com/office/mac/drawingml/2011/main" xmlns:m="http://schemas.openxmlformats.org/officeDocument/2006/math"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17. Hence,   edp  =   AR / (AR - MR)">
                <a:extLst>
                  <a:ext uri="{FF2B5EF4-FFF2-40B4-BE49-F238E27FC236}">
                    <a16:creationId xmlns:a16="http://schemas.microsoft.com/office/drawing/2014/main" id="{1E7873C3-B054-664F-A2D8-B36E6A253B7D}"/>
                  </a:ext>
                </a:extLst>
              </p:cNvPr>
              <p:cNvSpPr txBox="1"/>
              <p:nvPr/>
            </p:nvSpPr>
            <p:spPr>
              <a:xfrm>
                <a:off x="408474" y="1477594"/>
                <a:ext cx="5515248" cy="826987"/>
              </a:xfrm>
              <a:prstGeom prst="rect">
                <a:avLst/>
              </a:prstGeom>
              <a:solidFill>
                <a:schemeClr val="accent1">
                  <a:lumMod val="20000"/>
                  <a:lumOff val="80000"/>
                </a:schemeClr>
              </a:solidFill>
              <a:ln w="12700">
                <a:miter lim="400000"/>
              </a:ln>
              <a:extLst>
                <a:ext uri="{C572A759-6A51-4108-AA02-DFA0A04FC94B}">
                  <ma14:wrappingTextBoxFlag xmlns="" xmlns:ma14="http://schemas.microsoft.com/office/mac/drawingml/2011/main" xmlns:m="http://schemas.openxmlformats.org/officeDocument/2006/math" val="1"/>
                </a:ext>
              </a:extLst>
            </p:spPr>
            <p:txBody>
              <a:bodyPr lIns="50800" tIns="50800" rIns="50800" bIns="50800" anchor="b">
                <a:noAutofit/>
              </a:bodyPr>
              <a:lstStyle/>
              <a:p>
                <a:pPr algn="l" defTabSz="496570">
                  <a:defRPr sz="2550" b="0">
                    <a:latin typeface="+mn-lt"/>
                    <a:ea typeface="+mn-ea"/>
                    <a:cs typeface="+mn-cs"/>
                    <a:sym typeface="Helvetica Neue Medium"/>
                  </a:defRPr>
                </a:pPr>
                <a14:m>
                  <m:oMathPara xmlns:m="http://schemas.openxmlformats.org/officeDocument/2006/math">
                    <m:oMathParaPr>
                      <m:jc m:val="left"/>
                    </m:oMathParaPr>
                    <m:oMath xmlns:m="http://schemas.openxmlformats.org/officeDocument/2006/math">
                      <m:r>
                        <a:rPr lang="en-US" sz="2800" b="1" i="1" smtClean="0">
                          <a:solidFill>
                            <a:schemeClr val="accent6">
                              <a:lumMod val="75000"/>
                            </a:schemeClr>
                          </a:solidFill>
                          <a:latin typeface="Cambria Math" panose="02040503050406030204" pitchFamily="18" charset="0"/>
                        </a:rPr>
                        <m:t>𝑻𝑹</m:t>
                      </m:r>
                      <m:r>
                        <a:rPr lang="en-US" sz="2800" b="1" i="1" smtClean="0">
                          <a:solidFill>
                            <a:schemeClr val="accent6">
                              <a:lumMod val="75000"/>
                            </a:schemeClr>
                          </a:solidFill>
                          <a:latin typeface="Cambria Math" panose="02040503050406030204" pitchFamily="18" charset="0"/>
                        </a:rPr>
                        <m:t> </m:t>
                      </m:r>
                      <m:r>
                        <a:rPr lang="en-US" sz="2800" b="1" i="1" smtClean="0">
                          <a:solidFill>
                            <a:schemeClr val="accent6">
                              <a:lumMod val="75000"/>
                            </a:schemeClr>
                          </a:solidFill>
                          <a:latin typeface="Cambria Math" panose="02040503050406030204" pitchFamily="18" charset="0"/>
                        </a:rPr>
                        <m:t>𝑭𝒖𝒏𝒄𝒕𝒊𝒐𝒏</m:t>
                      </m:r>
                      <m:r>
                        <a:rPr lang="en-US" sz="2800" b="1" i="1" smtClean="0">
                          <a:solidFill>
                            <a:schemeClr val="accent6">
                              <a:lumMod val="75000"/>
                            </a:schemeClr>
                          </a:solidFill>
                          <a:latin typeface="Cambria Math" panose="02040503050406030204" pitchFamily="18" charset="0"/>
                        </a:rPr>
                        <m:t>:   </m:t>
                      </m:r>
                      <m:r>
                        <a:rPr lang="en-US" sz="2800" b="1" i="1" smtClean="0">
                          <a:solidFill>
                            <a:schemeClr val="accent6">
                              <a:lumMod val="75000"/>
                            </a:schemeClr>
                          </a:solidFill>
                          <a:latin typeface="Cambria Math" panose="02040503050406030204" pitchFamily="18" charset="0"/>
                        </a:rPr>
                        <m:t>𝑹</m:t>
                      </m:r>
                      <m:r>
                        <a:rPr lang="en-US" sz="2800" b="1" i="1" smtClean="0">
                          <a:solidFill>
                            <a:schemeClr val="accent6">
                              <a:lumMod val="75000"/>
                            </a:schemeClr>
                          </a:solidFill>
                          <a:latin typeface="Cambria Math" panose="02040503050406030204" pitchFamily="18" charset="0"/>
                        </a:rPr>
                        <m:t>=</m:t>
                      </m:r>
                      <m:r>
                        <a:rPr lang="en-US" sz="2800" b="1" i="1" smtClean="0">
                          <a:solidFill>
                            <a:schemeClr val="accent6">
                              <a:lumMod val="75000"/>
                            </a:schemeClr>
                          </a:solidFill>
                          <a:latin typeface="Cambria Math" panose="02040503050406030204" pitchFamily="18" charset="0"/>
                        </a:rPr>
                        <m:t>𝟑𝟐</m:t>
                      </m:r>
                      <m:r>
                        <a:rPr lang="en-US" sz="2800" b="1" i="1" smtClean="0">
                          <a:solidFill>
                            <a:schemeClr val="accent6">
                              <a:lumMod val="75000"/>
                            </a:schemeClr>
                          </a:solidFill>
                          <a:latin typeface="Cambria Math" panose="02040503050406030204" pitchFamily="18" charset="0"/>
                        </a:rPr>
                        <m:t>𝒒</m:t>
                      </m:r>
                      <m:r>
                        <a:rPr lang="en-US" sz="2800" b="1" i="1" smtClean="0">
                          <a:solidFill>
                            <a:schemeClr val="accent6">
                              <a:lumMod val="75000"/>
                            </a:schemeClr>
                          </a:solidFill>
                          <a:latin typeface="Cambria Math" panose="02040503050406030204" pitchFamily="18" charset="0"/>
                        </a:rPr>
                        <m:t> −</m:t>
                      </m:r>
                      <m:r>
                        <a:rPr lang="en-US" sz="2800" b="1" i="1" smtClean="0">
                          <a:solidFill>
                            <a:schemeClr val="accent6">
                              <a:lumMod val="75000"/>
                            </a:schemeClr>
                          </a:solidFill>
                          <a:latin typeface="Cambria Math" panose="02040503050406030204" pitchFamily="18" charset="0"/>
                        </a:rPr>
                        <m:t>𝟑</m:t>
                      </m:r>
                      <m:r>
                        <a:rPr lang="en-US" sz="2800" b="1" i="1" smtClean="0">
                          <a:solidFill>
                            <a:schemeClr val="accent6">
                              <a:lumMod val="75000"/>
                            </a:schemeClr>
                          </a:solidFill>
                          <a:latin typeface="Cambria Math" panose="02040503050406030204" pitchFamily="18" charset="0"/>
                        </a:rPr>
                        <m:t>𝒒</m:t>
                      </m:r>
                      <m:r>
                        <a:rPr lang="en-US" sz="2800" b="1" i="1" smtClean="0">
                          <a:solidFill>
                            <a:schemeClr val="accent6">
                              <a:lumMod val="75000"/>
                            </a:schemeClr>
                          </a:solidFill>
                          <a:latin typeface="Cambria Math" panose="02040503050406030204" pitchFamily="18" charset="0"/>
                        </a:rPr>
                        <m:t>^</m:t>
                      </m:r>
                      <m:r>
                        <a:rPr lang="en-US" sz="2800" b="1" i="1" smtClean="0">
                          <a:solidFill>
                            <a:schemeClr val="accent6">
                              <a:lumMod val="75000"/>
                            </a:schemeClr>
                          </a:solidFill>
                          <a:latin typeface="Cambria Math" panose="02040503050406030204" pitchFamily="18" charset="0"/>
                        </a:rPr>
                        <m:t>𝟐</m:t>
                      </m:r>
                    </m:oMath>
                  </m:oMathPara>
                </a14:m>
                <a:endParaRPr lang="ar-AE" sz="2800" dirty="0">
                  <a:solidFill>
                    <a:schemeClr val="accent6">
                      <a:lumMod val="75000"/>
                    </a:schemeClr>
                  </a:solidFill>
                  <a:latin typeface="Times New Roman" panose="02020603050405020304" pitchFamily="18" charset="0"/>
                  <a:cs typeface="Times New Roman" panose="02020603050405020304" pitchFamily="18" charset="0"/>
                </a:endParaRPr>
              </a:p>
            </p:txBody>
          </p:sp>
        </mc:Choice>
        <mc:Fallback xmlns="">
          <p:sp>
            <p:nvSpPr>
              <p:cNvPr id="14" name="17. Hence,   edp  =   AR / (AR - MR)">
                <a:extLst>
                  <a:ext uri="{FF2B5EF4-FFF2-40B4-BE49-F238E27FC236}">
                    <a16:creationId xmlns:a16="http://schemas.microsoft.com/office/drawing/2014/main" id="{1E7873C3-B054-664F-A2D8-B36E6A253B7D}"/>
                  </a:ext>
                </a:extLst>
              </p:cNvPr>
              <p:cNvSpPr txBox="1">
                <a:spLocks noRot="1" noChangeAspect="1" noMove="1" noResize="1" noEditPoints="1" noAdjustHandles="1" noChangeArrowheads="1" noChangeShapeType="1" noTextEdit="1"/>
              </p:cNvSpPr>
              <p:nvPr/>
            </p:nvSpPr>
            <p:spPr>
              <a:xfrm>
                <a:off x="408474" y="1477594"/>
                <a:ext cx="5515248" cy="826987"/>
              </a:xfrm>
              <a:prstGeom prst="rect">
                <a:avLst/>
              </a:prstGeom>
              <a:blipFill>
                <a:blip r:embed="rId4"/>
                <a:stretch>
                  <a:fillRect l="-1379" r="-920" b="-19697"/>
                </a:stretch>
              </a:blipFill>
              <a:ln w="12700">
                <a:miter lim="400000"/>
              </a:ln>
              <a:extLst>
                <a:ext uri="{C572A759-6A51-4108-AA02-DFA0A04FC94B}">
                  <ma14:wrappingTextBoxFlag xmlns:a14="http://schemas.microsoft.com/office/drawing/2010/main" xmlns="" xmlns:ma14="http://schemas.microsoft.com/office/mac/drawingml/2011/main" xmlns:m="http://schemas.openxmlformats.org/officeDocument/2006/math"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17. Hence,   edp  =   AR / (AR - MR)">
                <a:extLst>
                  <a:ext uri="{FF2B5EF4-FFF2-40B4-BE49-F238E27FC236}">
                    <a16:creationId xmlns:a16="http://schemas.microsoft.com/office/drawing/2014/main" id="{FE20E6D3-286C-414C-95C5-DBDCB0012CDF}"/>
                  </a:ext>
                </a:extLst>
              </p:cNvPr>
              <p:cNvSpPr txBox="1"/>
              <p:nvPr/>
            </p:nvSpPr>
            <p:spPr>
              <a:xfrm>
                <a:off x="408474" y="2368374"/>
                <a:ext cx="4879143" cy="826987"/>
              </a:xfrm>
              <a:prstGeom prst="rect">
                <a:avLst/>
              </a:prstGeom>
              <a:solidFill>
                <a:schemeClr val="accent1">
                  <a:lumMod val="20000"/>
                  <a:lumOff val="80000"/>
                </a:schemeClr>
              </a:solidFill>
              <a:ln w="12700">
                <a:miter lim="400000"/>
              </a:ln>
              <a:extLst>
                <a:ext uri="{C572A759-6A51-4108-AA02-DFA0A04FC94B}">
                  <ma14:wrappingTextBoxFlag xmlns="" xmlns:ma14="http://schemas.microsoft.com/office/mac/drawingml/2011/main" xmlns:m="http://schemas.openxmlformats.org/officeDocument/2006/math" val="1"/>
                </a:ext>
              </a:extLst>
            </p:spPr>
            <p:txBody>
              <a:bodyPr lIns="50800" tIns="50800" rIns="50800" bIns="50800" anchor="b">
                <a:noAutofit/>
              </a:bodyPr>
              <a:lstStyle/>
              <a:p>
                <a:pPr algn="l" defTabSz="496570">
                  <a:defRPr sz="2550" b="0">
                    <a:latin typeface="+mn-lt"/>
                    <a:ea typeface="+mn-ea"/>
                    <a:cs typeface="+mn-cs"/>
                    <a:sym typeface="Helvetica Neue Medium"/>
                  </a:defRPr>
                </a:pPr>
                <a14:m>
                  <m:oMathPara xmlns:m="http://schemas.openxmlformats.org/officeDocument/2006/math">
                    <m:oMathParaPr>
                      <m:jc m:val="left"/>
                    </m:oMathParaPr>
                    <m:oMath xmlns:m="http://schemas.openxmlformats.org/officeDocument/2006/math">
                      <m:r>
                        <a:rPr lang="en-US" sz="2800" b="1" i="1" smtClean="0">
                          <a:solidFill>
                            <a:schemeClr val="accent6">
                              <a:lumMod val="75000"/>
                            </a:schemeClr>
                          </a:solidFill>
                          <a:latin typeface="Cambria Math" panose="02040503050406030204" pitchFamily="18" charset="0"/>
                        </a:rPr>
                        <m:t>𝑴𝑹</m:t>
                      </m:r>
                      <m:r>
                        <a:rPr lang="en-US" sz="2800" b="1" i="1" smtClean="0">
                          <a:solidFill>
                            <a:schemeClr val="accent6">
                              <a:lumMod val="75000"/>
                            </a:schemeClr>
                          </a:solidFill>
                          <a:latin typeface="Cambria Math" panose="02040503050406030204" pitchFamily="18" charset="0"/>
                        </a:rPr>
                        <m:t> </m:t>
                      </m:r>
                      <m:r>
                        <a:rPr lang="en-US" sz="2800" b="1" i="1" smtClean="0">
                          <a:solidFill>
                            <a:schemeClr val="accent6">
                              <a:lumMod val="75000"/>
                            </a:schemeClr>
                          </a:solidFill>
                          <a:latin typeface="Cambria Math" panose="02040503050406030204" pitchFamily="18" charset="0"/>
                        </a:rPr>
                        <m:t>𝑭𝒖𝒏𝒄𝒕𝒊𝒐𝒏</m:t>
                      </m:r>
                      <m:r>
                        <a:rPr lang="en-US" sz="2800" b="1" i="1" smtClean="0">
                          <a:solidFill>
                            <a:schemeClr val="accent6">
                              <a:lumMod val="75000"/>
                            </a:schemeClr>
                          </a:solidFill>
                          <a:latin typeface="Cambria Math" panose="02040503050406030204" pitchFamily="18" charset="0"/>
                        </a:rPr>
                        <m:t>:   </m:t>
                      </m:r>
                      <m:r>
                        <a:rPr lang="en-US" sz="2800" b="1" i="1" smtClean="0">
                          <a:solidFill>
                            <a:schemeClr val="accent6">
                              <a:lumMod val="75000"/>
                            </a:schemeClr>
                          </a:solidFill>
                          <a:latin typeface="Cambria Math" panose="02040503050406030204" pitchFamily="18" charset="0"/>
                        </a:rPr>
                        <m:t>𝑹</m:t>
                      </m:r>
                      <m:r>
                        <a:rPr lang="en-US" sz="2800" b="1" i="1" smtClean="0">
                          <a:solidFill>
                            <a:schemeClr val="accent6">
                              <a:lumMod val="75000"/>
                            </a:schemeClr>
                          </a:solidFill>
                          <a:latin typeface="Cambria Math" panose="02040503050406030204" pitchFamily="18" charset="0"/>
                        </a:rPr>
                        <m:t>′=</m:t>
                      </m:r>
                      <m:r>
                        <a:rPr lang="en-US" sz="2800" b="1" i="1" smtClean="0">
                          <a:solidFill>
                            <a:schemeClr val="accent6">
                              <a:lumMod val="75000"/>
                            </a:schemeClr>
                          </a:solidFill>
                          <a:latin typeface="Cambria Math" panose="02040503050406030204" pitchFamily="18" charset="0"/>
                        </a:rPr>
                        <m:t>𝟑𝟐</m:t>
                      </m:r>
                      <m:r>
                        <a:rPr lang="en-US" sz="2800" b="1" i="1" smtClean="0">
                          <a:solidFill>
                            <a:schemeClr val="accent6">
                              <a:lumMod val="75000"/>
                            </a:schemeClr>
                          </a:solidFill>
                          <a:latin typeface="Cambria Math" panose="02040503050406030204" pitchFamily="18" charset="0"/>
                        </a:rPr>
                        <m:t> −</m:t>
                      </m:r>
                      <m:r>
                        <a:rPr lang="en-US" sz="2800" b="1" i="1" smtClean="0">
                          <a:solidFill>
                            <a:schemeClr val="accent6">
                              <a:lumMod val="75000"/>
                            </a:schemeClr>
                          </a:solidFill>
                          <a:latin typeface="Cambria Math" panose="02040503050406030204" pitchFamily="18" charset="0"/>
                        </a:rPr>
                        <m:t>𝟔</m:t>
                      </m:r>
                      <m:r>
                        <a:rPr lang="en-US" sz="2800" b="1" i="1" smtClean="0">
                          <a:solidFill>
                            <a:schemeClr val="accent6">
                              <a:lumMod val="75000"/>
                            </a:schemeClr>
                          </a:solidFill>
                          <a:latin typeface="Cambria Math" panose="02040503050406030204" pitchFamily="18" charset="0"/>
                        </a:rPr>
                        <m:t>𝒒</m:t>
                      </m:r>
                    </m:oMath>
                  </m:oMathPara>
                </a14:m>
                <a:endParaRPr lang="ar-AE" sz="2800" dirty="0">
                  <a:solidFill>
                    <a:schemeClr val="accent6">
                      <a:lumMod val="75000"/>
                    </a:schemeClr>
                  </a:solidFill>
                  <a:latin typeface="Times New Roman" panose="02020603050405020304" pitchFamily="18" charset="0"/>
                  <a:cs typeface="Times New Roman" panose="02020603050405020304" pitchFamily="18" charset="0"/>
                </a:endParaRPr>
              </a:p>
            </p:txBody>
          </p:sp>
        </mc:Choice>
        <mc:Fallback xmlns="">
          <p:sp>
            <p:nvSpPr>
              <p:cNvPr id="15" name="17. Hence,   edp  =   AR / (AR - MR)">
                <a:extLst>
                  <a:ext uri="{FF2B5EF4-FFF2-40B4-BE49-F238E27FC236}">
                    <a16:creationId xmlns:a16="http://schemas.microsoft.com/office/drawing/2014/main" id="{FE20E6D3-286C-414C-95C5-DBDCB0012CDF}"/>
                  </a:ext>
                </a:extLst>
              </p:cNvPr>
              <p:cNvSpPr txBox="1">
                <a:spLocks noRot="1" noChangeAspect="1" noMove="1" noResize="1" noEditPoints="1" noAdjustHandles="1" noChangeArrowheads="1" noChangeShapeType="1" noTextEdit="1"/>
              </p:cNvSpPr>
              <p:nvPr/>
            </p:nvSpPr>
            <p:spPr>
              <a:xfrm>
                <a:off x="408474" y="2368374"/>
                <a:ext cx="4879143" cy="826987"/>
              </a:xfrm>
              <a:prstGeom prst="rect">
                <a:avLst/>
              </a:prstGeom>
              <a:blipFill>
                <a:blip r:embed="rId5"/>
                <a:stretch>
                  <a:fillRect l="-1558" r="-5195" b="-21212"/>
                </a:stretch>
              </a:blipFill>
              <a:ln w="12700">
                <a:miter lim="400000"/>
              </a:ln>
              <a:extLst>
                <a:ext uri="{C572A759-6A51-4108-AA02-DFA0A04FC94B}">
                  <ma14:wrappingTextBoxFlag xmlns:a14="http://schemas.microsoft.com/office/drawing/2010/main" xmlns="" xmlns:ma14="http://schemas.microsoft.com/office/mac/drawingml/2011/main" xmlns:m="http://schemas.openxmlformats.org/officeDocument/2006/math"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17. Hence,   edp  =   AR / (AR - MR)">
                <a:extLst>
                  <a:ext uri="{FF2B5EF4-FFF2-40B4-BE49-F238E27FC236}">
                    <a16:creationId xmlns:a16="http://schemas.microsoft.com/office/drawing/2014/main" id="{2621B11C-8E27-DA48-AB5C-6D61FE301791}"/>
                  </a:ext>
                </a:extLst>
              </p:cNvPr>
              <p:cNvSpPr txBox="1"/>
              <p:nvPr/>
            </p:nvSpPr>
            <p:spPr>
              <a:xfrm>
                <a:off x="6669143" y="1477593"/>
                <a:ext cx="5596241" cy="826987"/>
              </a:xfrm>
              <a:prstGeom prst="rect">
                <a:avLst/>
              </a:prstGeom>
              <a:solidFill>
                <a:schemeClr val="accent3">
                  <a:lumMod val="40000"/>
                  <a:lumOff val="60000"/>
                </a:schemeClr>
              </a:solidFill>
              <a:ln w="12700">
                <a:miter lim="400000"/>
              </a:ln>
              <a:extLst>
                <a:ext uri="{C572A759-6A51-4108-AA02-DFA0A04FC94B}">
                  <ma14:wrappingTextBoxFlag xmlns="" xmlns:ma14="http://schemas.microsoft.com/office/mac/drawingml/2011/main" xmlns:m="http://schemas.openxmlformats.org/officeDocument/2006/math" val="1"/>
                </a:ext>
              </a:extLst>
            </p:spPr>
            <p:txBody>
              <a:bodyPr lIns="50800" tIns="50800" rIns="50800" bIns="50800" anchor="b">
                <a:noAutofit/>
              </a:bodyPr>
              <a:lstStyle/>
              <a:p>
                <a:pPr algn="l" defTabSz="496570">
                  <a:defRPr sz="2550" b="0">
                    <a:latin typeface="+mn-lt"/>
                    <a:ea typeface="+mn-ea"/>
                    <a:cs typeface="+mn-cs"/>
                    <a:sym typeface="Helvetica Neue Medium"/>
                  </a:defRPr>
                </a:pPr>
                <a14:m>
                  <m:oMath xmlns:m="http://schemas.openxmlformats.org/officeDocument/2006/math">
                    <m:r>
                      <a:rPr lang="en-US" sz="2800" b="1" i="1" smtClean="0">
                        <a:solidFill>
                          <a:schemeClr val="accent6">
                            <a:lumMod val="75000"/>
                          </a:schemeClr>
                        </a:solidFill>
                        <a:latin typeface="Cambria Math" panose="02040503050406030204" pitchFamily="18" charset="0"/>
                      </a:rPr>
                      <m:t>𝑨𝑪</m:t>
                    </m:r>
                    <m:r>
                      <a:rPr lang="en-US" sz="2800" b="1" i="1" smtClean="0">
                        <a:solidFill>
                          <a:schemeClr val="accent6">
                            <a:lumMod val="75000"/>
                          </a:schemeClr>
                        </a:solidFill>
                        <a:latin typeface="Cambria Math" panose="02040503050406030204" pitchFamily="18" charset="0"/>
                      </a:rPr>
                      <m:t> </m:t>
                    </m:r>
                    <m:r>
                      <a:rPr lang="en-US" sz="2800" b="1" i="1" smtClean="0">
                        <a:solidFill>
                          <a:schemeClr val="accent6">
                            <a:lumMod val="75000"/>
                          </a:schemeClr>
                        </a:solidFill>
                        <a:latin typeface="Cambria Math" panose="02040503050406030204" pitchFamily="18" charset="0"/>
                      </a:rPr>
                      <m:t>𝑭𝒖𝒏𝒄𝒕𝒊𝒐𝒏</m:t>
                    </m:r>
                    <m:r>
                      <a:rPr lang="en-US" sz="2800" b="1" i="1" smtClean="0">
                        <a:solidFill>
                          <a:schemeClr val="accent6">
                            <a:lumMod val="75000"/>
                          </a:schemeClr>
                        </a:solidFill>
                        <a:latin typeface="Cambria Math" panose="02040503050406030204" pitchFamily="18" charset="0"/>
                      </a:rPr>
                      <m:t>:   </m:t>
                    </m:r>
                    <m:r>
                      <a:rPr lang="en-US" sz="2800" b="1" i="1" smtClean="0">
                        <a:solidFill>
                          <a:schemeClr val="accent6">
                            <a:lumMod val="75000"/>
                          </a:schemeClr>
                        </a:solidFill>
                        <a:latin typeface="Cambria Math" panose="02040503050406030204" pitchFamily="18" charset="0"/>
                      </a:rPr>
                      <m:t>𝒄</m:t>
                    </m:r>
                    <m:r>
                      <a:rPr lang="en-US" sz="2800" b="1" i="1" smtClean="0">
                        <a:solidFill>
                          <a:schemeClr val="accent6">
                            <a:lumMod val="75000"/>
                          </a:schemeClr>
                        </a:solidFill>
                        <a:latin typeface="Cambria Math" panose="02040503050406030204" pitchFamily="18" charset="0"/>
                      </a:rPr>
                      <m:t>=</m:t>
                    </m:r>
                    <m:r>
                      <a:rPr lang="en-US" sz="2800" b="1" i="1" smtClean="0">
                        <a:solidFill>
                          <a:schemeClr val="accent6">
                            <a:lumMod val="75000"/>
                          </a:schemeClr>
                        </a:solidFill>
                        <a:latin typeface="Cambria Math" panose="02040503050406030204" pitchFamily="18" charset="0"/>
                      </a:rPr>
                      <m:t>𝒒</m:t>
                    </m:r>
                    <m:r>
                      <a:rPr lang="en-US" sz="2800" b="1" i="1" smtClean="0">
                        <a:solidFill>
                          <a:schemeClr val="accent6">
                            <a:lumMod val="75000"/>
                          </a:schemeClr>
                        </a:solidFill>
                        <a:latin typeface="Cambria Math" panose="02040503050406030204" pitchFamily="18" charset="0"/>
                      </a:rPr>
                      <m:t>+</m:t>
                    </m:r>
                    <m:r>
                      <a:rPr lang="en-US" sz="2800" b="1" i="1" smtClean="0">
                        <a:solidFill>
                          <a:schemeClr val="accent6">
                            <a:lumMod val="75000"/>
                          </a:schemeClr>
                        </a:solidFill>
                        <a:latin typeface="Cambria Math" panose="02040503050406030204" pitchFamily="18" charset="0"/>
                      </a:rPr>
                      <m:t>𝟖</m:t>
                    </m:r>
                    <m:r>
                      <a:rPr lang="en-US" sz="2800" b="1" i="1" smtClean="0">
                        <a:solidFill>
                          <a:schemeClr val="accent6">
                            <a:lumMod val="75000"/>
                          </a:schemeClr>
                        </a:solidFill>
                        <a:latin typeface="Cambria Math" panose="02040503050406030204" pitchFamily="18" charset="0"/>
                      </a:rPr>
                      <m:t>+</m:t>
                    </m:r>
                    <m:r>
                      <a:rPr lang="en-US" sz="2800" b="1" i="1" smtClean="0">
                        <a:solidFill>
                          <a:schemeClr val="accent6">
                            <a:lumMod val="75000"/>
                          </a:schemeClr>
                        </a:solidFill>
                        <a:latin typeface="Cambria Math" panose="02040503050406030204" pitchFamily="18" charset="0"/>
                      </a:rPr>
                      <m:t>𝟓</m:t>
                    </m:r>
                  </m:oMath>
                </a14:m>
                <a:r>
                  <a:rPr lang="en-US" sz="2800" dirty="0">
                    <a:solidFill>
                      <a:schemeClr val="accent6">
                        <a:lumMod val="75000"/>
                      </a:schemeClr>
                    </a:solidFill>
                    <a:latin typeface="Times New Roman" panose="02020603050405020304" pitchFamily="18" charset="0"/>
                    <a:cs typeface="Times New Roman" panose="02020603050405020304" pitchFamily="18" charset="0"/>
                  </a:rPr>
                  <a:t>/ q</a:t>
                </a:r>
              </a:p>
            </p:txBody>
          </p:sp>
        </mc:Choice>
        <mc:Fallback xmlns="">
          <p:sp>
            <p:nvSpPr>
              <p:cNvPr id="22" name="17. Hence,   edp  =   AR / (AR - MR)">
                <a:extLst>
                  <a:ext uri="{FF2B5EF4-FFF2-40B4-BE49-F238E27FC236}">
                    <a16:creationId xmlns:a16="http://schemas.microsoft.com/office/drawing/2014/main" id="{2621B11C-8E27-DA48-AB5C-6D61FE301791}"/>
                  </a:ext>
                </a:extLst>
              </p:cNvPr>
              <p:cNvSpPr txBox="1">
                <a:spLocks noRot="1" noChangeAspect="1" noMove="1" noResize="1" noEditPoints="1" noAdjustHandles="1" noChangeArrowheads="1" noChangeShapeType="1" noTextEdit="1"/>
              </p:cNvSpPr>
              <p:nvPr/>
            </p:nvSpPr>
            <p:spPr>
              <a:xfrm>
                <a:off x="6669143" y="1477593"/>
                <a:ext cx="5596241" cy="826987"/>
              </a:xfrm>
              <a:prstGeom prst="rect">
                <a:avLst/>
              </a:prstGeom>
              <a:blipFill>
                <a:blip r:embed="rId6"/>
                <a:stretch>
                  <a:fillRect l="-1361" b="-19697"/>
                </a:stretch>
              </a:blipFill>
              <a:ln w="12700">
                <a:miter lim="400000"/>
              </a:ln>
              <a:extLst>
                <a:ext uri="{C572A759-6A51-4108-AA02-DFA0A04FC94B}">
                  <ma14:wrappingTextBoxFlag xmlns:a14="http://schemas.microsoft.com/office/drawing/2010/main" xmlns="" xmlns:ma14="http://schemas.microsoft.com/office/mac/drawingml/2011/main" xmlns:m="http://schemas.openxmlformats.org/officeDocument/2006/math"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17. Hence,   edp  =   AR / (AR - MR)">
                <a:extLst>
                  <a:ext uri="{FF2B5EF4-FFF2-40B4-BE49-F238E27FC236}">
                    <a16:creationId xmlns:a16="http://schemas.microsoft.com/office/drawing/2014/main" id="{71C6827D-F8AD-F34A-BCCA-F831BB400DDC}"/>
                  </a:ext>
                </a:extLst>
              </p:cNvPr>
              <p:cNvSpPr txBox="1"/>
              <p:nvPr/>
            </p:nvSpPr>
            <p:spPr>
              <a:xfrm>
                <a:off x="6669143" y="2390986"/>
                <a:ext cx="5596241" cy="826987"/>
              </a:xfrm>
              <a:prstGeom prst="rect">
                <a:avLst/>
              </a:prstGeom>
              <a:solidFill>
                <a:schemeClr val="accent3">
                  <a:lumMod val="40000"/>
                  <a:lumOff val="60000"/>
                </a:schemeClr>
              </a:solidFill>
              <a:ln w="12700">
                <a:miter lim="400000"/>
              </a:ln>
              <a:extLst>
                <a:ext uri="{C572A759-6A51-4108-AA02-DFA0A04FC94B}">
                  <ma14:wrappingTextBoxFlag xmlns="" xmlns:ma14="http://schemas.microsoft.com/office/mac/drawingml/2011/main" xmlns:m="http://schemas.openxmlformats.org/officeDocument/2006/math" val="1"/>
                </a:ext>
              </a:extLst>
            </p:spPr>
            <p:txBody>
              <a:bodyPr lIns="50800" tIns="50800" rIns="50800" bIns="50800" anchor="b">
                <a:noAutofit/>
              </a:bodyPr>
              <a:lstStyle/>
              <a:p>
                <a:pPr algn="l" defTabSz="496570">
                  <a:defRPr sz="2550" b="0">
                    <a:latin typeface="+mn-lt"/>
                    <a:ea typeface="+mn-ea"/>
                    <a:cs typeface="+mn-cs"/>
                    <a:sym typeface="Helvetica Neue Medium"/>
                  </a:defRPr>
                </a:pPr>
                <a14:m>
                  <m:oMathPara xmlns:m="http://schemas.openxmlformats.org/officeDocument/2006/math">
                    <m:oMathParaPr>
                      <m:jc m:val="left"/>
                    </m:oMathParaPr>
                    <m:oMath xmlns:m="http://schemas.openxmlformats.org/officeDocument/2006/math">
                      <m:r>
                        <a:rPr lang="en-US" sz="2800" b="1" i="1" smtClean="0">
                          <a:solidFill>
                            <a:schemeClr val="accent6">
                              <a:lumMod val="75000"/>
                            </a:schemeClr>
                          </a:solidFill>
                          <a:latin typeface="Cambria Math" panose="02040503050406030204" pitchFamily="18" charset="0"/>
                        </a:rPr>
                        <m:t>𝑴𝑪</m:t>
                      </m:r>
                      <m:r>
                        <a:rPr lang="en-US" sz="2800" b="1" i="1" smtClean="0">
                          <a:solidFill>
                            <a:schemeClr val="accent6">
                              <a:lumMod val="75000"/>
                            </a:schemeClr>
                          </a:solidFill>
                          <a:latin typeface="Cambria Math" panose="02040503050406030204" pitchFamily="18" charset="0"/>
                        </a:rPr>
                        <m:t> </m:t>
                      </m:r>
                      <m:r>
                        <a:rPr lang="en-US" sz="2800" b="1" i="1" smtClean="0">
                          <a:solidFill>
                            <a:schemeClr val="accent6">
                              <a:lumMod val="75000"/>
                            </a:schemeClr>
                          </a:solidFill>
                          <a:latin typeface="Cambria Math" panose="02040503050406030204" pitchFamily="18" charset="0"/>
                        </a:rPr>
                        <m:t>𝑭𝒖𝒏𝒄𝒕𝒊𝒐𝒏</m:t>
                      </m:r>
                      <m:r>
                        <a:rPr lang="en-US" sz="2800" b="1" i="1" smtClean="0">
                          <a:solidFill>
                            <a:schemeClr val="accent6">
                              <a:lumMod val="75000"/>
                            </a:schemeClr>
                          </a:solidFill>
                          <a:latin typeface="Cambria Math" panose="02040503050406030204" pitchFamily="18" charset="0"/>
                        </a:rPr>
                        <m:t>:   </m:t>
                      </m:r>
                      <m:r>
                        <a:rPr lang="en-US" sz="2800" b="1" i="1" smtClean="0">
                          <a:solidFill>
                            <a:schemeClr val="accent6">
                              <a:lumMod val="75000"/>
                            </a:schemeClr>
                          </a:solidFill>
                          <a:latin typeface="Cambria Math" panose="02040503050406030204" pitchFamily="18" charset="0"/>
                        </a:rPr>
                        <m:t>𝑪</m:t>
                      </m:r>
                      <m:r>
                        <a:rPr lang="en-US" sz="2800" b="1" i="1" smtClean="0">
                          <a:solidFill>
                            <a:schemeClr val="accent6">
                              <a:lumMod val="75000"/>
                            </a:schemeClr>
                          </a:solidFill>
                          <a:latin typeface="Cambria Math" panose="02040503050406030204" pitchFamily="18" charset="0"/>
                        </a:rPr>
                        <m:t>′=</m:t>
                      </m:r>
                      <m:r>
                        <a:rPr lang="en-US" sz="2800" b="1" i="1" smtClean="0">
                          <a:solidFill>
                            <a:schemeClr val="accent6">
                              <a:lumMod val="75000"/>
                            </a:schemeClr>
                          </a:solidFill>
                          <a:latin typeface="Cambria Math" panose="02040503050406030204" pitchFamily="18" charset="0"/>
                        </a:rPr>
                        <m:t>𝟐</m:t>
                      </m:r>
                      <m:r>
                        <a:rPr lang="en-US" sz="2800" b="1" i="1" smtClean="0">
                          <a:solidFill>
                            <a:schemeClr val="accent6">
                              <a:lumMod val="75000"/>
                            </a:schemeClr>
                          </a:solidFill>
                          <a:latin typeface="Cambria Math" panose="02040503050406030204" pitchFamily="18" charset="0"/>
                        </a:rPr>
                        <m:t>𝒒</m:t>
                      </m:r>
                      <m:r>
                        <a:rPr lang="en-US" sz="2800" b="1" i="1" smtClean="0">
                          <a:solidFill>
                            <a:schemeClr val="accent6">
                              <a:lumMod val="75000"/>
                            </a:schemeClr>
                          </a:solidFill>
                          <a:latin typeface="Cambria Math" panose="02040503050406030204" pitchFamily="18" charset="0"/>
                        </a:rPr>
                        <m:t>+</m:t>
                      </m:r>
                      <m:r>
                        <a:rPr lang="en-US" sz="2800" b="1" i="1" smtClean="0">
                          <a:solidFill>
                            <a:schemeClr val="accent6">
                              <a:lumMod val="75000"/>
                            </a:schemeClr>
                          </a:solidFill>
                          <a:latin typeface="Cambria Math" panose="02040503050406030204" pitchFamily="18" charset="0"/>
                        </a:rPr>
                        <m:t>𝟖</m:t>
                      </m:r>
                    </m:oMath>
                  </m:oMathPara>
                </a14:m>
                <a:endParaRPr lang="ar-AE" sz="2800" dirty="0">
                  <a:solidFill>
                    <a:schemeClr val="accent6">
                      <a:lumMod val="75000"/>
                    </a:schemeClr>
                  </a:solidFill>
                  <a:latin typeface="Times New Roman" panose="02020603050405020304" pitchFamily="18" charset="0"/>
                  <a:cs typeface="Times New Roman" panose="02020603050405020304" pitchFamily="18" charset="0"/>
                </a:endParaRPr>
              </a:p>
            </p:txBody>
          </p:sp>
        </mc:Choice>
        <mc:Fallback xmlns="">
          <p:sp>
            <p:nvSpPr>
              <p:cNvPr id="27" name="17. Hence,   edp  =   AR / (AR - MR)">
                <a:extLst>
                  <a:ext uri="{FF2B5EF4-FFF2-40B4-BE49-F238E27FC236}">
                    <a16:creationId xmlns:a16="http://schemas.microsoft.com/office/drawing/2014/main" id="{71C6827D-F8AD-F34A-BCCA-F831BB400DDC}"/>
                  </a:ext>
                </a:extLst>
              </p:cNvPr>
              <p:cNvSpPr txBox="1">
                <a:spLocks noRot="1" noChangeAspect="1" noMove="1" noResize="1" noEditPoints="1" noAdjustHandles="1" noChangeArrowheads="1" noChangeShapeType="1" noTextEdit="1"/>
              </p:cNvSpPr>
              <p:nvPr/>
            </p:nvSpPr>
            <p:spPr>
              <a:xfrm>
                <a:off x="6669143" y="2390986"/>
                <a:ext cx="5596241" cy="826987"/>
              </a:xfrm>
              <a:prstGeom prst="rect">
                <a:avLst/>
              </a:prstGeom>
              <a:blipFill>
                <a:blip r:embed="rId7"/>
                <a:stretch>
                  <a:fillRect l="-1361" b="-19697"/>
                </a:stretch>
              </a:blipFill>
              <a:ln w="12700">
                <a:miter lim="400000"/>
              </a:ln>
              <a:extLst>
                <a:ext uri="{C572A759-6A51-4108-AA02-DFA0A04FC94B}">
                  <ma14:wrappingTextBoxFlag xmlns:a14="http://schemas.microsoft.com/office/drawing/2010/main" xmlns="" xmlns:ma14="http://schemas.microsoft.com/office/mac/drawingml/2011/main" xmlns:m="http://schemas.openxmlformats.org/officeDocument/2006/math"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17. Hence,   edp  =   AR / (AR - MR)">
                <a:extLst>
                  <a:ext uri="{FF2B5EF4-FFF2-40B4-BE49-F238E27FC236}">
                    <a16:creationId xmlns:a16="http://schemas.microsoft.com/office/drawing/2014/main" id="{21EEAA9C-7FF9-7A47-AAC6-01A774D9B24F}"/>
                  </a:ext>
                </a:extLst>
              </p:cNvPr>
              <p:cNvSpPr txBox="1"/>
              <p:nvPr/>
            </p:nvSpPr>
            <p:spPr>
              <a:xfrm>
                <a:off x="408474" y="3733114"/>
                <a:ext cx="7930854" cy="826987"/>
              </a:xfrm>
              <a:prstGeom prst="rect">
                <a:avLst/>
              </a:prstGeom>
              <a:solidFill>
                <a:schemeClr val="accent4">
                  <a:lumMod val="20000"/>
                  <a:lumOff val="80000"/>
                </a:schemeClr>
              </a:solidFill>
              <a:ln w="12700">
                <a:miter lim="400000"/>
              </a:ln>
              <a:extLst>
                <a:ext uri="{C572A759-6A51-4108-AA02-DFA0A04FC94B}">
                  <ma14:wrappingTextBoxFlag xmlns="" xmlns:ma14="http://schemas.microsoft.com/office/mac/drawingml/2011/main" xmlns:m="http://schemas.openxmlformats.org/officeDocument/2006/math" val="1"/>
                </a:ext>
              </a:extLst>
            </p:spPr>
            <p:txBody>
              <a:bodyPr lIns="50800" tIns="50800" rIns="50800" bIns="50800" anchor="b">
                <a:noAutofit/>
              </a:bodyPr>
              <a:lstStyle/>
              <a:p>
                <a:pPr algn="l" defTabSz="496570">
                  <a:defRPr sz="2550" b="0">
                    <a:latin typeface="+mn-lt"/>
                    <a:ea typeface="+mn-ea"/>
                    <a:cs typeface="+mn-cs"/>
                    <a:sym typeface="Helvetica Neue Medium"/>
                  </a:defRPr>
                </a:pPr>
                <a:r>
                  <a:rPr lang="en-US" sz="2800" b="1" dirty="0">
                    <a:solidFill>
                      <a:schemeClr val="accent6">
                        <a:lumMod val="75000"/>
                      </a:schemeClr>
                    </a:solidFill>
                  </a:rPr>
                  <a:t>Pie </a:t>
                </a:r>
                <a14:m>
                  <m:oMath xmlns:m="http://schemas.openxmlformats.org/officeDocument/2006/math">
                    <m:r>
                      <a:rPr lang="en-US" sz="2800" b="1" i="1" smtClean="0">
                        <a:solidFill>
                          <a:schemeClr val="accent6">
                            <a:lumMod val="75000"/>
                          </a:schemeClr>
                        </a:solidFill>
                        <a:latin typeface="Cambria Math" panose="02040503050406030204" pitchFamily="18" charset="0"/>
                      </a:rPr>
                      <m:t>𝑭𝒖𝒏𝒄𝒕𝒊𝒐𝒏</m:t>
                    </m:r>
                    <m:r>
                      <a:rPr lang="en-US" sz="2800" b="1" i="1" smtClean="0">
                        <a:solidFill>
                          <a:schemeClr val="accent6">
                            <a:lumMod val="75000"/>
                          </a:schemeClr>
                        </a:solidFill>
                        <a:latin typeface="Cambria Math" panose="02040503050406030204" pitchFamily="18" charset="0"/>
                      </a:rPr>
                      <m:t>:   </m:t>
                    </m:r>
                    <m:r>
                      <a:rPr lang="en-US" sz="2800" b="1" i="1" smtClean="0">
                        <a:solidFill>
                          <a:schemeClr val="accent6">
                            <a:lumMod val="75000"/>
                          </a:schemeClr>
                        </a:solidFill>
                        <a:latin typeface="Cambria Math" panose="02040503050406030204" pitchFamily="18" charset="0"/>
                      </a:rPr>
                      <m:t>𝟑𝟐</m:t>
                    </m:r>
                    <m:r>
                      <a:rPr lang="en-US" sz="2800" b="1" i="1" smtClean="0">
                        <a:solidFill>
                          <a:schemeClr val="accent6">
                            <a:lumMod val="75000"/>
                          </a:schemeClr>
                        </a:solidFill>
                        <a:latin typeface="Cambria Math" panose="02040503050406030204" pitchFamily="18" charset="0"/>
                      </a:rPr>
                      <m:t>𝒒</m:t>
                    </m:r>
                    <m:r>
                      <a:rPr lang="en-US" sz="2800" b="1" i="1" smtClean="0">
                        <a:solidFill>
                          <a:schemeClr val="accent6">
                            <a:lumMod val="75000"/>
                          </a:schemeClr>
                        </a:solidFill>
                        <a:latin typeface="Cambria Math" panose="02040503050406030204" pitchFamily="18" charset="0"/>
                      </a:rPr>
                      <m:t> −</m:t>
                    </m:r>
                    <m:r>
                      <a:rPr lang="en-US" sz="2800" b="1" i="1" smtClean="0">
                        <a:solidFill>
                          <a:schemeClr val="accent6">
                            <a:lumMod val="75000"/>
                          </a:schemeClr>
                        </a:solidFill>
                        <a:latin typeface="Cambria Math" panose="02040503050406030204" pitchFamily="18" charset="0"/>
                      </a:rPr>
                      <m:t>𝟑</m:t>
                    </m:r>
                    <m:r>
                      <a:rPr lang="en-US" sz="2800" b="1" i="1" smtClean="0">
                        <a:solidFill>
                          <a:schemeClr val="accent6">
                            <a:lumMod val="75000"/>
                          </a:schemeClr>
                        </a:solidFill>
                        <a:latin typeface="Cambria Math" panose="02040503050406030204" pitchFamily="18" charset="0"/>
                      </a:rPr>
                      <m:t>𝒒</m:t>
                    </m:r>
                    <m:r>
                      <a:rPr lang="en-US" sz="2800" b="1" i="1" smtClean="0">
                        <a:solidFill>
                          <a:schemeClr val="accent6">
                            <a:lumMod val="75000"/>
                          </a:schemeClr>
                        </a:solidFill>
                        <a:latin typeface="Cambria Math" panose="02040503050406030204" pitchFamily="18" charset="0"/>
                      </a:rPr>
                      <m:t>^</m:t>
                    </m:r>
                    <m:r>
                      <a:rPr lang="en-US" sz="2800" b="1" i="1" smtClean="0">
                        <a:solidFill>
                          <a:schemeClr val="accent6">
                            <a:lumMod val="75000"/>
                          </a:schemeClr>
                        </a:solidFill>
                        <a:latin typeface="Cambria Math" panose="02040503050406030204" pitchFamily="18" charset="0"/>
                      </a:rPr>
                      <m:t>𝟐</m:t>
                    </m:r>
                  </m:oMath>
                </a14:m>
                <a:r>
                  <a:rPr lang="en-US" sz="2800" dirty="0">
                    <a:solidFill>
                      <a:schemeClr val="accent6">
                        <a:lumMod val="75000"/>
                      </a:schemeClr>
                    </a:solidFill>
                    <a:latin typeface="Times New Roman" panose="02020603050405020304" pitchFamily="18" charset="0"/>
                    <a:cs typeface="Times New Roman" panose="02020603050405020304" pitchFamily="18" charset="0"/>
                  </a:rPr>
                  <a:t> - </a:t>
                </a:r>
                <a14:m>
                  <m:oMath xmlns:m="http://schemas.openxmlformats.org/officeDocument/2006/math">
                    <m:sSup>
                      <m:sSupPr>
                        <m:ctrlPr>
                          <a:rPr lang="en-US" sz="2800" i="1">
                            <a:solidFill>
                              <a:schemeClr val="accent6">
                                <a:lumMod val="75000"/>
                              </a:schemeClr>
                            </a:solidFill>
                            <a:latin typeface="Cambria Math" panose="02040503050406030204" pitchFamily="18" charset="0"/>
                            <a:sym typeface="Helvetica Neue Medium"/>
                          </a:rPr>
                        </m:ctrlPr>
                      </m:sSupPr>
                      <m:e>
                        <m:r>
                          <a:rPr lang="en-US" sz="2800" i="1">
                            <a:solidFill>
                              <a:schemeClr val="accent6">
                                <a:lumMod val="75000"/>
                              </a:schemeClr>
                            </a:solidFill>
                            <a:latin typeface="Cambria Math" panose="02040503050406030204" pitchFamily="18" charset="0"/>
                            <a:sym typeface="Helvetica Neue Medium"/>
                          </a:rPr>
                          <m:t>𝒒</m:t>
                        </m:r>
                      </m:e>
                      <m:sup>
                        <m:r>
                          <a:rPr lang="en-US" sz="2800" i="1">
                            <a:solidFill>
                              <a:schemeClr val="accent6">
                                <a:lumMod val="75000"/>
                              </a:schemeClr>
                            </a:solidFill>
                            <a:latin typeface="Cambria Math" panose="02040503050406030204" pitchFamily="18" charset="0"/>
                            <a:sym typeface="Helvetica Neue Medium"/>
                          </a:rPr>
                          <m:t>𝟐</m:t>
                        </m:r>
                      </m:sup>
                    </m:sSup>
                    <m:r>
                      <a:rPr lang="en-US" sz="2800" b="0" i="1" smtClean="0">
                        <a:solidFill>
                          <a:schemeClr val="accent6">
                            <a:lumMod val="75000"/>
                          </a:schemeClr>
                        </a:solidFill>
                        <a:latin typeface="Cambria Math" panose="02040503050406030204" pitchFamily="18" charset="0"/>
                        <a:sym typeface="Helvetica Neue Medium"/>
                      </a:rPr>
                      <m:t>−</m:t>
                    </m:r>
                    <m:r>
                      <a:rPr lang="en-US" sz="2800" i="1">
                        <a:solidFill>
                          <a:schemeClr val="accent6">
                            <a:lumMod val="75000"/>
                          </a:schemeClr>
                        </a:solidFill>
                        <a:latin typeface="Cambria Math" panose="02040503050406030204" pitchFamily="18" charset="0"/>
                        <a:sym typeface="Helvetica Neue Medium"/>
                      </a:rPr>
                      <m:t>𝟖</m:t>
                    </m:r>
                    <m:r>
                      <a:rPr lang="en-US" sz="2800" i="1">
                        <a:solidFill>
                          <a:schemeClr val="accent6">
                            <a:lumMod val="75000"/>
                          </a:schemeClr>
                        </a:solidFill>
                        <a:latin typeface="Cambria Math" panose="02040503050406030204" pitchFamily="18" charset="0"/>
                        <a:sym typeface="Helvetica Neue Medium"/>
                      </a:rPr>
                      <m:t>𝒒</m:t>
                    </m:r>
                    <m:r>
                      <a:rPr lang="en-US" sz="2800" b="0" i="1" smtClean="0">
                        <a:solidFill>
                          <a:schemeClr val="accent6">
                            <a:lumMod val="75000"/>
                          </a:schemeClr>
                        </a:solidFill>
                        <a:latin typeface="Cambria Math" panose="02040503050406030204" pitchFamily="18" charset="0"/>
                        <a:sym typeface="Helvetica Neue Medium"/>
                      </a:rPr>
                      <m:t>−</m:t>
                    </m:r>
                    <m:r>
                      <a:rPr lang="en-US" sz="2800" i="1">
                        <a:solidFill>
                          <a:schemeClr val="accent6">
                            <a:lumMod val="75000"/>
                          </a:schemeClr>
                        </a:solidFill>
                        <a:latin typeface="Cambria Math" panose="02040503050406030204" pitchFamily="18" charset="0"/>
                        <a:sym typeface="Helvetica Neue Medium"/>
                      </a:rPr>
                      <m:t>𝟓</m:t>
                    </m:r>
                  </m:oMath>
                </a14:m>
                <a:endParaRPr lang="ar-AE" sz="2800" dirty="0">
                  <a:solidFill>
                    <a:schemeClr val="accent6">
                      <a:lumMod val="75000"/>
                    </a:schemeClr>
                  </a:solidFill>
                  <a:latin typeface="Times New Roman" panose="02020603050405020304" pitchFamily="18" charset="0"/>
                  <a:cs typeface="Times New Roman" panose="02020603050405020304" pitchFamily="18" charset="0"/>
                </a:endParaRPr>
              </a:p>
            </p:txBody>
          </p:sp>
        </mc:Choice>
        <mc:Fallback xmlns="">
          <p:sp>
            <p:nvSpPr>
              <p:cNvPr id="30" name="17. Hence,   edp  =   AR / (AR - MR)">
                <a:extLst>
                  <a:ext uri="{FF2B5EF4-FFF2-40B4-BE49-F238E27FC236}">
                    <a16:creationId xmlns:a16="http://schemas.microsoft.com/office/drawing/2014/main" id="{21EEAA9C-7FF9-7A47-AAC6-01A774D9B24F}"/>
                  </a:ext>
                </a:extLst>
              </p:cNvPr>
              <p:cNvSpPr txBox="1">
                <a:spLocks noRot="1" noChangeAspect="1" noMove="1" noResize="1" noEditPoints="1" noAdjustHandles="1" noChangeArrowheads="1" noChangeShapeType="1" noTextEdit="1"/>
              </p:cNvSpPr>
              <p:nvPr/>
            </p:nvSpPr>
            <p:spPr>
              <a:xfrm>
                <a:off x="408474" y="3733114"/>
                <a:ext cx="7930854" cy="826987"/>
              </a:xfrm>
              <a:prstGeom prst="rect">
                <a:avLst/>
              </a:prstGeom>
              <a:blipFill>
                <a:blip r:embed="rId8"/>
                <a:stretch>
                  <a:fillRect l="-2240" b="-19403"/>
                </a:stretch>
              </a:blipFill>
              <a:ln w="12700">
                <a:miter lim="400000"/>
              </a:ln>
              <a:extLst>
                <a:ext uri="{C572A759-6A51-4108-AA02-DFA0A04FC94B}">
                  <ma14:wrappingTextBoxFlag xmlns:a14="http://schemas.microsoft.com/office/drawing/2010/main" xmlns="" xmlns:ma14="http://schemas.microsoft.com/office/mac/drawingml/2011/main" xmlns:m="http://schemas.openxmlformats.org/officeDocument/2006/math"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17. Hence,   edp  =   AR / (AR - MR)">
                <a:extLst>
                  <a:ext uri="{FF2B5EF4-FFF2-40B4-BE49-F238E27FC236}">
                    <a16:creationId xmlns:a16="http://schemas.microsoft.com/office/drawing/2014/main" id="{4F96C689-0FF0-7446-9022-EE947C777A12}"/>
                  </a:ext>
                </a:extLst>
              </p:cNvPr>
              <p:cNvSpPr txBox="1"/>
              <p:nvPr/>
            </p:nvSpPr>
            <p:spPr>
              <a:xfrm>
                <a:off x="408474" y="4684360"/>
                <a:ext cx="7930854" cy="826987"/>
              </a:xfrm>
              <a:prstGeom prst="rect">
                <a:avLst/>
              </a:prstGeom>
              <a:solidFill>
                <a:schemeClr val="accent4">
                  <a:lumMod val="20000"/>
                  <a:lumOff val="80000"/>
                </a:schemeClr>
              </a:solidFill>
              <a:ln w="12700">
                <a:miter lim="400000"/>
              </a:ln>
              <a:extLst>
                <a:ext uri="{C572A759-6A51-4108-AA02-DFA0A04FC94B}">
                  <ma14:wrappingTextBoxFlag xmlns="" xmlns:ma14="http://schemas.microsoft.com/office/mac/drawingml/2011/main" xmlns:m="http://schemas.openxmlformats.org/officeDocument/2006/math" val="1"/>
                </a:ext>
              </a:extLst>
            </p:spPr>
            <p:txBody>
              <a:bodyPr lIns="50800" tIns="50800" rIns="50800" bIns="50800" anchor="b">
                <a:noAutofit/>
              </a:bodyPr>
              <a:lstStyle/>
              <a:p>
                <a:pPr algn="l" defTabSz="496570">
                  <a:defRPr sz="2550" b="0">
                    <a:latin typeface="+mn-lt"/>
                    <a:ea typeface="+mn-ea"/>
                    <a:cs typeface="+mn-cs"/>
                    <a:sym typeface="Helvetica Neue Medium"/>
                  </a:defRPr>
                </a:pPr>
                <a:r>
                  <a:rPr lang="en-US" sz="2800" b="1" dirty="0">
                    <a:solidFill>
                      <a:schemeClr val="accent6">
                        <a:lumMod val="75000"/>
                      </a:schemeClr>
                    </a:solidFill>
                  </a:rPr>
                  <a:t>Pie </a:t>
                </a:r>
                <a14:m>
                  <m:oMath xmlns:m="http://schemas.openxmlformats.org/officeDocument/2006/math">
                    <m:r>
                      <a:rPr lang="en-US" sz="2800" b="1" i="1" smtClean="0">
                        <a:solidFill>
                          <a:schemeClr val="accent6">
                            <a:lumMod val="75000"/>
                          </a:schemeClr>
                        </a:solidFill>
                        <a:latin typeface="Cambria Math" panose="02040503050406030204" pitchFamily="18" charset="0"/>
                      </a:rPr>
                      <m:t>𝑭𝒖𝒏𝒄𝒕𝒊𝒐𝒏</m:t>
                    </m:r>
                    <m:r>
                      <a:rPr lang="en-US" sz="2800" b="1" i="1" smtClean="0">
                        <a:solidFill>
                          <a:schemeClr val="accent6">
                            <a:lumMod val="75000"/>
                          </a:schemeClr>
                        </a:solidFill>
                        <a:latin typeface="Cambria Math" panose="02040503050406030204" pitchFamily="18" charset="0"/>
                      </a:rPr>
                      <m:t>:   −</m:t>
                    </m:r>
                    <m:r>
                      <a:rPr lang="en-US" sz="2800" b="1" i="1" smtClean="0">
                        <a:solidFill>
                          <a:schemeClr val="accent6">
                            <a:lumMod val="75000"/>
                          </a:schemeClr>
                        </a:solidFill>
                        <a:latin typeface="Cambria Math" panose="02040503050406030204" pitchFamily="18" charset="0"/>
                      </a:rPr>
                      <m:t>𝟒</m:t>
                    </m:r>
                    <m:r>
                      <a:rPr lang="en-US" sz="2800" b="1" i="1" smtClean="0">
                        <a:solidFill>
                          <a:schemeClr val="accent6">
                            <a:lumMod val="75000"/>
                          </a:schemeClr>
                        </a:solidFill>
                        <a:latin typeface="Cambria Math" panose="02040503050406030204" pitchFamily="18" charset="0"/>
                      </a:rPr>
                      <m:t>𝒒</m:t>
                    </m:r>
                    <m:r>
                      <a:rPr lang="en-US" sz="2800" b="1" i="1" smtClean="0">
                        <a:solidFill>
                          <a:schemeClr val="accent6">
                            <a:lumMod val="75000"/>
                          </a:schemeClr>
                        </a:solidFill>
                        <a:latin typeface="Cambria Math" panose="02040503050406030204" pitchFamily="18" charset="0"/>
                      </a:rPr>
                      <m:t>^</m:t>
                    </m:r>
                    <m:r>
                      <a:rPr lang="en-US" sz="2800" b="1" i="1" smtClean="0">
                        <a:solidFill>
                          <a:schemeClr val="accent6">
                            <a:lumMod val="75000"/>
                          </a:schemeClr>
                        </a:solidFill>
                        <a:latin typeface="Cambria Math" panose="02040503050406030204" pitchFamily="18" charset="0"/>
                      </a:rPr>
                      <m:t>𝟐</m:t>
                    </m:r>
                  </m:oMath>
                </a14:m>
                <a:r>
                  <a:rPr lang="en-US" sz="2800" dirty="0">
                    <a:solidFill>
                      <a:schemeClr val="accent6">
                        <a:lumMod val="75000"/>
                      </a:schemeClr>
                    </a:solidFill>
                    <a:latin typeface="Times New Roman" panose="02020603050405020304" pitchFamily="18" charset="0"/>
                    <a:cs typeface="Times New Roman" panose="02020603050405020304" pitchFamily="18" charset="0"/>
                  </a:rPr>
                  <a:t> +</a:t>
                </a:r>
                <a14:m>
                  <m:oMath xmlns:m="http://schemas.openxmlformats.org/officeDocument/2006/math">
                    <m:r>
                      <a:rPr lang="en-US" sz="2800" b="0" i="1" smtClean="0">
                        <a:solidFill>
                          <a:schemeClr val="accent6">
                            <a:lumMod val="75000"/>
                          </a:schemeClr>
                        </a:solidFill>
                        <a:latin typeface="Cambria Math" panose="02040503050406030204" pitchFamily="18" charset="0"/>
                        <a:sym typeface="Helvetica Neue Medium"/>
                      </a:rPr>
                      <m:t>24</m:t>
                    </m:r>
                    <m:r>
                      <a:rPr lang="en-US" sz="2800" i="1">
                        <a:solidFill>
                          <a:schemeClr val="accent6">
                            <a:lumMod val="75000"/>
                          </a:schemeClr>
                        </a:solidFill>
                        <a:latin typeface="Cambria Math" panose="02040503050406030204" pitchFamily="18" charset="0"/>
                        <a:sym typeface="Helvetica Neue Medium"/>
                      </a:rPr>
                      <m:t>𝒒</m:t>
                    </m:r>
                    <m:r>
                      <a:rPr lang="en-US" sz="2800" b="0" i="1" smtClean="0">
                        <a:solidFill>
                          <a:schemeClr val="accent6">
                            <a:lumMod val="75000"/>
                          </a:schemeClr>
                        </a:solidFill>
                        <a:latin typeface="Cambria Math" panose="02040503050406030204" pitchFamily="18" charset="0"/>
                        <a:sym typeface="Helvetica Neue Medium"/>
                      </a:rPr>
                      <m:t>−</m:t>
                    </m:r>
                    <m:r>
                      <a:rPr lang="en-US" sz="2800" i="1">
                        <a:solidFill>
                          <a:schemeClr val="accent6">
                            <a:lumMod val="75000"/>
                          </a:schemeClr>
                        </a:solidFill>
                        <a:latin typeface="Cambria Math" panose="02040503050406030204" pitchFamily="18" charset="0"/>
                        <a:sym typeface="Helvetica Neue Medium"/>
                      </a:rPr>
                      <m:t>𝟓</m:t>
                    </m:r>
                  </m:oMath>
                </a14:m>
                <a:endParaRPr lang="ar-AE" sz="2800" dirty="0">
                  <a:solidFill>
                    <a:schemeClr val="accent6">
                      <a:lumMod val="75000"/>
                    </a:schemeClr>
                  </a:solidFill>
                  <a:latin typeface="Times New Roman" panose="02020603050405020304" pitchFamily="18" charset="0"/>
                  <a:cs typeface="Times New Roman" panose="02020603050405020304" pitchFamily="18" charset="0"/>
                </a:endParaRPr>
              </a:p>
            </p:txBody>
          </p:sp>
        </mc:Choice>
        <mc:Fallback xmlns="">
          <p:sp>
            <p:nvSpPr>
              <p:cNvPr id="31" name="17. Hence,   edp  =   AR / (AR - MR)">
                <a:extLst>
                  <a:ext uri="{FF2B5EF4-FFF2-40B4-BE49-F238E27FC236}">
                    <a16:creationId xmlns:a16="http://schemas.microsoft.com/office/drawing/2014/main" id="{4F96C689-0FF0-7446-9022-EE947C777A12}"/>
                  </a:ext>
                </a:extLst>
              </p:cNvPr>
              <p:cNvSpPr txBox="1">
                <a:spLocks noRot="1" noChangeAspect="1" noMove="1" noResize="1" noEditPoints="1" noAdjustHandles="1" noChangeArrowheads="1" noChangeShapeType="1" noTextEdit="1"/>
              </p:cNvSpPr>
              <p:nvPr/>
            </p:nvSpPr>
            <p:spPr>
              <a:xfrm>
                <a:off x="408474" y="4684360"/>
                <a:ext cx="7930854" cy="826987"/>
              </a:xfrm>
              <a:prstGeom prst="rect">
                <a:avLst/>
              </a:prstGeom>
              <a:blipFill>
                <a:blip r:embed="rId9"/>
                <a:stretch>
                  <a:fillRect l="-2240" b="-21212"/>
                </a:stretch>
              </a:blipFill>
              <a:ln w="12700">
                <a:miter lim="400000"/>
              </a:ln>
              <a:extLst>
                <a:ext uri="{C572A759-6A51-4108-AA02-DFA0A04FC94B}">
                  <ma14:wrappingTextBoxFlag xmlns:a14="http://schemas.microsoft.com/office/drawing/2010/main" xmlns="" xmlns:ma14="http://schemas.microsoft.com/office/mac/drawingml/2011/main" xmlns:m="http://schemas.openxmlformats.org/officeDocument/2006/math"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17. Hence,   edp  =   AR / (AR - MR)">
                <a:extLst>
                  <a:ext uri="{FF2B5EF4-FFF2-40B4-BE49-F238E27FC236}">
                    <a16:creationId xmlns:a16="http://schemas.microsoft.com/office/drawing/2014/main" id="{CA663A51-9E42-A543-903E-126E6FA88D94}"/>
                  </a:ext>
                </a:extLst>
              </p:cNvPr>
              <p:cNvSpPr txBox="1"/>
              <p:nvPr/>
            </p:nvSpPr>
            <p:spPr>
              <a:xfrm>
                <a:off x="560874" y="5708641"/>
                <a:ext cx="10485078" cy="826987"/>
              </a:xfrm>
              <a:prstGeom prst="rect">
                <a:avLst/>
              </a:prstGeom>
              <a:solidFill>
                <a:schemeClr val="accent4">
                  <a:lumMod val="20000"/>
                  <a:lumOff val="80000"/>
                </a:schemeClr>
              </a:solidFill>
              <a:ln w="12700">
                <a:miter lim="400000"/>
              </a:ln>
              <a:extLst>
                <a:ext uri="{C572A759-6A51-4108-AA02-DFA0A04FC94B}">
                  <ma14:wrappingTextBoxFlag xmlns="" xmlns:ma14="http://schemas.microsoft.com/office/mac/drawingml/2011/main" xmlns:m="http://schemas.openxmlformats.org/officeDocument/2006/math" val="1"/>
                </a:ext>
              </a:extLst>
            </p:spPr>
            <p:txBody>
              <a:bodyPr lIns="50800" tIns="50800" rIns="50800" bIns="50800" anchor="b">
                <a:noAutofit/>
              </a:bodyPr>
              <a:lstStyle/>
              <a:p>
                <a:pPr algn="l" defTabSz="496570">
                  <a:defRPr sz="2550" b="0">
                    <a:latin typeface="+mn-lt"/>
                    <a:ea typeface="+mn-ea"/>
                    <a:cs typeface="+mn-cs"/>
                    <a:sym typeface="Helvetica Neue Medium"/>
                  </a:defRPr>
                </a:pPr>
                <a14:m>
                  <m:oMath xmlns:m="http://schemas.openxmlformats.org/officeDocument/2006/math">
                    <m:r>
                      <a:rPr lang="en-US" sz="2800" b="1" i="1" smtClean="0">
                        <a:solidFill>
                          <a:schemeClr val="accent6">
                            <a:lumMod val="75000"/>
                          </a:schemeClr>
                        </a:solidFill>
                        <a:latin typeface="Cambria Math" panose="02040503050406030204" pitchFamily="18" charset="0"/>
                      </a:rPr>
                      <m:t>−</m:t>
                    </m:r>
                    <m:r>
                      <a:rPr lang="en-US" sz="2800" b="1" i="1" smtClean="0">
                        <a:solidFill>
                          <a:schemeClr val="accent6">
                            <a:lumMod val="75000"/>
                          </a:schemeClr>
                        </a:solidFill>
                        <a:latin typeface="Cambria Math" panose="02040503050406030204" pitchFamily="18" charset="0"/>
                      </a:rPr>
                      <m:t>𝟒</m:t>
                    </m:r>
                    <m:r>
                      <a:rPr lang="en-US" sz="2800" b="1" i="1" smtClean="0">
                        <a:solidFill>
                          <a:schemeClr val="accent6">
                            <a:lumMod val="75000"/>
                          </a:schemeClr>
                        </a:solidFill>
                        <a:latin typeface="Cambria Math" panose="02040503050406030204" pitchFamily="18" charset="0"/>
                      </a:rPr>
                      <m:t>𝒒</m:t>
                    </m:r>
                    <m:r>
                      <a:rPr lang="en-US" sz="2800" b="1" i="1" smtClean="0">
                        <a:solidFill>
                          <a:schemeClr val="accent6">
                            <a:lumMod val="75000"/>
                          </a:schemeClr>
                        </a:solidFill>
                        <a:latin typeface="Cambria Math" panose="02040503050406030204" pitchFamily="18" charset="0"/>
                      </a:rPr>
                      <m:t>^</m:t>
                    </m:r>
                    <m:r>
                      <a:rPr lang="en-US" sz="2800" b="1" i="1" smtClean="0">
                        <a:solidFill>
                          <a:schemeClr val="accent6">
                            <a:lumMod val="75000"/>
                          </a:schemeClr>
                        </a:solidFill>
                        <a:latin typeface="Cambria Math" panose="02040503050406030204" pitchFamily="18" charset="0"/>
                      </a:rPr>
                      <m:t>𝟐</m:t>
                    </m:r>
                  </m:oMath>
                </a14:m>
                <a:r>
                  <a:rPr lang="en-US" sz="2800" dirty="0">
                    <a:solidFill>
                      <a:schemeClr val="accent6">
                        <a:lumMod val="75000"/>
                      </a:schemeClr>
                    </a:solidFill>
                    <a:latin typeface="Times New Roman" panose="02020603050405020304" pitchFamily="18" charset="0"/>
                    <a:cs typeface="Times New Roman" panose="02020603050405020304" pitchFamily="18" charset="0"/>
                  </a:rPr>
                  <a:t> +</a:t>
                </a:r>
                <a14:m>
                  <m:oMath xmlns:m="http://schemas.openxmlformats.org/officeDocument/2006/math">
                    <m:r>
                      <a:rPr lang="en-US" sz="2800" b="0" i="1" smtClean="0">
                        <a:solidFill>
                          <a:schemeClr val="accent6">
                            <a:lumMod val="75000"/>
                          </a:schemeClr>
                        </a:solidFill>
                        <a:latin typeface="Cambria Math" panose="02040503050406030204" pitchFamily="18" charset="0"/>
                        <a:sym typeface="Helvetica Neue Medium"/>
                      </a:rPr>
                      <m:t>24</m:t>
                    </m:r>
                    <m:r>
                      <a:rPr lang="en-US" sz="2800" i="1">
                        <a:solidFill>
                          <a:schemeClr val="accent6">
                            <a:lumMod val="75000"/>
                          </a:schemeClr>
                        </a:solidFill>
                        <a:latin typeface="Cambria Math" panose="02040503050406030204" pitchFamily="18" charset="0"/>
                        <a:sym typeface="Helvetica Neue Medium"/>
                      </a:rPr>
                      <m:t>𝒒</m:t>
                    </m:r>
                    <m:r>
                      <a:rPr lang="en-US" sz="2800" b="0" i="1" smtClean="0">
                        <a:solidFill>
                          <a:schemeClr val="accent6">
                            <a:lumMod val="75000"/>
                          </a:schemeClr>
                        </a:solidFill>
                        <a:latin typeface="Cambria Math" panose="02040503050406030204" pitchFamily="18" charset="0"/>
                        <a:sym typeface="Helvetica Neue Medium"/>
                      </a:rPr>
                      <m:t>−</m:t>
                    </m:r>
                    <m:r>
                      <a:rPr lang="en-US" sz="2800" i="1">
                        <a:solidFill>
                          <a:schemeClr val="accent6">
                            <a:lumMod val="75000"/>
                          </a:schemeClr>
                        </a:solidFill>
                        <a:latin typeface="Cambria Math" panose="02040503050406030204" pitchFamily="18" charset="0"/>
                        <a:sym typeface="Helvetica Neue Medium"/>
                      </a:rPr>
                      <m:t>𝟓</m:t>
                    </m:r>
                  </m:oMath>
                </a14:m>
                <a:r>
                  <a:rPr lang="en-US" sz="2800" dirty="0">
                    <a:solidFill>
                      <a:schemeClr val="accent6">
                        <a:lumMod val="75000"/>
                      </a:schemeClr>
                    </a:solidFill>
                    <a:latin typeface="Times New Roman" panose="02020603050405020304" pitchFamily="18" charset="0"/>
                    <a:cs typeface="Times New Roman" panose="02020603050405020304" pitchFamily="18" charset="0"/>
                  </a:rPr>
                  <a:t> = 0        q1 = 5.78 units   and     q2 =   0.22 units  </a:t>
                </a:r>
                <a:endParaRPr lang="ar-AE" sz="2800" dirty="0">
                  <a:solidFill>
                    <a:schemeClr val="accent6">
                      <a:lumMod val="75000"/>
                    </a:schemeClr>
                  </a:solidFill>
                  <a:latin typeface="Times New Roman" panose="02020603050405020304" pitchFamily="18" charset="0"/>
                  <a:cs typeface="Times New Roman" panose="02020603050405020304" pitchFamily="18" charset="0"/>
                </a:endParaRPr>
              </a:p>
            </p:txBody>
          </p:sp>
        </mc:Choice>
        <mc:Fallback xmlns="">
          <p:sp>
            <p:nvSpPr>
              <p:cNvPr id="32" name="17. Hence,   edp  =   AR / (AR - MR)">
                <a:extLst>
                  <a:ext uri="{FF2B5EF4-FFF2-40B4-BE49-F238E27FC236}">
                    <a16:creationId xmlns:a16="http://schemas.microsoft.com/office/drawing/2014/main" id="{CA663A51-9E42-A543-903E-126E6FA88D94}"/>
                  </a:ext>
                </a:extLst>
              </p:cNvPr>
              <p:cNvSpPr txBox="1">
                <a:spLocks noRot="1" noChangeAspect="1" noMove="1" noResize="1" noEditPoints="1" noAdjustHandles="1" noChangeArrowheads="1" noChangeShapeType="1" noTextEdit="1"/>
              </p:cNvSpPr>
              <p:nvPr/>
            </p:nvSpPr>
            <p:spPr>
              <a:xfrm>
                <a:off x="560874" y="5708641"/>
                <a:ext cx="10485078" cy="826987"/>
              </a:xfrm>
              <a:prstGeom prst="rect">
                <a:avLst/>
              </a:prstGeom>
              <a:blipFill>
                <a:blip r:embed="rId10"/>
                <a:stretch>
                  <a:fillRect l="-121" b="-21212"/>
                </a:stretch>
              </a:blipFill>
              <a:ln w="12700">
                <a:miter lim="400000"/>
              </a:ln>
              <a:extLst>
                <a:ext uri="{C572A759-6A51-4108-AA02-DFA0A04FC94B}">
                  <ma14:wrappingTextBoxFlag xmlns:a14="http://schemas.microsoft.com/office/drawing/2010/main" xmlns="" xmlns:ma14="http://schemas.microsoft.com/office/mac/drawingml/2011/main" xmlns:m="http://schemas.openxmlformats.org/officeDocument/2006/math"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17. Hence,   edp  =   AR / (AR - MR)">
                <a:extLst>
                  <a:ext uri="{FF2B5EF4-FFF2-40B4-BE49-F238E27FC236}">
                    <a16:creationId xmlns:a16="http://schemas.microsoft.com/office/drawing/2014/main" id="{2961335C-2CD8-9645-8424-69F39E1FA910}"/>
                  </a:ext>
                </a:extLst>
              </p:cNvPr>
              <p:cNvSpPr txBox="1"/>
              <p:nvPr/>
            </p:nvSpPr>
            <p:spPr>
              <a:xfrm>
                <a:off x="408474" y="6857181"/>
                <a:ext cx="12246822" cy="826987"/>
              </a:xfrm>
              <a:prstGeom prst="rect">
                <a:avLst/>
              </a:prstGeom>
              <a:solidFill>
                <a:schemeClr val="accent1">
                  <a:lumMod val="20000"/>
                  <a:lumOff val="80000"/>
                </a:schemeClr>
              </a:solidFill>
              <a:ln w="12700">
                <a:miter lim="400000"/>
              </a:ln>
              <a:extLst>
                <a:ext uri="{C572A759-6A51-4108-AA02-DFA0A04FC94B}">
                  <ma14:wrappingTextBoxFlag xmlns="" xmlns:ma14="http://schemas.microsoft.com/office/mac/drawingml/2011/main" xmlns:m="http://schemas.openxmlformats.org/officeDocument/2006/math" val="1"/>
                </a:ext>
              </a:extLst>
            </p:spPr>
            <p:txBody>
              <a:bodyPr lIns="50800" tIns="50800" rIns="50800" bIns="50800" anchor="b">
                <a:noAutofit/>
              </a:bodyPr>
              <a:lstStyle/>
              <a:p>
                <a:pPr algn="l" defTabSz="496570">
                  <a:defRPr sz="2550" b="0">
                    <a:latin typeface="+mn-lt"/>
                    <a:ea typeface="+mn-ea"/>
                    <a:cs typeface="+mn-cs"/>
                    <a:sym typeface="Helvetica Neue Medium"/>
                  </a:defRPr>
                </a:pPr>
                <a14:m>
                  <m:oMathPara xmlns:m="http://schemas.openxmlformats.org/officeDocument/2006/math">
                    <m:oMathParaPr>
                      <m:jc m:val="left"/>
                    </m:oMathParaPr>
                    <m:oMath xmlns:m="http://schemas.openxmlformats.org/officeDocument/2006/math">
                      <m:r>
                        <a:rPr lang="en-US" sz="2800" b="1" i="1" smtClean="0">
                          <a:solidFill>
                            <a:schemeClr val="accent6">
                              <a:lumMod val="75000"/>
                            </a:schemeClr>
                          </a:solidFill>
                          <a:latin typeface="Cambria Math" panose="02040503050406030204" pitchFamily="18" charset="0"/>
                        </a:rPr>
                        <m:t>𝑨𝑹</m:t>
                      </m:r>
                      <m:r>
                        <a:rPr lang="en-US" sz="2800" b="1" i="1" smtClean="0">
                          <a:solidFill>
                            <a:schemeClr val="accent6">
                              <a:lumMod val="75000"/>
                            </a:schemeClr>
                          </a:solidFill>
                          <a:latin typeface="Cambria Math" panose="02040503050406030204" pitchFamily="18" charset="0"/>
                        </a:rPr>
                        <m:t> </m:t>
                      </m:r>
                      <m:r>
                        <a:rPr lang="en-US" sz="2800" b="1" i="1" smtClean="0">
                          <a:solidFill>
                            <a:schemeClr val="accent6">
                              <a:lumMod val="75000"/>
                            </a:schemeClr>
                          </a:solidFill>
                          <a:latin typeface="Cambria Math" panose="02040503050406030204" pitchFamily="18" charset="0"/>
                        </a:rPr>
                        <m:t>𝑭𝒖𝒏𝒄𝒕𝒊𝒐𝒏</m:t>
                      </m:r>
                      <m:r>
                        <a:rPr lang="en-US" sz="2800" b="1" i="1" smtClean="0">
                          <a:solidFill>
                            <a:schemeClr val="accent6">
                              <a:lumMod val="75000"/>
                            </a:schemeClr>
                          </a:solidFill>
                          <a:latin typeface="Cambria Math" panose="02040503050406030204" pitchFamily="18" charset="0"/>
                        </a:rPr>
                        <m:t>:   </m:t>
                      </m:r>
                      <m:r>
                        <a:rPr lang="en-US" sz="2800" b="1" i="1" smtClean="0">
                          <a:solidFill>
                            <a:schemeClr val="accent6">
                              <a:lumMod val="75000"/>
                            </a:schemeClr>
                          </a:solidFill>
                          <a:latin typeface="Cambria Math" panose="02040503050406030204" pitchFamily="18" charset="0"/>
                        </a:rPr>
                        <m:t>𝑷</m:t>
                      </m:r>
                      <m:r>
                        <a:rPr lang="en-US" sz="2800" b="1" i="1" smtClean="0">
                          <a:solidFill>
                            <a:schemeClr val="accent6">
                              <a:lumMod val="75000"/>
                            </a:schemeClr>
                          </a:solidFill>
                          <a:latin typeface="Cambria Math" panose="02040503050406030204" pitchFamily="18" charset="0"/>
                        </a:rPr>
                        <m:t>𝟐</m:t>
                      </m:r>
                      <m:r>
                        <a:rPr lang="en-US" sz="2800" b="1" i="1" smtClean="0">
                          <a:solidFill>
                            <a:schemeClr val="accent6">
                              <a:lumMod val="75000"/>
                            </a:schemeClr>
                          </a:solidFill>
                          <a:latin typeface="Cambria Math" panose="02040503050406030204" pitchFamily="18" charset="0"/>
                        </a:rPr>
                        <m:t>=</m:t>
                      </m:r>
                      <m:r>
                        <a:rPr lang="en-US" sz="2800" b="1" i="1" smtClean="0">
                          <a:solidFill>
                            <a:schemeClr val="accent6">
                              <a:lumMod val="75000"/>
                            </a:schemeClr>
                          </a:solidFill>
                          <a:latin typeface="Cambria Math" panose="02040503050406030204" pitchFamily="18" charset="0"/>
                        </a:rPr>
                        <m:t>𝟑𝟐</m:t>
                      </m:r>
                      <m:r>
                        <a:rPr lang="en-US" sz="2800" b="1" i="1" smtClean="0">
                          <a:solidFill>
                            <a:schemeClr val="accent6">
                              <a:lumMod val="75000"/>
                            </a:schemeClr>
                          </a:solidFill>
                          <a:latin typeface="Cambria Math" panose="02040503050406030204" pitchFamily="18" charset="0"/>
                        </a:rPr>
                        <m:t> −</m:t>
                      </m:r>
                      <m:r>
                        <a:rPr lang="en-US" sz="2800" b="1" i="1" smtClean="0">
                          <a:solidFill>
                            <a:schemeClr val="accent6">
                              <a:lumMod val="75000"/>
                            </a:schemeClr>
                          </a:solidFill>
                          <a:latin typeface="Cambria Math" panose="02040503050406030204" pitchFamily="18" charset="0"/>
                        </a:rPr>
                        <m:t>𝟑</m:t>
                      </m:r>
                      <m:d>
                        <m:dPr>
                          <m:ctrlPr>
                            <a:rPr lang="en-US" sz="2800" b="1" i="1" smtClean="0">
                              <a:solidFill>
                                <a:schemeClr val="accent6">
                                  <a:lumMod val="75000"/>
                                </a:schemeClr>
                              </a:solidFill>
                              <a:latin typeface="Cambria Math" panose="02040503050406030204" pitchFamily="18" charset="0"/>
                            </a:rPr>
                          </m:ctrlPr>
                        </m:dPr>
                        <m:e>
                          <m:r>
                            <a:rPr lang="en-US" sz="2800" b="1" i="1" smtClean="0">
                              <a:solidFill>
                                <a:schemeClr val="accent6">
                                  <a:lumMod val="75000"/>
                                </a:schemeClr>
                              </a:solidFill>
                              <a:latin typeface="Cambria Math" panose="02040503050406030204" pitchFamily="18" charset="0"/>
                            </a:rPr>
                            <m:t>𝟓</m:t>
                          </m:r>
                          <m:r>
                            <a:rPr lang="en-US" sz="2800" b="1" i="1" smtClean="0">
                              <a:solidFill>
                                <a:schemeClr val="accent6">
                                  <a:lumMod val="75000"/>
                                </a:schemeClr>
                              </a:solidFill>
                              <a:latin typeface="Cambria Math" panose="02040503050406030204" pitchFamily="18" charset="0"/>
                            </a:rPr>
                            <m:t>.</m:t>
                          </m:r>
                          <m:r>
                            <a:rPr lang="en-US" sz="2800" b="1" i="1" smtClean="0">
                              <a:solidFill>
                                <a:schemeClr val="accent6">
                                  <a:lumMod val="75000"/>
                                </a:schemeClr>
                              </a:solidFill>
                              <a:latin typeface="Cambria Math" panose="02040503050406030204" pitchFamily="18" charset="0"/>
                            </a:rPr>
                            <m:t>𝟕𝟖</m:t>
                          </m:r>
                        </m:e>
                      </m:d>
                      <m:r>
                        <a:rPr lang="en-US" sz="2800" b="0" i="1" smtClean="0">
                          <a:solidFill>
                            <a:schemeClr val="accent6">
                              <a:lumMod val="75000"/>
                            </a:schemeClr>
                          </a:solidFill>
                          <a:latin typeface="Cambria Math" panose="02040503050406030204" pitchFamily="18" charset="0"/>
                        </a:rPr>
                        <m:t>=14.66          </m:t>
                      </m:r>
                      <m:r>
                        <a:rPr lang="en-US" sz="2800" i="1">
                          <a:solidFill>
                            <a:schemeClr val="accent6">
                              <a:lumMod val="75000"/>
                            </a:schemeClr>
                          </a:solidFill>
                          <a:latin typeface="Cambria Math" panose="02040503050406030204" pitchFamily="18" charset="0"/>
                          <a:sym typeface="Helvetica Neue Medium"/>
                        </a:rPr>
                        <m:t>𝑷</m:t>
                      </m:r>
                      <m:r>
                        <a:rPr lang="en-US" sz="2800" i="1">
                          <a:solidFill>
                            <a:schemeClr val="accent6">
                              <a:lumMod val="75000"/>
                            </a:schemeClr>
                          </a:solidFill>
                          <a:latin typeface="Cambria Math" panose="02040503050406030204" pitchFamily="18" charset="0"/>
                          <a:sym typeface="Helvetica Neue Medium"/>
                        </a:rPr>
                        <m:t>𝟐</m:t>
                      </m:r>
                      <m:r>
                        <a:rPr lang="en-US" sz="2800" i="1">
                          <a:solidFill>
                            <a:schemeClr val="accent6">
                              <a:lumMod val="75000"/>
                            </a:schemeClr>
                          </a:solidFill>
                          <a:latin typeface="Cambria Math" panose="02040503050406030204" pitchFamily="18" charset="0"/>
                          <a:sym typeface="Helvetica Neue Medium"/>
                        </a:rPr>
                        <m:t>=</m:t>
                      </m:r>
                      <m:r>
                        <a:rPr lang="en-US" sz="2800" i="1">
                          <a:solidFill>
                            <a:schemeClr val="accent6">
                              <a:lumMod val="75000"/>
                            </a:schemeClr>
                          </a:solidFill>
                          <a:latin typeface="Cambria Math" panose="02040503050406030204" pitchFamily="18" charset="0"/>
                          <a:sym typeface="Helvetica Neue Medium"/>
                        </a:rPr>
                        <m:t>𝟑𝟐</m:t>
                      </m:r>
                      <m:r>
                        <a:rPr lang="en-US" sz="2800" i="1">
                          <a:solidFill>
                            <a:schemeClr val="accent6">
                              <a:lumMod val="75000"/>
                            </a:schemeClr>
                          </a:solidFill>
                          <a:latin typeface="Cambria Math" panose="02040503050406030204" pitchFamily="18" charset="0"/>
                          <a:sym typeface="Helvetica Neue Medium"/>
                        </a:rPr>
                        <m:t> −</m:t>
                      </m:r>
                      <m:r>
                        <a:rPr lang="en-US" sz="2800" i="1">
                          <a:solidFill>
                            <a:schemeClr val="accent6">
                              <a:lumMod val="75000"/>
                            </a:schemeClr>
                          </a:solidFill>
                          <a:latin typeface="Cambria Math" panose="02040503050406030204" pitchFamily="18" charset="0"/>
                          <a:sym typeface="Helvetica Neue Medium"/>
                        </a:rPr>
                        <m:t>𝟑</m:t>
                      </m:r>
                      <m:d>
                        <m:dPr>
                          <m:ctrlPr>
                            <a:rPr lang="en-US" sz="2800" i="1">
                              <a:solidFill>
                                <a:schemeClr val="accent6">
                                  <a:lumMod val="75000"/>
                                </a:schemeClr>
                              </a:solidFill>
                              <a:latin typeface="Cambria Math" panose="02040503050406030204" pitchFamily="18" charset="0"/>
                              <a:sym typeface="Helvetica Neue Medium"/>
                            </a:rPr>
                          </m:ctrlPr>
                        </m:dPr>
                        <m:e>
                          <m:r>
                            <a:rPr lang="en-US" sz="2800" b="0" i="1" smtClean="0">
                              <a:solidFill>
                                <a:schemeClr val="accent6">
                                  <a:lumMod val="75000"/>
                                </a:schemeClr>
                              </a:solidFill>
                              <a:latin typeface="Cambria Math" panose="02040503050406030204" pitchFamily="18" charset="0"/>
                              <a:sym typeface="Helvetica Neue Medium"/>
                            </a:rPr>
                            <m:t>0</m:t>
                          </m:r>
                          <m:r>
                            <a:rPr lang="en-US" sz="2800" i="1">
                              <a:solidFill>
                                <a:schemeClr val="accent6">
                                  <a:lumMod val="75000"/>
                                </a:schemeClr>
                              </a:solidFill>
                              <a:latin typeface="Cambria Math" panose="02040503050406030204" pitchFamily="18" charset="0"/>
                              <a:sym typeface="Helvetica Neue Medium"/>
                            </a:rPr>
                            <m:t>.</m:t>
                          </m:r>
                          <m:r>
                            <a:rPr lang="en-US" sz="2800" b="0" i="1" smtClean="0">
                              <a:solidFill>
                                <a:schemeClr val="accent6">
                                  <a:lumMod val="75000"/>
                                </a:schemeClr>
                              </a:solidFill>
                              <a:latin typeface="Cambria Math" panose="02040503050406030204" pitchFamily="18" charset="0"/>
                              <a:sym typeface="Helvetica Neue Medium"/>
                            </a:rPr>
                            <m:t>22</m:t>
                          </m:r>
                        </m:e>
                      </m:d>
                      <m:r>
                        <a:rPr lang="en-US" sz="2800" b="0" i="1" smtClean="0">
                          <a:solidFill>
                            <a:schemeClr val="accent6">
                              <a:lumMod val="75000"/>
                            </a:schemeClr>
                          </a:solidFill>
                          <a:latin typeface="Cambria Math" panose="02040503050406030204" pitchFamily="18" charset="0"/>
                          <a:sym typeface="Helvetica Neue Medium"/>
                        </a:rPr>
                        <m:t>=31.34</m:t>
                      </m:r>
                    </m:oMath>
                  </m:oMathPara>
                </a14:m>
                <a:endParaRPr lang="ar-AE" sz="2800" dirty="0">
                  <a:solidFill>
                    <a:schemeClr val="accent6">
                      <a:lumMod val="75000"/>
                    </a:schemeClr>
                  </a:solidFill>
                  <a:latin typeface="Times New Roman" panose="02020603050405020304" pitchFamily="18" charset="0"/>
                  <a:cs typeface="Times New Roman" panose="02020603050405020304" pitchFamily="18" charset="0"/>
                </a:endParaRPr>
              </a:p>
            </p:txBody>
          </p:sp>
        </mc:Choice>
        <mc:Fallback xmlns="">
          <p:sp>
            <p:nvSpPr>
              <p:cNvPr id="34" name="17. Hence,   edp  =   AR / (AR - MR)">
                <a:extLst>
                  <a:ext uri="{FF2B5EF4-FFF2-40B4-BE49-F238E27FC236}">
                    <a16:creationId xmlns:a16="http://schemas.microsoft.com/office/drawing/2014/main" id="{2961335C-2CD8-9645-8424-69F39E1FA910}"/>
                  </a:ext>
                </a:extLst>
              </p:cNvPr>
              <p:cNvSpPr txBox="1">
                <a:spLocks noRot="1" noChangeAspect="1" noMove="1" noResize="1" noEditPoints="1" noAdjustHandles="1" noChangeArrowheads="1" noChangeShapeType="1" noTextEdit="1"/>
              </p:cNvSpPr>
              <p:nvPr/>
            </p:nvSpPr>
            <p:spPr>
              <a:xfrm>
                <a:off x="408474" y="6857181"/>
                <a:ext cx="12246822" cy="826987"/>
              </a:xfrm>
              <a:prstGeom prst="rect">
                <a:avLst/>
              </a:prstGeom>
              <a:blipFill>
                <a:blip r:embed="rId11"/>
                <a:stretch>
                  <a:fillRect l="-622" r="-1658" b="-19697"/>
                </a:stretch>
              </a:blipFill>
              <a:ln w="12700">
                <a:miter lim="400000"/>
              </a:ln>
              <a:extLst>
                <a:ext uri="{C572A759-6A51-4108-AA02-DFA0A04FC94B}">
                  <ma14:wrappingTextBoxFlag xmlns:a14="http://schemas.microsoft.com/office/drawing/2010/main" xmlns="" xmlns:ma14="http://schemas.microsoft.com/office/mac/drawingml/2011/main" xmlns:m="http://schemas.openxmlformats.org/officeDocument/2006/math" val="1"/>
                </a:ext>
              </a:extLst>
            </p:spPr>
            <p:txBody>
              <a:bodyPr/>
              <a:lstStyle/>
              <a:p>
                <a:r>
                  <a:rPr lang="en-US">
                    <a:noFill/>
                  </a:rPr>
                  <a:t> </a:t>
                </a:r>
              </a:p>
            </p:txBody>
          </p:sp>
        </mc:Fallback>
      </mc:AlternateContent>
    </p:spTree>
    <p:extLst>
      <p:ext uri="{BB962C8B-B14F-4D97-AF65-F5344CB8AC3E}">
        <p14:creationId xmlns:p14="http://schemas.microsoft.com/office/powerpoint/2010/main" val="2105775915"/>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5D14FDA-EDCD-314D-BDEC-16FBEA8FBD15}"/>
              </a:ext>
            </a:extLst>
          </p:cNvPr>
          <p:cNvSpPr>
            <a:spLocks noGrp="1"/>
          </p:cNvSpPr>
          <p:nvPr>
            <p:ph type="sldNum" sz="quarter" idx="2"/>
          </p:nvPr>
        </p:nvSpPr>
        <p:spPr/>
        <p:txBody>
          <a:bodyPr/>
          <a:lstStyle/>
          <a:p>
            <a:fld id="{86CB4B4D-7CA3-9044-876B-883B54F8677D}" type="slidenum">
              <a:rPr lang="en-IN" smtClean="0"/>
              <a:t>33</a:t>
            </a:fld>
            <a:endParaRPr lang="en-IN"/>
          </a:p>
        </p:txBody>
      </p:sp>
      <mc:AlternateContent xmlns:mc="http://schemas.openxmlformats.org/markup-compatibility/2006" xmlns:a14="http://schemas.microsoft.com/office/drawing/2010/main">
        <mc:Choice Requires="a14">
          <p:sp>
            <p:nvSpPr>
              <p:cNvPr id="20" name="17. Hence,   edp  =   AR / (AR - MR)">
                <a:extLst>
                  <a:ext uri="{FF2B5EF4-FFF2-40B4-BE49-F238E27FC236}">
                    <a16:creationId xmlns:a16="http://schemas.microsoft.com/office/drawing/2014/main" id="{C1D0ADD4-A2B5-6B45-A48D-D8FC67611A35}"/>
                  </a:ext>
                </a:extLst>
              </p:cNvPr>
              <p:cNvSpPr txBox="1"/>
              <p:nvPr/>
            </p:nvSpPr>
            <p:spPr>
              <a:xfrm>
                <a:off x="408474" y="331281"/>
                <a:ext cx="4879143" cy="826987"/>
              </a:xfrm>
              <a:prstGeom prst="rect">
                <a:avLst/>
              </a:prstGeom>
              <a:solidFill>
                <a:schemeClr val="accent1">
                  <a:lumMod val="20000"/>
                  <a:lumOff val="80000"/>
                </a:schemeClr>
              </a:solidFill>
              <a:ln w="12700">
                <a:miter lim="400000"/>
              </a:ln>
              <a:extLst>
                <a:ext uri="{C572A759-6A51-4108-AA02-DFA0A04FC94B}">
                  <ma14:wrappingTextBoxFlag xmlns:m="http://schemas.openxmlformats.org/officeDocument/2006/math" xmlns:ma14="http://schemas.microsoft.com/office/mac/drawingml/2011/main" xmlns="" val="1"/>
                </a:ext>
              </a:extLst>
            </p:spPr>
            <p:txBody>
              <a:bodyPr lIns="50800" tIns="50800" rIns="50800" bIns="50800" anchor="b">
                <a:noAutofit/>
              </a:bodyPr>
              <a:lstStyle/>
              <a:p>
                <a:pPr algn="l" defTabSz="496570">
                  <a:defRPr sz="2550" b="0">
                    <a:latin typeface="+mn-lt"/>
                    <a:ea typeface="+mn-ea"/>
                    <a:cs typeface="+mn-cs"/>
                    <a:sym typeface="Helvetica Neue Medium"/>
                  </a:defRPr>
                </a:pPr>
                <a14:m>
                  <m:oMathPara xmlns:m="http://schemas.openxmlformats.org/officeDocument/2006/math">
                    <m:oMathParaPr>
                      <m:jc m:val="left"/>
                    </m:oMathParaPr>
                    <m:oMath xmlns:m="http://schemas.openxmlformats.org/officeDocument/2006/math">
                      <m:r>
                        <a:rPr lang="en-US" sz="2800" b="1" i="1" smtClean="0">
                          <a:solidFill>
                            <a:schemeClr val="accent6">
                              <a:lumMod val="75000"/>
                            </a:schemeClr>
                          </a:solidFill>
                          <a:latin typeface="Cambria Math" panose="02040503050406030204" pitchFamily="18" charset="0"/>
                        </a:rPr>
                        <m:t>𝑨𝑹</m:t>
                      </m:r>
                      <m:r>
                        <a:rPr lang="en-US" sz="2800" b="1" i="1" smtClean="0">
                          <a:solidFill>
                            <a:schemeClr val="accent6">
                              <a:lumMod val="75000"/>
                            </a:schemeClr>
                          </a:solidFill>
                          <a:latin typeface="Cambria Math" panose="02040503050406030204" pitchFamily="18" charset="0"/>
                        </a:rPr>
                        <m:t> </m:t>
                      </m:r>
                      <m:r>
                        <a:rPr lang="en-US" sz="2800" b="1" i="1" smtClean="0">
                          <a:solidFill>
                            <a:schemeClr val="accent6">
                              <a:lumMod val="75000"/>
                            </a:schemeClr>
                          </a:solidFill>
                          <a:latin typeface="Cambria Math" panose="02040503050406030204" pitchFamily="18" charset="0"/>
                        </a:rPr>
                        <m:t>𝑭𝒖𝒏𝒄𝒕𝒊𝒐𝒏</m:t>
                      </m:r>
                      <m:r>
                        <a:rPr lang="en-US" sz="2800" b="1" i="1" smtClean="0">
                          <a:solidFill>
                            <a:schemeClr val="accent6">
                              <a:lumMod val="75000"/>
                            </a:schemeClr>
                          </a:solidFill>
                          <a:latin typeface="Cambria Math" panose="02040503050406030204" pitchFamily="18" charset="0"/>
                        </a:rPr>
                        <m:t>:   </m:t>
                      </m:r>
                      <m:r>
                        <a:rPr lang="en-US" sz="2800" b="1" i="1" smtClean="0">
                          <a:solidFill>
                            <a:schemeClr val="accent6">
                              <a:lumMod val="75000"/>
                            </a:schemeClr>
                          </a:solidFill>
                          <a:latin typeface="Cambria Math" panose="02040503050406030204" pitchFamily="18" charset="0"/>
                        </a:rPr>
                        <m:t>𝑷</m:t>
                      </m:r>
                      <m:r>
                        <a:rPr lang="en-US" sz="2800" b="1" i="1" smtClean="0">
                          <a:solidFill>
                            <a:schemeClr val="accent6">
                              <a:lumMod val="75000"/>
                            </a:schemeClr>
                          </a:solidFill>
                          <a:latin typeface="Cambria Math" panose="02040503050406030204" pitchFamily="18" charset="0"/>
                        </a:rPr>
                        <m:t>=</m:t>
                      </m:r>
                      <m:r>
                        <a:rPr lang="en-US" sz="2800" b="1" i="1" smtClean="0">
                          <a:solidFill>
                            <a:schemeClr val="accent6">
                              <a:lumMod val="75000"/>
                            </a:schemeClr>
                          </a:solidFill>
                          <a:latin typeface="Cambria Math" panose="02040503050406030204" pitchFamily="18" charset="0"/>
                        </a:rPr>
                        <m:t>𝟑𝟐</m:t>
                      </m:r>
                      <m:r>
                        <a:rPr lang="en-US" sz="2800" b="1" i="1" smtClean="0">
                          <a:solidFill>
                            <a:schemeClr val="accent6">
                              <a:lumMod val="75000"/>
                            </a:schemeClr>
                          </a:solidFill>
                          <a:latin typeface="Cambria Math" panose="02040503050406030204" pitchFamily="18" charset="0"/>
                        </a:rPr>
                        <m:t> −</m:t>
                      </m:r>
                      <m:r>
                        <a:rPr lang="en-US" sz="2800" b="1" i="1" smtClean="0">
                          <a:solidFill>
                            <a:schemeClr val="accent6">
                              <a:lumMod val="75000"/>
                            </a:schemeClr>
                          </a:solidFill>
                          <a:latin typeface="Cambria Math" panose="02040503050406030204" pitchFamily="18" charset="0"/>
                        </a:rPr>
                        <m:t>𝟑</m:t>
                      </m:r>
                      <m:r>
                        <a:rPr lang="en-US" sz="2800" b="1" i="1" smtClean="0">
                          <a:solidFill>
                            <a:schemeClr val="accent6">
                              <a:lumMod val="75000"/>
                            </a:schemeClr>
                          </a:solidFill>
                          <a:latin typeface="Cambria Math" panose="02040503050406030204" pitchFamily="18" charset="0"/>
                        </a:rPr>
                        <m:t>𝒒</m:t>
                      </m:r>
                    </m:oMath>
                  </m:oMathPara>
                </a14:m>
                <a:endParaRPr lang="ar-AE" sz="2800" dirty="0">
                  <a:solidFill>
                    <a:schemeClr val="accent6">
                      <a:lumMod val="75000"/>
                    </a:schemeClr>
                  </a:solidFill>
                  <a:latin typeface="Times New Roman" panose="02020603050405020304" pitchFamily="18" charset="0"/>
                  <a:cs typeface="Times New Roman" panose="02020603050405020304" pitchFamily="18" charset="0"/>
                </a:endParaRPr>
              </a:p>
            </p:txBody>
          </p:sp>
        </mc:Choice>
        <mc:Fallback xmlns="">
          <p:sp>
            <p:nvSpPr>
              <p:cNvPr id="20" name="17. Hence,   edp  =   AR / (AR - MR)">
                <a:extLst>
                  <a:ext uri="{FF2B5EF4-FFF2-40B4-BE49-F238E27FC236}">
                    <a16:creationId xmlns:a16="http://schemas.microsoft.com/office/drawing/2014/main" id="{C1D0ADD4-A2B5-6B45-A48D-D8FC67611A35}"/>
                  </a:ext>
                </a:extLst>
              </p:cNvPr>
              <p:cNvSpPr txBox="1">
                <a:spLocks noRot="1" noChangeAspect="1" noMove="1" noResize="1" noEditPoints="1" noAdjustHandles="1" noChangeArrowheads="1" noChangeShapeType="1" noTextEdit="1"/>
              </p:cNvSpPr>
              <p:nvPr/>
            </p:nvSpPr>
            <p:spPr>
              <a:xfrm>
                <a:off x="408474" y="331281"/>
                <a:ext cx="4879143" cy="826987"/>
              </a:xfrm>
              <a:prstGeom prst="rect">
                <a:avLst/>
              </a:prstGeom>
              <a:blipFill>
                <a:blip r:embed="rId2"/>
                <a:stretch>
                  <a:fillRect l="-1558" r="-1299" b="-19403"/>
                </a:stretch>
              </a:blipFill>
              <a:ln w="12700">
                <a:miter lim="400000"/>
              </a:ln>
              <a:extLst>
                <a:ext uri="{C572A759-6A51-4108-AA02-DFA0A04FC94B}">
                  <ma14:wrappingTextBoxFlag xmlns:m="http://schemas.openxmlformats.org/officeDocument/2006/math" xmlns:ma14="http://schemas.microsoft.com/office/mac/drawingml/2011/main" xmlns="" xmlns:a14="http://schemas.microsoft.com/office/drawing/2010/main"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17. Hence,   edp  =   AR / (AR - MR)">
                <a:extLst>
                  <a:ext uri="{FF2B5EF4-FFF2-40B4-BE49-F238E27FC236}">
                    <a16:creationId xmlns:a16="http://schemas.microsoft.com/office/drawing/2014/main" id="{C16C8BBB-3311-7C45-97FC-3062DE5F5F5B}"/>
                  </a:ext>
                </a:extLst>
              </p:cNvPr>
              <p:cNvSpPr txBox="1"/>
              <p:nvPr/>
            </p:nvSpPr>
            <p:spPr>
              <a:xfrm>
                <a:off x="6669143" y="481236"/>
                <a:ext cx="5596241" cy="826987"/>
              </a:xfrm>
              <a:prstGeom prst="rect">
                <a:avLst/>
              </a:prstGeom>
              <a:solidFill>
                <a:schemeClr val="accent3">
                  <a:lumMod val="40000"/>
                  <a:lumOff val="60000"/>
                </a:schemeClr>
              </a:solidFill>
              <a:ln w="12700">
                <a:miter lim="400000"/>
              </a:ln>
              <a:extLst>
                <a:ext uri="{C572A759-6A51-4108-AA02-DFA0A04FC94B}">
                  <ma14:wrappingTextBoxFlag xmlns:m="http://schemas.openxmlformats.org/officeDocument/2006/math" xmlns:ma14="http://schemas.microsoft.com/office/mac/drawingml/2011/main" xmlns="" val="1"/>
                </a:ext>
              </a:extLst>
            </p:spPr>
            <p:txBody>
              <a:bodyPr lIns="50800" tIns="50800" rIns="50800" bIns="50800" anchor="b">
                <a:noAutofit/>
              </a:bodyPr>
              <a:lstStyle/>
              <a:p>
                <a:pPr algn="l" defTabSz="496570">
                  <a:defRPr sz="2550" b="0">
                    <a:latin typeface="+mn-lt"/>
                    <a:ea typeface="+mn-ea"/>
                    <a:cs typeface="+mn-cs"/>
                    <a:sym typeface="Helvetica Neue Medium"/>
                  </a:defRPr>
                </a:pPr>
                <a14:m>
                  <m:oMathPara xmlns:m="http://schemas.openxmlformats.org/officeDocument/2006/math">
                    <m:oMathParaPr>
                      <m:jc m:val="left"/>
                    </m:oMathParaPr>
                    <m:oMath xmlns:m="http://schemas.openxmlformats.org/officeDocument/2006/math">
                      <m:r>
                        <a:rPr lang="en-US" sz="2800" b="1" i="1" smtClean="0">
                          <a:solidFill>
                            <a:schemeClr val="accent6">
                              <a:lumMod val="75000"/>
                            </a:schemeClr>
                          </a:solidFill>
                          <a:latin typeface="Cambria Math" panose="02040503050406030204" pitchFamily="18" charset="0"/>
                        </a:rPr>
                        <m:t>𝑻𝑪</m:t>
                      </m:r>
                      <m:r>
                        <a:rPr lang="en-US" sz="2800" b="1" i="1" smtClean="0">
                          <a:solidFill>
                            <a:schemeClr val="accent6">
                              <a:lumMod val="75000"/>
                            </a:schemeClr>
                          </a:solidFill>
                          <a:latin typeface="Cambria Math" panose="02040503050406030204" pitchFamily="18" charset="0"/>
                        </a:rPr>
                        <m:t> </m:t>
                      </m:r>
                      <m:r>
                        <a:rPr lang="en-US" sz="2800" b="1" i="1" smtClean="0">
                          <a:solidFill>
                            <a:schemeClr val="accent6">
                              <a:lumMod val="75000"/>
                            </a:schemeClr>
                          </a:solidFill>
                          <a:latin typeface="Cambria Math" panose="02040503050406030204" pitchFamily="18" charset="0"/>
                        </a:rPr>
                        <m:t>𝑭𝒖𝒏𝒄𝒕𝒊𝒐𝒏</m:t>
                      </m:r>
                      <m:r>
                        <a:rPr lang="en-US" sz="2800" b="1" i="1" smtClean="0">
                          <a:solidFill>
                            <a:schemeClr val="accent6">
                              <a:lumMod val="75000"/>
                            </a:schemeClr>
                          </a:solidFill>
                          <a:latin typeface="Cambria Math" panose="02040503050406030204" pitchFamily="18" charset="0"/>
                        </a:rPr>
                        <m:t>:   </m:t>
                      </m:r>
                      <m:r>
                        <a:rPr lang="en-US" sz="2800" b="1" i="1" smtClean="0">
                          <a:solidFill>
                            <a:schemeClr val="accent6">
                              <a:lumMod val="75000"/>
                            </a:schemeClr>
                          </a:solidFill>
                          <a:latin typeface="Cambria Math" panose="02040503050406030204" pitchFamily="18" charset="0"/>
                        </a:rPr>
                        <m:t>𝑪</m:t>
                      </m:r>
                      <m:r>
                        <a:rPr lang="en-US" sz="2800" b="1" i="1" smtClean="0">
                          <a:solidFill>
                            <a:schemeClr val="accent6">
                              <a:lumMod val="75000"/>
                            </a:schemeClr>
                          </a:solidFill>
                          <a:latin typeface="Cambria Math" panose="02040503050406030204" pitchFamily="18" charset="0"/>
                        </a:rPr>
                        <m:t>=</m:t>
                      </m:r>
                      <m:sSup>
                        <m:sSupPr>
                          <m:ctrlPr>
                            <a:rPr lang="en-US" sz="2800" b="1" i="1" smtClean="0">
                              <a:solidFill>
                                <a:schemeClr val="accent6">
                                  <a:lumMod val="75000"/>
                                </a:schemeClr>
                              </a:solidFill>
                              <a:latin typeface="Cambria Math" panose="02040503050406030204" pitchFamily="18" charset="0"/>
                            </a:rPr>
                          </m:ctrlPr>
                        </m:sSupPr>
                        <m:e>
                          <m:r>
                            <a:rPr lang="en-US" sz="2800" b="1" i="1" smtClean="0">
                              <a:solidFill>
                                <a:schemeClr val="accent6">
                                  <a:lumMod val="75000"/>
                                </a:schemeClr>
                              </a:solidFill>
                              <a:latin typeface="Cambria Math" panose="02040503050406030204" pitchFamily="18" charset="0"/>
                            </a:rPr>
                            <m:t>𝒒</m:t>
                          </m:r>
                        </m:e>
                        <m:sup>
                          <m:r>
                            <a:rPr lang="en-US" sz="2800" b="1" i="1" smtClean="0">
                              <a:solidFill>
                                <a:schemeClr val="accent6">
                                  <a:lumMod val="75000"/>
                                </a:schemeClr>
                              </a:solidFill>
                              <a:latin typeface="Cambria Math" panose="02040503050406030204" pitchFamily="18" charset="0"/>
                            </a:rPr>
                            <m:t>𝟐</m:t>
                          </m:r>
                        </m:sup>
                      </m:sSup>
                      <m:r>
                        <a:rPr lang="en-US" sz="2800" b="1" i="1" smtClean="0">
                          <a:solidFill>
                            <a:schemeClr val="accent6">
                              <a:lumMod val="75000"/>
                            </a:schemeClr>
                          </a:solidFill>
                          <a:latin typeface="Cambria Math" panose="02040503050406030204" pitchFamily="18" charset="0"/>
                        </a:rPr>
                        <m:t>+</m:t>
                      </m:r>
                      <m:r>
                        <a:rPr lang="en-US" sz="2800" b="1" i="1" smtClean="0">
                          <a:solidFill>
                            <a:schemeClr val="accent6">
                              <a:lumMod val="75000"/>
                            </a:schemeClr>
                          </a:solidFill>
                          <a:latin typeface="Cambria Math" panose="02040503050406030204" pitchFamily="18" charset="0"/>
                        </a:rPr>
                        <m:t>𝟖</m:t>
                      </m:r>
                      <m:r>
                        <a:rPr lang="en-US" sz="2800" b="1" i="1" smtClean="0">
                          <a:solidFill>
                            <a:schemeClr val="accent6">
                              <a:lumMod val="75000"/>
                            </a:schemeClr>
                          </a:solidFill>
                          <a:latin typeface="Cambria Math" panose="02040503050406030204" pitchFamily="18" charset="0"/>
                        </a:rPr>
                        <m:t>𝒒</m:t>
                      </m:r>
                      <m:r>
                        <a:rPr lang="en-US" sz="2800" b="1" i="1" smtClean="0">
                          <a:solidFill>
                            <a:schemeClr val="accent6">
                              <a:lumMod val="75000"/>
                            </a:schemeClr>
                          </a:solidFill>
                          <a:latin typeface="Cambria Math" panose="02040503050406030204" pitchFamily="18" charset="0"/>
                        </a:rPr>
                        <m:t>+</m:t>
                      </m:r>
                      <m:r>
                        <a:rPr lang="en-US" sz="2800" b="1" i="1" smtClean="0">
                          <a:solidFill>
                            <a:schemeClr val="accent6">
                              <a:lumMod val="75000"/>
                            </a:schemeClr>
                          </a:solidFill>
                          <a:latin typeface="Cambria Math" panose="02040503050406030204" pitchFamily="18" charset="0"/>
                        </a:rPr>
                        <m:t>𝟓</m:t>
                      </m:r>
                    </m:oMath>
                  </m:oMathPara>
                </a14:m>
                <a:endParaRPr lang="ar-AE" sz="2800" dirty="0">
                  <a:solidFill>
                    <a:schemeClr val="accent6">
                      <a:lumMod val="75000"/>
                    </a:schemeClr>
                  </a:solidFill>
                  <a:latin typeface="Times New Roman" panose="02020603050405020304" pitchFamily="18" charset="0"/>
                  <a:cs typeface="Times New Roman" panose="02020603050405020304" pitchFamily="18" charset="0"/>
                </a:endParaRPr>
              </a:p>
            </p:txBody>
          </p:sp>
        </mc:Choice>
        <mc:Fallback xmlns="">
          <p:sp>
            <p:nvSpPr>
              <p:cNvPr id="21" name="17. Hence,   edp  =   AR / (AR - MR)">
                <a:extLst>
                  <a:ext uri="{FF2B5EF4-FFF2-40B4-BE49-F238E27FC236}">
                    <a16:creationId xmlns:a16="http://schemas.microsoft.com/office/drawing/2014/main" id="{C16C8BBB-3311-7C45-97FC-3062DE5F5F5B}"/>
                  </a:ext>
                </a:extLst>
              </p:cNvPr>
              <p:cNvSpPr txBox="1">
                <a:spLocks noRot="1" noChangeAspect="1" noMove="1" noResize="1" noEditPoints="1" noAdjustHandles="1" noChangeArrowheads="1" noChangeShapeType="1" noTextEdit="1"/>
              </p:cNvSpPr>
              <p:nvPr/>
            </p:nvSpPr>
            <p:spPr>
              <a:xfrm>
                <a:off x="6669143" y="481236"/>
                <a:ext cx="5596241" cy="826987"/>
              </a:xfrm>
              <a:prstGeom prst="rect">
                <a:avLst/>
              </a:prstGeom>
              <a:blipFill>
                <a:blip r:embed="rId3"/>
                <a:stretch>
                  <a:fillRect l="-1361" b="-20896"/>
                </a:stretch>
              </a:blipFill>
              <a:ln w="12700">
                <a:miter lim="400000"/>
              </a:ln>
              <a:extLst>
                <a:ext uri="{C572A759-6A51-4108-AA02-DFA0A04FC94B}">
                  <ma14:wrappingTextBoxFlag xmlns:m="http://schemas.openxmlformats.org/officeDocument/2006/math" xmlns:ma14="http://schemas.microsoft.com/office/mac/drawingml/2011/main" xmlns="" xmlns:a14="http://schemas.microsoft.com/office/drawing/2010/main"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17. Hence,   edp  =   AR / (AR - MR)">
                <a:extLst>
                  <a:ext uri="{FF2B5EF4-FFF2-40B4-BE49-F238E27FC236}">
                    <a16:creationId xmlns:a16="http://schemas.microsoft.com/office/drawing/2014/main" id="{1E7873C3-B054-664F-A2D8-B36E6A253B7D}"/>
                  </a:ext>
                </a:extLst>
              </p:cNvPr>
              <p:cNvSpPr txBox="1"/>
              <p:nvPr/>
            </p:nvSpPr>
            <p:spPr>
              <a:xfrm>
                <a:off x="408474" y="1477594"/>
                <a:ext cx="5515248" cy="826987"/>
              </a:xfrm>
              <a:prstGeom prst="rect">
                <a:avLst/>
              </a:prstGeom>
              <a:solidFill>
                <a:schemeClr val="accent1">
                  <a:lumMod val="20000"/>
                  <a:lumOff val="80000"/>
                </a:schemeClr>
              </a:solidFill>
              <a:ln w="12700">
                <a:miter lim="400000"/>
              </a:ln>
              <a:extLst>
                <a:ext uri="{C572A759-6A51-4108-AA02-DFA0A04FC94B}">
                  <ma14:wrappingTextBoxFlag xmlns:m="http://schemas.openxmlformats.org/officeDocument/2006/math" xmlns:ma14="http://schemas.microsoft.com/office/mac/drawingml/2011/main" xmlns="" val="1"/>
                </a:ext>
              </a:extLst>
            </p:spPr>
            <p:txBody>
              <a:bodyPr lIns="50800" tIns="50800" rIns="50800" bIns="50800" anchor="b">
                <a:noAutofit/>
              </a:bodyPr>
              <a:lstStyle/>
              <a:p>
                <a:pPr algn="l" defTabSz="496570">
                  <a:defRPr sz="2550" b="0">
                    <a:latin typeface="+mn-lt"/>
                    <a:ea typeface="+mn-ea"/>
                    <a:cs typeface="+mn-cs"/>
                    <a:sym typeface="Helvetica Neue Medium"/>
                  </a:defRPr>
                </a:pPr>
                <a14:m>
                  <m:oMathPara xmlns:m="http://schemas.openxmlformats.org/officeDocument/2006/math">
                    <m:oMathParaPr>
                      <m:jc m:val="left"/>
                    </m:oMathParaPr>
                    <m:oMath xmlns:m="http://schemas.openxmlformats.org/officeDocument/2006/math">
                      <m:r>
                        <a:rPr lang="en-US" sz="2800" b="1" i="1" smtClean="0">
                          <a:solidFill>
                            <a:schemeClr val="accent6">
                              <a:lumMod val="75000"/>
                            </a:schemeClr>
                          </a:solidFill>
                          <a:latin typeface="Cambria Math" panose="02040503050406030204" pitchFamily="18" charset="0"/>
                        </a:rPr>
                        <m:t>𝑻𝑹</m:t>
                      </m:r>
                      <m:r>
                        <a:rPr lang="en-US" sz="2800" b="1" i="1" smtClean="0">
                          <a:solidFill>
                            <a:schemeClr val="accent6">
                              <a:lumMod val="75000"/>
                            </a:schemeClr>
                          </a:solidFill>
                          <a:latin typeface="Cambria Math" panose="02040503050406030204" pitchFamily="18" charset="0"/>
                        </a:rPr>
                        <m:t> </m:t>
                      </m:r>
                      <m:r>
                        <a:rPr lang="en-US" sz="2800" b="1" i="1" smtClean="0">
                          <a:solidFill>
                            <a:schemeClr val="accent6">
                              <a:lumMod val="75000"/>
                            </a:schemeClr>
                          </a:solidFill>
                          <a:latin typeface="Cambria Math" panose="02040503050406030204" pitchFamily="18" charset="0"/>
                        </a:rPr>
                        <m:t>𝑭𝒖𝒏𝒄𝒕𝒊𝒐𝒏</m:t>
                      </m:r>
                      <m:r>
                        <a:rPr lang="en-US" sz="2800" b="1" i="1" smtClean="0">
                          <a:solidFill>
                            <a:schemeClr val="accent6">
                              <a:lumMod val="75000"/>
                            </a:schemeClr>
                          </a:solidFill>
                          <a:latin typeface="Cambria Math" panose="02040503050406030204" pitchFamily="18" charset="0"/>
                        </a:rPr>
                        <m:t>:</m:t>
                      </m:r>
                      <m:r>
                        <a:rPr lang="en-US" sz="2800" i="1">
                          <a:solidFill>
                            <a:schemeClr val="accent6">
                              <a:lumMod val="75000"/>
                            </a:schemeClr>
                          </a:solidFill>
                          <a:latin typeface="Cambria Math" panose="02040503050406030204" pitchFamily="18" charset="0"/>
                          <a:sym typeface="Helvetica Neue Medium"/>
                        </a:rPr>
                        <m:t>𝑹</m:t>
                      </m:r>
                      <m:r>
                        <a:rPr lang="en-US" sz="2800" i="1">
                          <a:solidFill>
                            <a:schemeClr val="accent6">
                              <a:lumMod val="75000"/>
                            </a:schemeClr>
                          </a:solidFill>
                          <a:latin typeface="Cambria Math" panose="02040503050406030204" pitchFamily="18" charset="0"/>
                          <a:sym typeface="Helvetica Neue Medium"/>
                        </a:rPr>
                        <m:t>=</m:t>
                      </m:r>
                      <m:r>
                        <a:rPr lang="en-US" sz="2800" i="1">
                          <a:solidFill>
                            <a:schemeClr val="accent6">
                              <a:lumMod val="75000"/>
                            </a:schemeClr>
                          </a:solidFill>
                          <a:latin typeface="Cambria Math" panose="02040503050406030204" pitchFamily="18" charset="0"/>
                          <a:sym typeface="Helvetica Neue Medium"/>
                        </a:rPr>
                        <m:t>𝟑𝟐</m:t>
                      </m:r>
                      <m:r>
                        <a:rPr lang="en-US" sz="2800" i="1">
                          <a:solidFill>
                            <a:schemeClr val="accent6">
                              <a:lumMod val="75000"/>
                            </a:schemeClr>
                          </a:solidFill>
                          <a:latin typeface="Cambria Math" panose="02040503050406030204" pitchFamily="18" charset="0"/>
                          <a:sym typeface="Helvetica Neue Medium"/>
                        </a:rPr>
                        <m:t>𝒒</m:t>
                      </m:r>
                      <m:r>
                        <a:rPr lang="en-US" sz="2800" i="1">
                          <a:solidFill>
                            <a:schemeClr val="accent6">
                              <a:lumMod val="75000"/>
                            </a:schemeClr>
                          </a:solidFill>
                          <a:latin typeface="Cambria Math" panose="02040503050406030204" pitchFamily="18" charset="0"/>
                          <a:sym typeface="Helvetica Neue Medium"/>
                        </a:rPr>
                        <m:t> −</m:t>
                      </m:r>
                      <m:r>
                        <a:rPr lang="en-US" sz="2800" i="1">
                          <a:solidFill>
                            <a:schemeClr val="accent6">
                              <a:lumMod val="75000"/>
                            </a:schemeClr>
                          </a:solidFill>
                          <a:latin typeface="Cambria Math" panose="02040503050406030204" pitchFamily="18" charset="0"/>
                          <a:sym typeface="Helvetica Neue Medium"/>
                        </a:rPr>
                        <m:t>𝟑</m:t>
                      </m:r>
                      <m:r>
                        <a:rPr lang="en-US" sz="2800" i="1">
                          <a:solidFill>
                            <a:schemeClr val="accent6">
                              <a:lumMod val="75000"/>
                            </a:schemeClr>
                          </a:solidFill>
                          <a:latin typeface="Cambria Math" panose="02040503050406030204" pitchFamily="18" charset="0"/>
                          <a:sym typeface="Helvetica Neue Medium"/>
                        </a:rPr>
                        <m:t>𝒒</m:t>
                      </m:r>
                      <m:r>
                        <a:rPr lang="en-US" sz="2800" i="1">
                          <a:solidFill>
                            <a:schemeClr val="accent6">
                              <a:lumMod val="75000"/>
                            </a:schemeClr>
                          </a:solidFill>
                          <a:latin typeface="Cambria Math" panose="02040503050406030204" pitchFamily="18" charset="0"/>
                          <a:sym typeface="Helvetica Neue Medium"/>
                        </a:rPr>
                        <m:t>^</m:t>
                      </m:r>
                      <m:r>
                        <a:rPr lang="en-US" sz="2800" i="1">
                          <a:solidFill>
                            <a:schemeClr val="accent6">
                              <a:lumMod val="75000"/>
                            </a:schemeClr>
                          </a:solidFill>
                          <a:latin typeface="Cambria Math" panose="02040503050406030204" pitchFamily="18" charset="0"/>
                          <a:sym typeface="Helvetica Neue Medium"/>
                        </a:rPr>
                        <m:t>𝟐</m:t>
                      </m:r>
                    </m:oMath>
                  </m:oMathPara>
                </a14:m>
                <a:endParaRPr lang="ar-AE" sz="2800" dirty="0">
                  <a:solidFill>
                    <a:schemeClr val="accent6">
                      <a:lumMod val="75000"/>
                    </a:schemeClr>
                  </a:solidFill>
                  <a:latin typeface="Times New Roman" panose="02020603050405020304" pitchFamily="18" charset="0"/>
                  <a:cs typeface="Times New Roman" panose="02020603050405020304" pitchFamily="18" charset="0"/>
                </a:endParaRPr>
              </a:p>
            </p:txBody>
          </p:sp>
        </mc:Choice>
        <mc:Fallback xmlns="">
          <p:sp>
            <p:nvSpPr>
              <p:cNvPr id="14" name="17. Hence,   edp  =   AR / (AR - MR)">
                <a:extLst>
                  <a:ext uri="{FF2B5EF4-FFF2-40B4-BE49-F238E27FC236}">
                    <a16:creationId xmlns:a16="http://schemas.microsoft.com/office/drawing/2014/main" id="{1E7873C3-B054-664F-A2D8-B36E6A253B7D}"/>
                  </a:ext>
                </a:extLst>
              </p:cNvPr>
              <p:cNvSpPr txBox="1">
                <a:spLocks noRot="1" noChangeAspect="1" noMove="1" noResize="1" noEditPoints="1" noAdjustHandles="1" noChangeArrowheads="1" noChangeShapeType="1" noTextEdit="1"/>
              </p:cNvSpPr>
              <p:nvPr/>
            </p:nvSpPr>
            <p:spPr>
              <a:xfrm>
                <a:off x="408474" y="1477594"/>
                <a:ext cx="5515248" cy="826987"/>
              </a:xfrm>
              <a:prstGeom prst="rect">
                <a:avLst/>
              </a:prstGeom>
              <a:blipFill>
                <a:blip r:embed="rId4"/>
                <a:stretch>
                  <a:fillRect l="-1379" b="-19697"/>
                </a:stretch>
              </a:blipFill>
              <a:ln w="12700">
                <a:miter lim="400000"/>
              </a:ln>
              <a:extLst>
                <a:ext uri="{C572A759-6A51-4108-AA02-DFA0A04FC94B}">
                  <ma14:wrappingTextBoxFlag xmlns:m="http://schemas.openxmlformats.org/officeDocument/2006/math" xmlns:ma14="http://schemas.microsoft.com/office/mac/drawingml/2011/main" xmlns="" xmlns:a14="http://schemas.microsoft.com/office/drawing/2010/main"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17. Hence,   edp  =   AR / (AR - MR)">
                <a:extLst>
                  <a:ext uri="{FF2B5EF4-FFF2-40B4-BE49-F238E27FC236}">
                    <a16:creationId xmlns:a16="http://schemas.microsoft.com/office/drawing/2014/main" id="{FE20E6D3-286C-414C-95C5-DBDCB0012CDF}"/>
                  </a:ext>
                </a:extLst>
              </p:cNvPr>
              <p:cNvSpPr txBox="1"/>
              <p:nvPr/>
            </p:nvSpPr>
            <p:spPr>
              <a:xfrm>
                <a:off x="408474" y="2368374"/>
                <a:ext cx="4879143" cy="826987"/>
              </a:xfrm>
              <a:prstGeom prst="rect">
                <a:avLst/>
              </a:prstGeom>
              <a:solidFill>
                <a:schemeClr val="accent1">
                  <a:lumMod val="20000"/>
                  <a:lumOff val="80000"/>
                </a:schemeClr>
              </a:solidFill>
              <a:ln w="12700">
                <a:miter lim="400000"/>
              </a:ln>
              <a:extLst>
                <a:ext uri="{C572A759-6A51-4108-AA02-DFA0A04FC94B}">
                  <ma14:wrappingTextBoxFlag xmlns:m="http://schemas.openxmlformats.org/officeDocument/2006/math" xmlns:ma14="http://schemas.microsoft.com/office/mac/drawingml/2011/main" xmlns="" val="1"/>
                </a:ext>
              </a:extLst>
            </p:spPr>
            <p:txBody>
              <a:bodyPr lIns="50800" tIns="50800" rIns="50800" bIns="50800" anchor="b">
                <a:noAutofit/>
              </a:bodyPr>
              <a:lstStyle/>
              <a:p>
                <a:pPr algn="l" defTabSz="496570">
                  <a:defRPr sz="2550" b="0">
                    <a:latin typeface="+mn-lt"/>
                    <a:ea typeface="+mn-ea"/>
                    <a:cs typeface="+mn-cs"/>
                    <a:sym typeface="Helvetica Neue Medium"/>
                  </a:defRPr>
                </a:pPr>
                <a14:m>
                  <m:oMathPara xmlns:m="http://schemas.openxmlformats.org/officeDocument/2006/math">
                    <m:oMathParaPr>
                      <m:jc m:val="left"/>
                    </m:oMathParaPr>
                    <m:oMath xmlns:m="http://schemas.openxmlformats.org/officeDocument/2006/math">
                      <m:r>
                        <a:rPr lang="en-US" sz="2800" b="1" i="1" smtClean="0">
                          <a:solidFill>
                            <a:schemeClr val="accent6">
                              <a:lumMod val="75000"/>
                            </a:schemeClr>
                          </a:solidFill>
                          <a:latin typeface="Cambria Math" panose="02040503050406030204" pitchFamily="18" charset="0"/>
                        </a:rPr>
                        <m:t>𝑴𝑹</m:t>
                      </m:r>
                      <m:r>
                        <a:rPr lang="en-US" sz="2800" b="1" i="1" smtClean="0">
                          <a:solidFill>
                            <a:schemeClr val="accent6">
                              <a:lumMod val="75000"/>
                            </a:schemeClr>
                          </a:solidFill>
                          <a:latin typeface="Cambria Math" panose="02040503050406030204" pitchFamily="18" charset="0"/>
                        </a:rPr>
                        <m:t> </m:t>
                      </m:r>
                      <m:r>
                        <a:rPr lang="en-US" sz="2800" b="1" i="1" smtClean="0">
                          <a:solidFill>
                            <a:schemeClr val="accent6">
                              <a:lumMod val="75000"/>
                            </a:schemeClr>
                          </a:solidFill>
                          <a:latin typeface="Cambria Math" panose="02040503050406030204" pitchFamily="18" charset="0"/>
                        </a:rPr>
                        <m:t>𝑭𝒖𝒏𝒄𝒕𝒊𝒐𝒏</m:t>
                      </m:r>
                      <m:r>
                        <a:rPr lang="en-US" sz="2800" b="1" i="1" smtClean="0">
                          <a:solidFill>
                            <a:schemeClr val="accent6">
                              <a:lumMod val="75000"/>
                            </a:schemeClr>
                          </a:solidFill>
                          <a:latin typeface="Cambria Math" panose="02040503050406030204" pitchFamily="18" charset="0"/>
                        </a:rPr>
                        <m:t>:   </m:t>
                      </m:r>
                      <m:r>
                        <a:rPr lang="en-US" sz="2800" b="1" i="1" smtClean="0">
                          <a:solidFill>
                            <a:schemeClr val="accent6">
                              <a:lumMod val="75000"/>
                            </a:schemeClr>
                          </a:solidFill>
                          <a:latin typeface="Cambria Math" panose="02040503050406030204" pitchFamily="18" charset="0"/>
                        </a:rPr>
                        <m:t>𝑹</m:t>
                      </m:r>
                      <m:r>
                        <a:rPr lang="en-US" sz="2800" b="1" i="1" smtClean="0">
                          <a:solidFill>
                            <a:schemeClr val="accent6">
                              <a:lumMod val="75000"/>
                            </a:schemeClr>
                          </a:solidFill>
                          <a:latin typeface="Cambria Math" panose="02040503050406030204" pitchFamily="18" charset="0"/>
                        </a:rPr>
                        <m:t>′=</m:t>
                      </m:r>
                      <m:r>
                        <a:rPr lang="en-US" sz="2800" b="1" i="1" smtClean="0">
                          <a:solidFill>
                            <a:schemeClr val="accent6">
                              <a:lumMod val="75000"/>
                            </a:schemeClr>
                          </a:solidFill>
                          <a:latin typeface="Cambria Math" panose="02040503050406030204" pitchFamily="18" charset="0"/>
                        </a:rPr>
                        <m:t>𝟑𝟐</m:t>
                      </m:r>
                      <m:r>
                        <a:rPr lang="en-US" sz="2800" b="1" i="1" smtClean="0">
                          <a:solidFill>
                            <a:schemeClr val="accent6">
                              <a:lumMod val="75000"/>
                            </a:schemeClr>
                          </a:solidFill>
                          <a:latin typeface="Cambria Math" panose="02040503050406030204" pitchFamily="18" charset="0"/>
                        </a:rPr>
                        <m:t> −</m:t>
                      </m:r>
                      <m:r>
                        <a:rPr lang="en-US" sz="2800" b="1" i="1" smtClean="0">
                          <a:solidFill>
                            <a:schemeClr val="accent6">
                              <a:lumMod val="75000"/>
                            </a:schemeClr>
                          </a:solidFill>
                          <a:latin typeface="Cambria Math" panose="02040503050406030204" pitchFamily="18" charset="0"/>
                        </a:rPr>
                        <m:t>𝟔</m:t>
                      </m:r>
                      <m:r>
                        <a:rPr lang="en-US" sz="2800" b="1" i="1" smtClean="0">
                          <a:solidFill>
                            <a:schemeClr val="accent6">
                              <a:lumMod val="75000"/>
                            </a:schemeClr>
                          </a:solidFill>
                          <a:latin typeface="Cambria Math" panose="02040503050406030204" pitchFamily="18" charset="0"/>
                        </a:rPr>
                        <m:t>𝒒</m:t>
                      </m:r>
                    </m:oMath>
                  </m:oMathPara>
                </a14:m>
                <a:endParaRPr lang="ar-AE" sz="2800" dirty="0">
                  <a:solidFill>
                    <a:schemeClr val="accent6">
                      <a:lumMod val="75000"/>
                    </a:schemeClr>
                  </a:solidFill>
                  <a:latin typeface="Times New Roman" panose="02020603050405020304" pitchFamily="18" charset="0"/>
                  <a:cs typeface="Times New Roman" panose="02020603050405020304" pitchFamily="18" charset="0"/>
                </a:endParaRPr>
              </a:p>
            </p:txBody>
          </p:sp>
        </mc:Choice>
        <mc:Fallback xmlns="">
          <p:sp>
            <p:nvSpPr>
              <p:cNvPr id="15" name="17. Hence,   edp  =   AR / (AR - MR)">
                <a:extLst>
                  <a:ext uri="{FF2B5EF4-FFF2-40B4-BE49-F238E27FC236}">
                    <a16:creationId xmlns:a16="http://schemas.microsoft.com/office/drawing/2014/main" id="{FE20E6D3-286C-414C-95C5-DBDCB0012CDF}"/>
                  </a:ext>
                </a:extLst>
              </p:cNvPr>
              <p:cNvSpPr txBox="1">
                <a:spLocks noRot="1" noChangeAspect="1" noMove="1" noResize="1" noEditPoints="1" noAdjustHandles="1" noChangeArrowheads="1" noChangeShapeType="1" noTextEdit="1"/>
              </p:cNvSpPr>
              <p:nvPr/>
            </p:nvSpPr>
            <p:spPr>
              <a:xfrm>
                <a:off x="408474" y="2368374"/>
                <a:ext cx="4879143" cy="826987"/>
              </a:xfrm>
              <a:prstGeom prst="rect">
                <a:avLst/>
              </a:prstGeom>
              <a:blipFill>
                <a:blip r:embed="rId5"/>
                <a:stretch>
                  <a:fillRect l="-1558" r="-5195" b="-21212"/>
                </a:stretch>
              </a:blipFill>
              <a:ln w="12700">
                <a:miter lim="400000"/>
              </a:ln>
              <a:extLst>
                <a:ext uri="{C572A759-6A51-4108-AA02-DFA0A04FC94B}">
                  <ma14:wrappingTextBoxFlag xmlns:m="http://schemas.openxmlformats.org/officeDocument/2006/math" xmlns:ma14="http://schemas.microsoft.com/office/mac/drawingml/2011/main" xmlns="" xmlns:a14="http://schemas.microsoft.com/office/drawing/2010/main"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17. Hence,   edp  =   AR / (AR - MR)">
                <a:extLst>
                  <a:ext uri="{FF2B5EF4-FFF2-40B4-BE49-F238E27FC236}">
                    <a16:creationId xmlns:a16="http://schemas.microsoft.com/office/drawing/2014/main" id="{2621B11C-8E27-DA48-AB5C-6D61FE301791}"/>
                  </a:ext>
                </a:extLst>
              </p:cNvPr>
              <p:cNvSpPr txBox="1"/>
              <p:nvPr/>
            </p:nvSpPr>
            <p:spPr>
              <a:xfrm>
                <a:off x="6669143" y="1477593"/>
                <a:ext cx="5596241" cy="826987"/>
              </a:xfrm>
              <a:prstGeom prst="rect">
                <a:avLst/>
              </a:prstGeom>
              <a:solidFill>
                <a:schemeClr val="accent3">
                  <a:lumMod val="40000"/>
                  <a:lumOff val="60000"/>
                </a:schemeClr>
              </a:solidFill>
              <a:ln w="12700">
                <a:miter lim="400000"/>
              </a:ln>
              <a:extLst>
                <a:ext uri="{C572A759-6A51-4108-AA02-DFA0A04FC94B}">
                  <ma14:wrappingTextBoxFlag xmlns:m="http://schemas.openxmlformats.org/officeDocument/2006/math" xmlns:ma14="http://schemas.microsoft.com/office/mac/drawingml/2011/main" xmlns="" val="1"/>
                </a:ext>
              </a:extLst>
            </p:spPr>
            <p:txBody>
              <a:bodyPr lIns="50800" tIns="50800" rIns="50800" bIns="50800" anchor="b">
                <a:noAutofit/>
              </a:bodyPr>
              <a:lstStyle/>
              <a:p>
                <a:pPr algn="l" defTabSz="496570">
                  <a:defRPr sz="2550" b="0">
                    <a:latin typeface="+mn-lt"/>
                    <a:ea typeface="+mn-ea"/>
                    <a:cs typeface="+mn-cs"/>
                    <a:sym typeface="Helvetica Neue Medium"/>
                  </a:defRPr>
                </a:pPr>
                <a14:m>
                  <m:oMath xmlns:m="http://schemas.openxmlformats.org/officeDocument/2006/math">
                    <m:r>
                      <a:rPr lang="en-US" sz="2800" b="1" i="1" smtClean="0">
                        <a:solidFill>
                          <a:schemeClr val="accent6">
                            <a:lumMod val="75000"/>
                          </a:schemeClr>
                        </a:solidFill>
                        <a:latin typeface="Cambria Math" panose="02040503050406030204" pitchFamily="18" charset="0"/>
                      </a:rPr>
                      <m:t>𝑨𝑪</m:t>
                    </m:r>
                    <m:r>
                      <a:rPr lang="en-US" sz="2800" b="1" i="1" smtClean="0">
                        <a:solidFill>
                          <a:schemeClr val="accent6">
                            <a:lumMod val="75000"/>
                          </a:schemeClr>
                        </a:solidFill>
                        <a:latin typeface="Cambria Math" panose="02040503050406030204" pitchFamily="18" charset="0"/>
                      </a:rPr>
                      <m:t> </m:t>
                    </m:r>
                    <m:r>
                      <a:rPr lang="en-US" sz="2800" b="1" i="1" smtClean="0">
                        <a:solidFill>
                          <a:schemeClr val="accent6">
                            <a:lumMod val="75000"/>
                          </a:schemeClr>
                        </a:solidFill>
                        <a:latin typeface="Cambria Math" panose="02040503050406030204" pitchFamily="18" charset="0"/>
                      </a:rPr>
                      <m:t>𝑭𝒖𝒏𝒄𝒕𝒊𝒐𝒏</m:t>
                    </m:r>
                    <m:r>
                      <a:rPr lang="en-US" sz="2800" b="1" i="1" smtClean="0">
                        <a:solidFill>
                          <a:schemeClr val="accent6">
                            <a:lumMod val="75000"/>
                          </a:schemeClr>
                        </a:solidFill>
                        <a:latin typeface="Cambria Math" panose="02040503050406030204" pitchFamily="18" charset="0"/>
                      </a:rPr>
                      <m:t>:   </m:t>
                    </m:r>
                    <m:r>
                      <a:rPr lang="en-US" sz="2800" b="1" i="1" smtClean="0">
                        <a:solidFill>
                          <a:schemeClr val="accent6">
                            <a:lumMod val="75000"/>
                          </a:schemeClr>
                        </a:solidFill>
                        <a:latin typeface="Cambria Math" panose="02040503050406030204" pitchFamily="18" charset="0"/>
                      </a:rPr>
                      <m:t>𝒄</m:t>
                    </m:r>
                    <m:r>
                      <a:rPr lang="en-US" sz="2800" b="1" i="1" smtClean="0">
                        <a:solidFill>
                          <a:schemeClr val="accent6">
                            <a:lumMod val="75000"/>
                          </a:schemeClr>
                        </a:solidFill>
                        <a:latin typeface="Cambria Math" panose="02040503050406030204" pitchFamily="18" charset="0"/>
                      </a:rPr>
                      <m:t>=</m:t>
                    </m:r>
                    <m:r>
                      <a:rPr lang="en-US" sz="2800" b="1" i="1" smtClean="0">
                        <a:solidFill>
                          <a:schemeClr val="accent6">
                            <a:lumMod val="75000"/>
                          </a:schemeClr>
                        </a:solidFill>
                        <a:latin typeface="Cambria Math" panose="02040503050406030204" pitchFamily="18" charset="0"/>
                      </a:rPr>
                      <m:t>𝒒</m:t>
                    </m:r>
                    <m:r>
                      <a:rPr lang="en-US" sz="2800" b="1" i="1" smtClean="0">
                        <a:solidFill>
                          <a:schemeClr val="accent6">
                            <a:lumMod val="75000"/>
                          </a:schemeClr>
                        </a:solidFill>
                        <a:latin typeface="Cambria Math" panose="02040503050406030204" pitchFamily="18" charset="0"/>
                      </a:rPr>
                      <m:t>+</m:t>
                    </m:r>
                    <m:r>
                      <a:rPr lang="en-US" sz="2800" b="1" i="1" smtClean="0">
                        <a:solidFill>
                          <a:schemeClr val="accent6">
                            <a:lumMod val="75000"/>
                          </a:schemeClr>
                        </a:solidFill>
                        <a:latin typeface="Cambria Math" panose="02040503050406030204" pitchFamily="18" charset="0"/>
                      </a:rPr>
                      <m:t>𝟖</m:t>
                    </m:r>
                    <m:r>
                      <a:rPr lang="en-US" sz="2800" b="1" i="1" smtClean="0">
                        <a:solidFill>
                          <a:schemeClr val="accent6">
                            <a:lumMod val="75000"/>
                          </a:schemeClr>
                        </a:solidFill>
                        <a:latin typeface="Cambria Math" panose="02040503050406030204" pitchFamily="18" charset="0"/>
                      </a:rPr>
                      <m:t>+</m:t>
                    </m:r>
                    <m:r>
                      <a:rPr lang="en-US" sz="2800" b="1" i="1" smtClean="0">
                        <a:solidFill>
                          <a:schemeClr val="accent6">
                            <a:lumMod val="75000"/>
                          </a:schemeClr>
                        </a:solidFill>
                        <a:latin typeface="Cambria Math" panose="02040503050406030204" pitchFamily="18" charset="0"/>
                      </a:rPr>
                      <m:t>𝟓</m:t>
                    </m:r>
                  </m:oMath>
                </a14:m>
                <a:r>
                  <a:rPr lang="en-US" sz="2800" dirty="0">
                    <a:solidFill>
                      <a:schemeClr val="accent6">
                        <a:lumMod val="75000"/>
                      </a:schemeClr>
                    </a:solidFill>
                    <a:latin typeface="Times New Roman" panose="02020603050405020304" pitchFamily="18" charset="0"/>
                    <a:cs typeface="Times New Roman" panose="02020603050405020304" pitchFamily="18" charset="0"/>
                  </a:rPr>
                  <a:t>/ q</a:t>
                </a:r>
              </a:p>
            </p:txBody>
          </p:sp>
        </mc:Choice>
        <mc:Fallback xmlns="">
          <p:sp>
            <p:nvSpPr>
              <p:cNvPr id="22" name="17. Hence,   edp  =   AR / (AR - MR)">
                <a:extLst>
                  <a:ext uri="{FF2B5EF4-FFF2-40B4-BE49-F238E27FC236}">
                    <a16:creationId xmlns:a16="http://schemas.microsoft.com/office/drawing/2014/main" id="{2621B11C-8E27-DA48-AB5C-6D61FE301791}"/>
                  </a:ext>
                </a:extLst>
              </p:cNvPr>
              <p:cNvSpPr txBox="1">
                <a:spLocks noRot="1" noChangeAspect="1" noMove="1" noResize="1" noEditPoints="1" noAdjustHandles="1" noChangeArrowheads="1" noChangeShapeType="1" noTextEdit="1"/>
              </p:cNvSpPr>
              <p:nvPr/>
            </p:nvSpPr>
            <p:spPr>
              <a:xfrm>
                <a:off x="6669143" y="1477593"/>
                <a:ext cx="5596241" cy="826987"/>
              </a:xfrm>
              <a:prstGeom prst="rect">
                <a:avLst/>
              </a:prstGeom>
              <a:blipFill>
                <a:blip r:embed="rId6"/>
                <a:stretch>
                  <a:fillRect l="-1361" b="-19697"/>
                </a:stretch>
              </a:blipFill>
              <a:ln w="12700">
                <a:miter lim="400000"/>
              </a:ln>
              <a:extLst>
                <a:ext uri="{C572A759-6A51-4108-AA02-DFA0A04FC94B}">
                  <ma14:wrappingTextBoxFlag xmlns:m="http://schemas.openxmlformats.org/officeDocument/2006/math" xmlns:ma14="http://schemas.microsoft.com/office/mac/drawingml/2011/main" xmlns="" xmlns:a14="http://schemas.microsoft.com/office/drawing/2010/main"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17. Hence,   edp  =   AR / (AR - MR)">
                <a:extLst>
                  <a:ext uri="{FF2B5EF4-FFF2-40B4-BE49-F238E27FC236}">
                    <a16:creationId xmlns:a16="http://schemas.microsoft.com/office/drawing/2014/main" id="{71C6827D-F8AD-F34A-BCCA-F831BB400DDC}"/>
                  </a:ext>
                </a:extLst>
              </p:cNvPr>
              <p:cNvSpPr txBox="1"/>
              <p:nvPr/>
            </p:nvSpPr>
            <p:spPr>
              <a:xfrm>
                <a:off x="6669143" y="2390986"/>
                <a:ext cx="5596241" cy="826987"/>
              </a:xfrm>
              <a:prstGeom prst="rect">
                <a:avLst/>
              </a:prstGeom>
              <a:solidFill>
                <a:schemeClr val="accent3">
                  <a:lumMod val="40000"/>
                  <a:lumOff val="60000"/>
                </a:schemeClr>
              </a:solidFill>
              <a:ln w="12700">
                <a:miter lim="400000"/>
              </a:ln>
              <a:extLst>
                <a:ext uri="{C572A759-6A51-4108-AA02-DFA0A04FC94B}">
                  <ma14:wrappingTextBoxFlag xmlns:m="http://schemas.openxmlformats.org/officeDocument/2006/math" xmlns:ma14="http://schemas.microsoft.com/office/mac/drawingml/2011/main" xmlns="" val="1"/>
                </a:ext>
              </a:extLst>
            </p:spPr>
            <p:txBody>
              <a:bodyPr lIns="50800" tIns="50800" rIns="50800" bIns="50800" anchor="b">
                <a:noAutofit/>
              </a:bodyPr>
              <a:lstStyle/>
              <a:p>
                <a:pPr algn="l" defTabSz="496570">
                  <a:defRPr sz="2550" b="0">
                    <a:latin typeface="+mn-lt"/>
                    <a:ea typeface="+mn-ea"/>
                    <a:cs typeface="+mn-cs"/>
                    <a:sym typeface="Helvetica Neue Medium"/>
                  </a:defRPr>
                </a:pPr>
                <a14:m>
                  <m:oMathPara xmlns:m="http://schemas.openxmlformats.org/officeDocument/2006/math">
                    <m:oMathParaPr>
                      <m:jc m:val="left"/>
                    </m:oMathParaPr>
                    <m:oMath xmlns:m="http://schemas.openxmlformats.org/officeDocument/2006/math">
                      <m:r>
                        <a:rPr lang="en-US" sz="2800" b="1" i="1" smtClean="0">
                          <a:solidFill>
                            <a:schemeClr val="accent6">
                              <a:lumMod val="75000"/>
                            </a:schemeClr>
                          </a:solidFill>
                          <a:latin typeface="Cambria Math" panose="02040503050406030204" pitchFamily="18" charset="0"/>
                        </a:rPr>
                        <m:t>𝑴𝑪</m:t>
                      </m:r>
                      <m:r>
                        <a:rPr lang="en-US" sz="2800" b="1" i="1" smtClean="0">
                          <a:solidFill>
                            <a:schemeClr val="accent6">
                              <a:lumMod val="75000"/>
                            </a:schemeClr>
                          </a:solidFill>
                          <a:latin typeface="Cambria Math" panose="02040503050406030204" pitchFamily="18" charset="0"/>
                        </a:rPr>
                        <m:t> </m:t>
                      </m:r>
                      <m:r>
                        <a:rPr lang="en-US" sz="2800" b="1" i="1" smtClean="0">
                          <a:solidFill>
                            <a:schemeClr val="accent6">
                              <a:lumMod val="75000"/>
                            </a:schemeClr>
                          </a:solidFill>
                          <a:latin typeface="Cambria Math" panose="02040503050406030204" pitchFamily="18" charset="0"/>
                        </a:rPr>
                        <m:t>𝑭𝒖𝒏𝒄𝒕𝒊𝒐𝒏</m:t>
                      </m:r>
                      <m:r>
                        <a:rPr lang="en-US" sz="2800" b="1" i="1" smtClean="0">
                          <a:solidFill>
                            <a:schemeClr val="accent6">
                              <a:lumMod val="75000"/>
                            </a:schemeClr>
                          </a:solidFill>
                          <a:latin typeface="Cambria Math" panose="02040503050406030204" pitchFamily="18" charset="0"/>
                        </a:rPr>
                        <m:t>:   </m:t>
                      </m:r>
                      <m:r>
                        <a:rPr lang="en-US" sz="2800" b="1" i="1" smtClean="0">
                          <a:solidFill>
                            <a:schemeClr val="accent6">
                              <a:lumMod val="75000"/>
                            </a:schemeClr>
                          </a:solidFill>
                          <a:latin typeface="Cambria Math" panose="02040503050406030204" pitchFamily="18" charset="0"/>
                        </a:rPr>
                        <m:t>𝑪</m:t>
                      </m:r>
                      <m:r>
                        <a:rPr lang="en-US" sz="2800" b="1" i="1" smtClean="0">
                          <a:solidFill>
                            <a:schemeClr val="accent6">
                              <a:lumMod val="75000"/>
                            </a:schemeClr>
                          </a:solidFill>
                          <a:latin typeface="Cambria Math" panose="02040503050406030204" pitchFamily="18" charset="0"/>
                        </a:rPr>
                        <m:t>′=</m:t>
                      </m:r>
                      <m:r>
                        <a:rPr lang="en-US" sz="2800" b="1" i="1" smtClean="0">
                          <a:solidFill>
                            <a:schemeClr val="accent6">
                              <a:lumMod val="75000"/>
                            </a:schemeClr>
                          </a:solidFill>
                          <a:latin typeface="Cambria Math" panose="02040503050406030204" pitchFamily="18" charset="0"/>
                        </a:rPr>
                        <m:t>𝟐</m:t>
                      </m:r>
                      <m:r>
                        <a:rPr lang="en-US" sz="2800" b="1" i="1" smtClean="0">
                          <a:solidFill>
                            <a:schemeClr val="accent6">
                              <a:lumMod val="75000"/>
                            </a:schemeClr>
                          </a:solidFill>
                          <a:latin typeface="Cambria Math" panose="02040503050406030204" pitchFamily="18" charset="0"/>
                        </a:rPr>
                        <m:t>𝒒</m:t>
                      </m:r>
                      <m:r>
                        <a:rPr lang="en-US" sz="2800" b="1" i="1" smtClean="0">
                          <a:solidFill>
                            <a:schemeClr val="accent6">
                              <a:lumMod val="75000"/>
                            </a:schemeClr>
                          </a:solidFill>
                          <a:latin typeface="Cambria Math" panose="02040503050406030204" pitchFamily="18" charset="0"/>
                        </a:rPr>
                        <m:t>+</m:t>
                      </m:r>
                      <m:r>
                        <a:rPr lang="en-US" sz="2800" b="1" i="1" smtClean="0">
                          <a:solidFill>
                            <a:schemeClr val="accent6">
                              <a:lumMod val="75000"/>
                            </a:schemeClr>
                          </a:solidFill>
                          <a:latin typeface="Cambria Math" panose="02040503050406030204" pitchFamily="18" charset="0"/>
                        </a:rPr>
                        <m:t>𝟖</m:t>
                      </m:r>
                    </m:oMath>
                  </m:oMathPara>
                </a14:m>
                <a:endParaRPr lang="ar-AE" sz="2800" dirty="0">
                  <a:solidFill>
                    <a:schemeClr val="accent6">
                      <a:lumMod val="75000"/>
                    </a:schemeClr>
                  </a:solidFill>
                  <a:latin typeface="Times New Roman" panose="02020603050405020304" pitchFamily="18" charset="0"/>
                  <a:cs typeface="Times New Roman" panose="02020603050405020304" pitchFamily="18" charset="0"/>
                </a:endParaRPr>
              </a:p>
            </p:txBody>
          </p:sp>
        </mc:Choice>
        <mc:Fallback xmlns="">
          <p:sp>
            <p:nvSpPr>
              <p:cNvPr id="27" name="17. Hence,   edp  =   AR / (AR - MR)">
                <a:extLst>
                  <a:ext uri="{FF2B5EF4-FFF2-40B4-BE49-F238E27FC236}">
                    <a16:creationId xmlns:a16="http://schemas.microsoft.com/office/drawing/2014/main" id="{71C6827D-F8AD-F34A-BCCA-F831BB400DDC}"/>
                  </a:ext>
                </a:extLst>
              </p:cNvPr>
              <p:cNvSpPr txBox="1">
                <a:spLocks noRot="1" noChangeAspect="1" noMove="1" noResize="1" noEditPoints="1" noAdjustHandles="1" noChangeArrowheads="1" noChangeShapeType="1" noTextEdit="1"/>
              </p:cNvSpPr>
              <p:nvPr/>
            </p:nvSpPr>
            <p:spPr>
              <a:xfrm>
                <a:off x="6669143" y="2390986"/>
                <a:ext cx="5596241" cy="826987"/>
              </a:xfrm>
              <a:prstGeom prst="rect">
                <a:avLst/>
              </a:prstGeom>
              <a:blipFill>
                <a:blip r:embed="rId7"/>
                <a:stretch>
                  <a:fillRect l="-1361" b="-19697"/>
                </a:stretch>
              </a:blipFill>
              <a:ln w="12700">
                <a:miter lim="400000"/>
              </a:ln>
              <a:extLst>
                <a:ext uri="{C572A759-6A51-4108-AA02-DFA0A04FC94B}">
                  <ma14:wrappingTextBoxFlag xmlns:m="http://schemas.openxmlformats.org/officeDocument/2006/math" xmlns:ma14="http://schemas.microsoft.com/office/mac/drawingml/2011/main" xmlns="" xmlns:a14="http://schemas.microsoft.com/office/drawing/2010/main"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17. Hence,   edp  =   AR / (AR - MR)">
                <a:extLst>
                  <a:ext uri="{FF2B5EF4-FFF2-40B4-BE49-F238E27FC236}">
                    <a16:creationId xmlns:a16="http://schemas.microsoft.com/office/drawing/2014/main" id="{4F96C689-0FF0-7446-9022-EE947C777A12}"/>
                  </a:ext>
                </a:extLst>
              </p:cNvPr>
              <p:cNvSpPr txBox="1"/>
              <p:nvPr/>
            </p:nvSpPr>
            <p:spPr>
              <a:xfrm>
                <a:off x="408474" y="3390470"/>
                <a:ext cx="7930854" cy="826987"/>
              </a:xfrm>
              <a:prstGeom prst="rect">
                <a:avLst/>
              </a:prstGeom>
              <a:solidFill>
                <a:schemeClr val="accent4">
                  <a:lumMod val="20000"/>
                  <a:lumOff val="80000"/>
                </a:schemeClr>
              </a:solidFill>
              <a:ln w="12700">
                <a:miter lim="400000"/>
              </a:ln>
              <a:extLst>
                <a:ext uri="{C572A759-6A51-4108-AA02-DFA0A04FC94B}">
                  <ma14:wrappingTextBoxFlag xmlns:m="http://schemas.openxmlformats.org/officeDocument/2006/math" xmlns:ma14="http://schemas.microsoft.com/office/mac/drawingml/2011/main" xmlns="" val="1"/>
                </a:ext>
              </a:extLst>
            </p:spPr>
            <p:txBody>
              <a:bodyPr lIns="50800" tIns="50800" rIns="50800" bIns="50800" anchor="b">
                <a:noAutofit/>
              </a:bodyPr>
              <a:lstStyle/>
              <a:p>
                <a:pPr algn="l" defTabSz="496570">
                  <a:defRPr sz="2550" b="0">
                    <a:latin typeface="+mn-lt"/>
                    <a:ea typeface="+mn-ea"/>
                    <a:cs typeface="+mn-cs"/>
                    <a:sym typeface="Helvetica Neue Medium"/>
                  </a:defRPr>
                </a:pPr>
                <a:r>
                  <a:rPr lang="en-US" sz="2800" b="1" dirty="0">
                    <a:solidFill>
                      <a:schemeClr val="accent6">
                        <a:lumMod val="75000"/>
                      </a:schemeClr>
                    </a:solidFill>
                  </a:rPr>
                  <a:t>Pie </a:t>
                </a:r>
                <a14:m>
                  <m:oMath xmlns:m="http://schemas.openxmlformats.org/officeDocument/2006/math">
                    <m:r>
                      <a:rPr lang="en-US" sz="2800" b="1" i="1" smtClean="0">
                        <a:solidFill>
                          <a:schemeClr val="accent6">
                            <a:lumMod val="75000"/>
                          </a:schemeClr>
                        </a:solidFill>
                        <a:latin typeface="Cambria Math" panose="02040503050406030204" pitchFamily="18" charset="0"/>
                      </a:rPr>
                      <m:t>𝑭𝒖𝒏𝒄𝒕𝒊𝒐𝒏</m:t>
                    </m:r>
                    <m:r>
                      <a:rPr lang="en-US" sz="2800" b="1" i="1" smtClean="0">
                        <a:solidFill>
                          <a:schemeClr val="accent6">
                            <a:lumMod val="75000"/>
                          </a:schemeClr>
                        </a:solidFill>
                        <a:latin typeface="Cambria Math" panose="02040503050406030204" pitchFamily="18" charset="0"/>
                      </a:rPr>
                      <m:t>:   −</m:t>
                    </m:r>
                    <m:r>
                      <a:rPr lang="en-US" sz="2800" b="1" i="1" smtClean="0">
                        <a:solidFill>
                          <a:schemeClr val="accent6">
                            <a:lumMod val="75000"/>
                          </a:schemeClr>
                        </a:solidFill>
                        <a:latin typeface="Cambria Math" panose="02040503050406030204" pitchFamily="18" charset="0"/>
                      </a:rPr>
                      <m:t>𝟒</m:t>
                    </m:r>
                    <m:r>
                      <a:rPr lang="en-US" sz="2800" b="1" i="1" smtClean="0">
                        <a:solidFill>
                          <a:schemeClr val="accent6">
                            <a:lumMod val="75000"/>
                          </a:schemeClr>
                        </a:solidFill>
                        <a:latin typeface="Cambria Math" panose="02040503050406030204" pitchFamily="18" charset="0"/>
                      </a:rPr>
                      <m:t>𝒒</m:t>
                    </m:r>
                    <m:r>
                      <a:rPr lang="en-US" sz="2800" b="1" i="1" smtClean="0">
                        <a:solidFill>
                          <a:schemeClr val="accent6">
                            <a:lumMod val="75000"/>
                          </a:schemeClr>
                        </a:solidFill>
                        <a:latin typeface="Cambria Math" panose="02040503050406030204" pitchFamily="18" charset="0"/>
                      </a:rPr>
                      <m:t>^</m:t>
                    </m:r>
                    <m:r>
                      <a:rPr lang="en-US" sz="2800" b="1" i="1" smtClean="0">
                        <a:solidFill>
                          <a:schemeClr val="accent6">
                            <a:lumMod val="75000"/>
                          </a:schemeClr>
                        </a:solidFill>
                        <a:latin typeface="Cambria Math" panose="02040503050406030204" pitchFamily="18" charset="0"/>
                      </a:rPr>
                      <m:t>𝟐</m:t>
                    </m:r>
                  </m:oMath>
                </a14:m>
                <a:r>
                  <a:rPr lang="en-US" sz="2800" dirty="0">
                    <a:solidFill>
                      <a:schemeClr val="accent6">
                        <a:lumMod val="75000"/>
                      </a:schemeClr>
                    </a:solidFill>
                    <a:latin typeface="Times New Roman" panose="02020603050405020304" pitchFamily="18" charset="0"/>
                    <a:cs typeface="Times New Roman" panose="02020603050405020304" pitchFamily="18" charset="0"/>
                  </a:rPr>
                  <a:t> +</a:t>
                </a:r>
                <a14:m>
                  <m:oMath xmlns:m="http://schemas.openxmlformats.org/officeDocument/2006/math">
                    <m:r>
                      <a:rPr lang="en-US" sz="2800" b="0" i="1" smtClean="0">
                        <a:solidFill>
                          <a:schemeClr val="accent6">
                            <a:lumMod val="75000"/>
                          </a:schemeClr>
                        </a:solidFill>
                        <a:latin typeface="Cambria Math" panose="02040503050406030204" pitchFamily="18" charset="0"/>
                        <a:sym typeface="Helvetica Neue Medium"/>
                      </a:rPr>
                      <m:t>24</m:t>
                    </m:r>
                    <m:r>
                      <a:rPr lang="en-US" sz="2800" i="1">
                        <a:solidFill>
                          <a:schemeClr val="accent6">
                            <a:lumMod val="75000"/>
                          </a:schemeClr>
                        </a:solidFill>
                        <a:latin typeface="Cambria Math" panose="02040503050406030204" pitchFamily="18" charset="0"/>
                        <a:sym typeface="Helvetica Neue Medium"/>
                      </a:rPr>
                      <m:t>𝒒</m:t>
                    </m:r>
                    <m:r>
                      <a:rPr lang="en-US" sz="2800" b="0" i="1" smtClean="0">
                        <a:solidFill>
                          <a:schemeClr val="accent6">
                            <a:lumMod val="75000"/>
                          </a:schemeClr>
                        </a:solidFill>
                        <a:latin typeface="Cambria Math" panose="02040503050406030204" pitchFamily="18" charset="0"/>
                        <a:sym typeface="Helvetica Neue Medium"/>
                      </a:rPr>
                      <m:t>−</m:t>
                    </m:r>
                    <m:r>
                      <a:rPr lang="en-US" sz="2800" i="1">
                        <a:solidFill>
                          <a:schemeClr val="accent6">
                            <a:lumMod val="75000"/>
                          </a:schemeClr>
                        </a:solidFill>
                        <a:latin typeface="Cambria Math" panose="02040503050406030204" pitchFamily="18" charset="0"/>
                        <a:sym typeface="Helvetica Neue Medium"/>
                      </a:rPr>
                      <m:t>𝟓</m:t>
                    </m:r>
                  </m:oMath>
                </a14:m>
                <a:endParaRPr lang="ar-AE" sz="2800" dirty="0">
                  <a:solidFill>
                    <a:schemeClr val="accent6">
                      <a:lumMod val="75000"/>
                    </a:schemeClr>
                  </a:solidFill>
                  <a:latin typeface="Times New Roman" panose="02020603050405020304" pitchFamily="18" charset="0"/>
                  <a:cs typeface="Times New Roman" panose="02020603050405020304" pitchFamily="18" charset="0"/>
                </a:endParaRPr>
              </a:p>
            </p:txBody>
          </p:sp>
        </mc:Choice>
        <mc:Fallback xmlns="">
          <p:sp>
            <p:nvSpPr>
              <p:cNvPr id="31" name="17. Hence,   edp  =   AR / (AR - MR)">
                <a:extLst>
                  <a:ext uri="{FF2B5EF4-FFF2-40B4-BE49-F238E27FC236}">
                    <a16:creationId xmlns:a16="http://schemas.microsoft.com/office/drawing/2014/main" id="{4F96C689-0FF0-7446-9022-EE947C777A12}"/>
                  </a:ext>
                </a:extLst>
              </p:cNvPr>
              <p:cNvSpPr txBox="1">
                <a:spLocks noRot="1" noChangeAspect="1" noMove="1" noResize="1" noEditPoints="1" noAdjustHandles="1" noChangeArrowheads="1" noChangeShapeType="1" noTextEdit="1"/>
              </p:cNvSpPr>
              <p:nvPr/>
            </p:nvSpPr>
            <p:spPr>
              <a:xfrm>
                <a:off x="408474" y="3390470"/>
                <a:ext cx="7930854" cy="826987"/>
              </a:xfrm>
              <a:prstGeom prst="rect">
                <a:avLst/>
              </a:prstGeom>
              <a:blipFill>
                <a:blip r:embed="rId8"/>
                <a:stretch>
                  <a:fillRect l="-2240" b="-19403"/>
                </a:stretch>
              </a:blipFill>
              <a:ln w="12700">
                <a:miter lim="400000"/>
              </a:ln>
              <a:extLst>
                <a:ext uri="{C572A759-6A51-4108-AA02-DFA0A04FC94B}">
                  <ma14:wrappingTextBoxFlag xmlns:m="http://schemas.openxmlformats.org/officeDocument/2006/math" xmlns:ma14="http://schemas.microsoft.com/office/mac/drawingml/2011/main" xmlns="" xmlns:a14="http://schemas.microsoft.com/office/drawing/2010/main"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17. Hence,   edp  =   AR / (AR - MR)">
                <a:extLst>
                  <a:ext uri="{FF2B5EF4-FFF2-40B4-BE49-F238E27FC236}">
                    <a16:creationId xmlns:a16="http://schemas.microsoft.com/office/drawing/2014/main" id="{C792491E-228B-0F47-87BE-D722F6E43500}"/>
                  </a:ext>
                </a:extLst>
              </p:cNvPr>
              <p:cNvSpPr txBox="1"/>
              <p:nvPr/>
            </p:nvSpPr>
            <p:spPr>
              <a:xfrm>
                <a:off x="433535" y="4516964"/>
                <a:ext cx="7930854" cy="826987"/>
              </a:xfrm>
              <a:prstGeom prst="rect">
                <a:avLst/>
              </a:prstGeom>
              <a:solidFill>
                <a:schemeClr val="accent4">
                  <a:lumMod val="20000"/>
                  <a:lumOff val="80000"/>
                </a:schemeClr>
              </a:solidFill>
              <a:ln w="12700">
                <a:miter lim="400000"/>
              </a:ln>
              <a:extLst>
                <a:ext uri="{C572A759-6A51-4108-AA02-DFA0A04FC94B}">
                  <ma14:wrappingTextBoxFlag xmlns:m="http://schemas.openxmlformats.org/officeDocument/2006/math" xmlns:ma14="http://schemas.microsoft.com/office/mac/drawingml/2011/main" xmlns="" val="1"/>
                </a:ext>
              </a:extLst>
            </p:spPr>
            <p:txBody>
              <a:bodyPr lIns="50800" tIns="50800" rIns="50800" bIns="50800" anchor="b">
                <a:noAutofit/>
              </a:bodyPr>
              <a:lstStyle/>
              <a:p>
                <a:pPr algn="l" defTabSz="496570">
                  <a:defRPr sz="2550" b="0">
                    <a:latin typeface="+mn-lt"/>
                    <a:ea typeface="+mn-ea"/>
                    <a:cs typeface="+mn-cs"/>
                    <a:sym typeface="Helvetica Neue Medium"/>
                  </a:defRPr>
                </a:pPr>
                <a:r>
                  <a:rPr lang="en-US" sz="2800" b="1" dirty="0">
                    <a:solidFill>
                      <a:schemeClr val="accent6">
                        <a:lumMod val="75000"/>
                      </a:schemeClr>
                    </a:solidFill>
                  </a:rPr>
                  <a:t>Pie’</a:t>
                </a:r>
                <a14:m>
                  <m:oMath xmlns:m="http://schemas.openxmlformats.org/officeDocument/2006/math">
                    <m:r>
                      <a:rPr lang="en-US" sz="2800" b="1" i="1" smtClean="0">
                        <a:solidFill>
                          <a:schemeClr val="accent6">
                            <a:lumMod val="75000"/>
                          </a:schemeClr>
                        </a:solidFill>
                        <a:latin typeface="Cambria Math" panose="02040503050406030204" pitchFamily="18" charset="0"/>
                      </a:rPr>
                      <m:t>=   −</m:t>
                    </m:r>
                    <m:r>
                      <a:rPr lang="en-US" sz="2800" b="1" i="1" smtClean="0">
                        <a:solidFill>
                          <a:schemeClr val="accent6">
                            <a:lumMod val="75000"/>
                          </a:schemeClr>
                        </a:solidFill>
                        <a:latin typeface="Cambria Math" panose="02040503050406030204" pitchFamily="18" charset="0"/>
                      </a:rPr>
                      <m:t>𝟖</m:t>
                    </m:r>
                    <m:r>
                      <a:rPr lang="en-US" sz="2800" b="1" i="1" smtClean="0">
                        <a:solidFill>
                          <a:schemeClr val="accent6">
                            <a:lumMod val="75000"/>
                          </a:schemeClr>
                        </a:solidFill>
                        <a:latin typeface="Cambria Math" panose="02040503050406030204" pitchFamily="18" charset="0"/>
                      </a:rPr>
                      <m:t>𝒒</m:t>
                    </m:r>
                  </m:oMath>
                </a14:m>
                <a:r>
                  <a:rPr lang="en-US" sz="2800" dirty="0">
                    <a:solidFill>
                      <a:schemeClr val="accent6">
                        <a:lumMod val="75000"/>
                      </a:schemeClr>
                    </a:solidFill>
                    <a:latin typeface="Times New Roman" panose="02020603050405020304" pitchFamily="18" charset="0"/>
                    <a:cs typeface="Times New Roman" panose="02020603050405020304" pitchFamily="18" charset="0"/>
                  </a:rPr>
                  <a:t> +</a:t>
                </a:r>
                <a14:m>
                  <m:oMath xmlns:m="http://schemas.openxmlformats.org/officeDocument/2006/math">
                    <m:r>
                      <a:rPr lang="en-US" sz="2800" b="0" i="1" smtClean="0">
                        <a:solidFill>
                          <a:schemeClr val="accent6">
                            <a:lumMod val="75000"/>
                          </a:schemeClr>
                        </a:solidFill>
                        <a:latin typeface="Cambria Math" panose="02040503050406030204" pitchFamily="18" charset="0"/>
                        <a:sym typeface="Helvetica Neue Medium"/>
                      </a:rPr>
                      <m:t>24=0        </m:t>
                    </m:r>
                    <m:r>
                      <a:rPr lang="en-US" sz="2800" b="0" i="1" smtClean="0">
                        <a:solidFill>
                          <a:schemeClr val="accent6">
                            <a:lumMod val="75000"/>
                          </a:schemeClr>
                        </a:solidFill>
                        <a:latin typeface="Cambria Math" panose="02040503050406030204" pitchFamily="18" charset="0"/>
                        <a:sym typeface="Helvetica Neue Medium"/>
                      </a:rPr>
                      <m:t>𝑠𝑜</m:t>
                    </m:r>
                    <m:r>
                      <a:rPr lang="en-US" sz="2800" b="0" i="1" smtClean="0">
                        <a:solidFill>
                          <a:schemeClr val="accent6">
                            <a:lumMod val="75000"/>
                          </a:schemeClr>
                        </a:solidFill>
                        <a:latin typeface="Cambria Math" panose="02040503050406030204" pitchFamily="18" charset="0"/>
                        <a:sym typeface="Helvetica Neue Medium"/>
                      </a:rPr>
                      <m:t> </m:t>
                    </m:r>
                    <m:r>
                      <a:rPr lang="en-US" sz="2800" b="0" i="1" smtClean="0">
                        <a:solidFill>
                          <a:schemeClr val="accent6">
                            <a:lumMod val="75000"/>
                          </a:schemeClr>
                        </a:solidFill>
                        <a:latin typeface="Cambria Math" panose="02040503050406030204" pitchFamily="18" charset="0"/>
                        <a:sym typeface="Helvetica Neue Medium"/>
                      </a:rPr>
                      <m:t>𝑞</m:t>
                    </m:r>
                    <m:r>
                      <a:rPr lang="en-US" sz="2800" b="0" i="1" smtClean="0">
                        <a:solidFill>
                          <a:schemeClr val="accent6">
                            <a:lumMod val="75000"/>
                          </a:schemeClr>
                        </a:solidFill>
                        <a:latin typeface="Cambria Math" panose="02040503050406030204" pitchFamily="18" charset="0"/>
                        <a:sym typeface="Helvetica Neue Medium"/>
                      </a:rPr>
                      <m:t>=   3 </m:t>
                    </m:r>
                    <m:r>
                      <a:rPr lang="en-US" sz="2800" b="0" i="1" smtClean="0">
                        <a:solidFill>
                          <a:schemeClr val="accent6">
                            <a:lumMod val="75000"/>
                          </a:schemeClr>
                        </a:solidFill>
                        <a:latin typeface="Cambria Math" panose="02040503050406030204" pitchFamily="18" charset="0"/>
                        <a:sym typeface="Helvetica Neue Medium"/>
                      </a:rPr>
                      <m:t>𝑢𝑛𝑖𝑡𝑠</m:t>
                    </m:r>
                  </m:oMath>
                </a14:m>
                <a:endParaRPr lang="ar-AE" sz="2800" dirty="0">
                  <a:solidFill>
                    <a:schemeClr val="accent6">
                      <a:lumMod val="75000"/>
                    </a:schemeClr>
                  </a:solidFill>
                  <a:latin typeface="Times New Roman" panose="02020603050405020304" pitchFamily="18" charset="0"/>
                  <a:cs typeface="Times New Roman" panose="02020603050405020304" pitchFamily="18" charset="0"/>
                </a:endParaRPr>
              </a:p>
            </p:txBody>
          </p:sp>
        </mc:Choice>
        <mc:Fallback xmlns="">
          <p:sp>
            <p:nvSpPr>
              <p:cNvPr id="18" name="17. Hence,   edp  =   AR / (AR - MR)">
                <a:extLst>
                  <a:ext uri="{FF2B5EF4-FFF2-40B4-BE49-F238E27FC236}">
                    <a16:creationId xmlns:a16="http://schemas.microsoft.com/office/drawing/2014/main" id="{C792491E-228B-0F47-87BE-D722F6E43500}"/>
                  </a:ext>
                </a:extLst>
              </p:cNvPr>
              <p:cNvSpPr txBox="1">
                <a:spLocks noRot="1" noChangeAspect="1" noMove="1" noResize="1" noEditPoints="1" noAdjustHandles="1" noChangeArrowheads="1" noChangeShapeType="1" noTextEdit="1"/>
              </p:cNvSpPr>
              <p:nvPr/>
            </p:nvSpPr>
            <p:spPr>
              <a:xfrm>
                <a:off x="433535" y="4516964"/>
                <a:ext cx="7930854" cy="826987"/>
              </a:xfrm>
              <a:prstGeom prst="rect">
                <a:avLst/>
              </a:prstGeom>
              <a:blipFill>
                <a:blip r:embed="rId9"/>
                <a:stretch>
                  <a:fillRect l="-2080" b="-21212"/>
                </a:stretch>
              </a:blipFill>
              <a:ln w="12700">
                <a:miter lim="400000"/>
              </a:ln>
              <a:extLst>
                <a:ext uri="{C572A759-6A51-4108-AA02-DFA0A04FC94B}">
                  <ma14:wrappingTextBoxFlag xmlns:m="http://schemas.openxmlformats.org/officeDocument/2006/math" xmlns:ma14="http://schemas.microsoft.com/office/mac/drawingml/2011/main" xmlns="" xmlns:a14="http://schemas.microsoft.com/office/drawing/2010/main"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268384B6-1425-504D-9AEA-B1012ECB1622}"/>
                  </a:ext>
                </a:extLst>
              </p:cNvPr>
              <p:cNvSpPr txBox="1"/>
              <p:nvPr/>
            </p:nvSpPr>
            <p:spPr>
              <a:xfrm>
                <a:off x="-172500" y="5927234"/>
                <a:ext cx="6501384"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14:m>
                  <m:oMath xmlns:m="http://schemas.openxmlformats.org/officeDocument/2006/math">
                    <m:r>
                      <a:rPr lang="en-US" sz="2400" b="1" i="1" smtClean="0">
                        <a:solidFill>
                          <a:schemeClr val="accent6">
                            <a:lumMod val="75000"/>
                          </a:schemeClr>
                        </a:solidFill>
                        <a:latin typeface="Cambria Math" panose="02040503050406030204" pitchFamily="18" charset="0"/>
                      </a:rPr>
                      <m:t>−</m:t>
                    </m:r>
                    <m:r>
                      <a:rPr lang="en-US" sz="2400" b="1" i="1" smtClean="0">
                        <a:solidFill>
                          <a:schemeClr val="accent6">
                            <a:lumMod val="75000"/>
                          </a:schemeClr>
                        </a:solidFill>
                        <a:latin typeface="Cambria Math" panose="02040503050406030204" pitchFamily="18" charset="0"/>
                      </a:rPr>
                      <m:t>𝟒</m:t>
                    </m:r>
                    <m:r>
                      <a:rPr lang="en-US" sz="2400" b="1" i="1" smtClean="0">
                        <a:solidFill>
                          <a:schemeClr val="accent6">
                            <a:lumMod val="75000"/>
                          </a:schemeClr>
                        </a:solidFill>
                        <a:latin typeface="Cambria Math" panose="02040503050406030204" pitchFamily="18" charset="0"/>
                      </a:rPr>
                      <m:t>(</m:t>
                    </m:r>
                    <m:r>
                      <a:rPr lang="en-US" sz="2400" b="1" i="1" smtClean="0">
                        <a:solidFill>
                          <a:schemeClr val="accent6">
                            <a:lumMod val="75000"/>
                          </a:schemeClr>
                        </a:solidFill>
                        <a:latin typeface="Cambria Math" panose="02040503050406030204" pitchFamily="18" charset="0"/>
                      </a:rPr>
                      <m:t>𝟑</m:t>
                    </m:r>
                    <m:r>
                      <a:rPr lang="en-US" sz="2400" b="1" i="1" smtClean="0">
                        <a:solidFill>
                          <a:schemeClr val="accent6">
                            <a:lumMod val="75000"/>
                          </a:schemeClr>
                        </a:solidFill>
                        <a:latin typeface="Cambria Math" panose="02040503050406030204" pitchFamily="18" charset="0"/>
                      </a:rPr>
                      <m:t>)^</m:t>
                    </m:r>
                    <m:r>
                      <a:rPr lang="en-US" sz="2400" b="1" i="1" smtClean="0">
                        <a:solidFill>
                          <a:schemeClr val="accent6">
                            <a:lumMod val="75000"/>
                          </a:schemeClr>
                        </a:solidFill>
                        <a:latin typeface="Cambria Math" panose="02040503050406030204" pitchFamily="18" charset="0"/>
                      </a:rPr>
                      <m:t>𝟐</m:t>
                    </m:r>
                  </m:oMath>
                </a14:m>
                <a:r>
                  <a:rPr lang="en-US" sz="2400" dirty="0">
                    <a:solidFill>
                      <a:schemeClr val="accent6">
                        <a:lumMod val="75000"/>
                      </a:schemeClr>
                    </a:solidFill>
                    <a:latin typeface="Times New Roman" panose="02020603050405020304" pitchFamily="18" charset="0"/>
                    <a:cs typeface="Times New Roman" panose="02020603050405020304" pitchFamily="18" charset="0"/>
                  </a:rPr>
                  <a:t> +</a:t>
                </a:r>
                <a14:m>
                  <m:oMath xmlns:m="http://schemas.openxmlformats.org/officeDocument/2006/math">
                    <m:r>
                      <a:rPr lang="en-US" sz="2400" b="0" i="1" smtClean="0">
                        <a:solidFill>
                          <a:schemeClr val="accent6">
                            <a:lumMod val="75000"/>
                          </a:schemeClr>
                        </a:solidFill>
                        <a:latin typeface="Cambria Math" panose="02040503050406030204" pitchFamily="18" charset="0"/>
                        <a:sym typeface="Helvetica Neue Medium"/>
                      </a:rPr>
                      <m:t>24</m:t>
                    </m:r>
                    <m:d>
                      <m:dPr>
                        <m:ctrlPr>
                          <a:rPr lang="en-US" sz="2400" b="1" i="1" smtClean="0">
                            <a:solidFill>
                              <a:schemeClr val="accent6">
                                <a:lumMod val="75000"/>
                              </a:schemeClr>
                            </a:solidFill>
                            <a:latin typeface="Cambria Math" panose="02040503050406030204" pitchFamily="18" charset="0"/>
                            <a:sym typeface="Helvetica Neue Medium"/>
                          </a:rPr>
                        </m:ctrlPr>
                      </m:dPr>
                      <m:e>
                        <m:r>
                          <a:rPr lang="en-US" sz="2400" b="1" i="1" smtClean="0">
                            <a:solidFill>
                              <a:schemeClr val="accent6">
                                <a:lumMod val="75000"/>
                              </a:schemeClr>
                            </a:solidFill>
                            <a:latin typeface="Cambria Math" panose="02040503050406030204" pitchFamily="18" charset="0"/>
                            <a:sym typeface="Helvetica Neue Medium"/>
                          </a:rPr>
                          <m:t>𝟑</m:t>
                        </m:r>
                      </m:e>
                    </m:d>
                    <m:r>
                      <a:rPr lang="en-US" sz="2400" b="0" i="1" smtClean="0">
                        <a:solidFill>
                          <a:schemeClr val="accent6">
                            <a:lumMod val="75000"/>
                          </a:schemeClr>
                        </a:solidFill>
                        <a:latin typeface="Cambria Math" panose="02040503050406030204" pitchFamily="18" charset="0"/>
                        <a:sym typeface="Helvetica Neue Medium"/>
                      </a:rPr>
                      <m:t>−</m:t>
                    </m:r>
                    <m:r>
                      <a:rPr lang="en-US" sz="2400" i="1">
                        <a:solidFill>
                          <a:schemeClr val="accent6">
                            <a:lumMod val="75000"/>
                          </a:schemeClr>
                        </a:solidFill>
                        <a:latin typeface="Cambria Math" panose="02040503050406030204" pitchFamily="18" charset="0"/>
                        <a:sym typeface="Helvetica Neue Medium"/>
                      </a:rPr>
                      <m:t>𝟓</m:t>
                    </m:r>
                    <m:r>
                      <a:rPr lang="en-US" sz="2400" b="1" i="1" smtClean="0">
                        <a:solidFill>
                          <a:schemeClr val="accent6">
                            <a:lumMod val="75000"/>
                          </a:schemeClr>
                        </a:solidFill>
                        <a:latin typeface="Cambria Math" panose="02040503050406030204" pitchFamily="18" charset="0"/>
                        <a:sym typeface="Helvetica Neue Medium"/>
                      </a:rPr>
                      <m:t>    =</m:t>
                    </m:r>
                    <m:r>
                      <a:rPr lang="en-US" sz="2400" b="1" i="1" smtClean="0">
                        <a:solidFill>
                          <a:schemeClr val="accent6">
                            <a:lumMod val="75000"/>
                          </a:schemeClr>
                        </a:solidFill>
                        <a:latin typeface="Cambria Math" panose="02040503050406030204" pitchFamily="18" charset="0"/>
                        <a:sym typeface="Helvetica Neue Medium"/>
                      </a:rPr>
                      <m:t>𝑹𝒔</m:t>
                    </m:r>
                    <m:r>
                      <a:rPr lang="en-US" sz="2400" b="1" i="1" smtClean="0">
                        <a:solidFill>
                          <a:schemeClr val="accent6">
                            <a:lumMod val="75000"/>
                          </a:schemeClr>
                        </a:solidFill>
                        <a:latin typeface="Cambria Math" panose="02040503050406030204" pitchFamily="18" charset="0"/>
                        <a:sym typeface="Helvetica Neue Medium"/>
                      </a:rPr>
                      <m:t> </m:t>
                    </m:r>
                    <m:r>
                      <a:rPr lang="en-US" sz="2400" b="1" i="1" smtClean="0">
                        <a:solidFill>
                          <a:schemeClr val="accent6">
                            <a:lumMod val="75000"/>
                          </a:schemeClr>
                        </a:solidFill>
                        <a:latin typeface="Cambria Math" panose="02040503050406030204" pitchFamily="18" charset="0"/>
                        <a:sym typeface="Helvetica Neue Medium"/>
                      </a:rPr>
                      <m:t>𝟑𝟏</m:t>
                    </m:r>
                  </m:oMath>
                </a14:m>
                <a:endParaRPr lang="en-US" dirty="0"/>
              </a:p>
            </p:txBody>
          </p:sp>
        </mc:Choice>
        <mc:Fallback xmlns="">
          <p:sp>
            <p:nvSpPr>
              <p:cNvPr id="19" name="TextBox 18">
                <a:extLst>
                  <a:ext uri="{FF2B5EF4-FFF2-40B4-BE49-F238E27FC236}">
                    <a16:creationId xmlns:a16="http://schemas.microsoft.com/office/drawing/2014/main" id="{268384B6-1425-504D-9AEA-B1012ECB1622}"/>
                  </a:ext>
                </a:extLst>
              </p:cNvPr>
              <p:cNvSpPr txBox="1">
                <a:spLocks noRot="1" noChangeAspect="1" noMove="1" noResize="1" noEditPoints="1" noAdjustHandles="1" noChangeArrowheads="1" noChangeShapeType="1" noTextEdit="1"/>
              </p:cNvSpPr>
              <p:nvPr/>
            </p:nvSpPr>
            <p:spPr>
              <a:xfrm>
                <a:off x="-172500" y="5927234"/>
                <a:ext cx="6501384" cy="461665"/>
              </a:xfrm>
              <a:prstGeom prst="rect">
                <a:avLst/>
              </a:prstGeom>
              <a:blipFill>
                <a:blip r:embed="rId10"/>
                <a:stretch>
                  <a:fillRect t="-10526" b="-28947"/>
                </a:stretch>
              </a:blipFill>
              <a:ln w="12700" cap="flat">
                <a:noFill/>
                <a:miter lim="400000"/>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D351E9F3-D1A9-0B44-8C36-0028455FF196}"/>
                  </a:ext>
                </a:extLst>
              </p:cNvPr>
              <p:cNvSpPr txBox="1"/>
              <p:nvPr/>
            </p:nvSpPr>
            <p:spPr>
              <a:xfrm>
                <a:off x="5287617" y="5962849"/>
                <a:ext cx="6583680"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14:m>
                  <m:oMathPara xmlns:m="http://schemas.openxmlformats.org/officeDocument/2006/math">
                    <m:oMathParaPr>
                      <m:jc m:val="centerGroup"/>
                    </m:oMathParaPr>
                    <m:oMath xmlns:m="http://schemas.openxmlformats.org/officeDocument/2006/math">
                      <m:r>
                        <a:rPr lang="en-US" sz="2400" b="1" i="1" smtClean="0">
                          <a:solidFill>
                            <a:schemeClr val="accent6">
                              <a:lumMod val="75000"/>
                            </a:schemeClr>
                          </a:solidFill>
                          <a:latin typeface="Cambria Math" panose="02040503050406030204" pitchFamily="18" charset="0"/>
                        </a:rPr>
                        <m:t>𝑷</m:t>
                      </m:r>
                      <m:r>
                        <a:rPr lang="en-US" sz="2400" b="1" i="1" smtClean="0">
                          <a:solidFill>
                            <a:schemeClr val="accent6">
                              <a:lumMod val="75000"/>
                            </a:schemeClr>
                          </a:solidFill>
                          <a:latin typeface="Cambria Math" panose="02040503050406030204" pitchFamily="18" charset="0"/>
                        </a:rPr>
                        <m:t>=</m:t>
                      </m:r>
                      <m:r>
                        <a:rPr lang="en-US" sz="2400" b="1" i="1" smtClean="0">
                          <a:solidFill>
                            <a:schemeClr val="accent6">
                              <a:lumMod val="75000"/>
                            </a:schemeClr>
                          </a:solidFill>
                          <a:latin typeface="Cambria Math" panose="02040503050406030204" pitchFamily="18" charset="0"/>
                        </a:rPr>
                        <m:t>𝟑𝟐</m:t>
                      </m:r>
                      <m:r>
                        <a:rPr lang="en-US" sz="2400" b="1" i="1" smtClean="0">
                          <a:solidFill>
                            <a:schemeClr val="accent6">
                              <a:lumMod val="75000"/>
                            </a:schemeClr>
                          </a:solidFill>
                          <a:latin typeface="Cambria Math" panose="02040503050406030204" pitchFamily="18" charset="0"/>
                        </a:rPr>
                        <m:t> −</m:t>
                      </m:r>
                      <m:r>
                        <a:rPr lang="en-US" sz="2400" b="1" i="1" smtClean="0">
                          <a:solidFill>
                            <a:schemeClr val="accent6">
                              <a:lumMod val="75000"/>
                            </a:schemeClr>
                          </a:solidFill>
                          <a:latin typeface="Cambria Math" panose="02040503050406030204" pitchFamily="18" charset="0"/>
                        </a:rPr>
                        <m:t>𝟑</m:t>
                      </m:r>
                      <m:d>
                        <m:dPr>
                          <m:ctrlPr>
                            <a:rPr lang="en-US" sz="2400" b="1" i="1" smtClean="0">
                              <a:solidFill>
                                <a:schemeClr val="accent6">
                                  <a:lumMod val="75000"/>
                                </a:schemeClr>
                              </a:solidFill>
                              <a:latin typeface="Cambria Math" panose="02040503050406030204" pitchFamily="18" charset="0"/>
                            </a:rPr>
                          </m:ctrlPr>
                        </m:dPr>
                        <m:e>
                          <m:r>
                            <a:rPr lang="en-US" sz="2400" b="1" i="1" smtClean="0">
                              <a:solidFill>
                                <a:schemeClr val="accent6">
                                  <a:lumMod val="75000"/>
                                </a:schemeClr>
                              </a:solidFill>
                              <a:latin typeface="Cambria Math" panose="02040503050406030204" pitchFamily="18" charset="0"/>
                            </a:rPr>
                            <m:t>𝟑</m:t>
                          </m:r>
                        </m:e>
                      </m:d>
                      <m:r>
                        <a:rPr lang="en-US" sz="2400" b="1" i="1" smtClean="0">
                          <a:solidFill>
                            <a:schemeClr val="accent6">
                              <a:lumMod val="75000"/>
                            </a:schemeClr>
                          </a:solidFill>
                          <a:latin typeface="Cambria Math" panose="02040503050406030204" pitchFamily="18" charset="0"/>
                        </a:rPr>
                        <m:t>=    </m:t>
                      </m:r>
                      <m:r>
                        <a:rPr lang="en-US" sz="2400" b="1" i="1" smtClean="0">
                          <a:solidFill>
                            <a:schemeClr val="accent6">
                              <a:lumMod val="75000"/>
                            </a:schemeClr>
                          </a:solidFill>
                          <a:latin typeface="Cambria Math" panose="02040503050406030204" pitchFamily="18" charset="0"/>
                        </a:rPr>
                        <m:t>𝑹𝒔</m:t>
                      </m:r>
                      <m:r>
                        <a:rPr lang="en-US" sz="2400" b="1" i="1" smtClean="0">
                          <a:solidFill>
                            <a:schemeClr val="accent6">
                              <a:lumMod val="75000"/>
                            </a:schemeClr>
                          </a:solidFill>
                          <a:latin typeface="Cambria Math" panose="02040503050406030204" pitchFamily="18" charset="0"/>
                        </a:rPr>
                        <m:t> </m:t>
                      </m:r>
                      <m:r>
                        <a:rPr lang="en-US" sz="2400" b="1" i="1" smtClean="0">
                          <a:solidFill>
                            <a:schemeClr val="accent6">
                              <a:lumMod val="75000"/>
                            </a:schemeClr>
                          </a:solidFill>
                          <a:latin typeface="Cambria Math" panose="02040503050406030204" pitchFamily="18" charset="0"/>
                        </a:rPr>
                        <m:t>𝟐𝟑</m:t>
                      </m:r>
                    </m:oMath>
                  </m:oMathPara>
                </a14:m>
                <a:endParaRPr lang="en-US" dirty="0"/>
              </a:p>
            </p:txBody>
          </p:sp>
        </mc:Choice>
        <mc:Fallback xmlns="">
          <p:sp>
            <p:nvSpPr>
              <p:cNvPr id="23" name="TextBox 22">
                <a:extLst>
                  <a:ext uri="{FF2B5EF4-FFF2-40B4-BE49-F238E27FC236}">
                    <a16:creationId xmlns:a16="http://schemas.microsoft.com/office/drawing/2014/main" id="{D351E9F3-D1A9-0B44-8C36-0028455FF196}"/>
                  </a:ext>
                </a:extLst>
              </p:cNvPr>
              <p:cNvSpPr txBox="1">
                <a:spLocks noRot="1" noChangeAspect="1" noMove="1" noResize="1" noEditPoints="1" noAdjustHandles="1" noChangeArrowheads="1" noChangeShapeType="1" noTextEdit="1"/>
              </p:cNvSpPr>
              <p:nvPr/>
            </p:nvSpPr>
            <p:spPr>
              <a:xfrm>
                <a:off x="5287617" y="5962849"/>
                <a:ext cx="6583680" cy="461665"/>
              </a:xfrm>
              <a:prstGeom prst="rect">
                <a:avLst/>
              </a:prstGeom>
              <a:blipFill>
                <a:blip r:embed="rId11"/>
                <a:stretch>
                  <a:fillRect b="-21622"/>
                </a:stretch>
              </a:blipFill>
              <a:ln w="12700" cap="flat">
                <a:noFill/>
                <a:miter lim="400000"/>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D85BE4F4-5EFA-EE48-A14D-5874CD1742CA}"/>
                  </a:ext>
                </a:extLst>
              </p:cNvPr>
              <p:cNvSpPr txBox="1"/>
              <p:nvPr/>
            </p:nvSpPr>
            <p:spPr>
              <a:xfrm>
                <a:off x="1995777" y="6805364"/>
                <a:ext cx="6583680" cy="47000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14:m>
                  <m:oMathPara xmlns:m="http://schemas.openxmlformats.org/officeDocument/2006/math">
                    <m:oMathParaPr>
                      <m:jc m:val="centerGroup"/>
                    </m:oMathParaPr>
                    <m:oMath xmlns:m="http://schemas.openxmlformats.org/officeDocument/2006/math">
                      <m:r>
                        <a:rPr lang="en-US" sz="2400" b="1" i="1" smtClean="0">
                          <a:solidFill>
                            <a:schemeClr val="accent6">
                              <a:lumMod val="75000"/>
                            </a:schemeClr>
                          </a:solidFill>
                          <a:latin typeface="Cambria Math" panose="02040503050406030204" pitchFamily="18" charset="0"/>
                          <a:sym typeface="Helvetica Neue Medium"/>
                        </a:rPr>
                        <m:t>𝑹</m:t>
                      </m:r>
                      <m:r>
                        <a:rPr lang="en-US" sz="2400" b="1" i="1" smtClean="0">
                          <a:solidFill>
                            <a:schemeClr val="accent6">
                              <a:lumMod val="75000"/>
                            </a:schemeClr>
                          </a:solidFill>
                          <a:latin typeface="Cambria Math" panose="02040503050406030204" pitchFamily="18" charset="0"/>
                          <a:sym typeface="Helvetica Neue Medium"/>
                        </a:rPr>
                        <m:t>@ </m:t>
                      </m:r>
                      <m:r>
                        <a:rPr lang="en-US" sz="2400" b="1" i="1" smtClean="0">
                          <a:solidFill>
                            <a:schemeClr val="accent6">
                              <a:lumMod val="75000"/>
                            </a:schemeClr>
                          </a:solidFill>
                          <a:latin typeface="Cambria Math" panose="02040503050406030204" pitchFamily="18" charset="0"/>
                          <a:sym typeface="Helvetica Neue Medium"/>
                        </a:rPr>
                        <m:t>𝒒</m:t>
                      </m:r>
                      <m:r>
                        <a:rPr lang="en-US" sz="2400" b="1" i="1" smtClean="0">
                          <a:solidFill>
                            <a:schemeClr val="accent6">
                              <a:lumMod val="75000"/>
                            </a:schemeClr>
                          </a:solidFill>
                          <a:latin typeface="Cambria Math" panose="02040503050406030204" pitchFamily="18" charset="0"/>
                          <a:sym typeface="Helvetica Neue Medium"/>
                        </a:rPr>
                        <m:t>=</m:t>
                      </m:r>
                      <m:r>
                        <a:rPr lang="en-US" sz="2400" b="1" i="1" smtClean="0">
                          <a:solidFill>
                            <a:schemeClr val="accent6">
                              <a:lumMod val="75000"/>
                            </a:schemeClr>
                          </a:solidFill>
                          <a:latin typeface="Cambria Math" panose="02040503050406030204" pitchFamily="18" charset="0"/>
                          <a:sym typeface="Helvetica Neue Medium"/>
                        </a:rPr>
                        <m:t>𝟑</m:t>
                      </m:r>
                      <m:r>
                        <a:rPr lang="en-US" sz="2400" b="1" i="1" smtClean="0">
                          <a:solidFill>
                            <a:schemeClr val="accent6">
                              <a:lumMod val="75000"/>
                            </a:schemeClr>
                          </a:solidFill>
                          <a:latin typeface="Cambria Math" panose="02040503050406030204" pitchFamily="18" charset="0"/>
                          <a:sym typeface="Helvetica Neue Medium"/>
                        </a:rPr>
                        <m:t>   </m:t>
                      </m:r>
                      <m:r>
                        <a:rPr lang="en-US" sz="2400" b="1" i="1" smtClean="0">
                          <a:solidFill>
                            <a:schemeClr val="accent6">
                              <a:lumMod val="75000"/>
                            </a:schemeClr>
                          </a:solidFill>
                          <a:latin typeface="Cambria Math" panose="02040503050406030204" pitchFamily="18" charset="0"/>
                          <a:sym typeface="Helvetica Neue Medium"/>
                        </a:rPr>
                        <m:t>𝒊𝒔</m:t>
                      </m:r>
                      <m:r>
                        <a:rPr lang="en-US" sz="2400" b="1" i="1" smtClean="0">
                          <a:solidFill>
                            <a:schemeClr val="accent6">
                              <a:lumMod val="75000"/>
                            </a:schemeClr>
                          </a:solidFill>
                          <a:latin typeface="Cambria Math" panose="02040503050406030204" pitchFamily="18" charset="0"/>
                          <a:sym typeface="Helvetica Neue Medium"/>
                        </a:rPr>
                        <m:t>   </m:t>
                      </m:r>
                      <m:r>
                        <a:rPr lang="en-US" sz="2400" i="1" smtClean="0">
                          <a:solidFill>
                            <a:schemeClr val="accent6">
                              <a:lumMod val="75000"/>
                            </a:schemeClr>
                          </a:solidFill>
                          <a:latin typeface="Cambria Math" panose="02040503050406030204" pitchFamily="18" charset="0"/>
                          <a:sym typeface="Helvetica Neue Medium"/>
                        </a:rPr>
                        <m:t>𝟑𝟐</m:t>
                      </m:r>
                      <m:d>
                        <m:dPr>
                          <m:ctrlPr>
                            <a:rPr lang="en-US" sz="2400" b="1" i="1" smtClean="0">
                              <a:solidFill>
                                <a:schemeClr val="accent6">
                                  <a:lumMod val="75000"/>
                                </a:schemeClr>
                              </a:solidFill>
                              <a:latin typeface="Cambria Math" panose="02040503050406030204" pitchFamily="18" charset="0"/>
                              <a:sym typeface="Helvetica Neue Medium"/>
                            </a:rPr>
                          </m:ctrlPr>
                        </m:dPr>
                        <m:e>
                          <m:r>
                            <a:rPr lang="en-US" sz="2400" b="1" i="1" smtClean="0">
                              <a:solidFill>
                                <a:schemeClr val="accent6">
                                  <a:lumMod val="75000"/>
                                </a:schemeClr>
                              </a:solidFill>
                              <a:latin typeface="Cambria Math" panose="02040503050406030204" pitchFamily="18" charset="0"/>
                              <a:sym typeface="Helvetica Neue Medium"/>
                            </a:rPr>
                            <m:t>𝟑</m:t>
                          </m:r>
                        </m:e>
                      </m:d>
                      <m:r>
                        <a:rPr lang="en-US" sz="2400" i="1" smtClean="0">
                          <a:solidFill>
                            <a:schemeClr val="accent6">
                              <a:lumMod val="75000"/>
                            </a:schemeClr>
                          </a:solidFill>
                          <a:latin typeface="Cambria Math" panose="02040503050406030204" pitchFamily="18" charset="0"/>
                          <a:sym typeface="Helvetica Neue Medium"/>
                        </a:rPr>
                        <m:t>−</m:t>
                      </m:r>
                      <m:r>
                        <a:rPr lang="en-US" sz="2400" i="1" smtClean="0">
                          <a:solidFill>
                            <a:schemeClr val="accent6">
                              <a:lumMod val="75000"/>
                            </a:schemeClr>
                          </a:solidFill>
                          <a:latin typeface="Cambria Math" panose="02040503050406030204" pitchFamily="18" charset="0"/>
                          <a:sym typeface="Helvetica Neue Medium"/>
                        </a:rPr>
                        <m:t>𝟑</m:t>
                      </m:r>
                      <m:sSup>
                        <m:sSupPr>
                          <m:ctrlPr>
                            <a:rPr lang="en-US" sz="2400" i="1" smtClean="0">
                              <a:solidFill>
                                <a:schemeClr val="accent6">
                                  <a:lumMod val="75000"/>
                                </a:schemeClr>
                              </a:solidFill>
                              <a:latin typeface="Cambria Math" panose="02040503050406030204" pitchFamily="18" charset="0"/>
                              <a:sym typeface="Helvetica Neue Medium"/>
                            </a:rPr>
                          </m:ctrlPr>
                        </m:sSupPr>
                        <m:e>
                          <m:d>
                            <m:dPr>
                              <m:ctrlPr>
                                <a:rPr lang="en-US" sz="2400" b="1" i="1" smtClean="0">
                                  <a:solidFill>
                                    <a:schemeClr val="accent6">
                                      <a:lumMod val="75000"/>
                                    </a:schemeClr>
                                  </a:solidFill>
                                  <a:latin typeface="Cambria Math" panose="02040503050406030204" pitchFamily="18" charset="0"/>
                                  <a:sym typeface="Helvetica Neue Medium"/>
                                </a:rPr>
                              </m:ctrlPr>
                            </m:dPr>
                            <m:e>
                              <m:r>
                                <a:rPr lang="en-US" sz="2400" b="1" i="1" smtClean="0">
                                  <a:solidFill>
                                    <a:schemeClr val="accent6">
                                      <a:lumMod val="75000"/>
                                    </a:schemeClr>
                                  </a:solidFill>
                                  <a:latin typeface="Cambria Math" panose="02040503050406030204" pitchFamily="18" charset="0"/>
                                  <a:sym typeface="Helvetica Neue Medium"/>
                                </a:rPr>
                                <m:t>𝟑</m:t>
                              </m:r>
                            </m:e>
                          </m:d>
                        </m:e>
                        <m:sup>
                          <m:r>
                            <a:rPr lang="en-US" sz="2400" i="1" smtClean="0">
                              <a:solidFill>
                                <a:schemeClr val="accent6">
                                  <a:lumMod val="75000"/>
                                </a:schemeClr>
                              </a:solidFill>
                              <a:latin typeface="Cambria Math" panose="02040503050406030204" pitchFamily="18" charset="0"/>
                              <a:sym typeface="Helvetica Neue Medium"/>
                            </a:rPr>
                            <m:t>𝟐</m:t>
                          </m:r>
                        </m:sup>
                      </m:sSup>
                      <m:r>
                        <a:rPr lang="en-US" sz="2400" b="1" i="1" smtClean="0">
                          <a:solidFill>
                            <a:schemeClr val="accent6">
                              <a:lumMod val="75000"/>
                            </a:schemeClr>
                          </a:solidFill>
                          <a:latin typeface="Cambria Math" panose="02040503050406030204" pitchFamily="18" charset="0"/>
                          <a:sym typeface="Helvetica Neue Medium"/>
                        </a:rPr>
                        <m:t>=    </m:t>
                      </m:r>
                      <m:r>
                        <a:rPr lang="en-US" sz="2400" b="1" i="1" smtClean="0">
                          <a:solidFill>
                            <a:schemeClr val="accent6">
                              <a:lumMod val="75000"/>
                            </a:schemeClr>
                          </a:solidFill>
                          <a:latin typeface="Cambria Math" panose="02040503050406030204" pitchFamily="18" charset="0"/>
                          <a:sym typeface="Helvetica Neue Medium"/>
                        </a:rPr>
                        <m:t>𝑹𝒔</m:t>
                      </m:r>
                      <m:r>
                        <a:rPr lang="en-US" sz="2400" b="1" i="1" smtClean="0">
                          <a:solidFill>
                            <a:schemeClr val="accent6">
                              <a:lumMod val="75000"/>
                            </a:schemeClr>
                          </a:solidFill>
                          <a:latin typeface="Cambria Math" panose="02040503050406030204" pitchFamily="18" charset="0"/>
                          <a:sym typeface="Helvetica Neue Medium"/>
                        </a:rPr>
                        <m:t> </m:t>
                      </m:r>
                      <m:r>
                        <a:rPr lang="en-US" sz="2400" b="1" i="1" smtClean="0">
                          <a:solidFill>
                            <a:schemeClr val="accent6">
                              <a:lumMod val="75000"/>
                            </a:schemeClr>
                          </a:solidFill>
                          <a:latin typeface="Cambria Math" panose="02040503050406030204" pitchFamily="18" charset="0"/>
                          <a:sym typeface="Helvetica Neue Medium"/>
                        </a:rPr>
                        <m:t>𝟔𝟗</m:t>
                      </m:r>
                    </m:oMath>
                  </m:oMathPara>
                </a14:m>
                <a:endParaRPr lang="en-US" dirty="0"/>
              </a:p>
            </p:txBody>
          </p:sp>
        </mc:Choice>
        <mc:Fallback xmlns="">
          <p:sp>
            <p:nvSpPr>
              <p:cNvPr id="25" name="TextBox 24">
                <a:extLst>
                  <a:ext uri="{FF2B5EF4-FFF2-40B4-BE49-F238E27FC236}">
                    <a16:creationId xmlns:a16="http://schemas.microsoft.com/office/drawing/2014/main" id="{D85BE4F4-5EFA-EE48-A14D-5874CD1742CA}"/>
                  </a:ext>
                </a:extLst>
              </p:cNvPr>
              <p:cNvSpPr txBox="1">
                <a:spLocks noRot="1" noChangeAspect="1" noMove="1" noResize="1" noEditPoints="1" noAdjustHandles="1" noChangeArrowheads="1" noChangeShapeType="1" noTextEdit="1"/>
              </p:cNvSpPr>
              <p:nvPr/>
            </p:nvSpPr>
            <p:spPr>
              <a:xfrm>
                <a:off x="1995777" y="6805364"/>
                <a:ext cx="6583680" cy="470000"/>
              </a:xfrm>
              <a:prstGeom prst="rect">
                <a:avLst/>
              </a:prstGeom>
              <a:blipFill>
                <a:blip r:embed="rId12"/>
                <a:stretch>
                  <a:fillRect b="-21053"/>
                </a:stretch>
              </a:blipFill>
              <a:ln w="12700" cap="flat">
                <a:noFill/>
                <a:miter lim="400000"/>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9331F548-0C0D-FC47-98C2-17C7439DA24A}"/>
                  </a:ext>
                </a:extLst>
              </p:cNvPr>
              <p:cNvSpPr txBox="1"/>
              <p:nvPr/>
            </p:nvSpPr>
            <p:spPr>
              <a:xfrm>
                <a:off x="1995777" y="7637005"/>
                <a:ext cx="6583680" cy="47000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14:m>
                  <m:oMathPara xmlns:m="http://schemas.openxmlformats.org/officeDocument/2006/math">
                    <m:oMathParaPr>
                      <m:jc m:val="centerGroup"/>
                    </m:oMathParaPr>
                    <m:oMath xmlns:m="http://schemas.openxmlformats.org/officeDocument/2006/math">
                      <m:r>
                        <a:rPr lang="en-US" sz="2400" b="1" i="1" smtClean="0">
                          <a:solidFill>
                            <a:schemeClr val="accent6">
                              <a:lumMod val="75000"/>
                            </a:schemeClr>
                          </a:solidFill>
                          <a:latin typeface="Cambria Math" panose="02040503050406030204" pitchFamily="18" charset="0"/>
                          <a:sym typeface="Helvetica Neue Medium"/>
                        </a:rPr>
                        <m:t>𝑻𝑪</m:t>
                      </m:r>
                      <m:r>
                        <a:rPr lang="en-US" sz="2400" b="1" i="1" smtClean="0">
                          <a:solidFill>
                            <a:schemeClr val="accent6">
                              <a:lumMod val="75000"/>
                            </a:schemeClr>
                          </a:solidFill>
                          <a:latin typeface="Cambria Math" panose="02040503050406030204" pitchFamily="18" charset="0"/>
                          <a:sym typeface="Helvetica Neue Medium"/>
                        </a:rPr>
                        <m:t>@ </m:t>
                      </m:r>
                      <m:r>
                        <a:rPr lang="en-US" sz="2400" b="1" i="1" smtClean="0">
                          <a:solidFill>
                            <a:schemeClr val="accent6">
                              <a:lumMod val="75000"/>
                            </a:schemeClr>
                          </a:solidFill>
                          <a:latin typeface="Cambria Math" panose="02040503050406030204" pitchFamily="18" charset="0"/>
                          <a:sym typeface="Helvetica Neue Medium"/>
                        </a:rPr>
                        <m:t>𝒒</m:t>
                      </m:r>
                      <m:r>
                        <a:rPr lang="en-US" sz="2400" b="1" i="1" smtClean="0">
                          <a:solidFill>
                            <a:schemeClr val="accent6">
                              <a:lumMod val="75000"/>
                            </a:schemeClr>
                          </a:solidFill>
                          <a:latin typeface="Cambria Math" panose="02040503050406030204" pitchFamily="18" charset="0"/>
                          <a:sym typeface="Helvetica Neue Medium"/>
                        </a:rPr>
                        <m:t>=</m:t>
                      </m:r>
                      <m:r>
                        <a:rPr lang="en-US" sz="2400" b="1" i="1" smtClean="0">
                          <a:solidFill>
                            <a:schemeClr val="accent6">
                              <a:lumMod val="75000"/>
                            </a:schemeClr>
                          </a:solidFill>
                          <a:latin typeface="Cambria Math" panose="02040503050406030204" pitchFamily="18" charset="0"/>
                          <a:sym typeface="Helvetica Neue Medium"/>
                        </a:rPr>
                        <m:t>𝟑</m:t>
                      </m:r>
                      <m:r>
                        <a:rPr lang="en-US" sz="2400" b="1" i="1" smtClean="0">
                          <a:solidFill>
                            <a:schemeClr val="accent6">
                              <a:lumMod val="75000"/>
                            </a:schemeClr>
                          </a:solidFill>
                          <a:latin typeface="Cambria Math" panose="02040503050406030204" pitchFamily="18" charset="0"/>
                          <a:sym typeface="Helvetica Neue Medium"/>
                        </a:rPr>
                        <m:t>   </m:t>
                      </m:r>
                      <m:r>
                        <a:rPr lang="en-US" sz="2400" b="1" i="1" smtClean="0">
                          <a:solidFill>
                            <a:schemeClr val="accent6">
                              <a:lumMod val="75000"/>
                            </a:schemeClr>
                          </a:solidFill>
                          <a:latin typeface="Cambria Math" panose="02040503050406030204" pitchFamily="18" charset="0"/>
                          <a:sym typeface="Helvetica Neue Medium"/>
                        </a:rPr>
                        <m:t>𝒊𝒔</m:t>
                      </m:r>
                      <m:r>
                        <a:rPr lang="en-US" sz="2400" b="1" i="1" smtClean="0">
                          <a:solidFill>
                            <a:schemeClr val="accent6">
                              <a:lumMod val="75000"/>
                            </a:schemeClr>
                          </a:solidFill>
                          <a:latin typeface="Cambria Math" panose="02040503050406030204" pitchFamily="18" charset="0"/>
                          <a:sym typeface="Helvetica Neue Medium"/>
                        </a:rPr>
                        <m:t>      </m:t>
                      </m:r>
                      <m:r>
                        <a:rPr lang="en-US" sz="2400" b="1" i="1" smtClean="0">
                          <a:solidFill>
                            <a:schemeClr val="accent6">
                              <a:lumMod val="75000"/>
                            </a:schemeClr>
                          </a:solidFill>
                          <a:latin typeface="Cambria Math" panose="02040503050406030204" pitchFamily="18" charset="0"/>
                          <a:sym typeface="Helvetica Neue Medium"/>
                        </a:rPr>
                        <m:t>𝑹𝒔</m:t>
                      </m:r>
                      <m:r>
                        <a:rPr lang="en-US" sz="2400" b="1" i="1" smtClean="0">
                          <a:solidFill>
                            <a:schemeClr val="accent6">
                              <a:lumMod val="75000"/>
                            </a:schemeClr>
                          </a:solidFill>
                          <a:latin typeface="Cambria Math" panose="02040503050406030204" pitchFamily="18" charset="0"/>
                          <a:sym typeface="Helvetica Neue Medium"/>
                        </a:rPr>
                        <m:t> </m:t>
                      </m:r>
                      <m:r>
                        <a:rPr lang="en-US" sz="2400" b="1" i="1" smtClean="0">
                          <a:solidFill>
                            <a:schemeClr val="accent6">
                              <a:lumMod val="75000"/>
                            </a:schemeClr>
                          </a:solidFill>
                          <a:latin typeface="Cambria Math" panose="02040503050406030204" pitchFamily="18" charset="0"/>
                          <a:sym typeface="Helvetica Neue Medium"/>
                        </a:rPr>
                        <m:t>𝟑𝟖</m:t>
                      </m:r>
                    </m:oMath>
                  </m:oMathPara>
                </a14:m>
                <a:endParaRPr lang="en-US" dirty="0"/>
              </a:p>
            </p:txBody>
          </p:sp>
        </mc:Choice>
        <mc:Fallback xmlns="">
          <p:sp>
            <p:nvSpPr>
              <p:cNvPr id="26" name="TextBox 25">
                <a:extLst>
                  <a:ext uri="{FF2B5EF4-FFF2-40B4-BE49-F238E27FC236}">
                    <a16:creationId xmlns:a16="http://schemas.microsoft.com/office/drawing/2014/main" id="{9331F548-0C0D-FC47-98C2-17C7439DA24A}"/>
                  </a:ext>
                </a:extLst>
              </p:cNvPr>
              <p:cNvSpPr txBox="1">
                <a:spLocks noRot="1" noChangeAspect="1" noMove="1" noResize="1" noEditPoints="1" noAdjustHandles="1" noChangeArrowheads="1" noChangeShapeType="1" noTextEdit="1"/>
              </p:cNvSpPr>
              <p:nvPr/>
            </p:nvSpPr>
            <p:spPr>
              <a:xfrm>
                <a:off x="1995777" y="7637005"/>
                <a:ext cx="6583680" cy="470000"/>
              </a:xfrm>
              <a:prstGeom prst="rect">
                <a:avLst/>
              </a:prstGeom>
              <a:blipFill>
                <a:blip r:embed="rId13"/>
                <a:stretch>
                  <a:fillRect b="-18421"/>
                </a:stretch>
              </a:blipFill>
              <a:ln w="12700" cap="flat">
                <a:noFill/>
                <a:miter lim="400000"/>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E5B53616-680B-D548-B128-00CB77833773}"/>
                  </a:ext>
                </a:extLst>
              </p:cNvPr>
              <p:cNvSpPr txBox="1"/>
              <p:nvPr/>
            </p:nvSpPr>
            <p:spPr>
              <a:xfrm>
                <a:off x="408474" y="8661208"/>
                <a:ext cx="11021526"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14:m>
                  <m:oMath xmlns:m="http://schemas.openxmlformats.org/officeDocument/2006/math">
                    <m:r>
                      <a:rPr lang="en-US" sz="2400" b="1" i="1" smtClean="0">
                        <a:solidFill>
                          <a:schemeClr val="accent6">
                            <a:lumMod val="75000"/>
                          </a:schemeClr>
                        </a:solidFill>
                        <a:latin typeface="Cambria Math" panose="02040503050406030204" pitchFamily="18" charset="0"/>
                      </a:rPr>
                      <m:t>𝟑𝟐</m:t>
                    </m:r>
                    <m:r>
                      <a:rPr lang="en-US" sz="2400" b="1" i="1" smtClean="0">
                        <a:solidFill>
                          <a:schemeClr val="accent6">
                            <a:lumMod val="75000"/>
                          </a:schemeClr>
                        </a:solidFill>
                        <a:latin typeface="Cambria Math" panose="02040503050406030204" pitchFamily="18" charset="0"/>
                      </a:rPr>
                      <m:t> −</m:t>
                    </m:r>
                    <m:r>
                      <a:rPr lang="en-US" sz="2400" b="1" i="1" smtClean="0">
                        <a:solidFill>
                          <a:schemeClr val="accent6">
                            <a:lumMod val="75000"/>
                          </a:schemeClr>
                        </a:solidFill>
                        <a:latin typeface="Cambria Math" panose="02040503050406030204" pitchFamily="18" charset="0"/>
                      </a:rPr>
                      <m:t>𝟔</m:t>
                    </m:r>
                    <m:r>
                      <a:rPr lang="en-US" sz="2400" b="1" i="1" smtClean="0">
                        <a:solidFill>
                          <a:schemeClr val="accent6">
                            <a:lumMod val="75000"/>
                          </a:schemeClr>
                        </a:solidFill>
                        <a:latin typeface="Cambria Math" panose="02040503050406030204" pitchFamily="18" charset="0"/>
                      </a:rPr>
                      <m:t>𝒒</m:t>
                    </m:r>
                  </m:oMath>
                </a14:m>
                <a:r>
                  <a:rPr lang="en-US" dirty="0"/>
                  <a:t>  = </a:t>
                </a:r>
                <a14:m>
                  <m:oMath xmlns:m="http://schemas.openxmlformats.org/officeDocument/2006/math">
                    <m:r>
                      <a:rPr lang="en-US" i="1">
                        <a:solidFill>
                          <a:schemeClr val="accent6">
                            <a:lumMod val="75000"/>
                          </a:schemeClr>
                        </a:solidFill>
                        <a:latin typeface="Cambria Math" panose="02040503050406030204" pitchFamily="18" charset="0"/>
                      </a:rPr>
                      <m:t>𝟐</m:t>
                    </m:r>
                    <m:r>
                      <a:rPr lang="en-US" i="1">
                        <a:solidFill>
                          <a:schemeClr val="accent6">
                            <a:lumMod val="75000"/>
                          </a:schemeClr>
                        </a:solidFill>
                        <a:latin typeface="Cambria Math" panose="02040503050406030204" pitchFamily="18" charset="0"/>
                      </a:rPr>
                      <m:t>𝒒</m:t>
                    </m:r>
                    <m:r>
                      <a:rPr lang="en-US" i="1">
                        <a:solidFill>
                          <a:schemeClr val="accent6">
                            <a:lumMod val="75000"/>
                          </a:schemeClr>
                        </a:solidFill>
                        <a:latin typeface="Cambria Math" panose="02040503050406030204" pitchFamily="18" charset="0"/>
                      </a:rPr>
                      <m:t>+</m:t>
                    </m:r>
                    <m:r>
                      <a:rPr lang="en-US" i="1">
                        <a:solidFill>
                          <a:schemeClr val="accent6">
                            <a:lumMod val="75000"/>
                          </a:schemeClr>
                        </a:solidFill>
                        <a:latin typeface="Cambria Math" panose="02040503050406030204" pitchFamily="18" charset="0"/>
                      </a:rPr>
                      <m:t>𝟖</m:t>
                    </m:r>
                  </m:oMath>
                </a14:m>
                <a:r>
                  <a:rPr lang="en-US" dirty="0"/>
                  <a:t>       </a:t>
                </a:r>
                <a:r>
                  <a:rPr lang="en-US"/>
                  <a:t>q   =   3  </a:t>
                </a:r>
                <a:endParaRPr lang="en-US" dirty="0"/>
              </a:p>
            </p:txBody>
          </p:sp>
        </mc:Choice>
        <mc:Fallback xmlns="">
          <p:sp>
            <p:nvSpPr>
              <p:cNvPr id="28" name="TextBox 27">
                <a:extLst>
                  <a:ext uri="{FF2B5EF4-FFF2-40B4-BE49-F238E27FC236}">
                    <a16:creationId xmlns:a16="http://schemas.microsoft.com/office/drawing/2014/main" id="{E5B53616-680B-D548-B128-00CB77833773}"/>
                  </a:ext>
                </a:extLst>
              </p:cNvPr>
              <p:cNvSpPr txBox="1">
                <a:spLocks noRot="1" noChangeAspect="1" noMove="1" noResize="1" noEditPoints="1" noAdjustHandles="1" noChangeArrowheads="1" noChangeShapeType="1" noTextEdit="1"/>
              </p:cNvSpPr>
              <p:nvPr/>
            </p:nvSpPr>
            <p:spPr>
              <a:xfrm>
                <a:off x="408474" y="8661208"/>
                <a:ext cx="11021526" cy="461665"/>
              </a:xfrm>
              <a:prstGeom prst="rect">
                <a:avLst/>
              </a:prstGeom>
              <a:blipFill>
                <a:blip r:embed="rId14"/>
                <a:stretch>
                  <a:fillRect t="-13514" b="-27027"/>
                </a:stretch>
              </a:blipFill>
              <a:ln w="12700" cap="flat">
                <a:noFill/>
                <a:miter lim="400000"/>
              </a:ln>
              <a:effectLst/>
            </p:spPr>
            <p:txBody>
              <a:bodyPr/>
              <a:lstStyle/>
              <a:p>
                <a:r>
                  <a:rPr lang="en-US">
                    <a:noFill/>
                  </a:rPr>
                  <a:t> </a:t>
                </a:r>
              </a:p>
            </p:txBody>
          </p:sp>
        </mc:Fallback>
      </mc:AlternateContent>
    </p:spTree>
    <p:extLst>
      <p:ext uri="{BB962C8B-B14F-4D97-AF65-F5344CB8AC3E}">
        <p14:creationId xmlns:p14="http://schemas.microsoft.com/office/powerpoint/2010/main" val="3222539083"/>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5D14FDA-EDCD-314D-BDEC-16FBEA8FBD15}"/>
              </a:ext>
            </a:extLst>
          </p:cNvPr>
          <p:cNvSpPr>
            <a:spLocks noGrp="1"/>
          </p:cNvSpPr>
          <p:nvPr>
            <p:ph type="sldNum" sz="quarter" idx="2"/>
          </p:nvPr>
        </p:nvSpPr>
        <p:spPr/>
        <p:txBody>
          <a:bodyPr/>
          <a:lstStyle/>
          <a:p>
            <a:fld id="{86CB4B4D-7CA3-9044-876B-883B54F8677D}" type="slidenum">
              <a:rPr lang="en-IN" smtClean="0"/>
              <a:t>34</a:t>
            </a:fld>
            <a:endParaRPr lang="en-IN"/>
          </a:p>
        </p:txBody>
      </p:sp>
      <mc:AlternateContent xmlns:mc="http://schemas.openxmlformats.org/markup-compatibility/2006" xmlns:a14="http://schemas.microsoft.com/office/drawing/2010/main">
        <mc:Choice Requires="a14">
          <p:sp>
            <p:nvSpPr>
              <p:cNvPr id="20" name="17. Hence,   edp  =   AR / (AR - MR)">
                <a:extLst>
                  <a:ext uri="{FF2B5EF4-FFF2-40B4-BE49-F238E27FC236}">
                    <a16:creationId xmlns:a16="http://schemas.microsoft.com/office/drawing/2014/main" id="{C1D0ADD4-A2B5-6B45-A48D-D8FC67611A35}"/>
                  </a:ext>
                </a:extLst>
              </p:cNvPr>
              <p:cNvSpPr txBox="1"/>
              <p:nvPr/>
            </p:nvSpPr>
            <p:spPr>
              <a:xfrm>
                <a:off x="426299" y="397686"/>
                <a:ext cx="5638594" cy="626588"/>
              </a:xfrm>
              <a:prstGeom prst="rect">
                <a:avLst/>
              </a:prstGeom>
              <a:solidFill>
                <a:schemeClr val="accent1">
                  <a:lumMod val="20000"/>
                  <a:lumOff val="80000"/>
                </a:schemeClr>
              </a:solidFill>
              <a:ln w="12700">
                <a:miter lim="400000"/>
              </a:ln>
              <a:extLst>
                <a:ext uri="{C572A759-6A51-4108-AA02-DFA0A04FC94B}">
                  <ma14:wrappingTextBoxFlag xmlns:m="http://schemas.openxmlformats.org/officeDocument/2006/math" xmlns:ma14="http://schemas.microsoft.com/office/mac/drawingml/2011/main" xmlns="" val="1"/>
                </a:ext>
              </a:extLst>
            </p:spPr>
            <p:txBody>
              <a:bodyPr lIns="50800" tIns="50800" rIns="50800" bIns="50800" anchor="b">
                <a:noAutofit/>
              </a:bodyPr>
              <a:lstStyle/>
              <a:p>
                <a:pPr algn="l" defTabSz="496570">
                  <a:defRPr sz="2550" b="0">
                    <a:latin typeface="+mn-lt"/>
                    <a:ea typeface="+mn-ea"/>
                    <a:cs typeface="+mn-cs"/>
                    <a:sym typeface="Helvetica Neue Medium"/>
                  </a:defRPr>
                </a:pPr>
                <a14:m>
                  <m:oMathPara xmlns:m="http://schemas.openxmlformats.org/officeDocument/2006/math">
                    <m:oMathParaPr>
                      <m:jc m:val="centerGroup"/>
                    </m:oMathParaPr>
                    <m:oMath xmlns:m="http://schemas.openxmlformats.org/officeDocument/2006/math">
                      <m:r>
                        <a:rPr lang="en-US" b="1" i="1" smtClean="0">
                          <a:solidFill>
                            <a:schemeClr val="accent6">
                              <a:lumMod val="75000"/>
                            </a:schemeClr>
                          </a:solidFill>
                          <a:latin typeface="Cambria Math" panose="02040503050406030204" pitchFamily="18" charset="0"/>
                        </a:rPr>
                        <m:t>𝑨𝑹</m:t>
                      </m:r>
                      <m:r>
                        <a:rPr lang="en-US" b="1" i="1" smtClean="0">
                          <a:solidFill>
                            <a:schemeClr val="accent6">
                              <a:lumMod val="75000"/>
                            </a:schemeClr>
                          </a:solidFill>
                          <a:latin typeface="Cambria Math" panose="02040503050406030204" pitchFamily="18" charset="0"/>
                        </a:rPr>
                        <m:t> </m:t>
                      </m:r>
                      <m:r>
                        <a:rPr lang="en-US" b="1" i="1" smtClean="0">
                          <a:solidFill>
                            <a:schemeClr val="accent6">
                              <a:lumMod val="75000"/>
                            </a:schemeClr>
                          </a:solidFill>
                          <a:latin typeface="Cambria Math" panose="02040503050406030204" pitchFamily="18" charset="0"/>
                        </a:rPr>
                        <m:t>𝑭𝒖𝒏𝒄𝒕𝒊𝒐𝒏</m:t>
                      </m:r>
                      <m:r>
                        <a:rPr lang="en-US" b="1" i="1" smtClean="0">
                          <a:solidFill>
                            <a:schemeClr val="accent6">
                              <a:lumMod val="75000"/>
                            </a:schemeClr>
                          </a:solidFill>
                          <a:latin typeface="Cambria Math" panose="02040503050406030204" pitchFamily="18" charset="0"/>
                        </a:rPr>
                        <m:t>:   </m:t>
                      </m:r>
                      <m:r>
                        <a:rPr lang="en-US" b="1" i="1" smtClean="0">
                          <a:solidFill>
                            <a:schemeClr val="accent6">
                              <a:lumMod val="75000"/>
                            </a:schemeClr>
                          </a:solidFill>
                          <a:latin typeface="Cambria Math" panose="02040503050406030204" pitchFamily="18" charset="0"/>
                        </a:rPr>
                        <m:t>𝑷</m:t>
                      </m:r>
                      <m:r>
                        <a:rPr lang="en-US" b="1" i="1" smtClean="0">
                          <a:solidFill>
                            <a:schemeClr val="accent6">
                              <a:lumMod val="75000"/>
                            </a:schemeClr>
                          </a:solidFill>
                          <a:latin typeface="Cambria Math" panose="02040503050406030204" pitchFamily="18" charset="0"/>
                        </a:rPr>
                        <m:t>=</m:t>
                      </m:r>
                      <m:r>
                        <a:rPr lang="en-US" b="1" i="1" smtClean="0">
                          <a:solidFill>
                            <a:schemeClr val="accent6">
                              <a:lumMod val="75000"/>
                            </a:schemeClr>
                          </a:solidFill>
                          <a:latin typeface="Cambria Math" panose="02040503050406030204" pitchFamily="18" charset="0"/>
                        </a:rPr>
                        <m:t>𝟓𝟎𝟎</m:t>
                      </m:r>
                      <m:r>
                        <a:rPr lang="en-US" b="1" i="1" smtClean="0">
                          <a:solidFill>
                            <a:schemeClr val="accent6">
                              <a:lumMod val="75000"/>
                            </a:schemeClr>
                          </a:solidFill>
                          <a:latin typeface="Cambria Math" panose="02040503050406030204" pitchFamily="18" charset="0"/>
                        </a:rPr>
                        <m:t> −</m:t>
                      </m:r>
                      <m:r>
                        <a:rPr lang="en-US" b="1" i="1" smtClean="0">
                          <a:solidFill>
                            <a:schemeClr val="accent6">
                              <a:lumMod val="75000"/>
                            </a:schemeClr>
                          </a:solidFill>
                          <a:latin typeface="Cambria Math" panose="02040503050406030204" pitchFamily="18" charset="0"/>
                        </a:rPr>
                        <m:t>𝟎</m:t>
                      </m:r>
                      <m:r>
                        <a:rPr lang="en-US" b="1" i="1" smtClean="0">
                          <a:solidFill>
                            <a:schemeClr val="accent6">
                              <a:lumMod val="75000"/>
                            </a:schemeClr>
                          </a:solidFill>
                          <a:latin typeface="Cambria Math" panose="02040503050406030204" pitchFamily="18" charset="0"/>
                        </a:rPr>
                        <m:t>.</m:t>
                      </m:r>
                      <m:r>
                        <a:rPr lang="en-US" b="1" i="1" smtClean="0">
                          <a:solidFill>
                            <a:schemeClr val="accent6">
                              <a:lumMod val="75000"/>
                            </a:schemeClr>
                          </a:solidFill>
                          <a:latin typeface="Cambria Math" panose="02040503050406030204" pitchFamily="18" charset="0"/>
                        </a:rPr>
                        <m:t>𝟐𝟓</m:t>
                      </m:r>
                      <m:r>
                        <a:rPr lang="en-US" b="1" i="1" smtClean="0">
                          <a:solidFill>
                            <a:schemeClr val="accent6">
                              <a:lumMod val="75000"/>
                            </a:schemeClr>
                          </a:solidFill>
                          <a:latin typeface="Cambria Math" panose="02040503050406030204" pitchFamily="18" charset="0"/>
                        </a:rPr>
                        <m:t>𝒒</m:t>
                      </m:r>
                    </m:oMath>
                  </m:oMathPara>
                </a14:m>
                <a:endParaRPr lang="ar-AE" dirty="0">
                  <a:solidFill>
                    <a:schemeClr val="accent6">
                      <a:lumMod val="75000"/>
                    </a:schemeClr>
                  </a:solidFill>
                  <a:latin typeface="Times New Roman" panose="02020603050405020304" pitchFamily="18" charset="0"/>
                  <a:cs typeface="Times New Roman" panose="02020603050405020304" pitchFamily="18" charset="0"/>
                </a:endParaRPr>
              </a:p>
            </p:txBody>
          </p:sp>
        </mc:Choice>
        <mc:Fallback xmlns="">
          <p:sp>
            <p:nvSpPr>
              <p:cNvPr id="20" name="17. Hence,   edp  =   AR / (AR - MR)">
                <a:extLst>
                  <a:ext uri="{FF2B5EF4-FFF2-40B4-BE49-F238E27FC236}">
                    <a16:creationId xmlns:a16="http://schemas.microsoft.com/office/drawing/2014/main" id="{C1D0ADD4-A2B5-6B45-A48D-D8FC67611A35}"/>
                  </a:ext>
                </a:extLst>
              </p:cNvPr>
              <p:cNvSpPr txBox="1">
                <a:spLocks noRot="1" noChangeAspect="1" noMove="1" noResize="1" noEditPoints="1" noAdjustHandles="1" noChangeArrowheads="1" noChangeShapeType="1" noTextEdit="1"/>
              </p:cNvSpPr>
              <p:nvPr/>
            </p:nvSpPr>
            <p:spPr>
              <a:xfrm>
                <a:off x="426299" y="397686"/>
                <a:ext cx="5638594" cy="626588"/>
              </a:xfrm>
              <a:prstGeom prst="rect">
                <a:avLst/>
              </a:prstGeom>
              <a:blipFill>
                <a:blip r:embed="rId2"/>
                <a:stretch>
                  <a:fillRect b="-24000"/>
                </a:stretch>
              </a:blipFill>
              <a:ln w="12700">
                <a:miter lim="400000"/>
              </a:ln>
              <a:extLst>
                <a:ext uri="{C572A759-6A51-4108-AA02-DFA0A04FC94B}">
                  <ma14:wrappingTextBoxFlag xmlns:a14="http://schemas.microsoft.com/office/drawing/2010/main" xmlns="" xmlns:ma14="http://schemas.microsoft.com/office/mac/drawingml/2011/main" xmlns:m="http://schemas.openxmlformats.org/officeDocument/2006/math"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17. Hence,   edp  =   AR / (AR - MR)">
                <a:extLst>
                  <a:ext uri="{FF2B5EF4-FFF2-40B4-BE49-F238E27FC236}">
                    <a16:creationId xmlns:a16="http://schemas.microsoft.com/office/drawing/2014/main" id="{C16C8BBB-3311-7C45-97FC-3062DE5F5F5B}"/>
                  </a:ext>
                </a:extLst>
              </p:cNvPr>
              <p:cNvSpPr txBox="1"/>
              <p:nvPr/>
            </p:nvSpPr>
            <p:spPr>
              <a:xfrm>
                <a:off x="426304" y="1133912"/>
                <a:ext cx="5638594" cy="626588"/>
              </a:xfrm>
              <a:prstGeom prst="rect">
                <a:avLst/>
              </a:prstGeom>
              <a:solidFill>
                <a:schemeClr val="accent1">
                  <a:lumMod val="20000"/>
                  <a:lumOff val="80000"/>
                </a:schemeClr>
              </a:solidFill>
              <a:ln w="12700">
                <a:miter lim="400000"/>
              </a:ln>
              <a:extLst>
                <a:ext uri="{C572A759-6A51-4108-AA02-DFA0A04FC94B}">
                  <ma14:wrappingTextBoxFlag xmlns:m="http://schemas.openxmlformats.org/officeDocument/2006/math" xmlns:ma14="http://schemas.microsoft.com/office/mac/drawingml/2011/main" xmlns="" val="1"/>
                </a:ext>
              </a:extLst>
            </p:spPr>
            <p:txBody>
              <a:bodyPr lIns="50800" tIns="50800" rIns="50800" bIns="50800" anchor="b">
                <a:noAutofit/>
              </a:bodyPr>
              <a:lstStyle/>
              <a:p>
                <a:pPr algn="l" defTabSz="496570">
                  <a:defRPr sz="2550" b="0">
                    <a:latin typeface="+mn-lt"/>
                    <a:ea typeface="+mn-ea"/>
                    <a:cs typeface="+mn-cs"/>
                    <a:sym typeface="Helvetica Neue Medium"/>
                  </a:defRPr>
                </a:pPr>
                <a14:m>
                  <m:oMathPara xmlns:m="http://schemas.openxmlformats.org/officeDocument/2006/math">
                    <m:oMathParaPr>
                      <m:jc m:val="centerGroup"/>
                    </m:oMathParaPr>
                    <m:oMath xmlns:m="http://schemas.openxmlformats.org/officeDocument/2006/math">
                      <m:r>
                        <a:rPr lang="en-US" b="1" i="1" smtClean="0">
                          <a:solidFill>
                            <a:schemeClr val="accent6">
                              <a:lumMod val="75000"/>
                            </a:schemeClr>
                          </a:solidFill>
                          <a:latin typeface="Cambria Math" panose="02040503050406030204" pitchFamily="18" charset="0"/>
                        </a:rPr>
                        <m:t>𝑻𝑹</m:t>
                      </m:r>
                      <m:r>
                        <a:rPr lang="en-US" b="1" i="1" smtClean="0">
                          <a:solidFill>
                            <a:schemeClr val="accent6">
                              <a:lumMod val="75000"/>
                            </a:schemeClr>
                          </a:solidFill>
                          <a:latin typeface="Cambria Math" panose="02040503050406030204" pitchFamily="18" charset="0"/>
                        </a:rPr>
                        <m:t> </m:t>
                      </m:r>
                      <m:r>
                        <a:rPr lang="en-US" b="1" i="1" smtClean="0">
                          <a:solidFill>
                            <a:schemeClr val="accent6">
                              <a:lumMod val="75000"/>
                            </a:schemeClr>
                          </a:solidFill>
                          <a:latin typeface="Cambria Math" panose="02040503050406030204" pitchFamily="18" charset="0"/>
                        </a:rPr>
                        <m:t>𝑭𝒖𝒏𝒄𝒕𝒊𝒐𝒏</m:t>
                      </m:r>
                      <m:r>
                        <a:rPr lang="en-US" b="1" i="1" smtClean="0">
                          <a:solidFill>
                            <a:schemeClr val="accent6">
                              <a:lumMod val="75000"/>
                            </a:schemeClr>
                          </a:solidFill>
                          <a:latin typeface="Cambria Math" panose="02040503050406030204" pitchFamily="18" charset="0"/>
                        </a:rPr>
                        <m:t>:   </m:t>
                      </m:r>
                      <m:r>
                        <a:rPr lang="en-US" b="1" i="1" smtClean="0">
                          <a:solidFill>
                            <a:schemeClr val="accent6">
                              <a:lumMod val="75000"/>
                            </a:schemeClr>
                          </a:solidFill>
                          <a:latin typeface="Cambria Math" panose="02040503050406030204" pitchFamily="18" charset="0"/>
                        </a:rPr>
                        <m:t>𝑹</m:t>
                      </m:r>
                      <m:r>
                        <a:rPr lang="en-US" b="1" i="1" smtClean="0">
                          <a:solidFill>
                            <a:schemeClr val="accent6">
                              <a:lumMod val="75000"/>
                            </a:schemeClr>
                          </a:solidFill>
                          <a:latin typeface="Cambria Math" panose="02040503050406030204" pitchFamily="18" charset="0"/>
                        </a:rPr>
                        <m:t>=</m:t>
                      </m:r>
                      <m:r>
                        <a:rPr lang="en-US" b="1" i="1" smtClean="0">
                          <a:solidFill>
                            <a:schemeClr val="accent6">
                              <a:lumMod val="75000"/>
                            </a:schemeClr>
                          </a:solidFill>
                          <a:latin typeface="Cambria Math" panose="02040503050406030204" pitchFamily="18" charset="0"/>
                        </a:rPr>
                        <m:t>𝟓𝟎𝟎</m:t>
                      </m:r>
                      <m:r>
                        <a:rPr lang="en-US" b="1" i="1" smtClean="0">
                          <a:solidFill>
                            <a:schemeClr val="accent6">
                              <a:lumMod val="75000"/>
                            </a:schemeClr>
                          </a:solidFill>
                          <a:latin typeface="Cambria Math" panose="02040503050406030204" pitchFamily="18" charset="0"/>
                        </a:rPr>
                        <m:t>𝒒</m:t>
                      </m:r>
                      <m:r>
                        <a:rPr lang="en-US" b="1" i="1" smtClean="0">
                          <a:solidFill>
                            <a:schemeClr val="accent6">
                              <a:lumMod val="75000"/>
                            </a:schemeClr>
                          </a:solidFill>
                          <a:latin typeface="Cambria Math" panose="02040503050406030204" pitchFamily="18" charset="0"/>
                        </a:rPr>
                        <m:t> −</m:t>
                      </m:r>
                      <m:r>
                        <a:rPr lang="en-US" b="1" i="1" smtClean="0">
                          <a:solidFill>
                            <a:schemeClr val="accent6">
                              <a:lumMod val="75000"/>
                            </a:schemeClr>
                          </a:solidFill>
                          <a:latin typeface="Cambria Math" panose="02040503050406030204" pitchFamily="18" charset="0"/>
                        </a:rPr>
                        <m:t>𝟎</m:t>
                      </m:r>
                      <m:r>
                        <a:rPr lang="en-US" b="1" i="1" smtClean="0">
                          <a:solidFill>
                            <a:schemeClr val="accent6">
                              <a:lumMod val="75000"/>
                            </a:schemeClr>
                          </a:solidFill>
                          <a:latin typeface="Cambria Math" panose="02040503050406030204" pitchFamily="18" charset="0"/>
                        </a:rPr>
                        <m:t>.</m:t>
                      </m:r>
                      <m:r>
                        <a:rPr lang="en-US" b="1" i="1" smtClean="0">
                          <a:solidFill>
                            <a:schemeClr val="accent6">
                              <a:lumMod val="75000"/>
                            </a:schemeClr>
                          </a:solidFill>
                          <a:latin typeface="Cambria Math" panose="02040503050406030204" pitchFamily="18" charset="0"/>
                        </a:rPr>
                        <m:t>𝟐𝟓</m:t>
                      </m:r>
                      <m:r>
                        <a:rPr lang="en-US" b="1" i="1" smtClean="0">
                          <a:solidFill>
                            <a:schemeClr val="accent6">
                              <a:lumMod val="75000"/>
                            </a:schemeClr>
                          </a:solidFill>
                          <a:latin typeface="Cambria Math" panose="02040503050406030204" pitchFamily="18" charset="0"/>
                        </a:rPr>
                        <m:t>𝒒</m:t>
                      </m:r>
                      <m:r>
                        <a:rPr lang="en-US" b="1" i="1" smtClean="0">
                          <a:solidFill>
                            <a:schemeClr val="accent6">
                              <a:lumMod val="75000"/>
                            </a:schemeClr>
                          </a:solidFill>
                          <a:latin typeface="Cambria Math" panose="02040503050406030204" pitchFamily="18" charset="0"/>
                        </a:rPr>
                        <m:t>^</m:t>
                      </m:r>
                      <m:r>
                        <a:rPr lang="en-US" b="1" i="1" smtClean="0">
                          <a:solidFill>
                            <a:schemeClr val="accent6">
                              <a:lumMod val="75000"/>
                            </a:schemeClr>
                          </a:solidFill>
                          <a:latin typeface="Cambria Math" panose="02040503050406030204" pitchFamily="18" charset="0"/>
                        </a:rPr>
                        <m:t>𝟐</m:t>
                      </m:r>
                    </m:oMath>
                  </m:oMathPara>
                </a14:m>
                <a:endParaRPr lang="ar-AE" dirty="0">
                  <a:solidFill>
                    <a:schemeClr val="accent6">
                      <a:lumMod val="75000"/>
                    </a:schemeClr>
                  </a:solidFill>
                  <a:latin typeface="Times New Roman" panose="02020603050405020304" pitchFamily="18" charset="0"/>
                  <a:cs typeface="Times New Roman" panose="02020603050405020304" pitchFamily="18" charset="0"/>
                </a:endParaRPr>
              </a:p>
            </p:txBody>
          </p:sp>
        </mc:Choice>
        <mc:Fallback xmlns="">
          <p:sp>
            <p:nvSpPr>
              <p:cNvPr id="21" name="17. Hence,   edp  =   AR / (AR - MR)">
                <a:extLst>
                  <a:ext uri="{FF2B5EF4-FFF2-40B4-BE49-F238E27FC236}">
                    <a16:creationId xmlns:a16="http://schemas.microsoft.com/office/drawing/2014/main" id="{C16C8BBB-3311-7C45-97FC-3062DE5F5F5B}"/>
                  </a:ext>
                </a:extLst>
              </p:cNvPr>
              <p:cNvSpPr txBox="1">
                <a:spLocks noRot="1" noChangeAspect="1" noMove="1" noResize="1" noEditPoints="1" noAdjustHandles="1" noChangeArrowheads="1" noChangeShapeType="1" noTextEdit="1"/>
              </p:cNvSpPr>
              <p:nvPr/>
            </p:nvSpPr>
            <p:spPr>
              <a:xfrm>
                <a:off x="426304" y="1133912"/>
                <a:ext cx="5638594" cy="626588"/>
              </a:xfrm>
              <a:prstGeom prst="rect">
                <a:avLst/>
              </a:prstGeom>
              <a:blipFill>
                <a:blip r:embed="rId3"/>
                <a:stretch>
                  <a:fillRect l="-225" r="-3371" b="-24000"/>
                </a:stretch>
              </a:blipFill>
              <a:ln w="12700">
                <a:miter lim="400000"/>
              </a:ln>
              <a:extLst>
                <a:ext uri="{C572A759-6A51-4108-AA02-DFA0A04FC94B}">
                  <ma14:wrappingTextBoxFlag xmlns:a14="http://schemas.microsoft.com/office/drawing/2010/main" xmlns="" xmlns:ma14="http://schemas.microsoft.com/office/mac/drawingml/2011/main" xmlns:m="http://schemas.openxmlformats.org/officeDocument/2006/math"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17. Hence,   edp  =   AR / (AR - MR)">
                <a:extLst>
                  <a:ext uri="{FF2B5EF4-FFF2-40B4-BE49-F238E27FC236}">
                    <a16:creationId xmlns:a16="http://schemas.microsoft.com/office/drawing/2014/main" id="{FE80DFEA-7449-2D40-BA95-229D15205BB8}"/>
                  </a:ext>
                </a:extLst>
              </p:cNvPr>
              <p:cNvSpPr txBox="1"/>
              <p:nvPr/>
            </p:nvSpPr>
            <p:spPr>
              <a:xfrm>
                <a:off x="426304" y="2023307"/>
                <a:ext cx="5638594" cy="626588"/>
              </a:xfrm>
              <a:prstGeom prst="rect">
                <a:avLst/>
              </a:prstGeom>
              <a:solidFill>
                <a:schemeClr val="accent1">
                  <a:lumMod val="20000"/>
                  <a:lumOff val="80000"/>
                </a:schemeClr>
              </a:solidFill>
              <a:ln w="12700">
                <a:miter lim="400000"/>
              </a:ln>
              <a:extLst>
                <a:ext uri="{C572A759-6A51-4108-AA02-DFA0A04FC94B}">
                  <ma14:wrappingTextBoxFlag xmlns:m="http://schemas.openxmlformats.org/officeDocument/2006/math" xmlns:ma14="http://schemas.microsoft.com/office/mac/drawingml/2011/main" xmlns="" val="1"/>
                </a:ext>
              </a:extLst>
            </p:spPr>
            <p:txBody>
              <a:bodyPr lIns="50800" tIns="50800" rIns="50800" bIns="50800" anchor="b">
                <a:noAutofit/>
              </a:bodyPr>
              <a:lstStyle/>
              <a:p>
                <a:pPr algn="l" defTabSz="496570">
                  <a:defRPr sz="2550" b="0">
                    <a:latin typeface="+mn-lt"/>
                    <a:ea typeface="+mn-ea"/>
                    <a:cs typeface="+mn-cs"/>
                    <a:sym typeface="Helvetica Neue Medium"/>
                  </a:defRPr>
                </a:pPr>
                <a14:m>
                  <m:oMathPara xmlns:m="http://schemas.openxmlformats.org/officeDocument/2006/math">
                    <m:oMathParaPr>
                      <m:jc m:val="centerGroup"/>
                    </m:oMathParaPr>
                    <m:oMath xmlns:m="http://schemas.openxmlformats.org/officeDocument/2006/math">
                      <m:r>
                        <a:rPr lang="en-US" b="1" i="1" smtClean="0">
                          <a:solidFill>
                            <a:schemeClr val="accent6">
                              <a:lumMod val="75000"/>
                            </a:schemeClr>
                          </a:solidFill>
                          <a:latin typeface="Cambria Math" panose="02040503050406030204" pitchFamily="18" charset="0"/>
                        </a:rPr>
                        <m:t>𝑴𝑹</m:t>
                      </m:r>
                      <m:r>
                        <a:rPr lang="en-US" b="1" i="1" smtClean="0">
                          <a:solidFill>
                            <a:schemeClr val="accent6">
                              <a:lumMod val="75000"/>
                            </a:schemeClr>
                          </a:solidFill>
                          <a:latin typeface="Cambria Math" panose="02040503050406030204" pitchFamily="18" charset="0"/>
                        </a:rPr>
                        <m:t> </m:t>
                      </m:r>
                      <m:r>
                        <a:rPr lang="en-US" b="1" i="1" smtClean="0">
                          <a:solidFill>
                            <a:schemeClr val="accent6">
                              <a:lumMod val="75000"/>
                            </a:schemeClr>
                          </a:solidFill>
                          <a:latin typeface="Cambria Math" panose="02040503050406030204" pitchFamily="18" charset="0"/>
                        </a:rPr>
                        <m:t>𝑭𝒖𝒏𝒄𝒕𝒊𝒐𝒏</m:t>
                      </m:r>
                      <m:r>
                        <a:rPr lang="en-US" b="1" i="1" smtClean="0">
                          <a:solidFill>
                            <a:schemeClr val="accent6">
                              <a:lumMod val="75000"/>
                            </a:schemeClr>
                          </a:solidFill>
                          <a:latin typeface="Cambria Math" panose="02040503050406030204" pitchFamily="18" charset="0"/>
                        </a:rPr>
                        <m:t>:   </m:t>
                      </m:r>
                      <m:sSup>
                        <m:sSupPr>
                          <m:ctrlPr>
                            <a:rPr lang="en-US" b="1" i="1" smtClean="0">
                              <a:solidFill>
                                <a:schemeClr val="accent6">
                                  <a:lumMod val="75000"/>
                                </a:schemeClr>
                              </a:solidFill>
                              <a:latin typeface="Cambria Math" panose="02040503050406030204" pitchFamily="18" charset="0"/>
                            </a:rPr>
                          </m:ctrlPr>
                        </m:sSupPr>
                        <m:e>
                          <m:r>
                            <a:rPr lang="en-US" b="1" i="1" smtClean="0">
                              <a:solidFill>
                                <a:schemeClr val="accent6">
                                  <a:lumMod val="75000"/>
                                </a:schemeClr>
                              </a:solidFill>
                              <a:latin typeface="Cambria Math" panose="02040503050406030204" pitchFamily="18" charset="0"/>
                            </a:rPr>
                            <m:t>𝑹</m:t>
                          </m:r>
                        </m:e>
                        <m:sup>
                          <m:r>
                            <a:rPr lang="en-US" b="1" i="1" smtClean="0">
                              <a:solidFill>
                                <a:schemeClr val="accent6">
                                  <a:lumMod val="75000"/>
                                </a:schemeClr>
                              </a:solidFill>
                              <a:latin typeface="Cambria Math" panose="02040503050406030204" pitchFamily="18" charset="0"/>
                            </a:rPr>
                            <m:t>′</m:t>
                          </m:r>
                        </m:sup>
                      </m:sSup>
                      <m:r>
                        <a:rPr lang="en-US" b="1" i="1" smtClean="0">
                          <a:solidFill>
                            <a:schemeClr val="accent6">
                              <a:lumMod val="75000"/>
                            </a:schemeClr>
                          </a:solidFill>
                          <a:latin typeface="Cambria Math" panose="02040503050406030204" pitchFamily="18" charset="0"/>
                        </a:rPr>
                        <m:t>=</m:t>
                      </m:r>
                      <m:r>
                        <a:rPr lang="en-US" b="1" i="1" smtClean="0">
                          <a:solidFill>
                            <a:schemeClr val="accent6">
                              <a:lumMod val="75000"/>
                            </a:schemeClr>
                          </a:solidFill>
                          <a:latin typeface="Cambria Math" panose="02040503050406030204" pitchFamily="18" charset="0"/>
                        </a:rPr>
                        <m:t>𝟓𝟎𝟎</m:t>
                      </m:r>
                      <m:r>
                        <a:rPr lang="en-US" b="1" i="1" smtClean="0">
                          <a:solidFill>
                            <a:schemeClr val="accent6">
                              <a:lumMod val="75000"/>
                            </a:schemeClr>
                          </a:solidFill>
                          <a:latin typeface="Cambria Math" panose="02040503050406030204" pitchFamily="18" charset="0"/>
                        </a:rPr>
                        <m:t> −</m:t>
                      </m:r>
                      <m:r>
                        <a:rPr lang="en-US" b="1" i="1" smtClean="0">
                          <a:solidFill>
                            <a:schemeClr val="accent6">
                              <a:lumMod val="75000"/>
                            </a:schemeClr>
                          </a:solidFill>
                          <a:latin typeface="Cambria Math" panose="02040503050406030204" pitchFamily="18" charset="0"/>
                        </a:rPr>
                        <m:t>𝟎</m:t>
                      </m:r>
                      <m:r>
                        <a:rPr lang="en-US" b="1" i="1" smtClean="0">
                          <a:solidFill>
                            <a:schemeClr val="accent6">
                              <a:lumMod val="75000"/>
                            </a:schemeClr>
                          </a:solidFill>
                          <a:latin typeface="Cambria Math" panose="02040503050406030204" pitchFamily="18" charset="0"/>
                        </a:rPr>
                        <m:t>.</m:t>
                      </m:r>
                      <m:r>
                        <a:rPr lang="en-US" b="1" i="1" smtClean="0">
                          <a:solidFill>
                            <a:schemeClr val="accent6">
                              <a:lumMod val="75000"/>
                            </a:schemeClr>
                          </a:solidFill>
                          <a:latin typeface="Cambria Math" panose="02040503050406030204" pitchFamily="18" charset="0"/>
                        </a:rPr>
                        <m:t>𝟓</m:t>
                      </m:r>
                      <m:r>
                        <a:rPr lang="en-US" b="1" i="1" smtClean="0">
                          <a:solidFill>
                            <a:schemeClr val="accent6">
                              <a:lumMod val="75000"/>
                            </a:schemeClr>
                          </a:solidFill>
                          <a:latin typeface="Cambria Math" panose="02040503050406030204" pitchFamily="18" charset="0"/>
                        </a:rPr>
                        <m:t>𝒒</m:t>
                      </m:r>
                    </m:oMath>
                  </m:oMathPara>
                </a14:m>
                <a:endParaRPr lang="ar-AE" dirty="0">
                  <a:solidFill>
                    <a:schemeClr val="accent6">
                      <a:lumMod val="75000"/>
                    </a:schemeClr>
                  </a:solidFill>
                  <a:latin typeface="Times New Roman" panose="02020603050405020304" pitchFamily="18" charset="0"/>
                  <a:cs typeface="Times New Roman" panose="02020603050405020304" pitchFamily="18" charset="0"/>
                </a:endParaRPr>
              </a:p>
            </p:txBody>
          </p:sp>
        </mc:Choice>
        <mc:Fallback xmlns="">
          <p:sp>
            <p:nvSpPr>
              <p:cNvPr id="22" name="17. Hence,   edp  =   AR / (AR - MR)">
                <a:extLst>
                  <a:ext uri="{FF2B5EF4-FFF2-40B4-BE49-F238E27FC236}">
                    <a16:creationId xmlns:a16="http://schemas.microsoft.com/office/drawing/2014/main" id="{FE80DFEA-7449-2D40-BA95-229D15205BB8}"/>
                  </a:ext>
                </a:extLst>
              </p:cNvPr>
              <p:cNvSpPr txBox="1">
                <a:spLocks noRot="1" noChangeAspect="1" noMove="1" noResize="1" noEditPoints="1" noAdjustHandles="1" noChangeArrowheads="1" noChangeShapeType="1" noTextEdit="1"/>
              </p:cNvSpPr>
              <p:nvPr/>
            </p:nvSpPr>
            <p:spPr>
              <a:xfrm>
                <a:off x="426304" y="2023307"/>
                <a:ext cx="5638594" cy="626588"/>
              </a:xfrm>
              <a:prstGeom prst="rect">
                <a:avLst/>
              </a:prstGeom>
              <a:blipFill>
                <a:blip r:embed="rId4"/>
                <a:stretch>
                  <a:fillRect b="-24000"/>
                </a:stretch>
              </a:blipFill>
              <a:ln w="12700">
                <a:miter lim="400000"/>
              </a:ln>
              <a:extLst>
                <a:ext uri="{C572A759-6A51-4108-AA02-DFA0A04FC94B}">
                  <ma14:wrappingTextBoxFlag xmlns:a14="http://schemas.microsoft.com/office/drawing/2010/main" xmlns="" xmlns:ma14="http://schemas.microsoft.com/office/mac/drawingml/2011/main" xmlns:m="http://schemas.openxmlformats.org/officeDocument/2006/math"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17. Hence,   edp  =   AR / (AR - MR)">
                <a:extLst>
                  <a:ext uri="{FF2B5EF4-FFF2-40B4-BE49-F238E27FC236}">
                    <a16:creationId xmlns:a16="http://schemas.microsoft.com/office/drawing/2014/main" id="{AB682CDA-8DD3-614D-8DE3-7D17156A7F11}"/>
                  </a:ext>
                </a:extLst>
              </p:cNvPr>
              <p:cNvSpPr txBox="1"/>
              <p:nvPr/>
            </p:nvSpPr>
            <p:spPr>
              <a:xfrm>
                <a:off x="426304" y="2970852"/>
                <a:ext cx="11188772" cy="626588"/>
              </a:xfrm>
              <a:prstGeom prst="rect">
                <a:avLst/>
              </a:prstGeom>
              <a:solidFill>
                <a:schemeClr val="accent3">
                  <a:lumMod val="20000"/>
                  <a:lumOff val="80000"/>
                </a:schemeClr>
              </a:solidFill>
              <a:ln w="12700">
                <a:miter lim="400000"/>
              </a:ln>
              <a:extLst>
                <a:ext uri="{C572A759-6A51-4108-AA02-DFA0A04FC94B}">
                  <ma14:wrappingTextBoxFlag xmlns:m="http://schemas.openxmlformats.org/officeDocument/2006/math" xmlns:ma14="http://schemas.microsoft.com/office/mac/drawingml/2011/main" xmlns="" val="1"/>
                </a:ext>
              </a:extLst>
            </p:spPr>
            <p:txBody>
              <a:bodyPr lIns="50800" tIns="50800" rIns="50800" bIns="50800" anchor="b">
                <a:noAutofit/>
              </a:bodyPr>
              <a:lstStyle/>
              <a:p>
                <a:pPr algn="l" defTabSz="496570">
                  <a:defRPr sz="2550" b="0">
                    <a:latin typeface="+mn-lt"/>
                    <a:ea typeface="+mn-ea"/>
                    <a:cs typeface="+mn-cs"/>
                    <a:sym typeface="Helvetica Neue Medium"/>
                  </a:defRPr>
                </a:pPr>
                <a14:m>
                  <m:oMathPara xmlns:m="http://schemas.openxmlformats.org/officeDocument/2006/math">
                    <m:oMathParaPr>
                      <m:jc m:val="centerGroup"/>
                    </m:oMathParaPr>
                    <m:oMath xmlns:m="http://schemas.openxmlformats.org/officeDocument/2006/math">
                      <m:r>
                        <a:rPr lang="en-US" b="1" i="1" smtClean="0">
                          <a:solidFill>
                            <a:schemeClr val="accent6">
                              <a:lumMod val="75000"/>
                            </a:schemeClr>
                          </a:solidFill>
                          <a:latin typeface="Cambria Math" panose="02040503050406030204" pitchFamily="18" charset="0"/>
                        </a:rPr>
                        <m:t>𝑻𝑪</m:t>
                      </m:r>
                      <m:r>
                        <a:rPr lang="en-US" b="1" i="1" smtClean="0">
                          <a:solidFill>
                            <a:schemeClr val="accent6">
                              <a:lumMod val="75000"/>
                            </a:schemeClr>
                          </a:solidFill>
                          <a:latin typeface="Cambria Math" panose="02040503050406030204" pitchFamily="18" charset="0"/>
                        </a:rPr>
                        <m:t> </m:t>
                      </m:r>
                      <m:r>
                        <a:rPr lang="en-US" b="1" i="1" smtClean="0">
                          <a:solidFill>
                            <a:schemeClr val="accent6">
                              <a:lumMod val="75000"/>
                            </a:schemeClr>
                          </a:solidFill>
                          <a:latin typeface="Cambria Math" panose="02040503050406030204" pitchFamily="18" charset="0"/>
                        </a:rPr>
                        <m:t>𝑭𝒖𝒏𝒄𝒕𝒊𝒐𝒏</m:t>
                      </m:r>
                      <m:r>
                        <a:rPr lang="en-US" b="1" i="1" smtClean="0">
                          <a:solidFill>
                            <a:schemeClr val="accent6">
                              <a:lumMod val="75000"/>
                            </a:schemeClr>
                          </a:solidFill>
                          <a:latin typeface="Cambria Math" panose="02040503050406030204" pitchFamily="18" charset="0"/>
                        </a:rPr>
                        <m:t> </m:t>
                      </m:r>
                      <m:r>
                        <a:rPr lang="en-US" b="1" i="1" smtClean="0">
                          <a:solidFill>
                            <a:schemeClr val="accent6">
                              <a:lumMod val="75000"/>
                            </a:schemeClr>
                          </a:solidFill>
                          <a:latin typeface="Cambria Math" panose="02040503050406030204" pitchFamily="18" charset="0"/>
                        </a:rPr>
                        <m:t>𝑪</m:t>
                      </m:r>
                      <m:r>
                        <a:rPr lang="en-US" b="1" i="1" smtClean="0">
                          <a:solidFill>
                            <a:schemeClr val="accent6">
                              <a:lumMod val="75000"/>
                            </a:schemeClr>
                          </a:solidFill>
                          <a:latin typeface="Cambria Math" panose="02040503050406030204" pitchFamily="18" charset="0"/>
                        </a:rPr>
                        <m:t>=</m:t>
                      </m:r>
                      <m:sSup>
                        <m:sSupPr>
                          <m:ctrlPr>
                            <a:rPr lang="en-US" b="1" i="1" smtClean="0">
                              <a:solidFill>
                                <a:schemeClr val="accent6">
                                  <a:lumMod val="75000"/>
                                </a:schemeClr>
                              </a:solidFill>
                              <a:latin typeface="Cambria Math" panose="02040503050406030204" pitchFamily="18" charset="0"/>
                            </a:rPr>
                          </m:ctrlPr>
                        </m:sSupPr>
                        <m:e>
                          <m:r>
                            <a:rPr lang="en-US" b="1" i="1" smtClean="0">
                              <a:solidFill>
                                <a:schemeClr val="accent6">
                                  <a:lumMod val="75000"/>
                                </a:schemeClr>
                              </a:solidFill>
                              <a:latin typeface="Cambria Math" panose="02040503050406030204" pitchFamily="18" charset="0"/>
                            </a:rPr>
                            <m:t>𝒒</m:t>
                          </m:r>
                        </m:e>
                        <m:sup>
                          <m:r>
                            <a:rPr lang="en-US" b="1" i="1" smtClean="0">
                              <a:solidFill>
                                <a:schemeClr val="accent6">
                                  <a:lumMod val="75000"/>
                                </a:schemeClr>
                              </a:solidFill>
                              <a:latin typeface="Cambria Math" panose="02040503050406030204" pitchFamily="18" charset="0"/>
                            </a:rPr>
                            <m:t>𝟐</m:t>
                          </m:r>
                        </m:sup>
                      </m:sSup>
                      <m:r>
                        <a:rPr lang="en-US" b="1" i="1" smtClean="0">
                          <a:solidFill>
                            <a:schemeClr val="accent6">
                              <a:lumMod val="75000"/>
                            </a:schemeClr>
                          </a:solidFill>
                          <a:latin typeface="Cambria Math" panose="02040503050406030204" pitchFamily="18" charset="0"/>
                        </a:rPr>
                        <m:t>+</m:t>
                      </m:r>
                      <m:r>
                        <a:rPr lang="en-US" b="1" i="1" smtClean="0">
                          <a:solidFill>
                            <a:schemeClr val="accent6">
                              <a:lumMod val="75000"/>
                            </a:schemeClr>
                          </a:solidFill>
                          <a:latin typeface="Cambria Math" panose="02040503050406030204" pitchFamily="18" charset="0"/>
                        </a:rPr>
                        <m:t>𝟐𝟓</m:t>
                      </m:r>
                      <m:r>
                        <a:rPr lang="en-US" b="1" i="1" smtClean="0">
                          <a:solidFill>
                            <a:schemeClr val="accent6">
                              <a:lumMod val="75000"/>
                            </a:schemeClr>
                          </a:solidFill>
                          <a:latin typeface="Cambria Math" panose="02040503050406030204" pitchFamily="18" charset="0"/>
                        </a:rPr>
                        <m:t>𝒒</m:t>
                      </m:r>
                      <m:r>
                        <a:rPr lang="en-US" b="1" i="1" smtClean="0">
                          <a:solidFill>
                            <a:schemeClr val="accent6">
                              <a:lumMod val="75000"/>
                            </a:schemeClr>
                          </a:solidFill>
                          <a:latin typeface="Cambria Math" panose="02040503050406030204" pitchFamily="18" charset="0"/>
                        </a:rPr>
                        <m:t>+</m:t>
                      </m:r>
                      <m:r>
                        <a:rPr lang="en-US" b="1" i="1" smtClean="0">
                          <a:solidFill>
                            <a:schemeClr val="accent6">
                              <a:lumMod val="75000"/>
                            </a:schemeClr>
                          </a:solidFill>
                          <a:latin typeface="Cambria Math" panose="02040503050406030204" pitchFamily="18" charset="0"/>
                        </a:rPr>
                        <m:t>𝟏𝟎𝟎</m:t>
                      </m:r>
                    </m:oMath>
                  </m:oMathPara>
                </a14:m>
                <a:endParaRPr lang="ar-AE" dirty="0">
                  <a:solidFill>
                    <a:schemeClr val="accent6">
                      <a:lumMod val="75000"/>
                    </a:schemeClr>
                  </a:solidFill>
                  <a:latin typeface="Times New Roman" panose="02020603050405020304" pitchFamily="18" charset="0"/>
                  <a:cs typeface="Times New Roman" panose="02020603050405020304" pitchFamily="18" charset="0"/>
                </a:endParaRPr>
              </a:p>
            </p:txBody>
          </p:sp>
        </mc:Choice>
        <mc:Fallback xmlns="">
          <p:sp>
            <p:nvSpPr>
              <p:cNvPr id="9" name="17. Hence,   edp  =   AR / (AR - MR)">
                <a:extLst>
                  <a:ext uri="{FF2B5EF4-FFF2-40B4-BE49-F238E27FC236}">
                    <a16:creationId xmlns:a16="http://schemas.microsoft.com/office/drawing/2014/main" id="{AB682CDA-8DD3-614D-8DE3-7D17156A7F11}"/>
                  </a:ext>
                </a:extLst>
              </p:cNvPr>
              <p:cNvSpPr txBox="1">
                <a:spLocks noRot="1" noChangeAspect="1" noMove="1" noResize="1" noEditPoints="1" noAdjustHandles="1" noChangeArrowheads="1" noChangeShapeType="1" noTextEdit="1"/>
              </p:cNvSpPr>
              <p:nvPr/>
            </p:nvSpPr>
            <p:spPr>
              <a:xfrm>
                <a:off x="426304" y="2970852"/>
                <a:ext cx="11188772" cy="626588"/>
              </a:xfrm>
              <a:prstGeom prst="rect">
                <a:avLst/>
              </a:prstGeom>
              <a:blipFill>
                <a:blip r:embed="rId5"/>
                <a:stretch>
                  <a:fillRect b="-21569"/>
                </a:stretch>
              </a:blipFill>
              <a:ln w="12700">
                <a:miter lim="400000"/>
              </a:ln>
              <a:extLst>
                <a:ext uri="{C572A759-6A51-4108-AA02-DFA0A04FC94B}">
                  <ma14:wrappingTextBoxFlag xmlns:a14="http://schemas.microsoft.com/office/drawing/2010/main" xmlns="" xmlns:ma14="http://schemas.microsoft.com/office/mac/drawingml/2011/main" xmlns:m="http://schemas.openxmlformats.org/officeDocument/2006/math"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17. Hence,   edp  =   AR / (AR - MR)">
                <a:extLst>
                  <a:ext uri="{FF2B5EF4-FFF2-40B4-BE49-F238E27FC236}">
                    <a16:creationId xmlns:a16="http://schemas.microsoft.com/office/drawing/2014/main" id="{40112204-6281-C84C-A297-78E93C3E6771}"/>
                  </a:ext>
                </a:extLst>
              </p:cNvPr>
              <p:cNvSpPr txBox="1"/>
              <p:nvPr/>
            </p:nvSpPr>
            <p:spPr>
              <a:xfrm>
                <a:off x="426304" y="3813261"/>
                <a:ext cx="11188772" cy="1253107"/>
              </a:xfrm>
              <a:prstGeom prst="rect">
                <a:avLst/>
              </a:prstGeom>
              <a:solidFill>
                <a:schemeClr val="accent3">
                  <a:lumMod val="20000"/>
                  <a:lumOff val="80000"/>
                </a:schemeClr>
              </a:solidFill>
              <a:ln w="12700">
                <a:miter lim="400000"/>
              </a:ln>
              <a:extLst>
                <a:ext uri="{C572A759-6A51-4108-AA02-DFA0A04FC94B}">
                  <ma14:wrappingTextBoxFlag xmlns:m="http://schemas.openxmlformats.org/officeDocument/2006/math" xmlns:ma14="http://schemas.microsoft.com/office/mac/drawingml/2011/main" xmlns="" val="1"/>
                </a:ext>
              </a:extLst>
            </p:spPr>
            <p:txBody>
              <a:bodyPr lIns="50800" tIns="50800" rIns="50800" bIns="50800" anchor="b">
                <a:noAutofit/>
              </a:bodyPr>
              <a:lstStyle/>
              <a:p>
                <a:pPr algn="l" defTabSz="496570">
                  <a:defRPr sz="2550" b="0">
                    <a:latin typeface="+mn-lt"/>
                    <a:ea typeface="+mn-ea"/>
                    <a:cs typeface="+mn-cs"/>
                    <a:sym typeface="Helvetica Neue Medium"/>
                  </a:defRPr>
                </a:pPr>
                <a14:m>
                  <m:oMathPara xmlns:m="http://schemas.openxmlformats.org/officeDocument/2006/math">
                    <m:oMathParaPr>
                      <m:jc m:val="centerGroup"/>
                    </m:oMathParaPr>
                    <m:oMath xmlns:m="http://schemas.openxmlformats.org/officeDocument/2006/math">
                      <m:r>
                        <a:rPr lang="en-US" b="1" i="1" smtClean="0">
                          <a:solidFill>
                            <a:schemeClr val="accent6">
                              <a:lumMod val="75000"/>
                            </a:schemeClr>
                          </a:solidFill>
                          <a:latin typeface="Cambria Math" panose="02040503050406030204" pitchFamily="18" charset="0"/>
                        </a:rPr>
                        <m:t>𝑨𝑪</m:t>
                      </m:r>
                      <m:r>
                        <a:rPr lang="en-US" b="1" i="1" smtClean="0">
                          <a:solidFill>
                            <a:schemeClr val="accent6">
                              <a:lumMod val="75000"/>
                            </a:schemeClr>
                          </a:solidFill>
                          <a:latin typeface="Cambria Math" panose="02040503050406030204" pitchFamily="18" charset="0"/>
                        </a:rPr>
                        <m:t> </m:t>
                      </m:r>
                      <m:r>
                        <a:rPr lang="en-US" b="1" i="1" smtClean="0">
                          <a:solidFill>
                            <a:schemeClr val="accent6">
                              <a:lumMod val="75000"/>
                            </a:schemeClr>
                          </a:solidFill>
                          <a:latin typeface="Cambria Math" panose="02040503050406030204" pitchFamily="18" charset="0"/>
                        </a:rPr>
                        <m:t>𝑭𝒖𝒏𝒄𝒕𝒊𝒐𝒏</m:t>
                      </m:r>
                      <m:r>
                        <a:rPr lang="en-US" b="1" i="1" smtClean="0">
                          <a:solidFill>
                            <a:schemeClr val="accent6">
                              <a:lumMod val="75000"/>
                            </a:schemeClr>
                          </a:solidFill>
                          <a:latin typeface="Cambria Math" panose="02040503050406030204" pitchFamily="18" charset="0"/>
                        </a:rPr>
                        <m:t> </m:t>
                      </m:r>
                      <m:r>
                        <a:rPr lang="en-US" b="1" i="1" smtClean="0">
                          <a:solidFill>
                            <a:schemeClr val="accent6">
                              <a:lumMod val="75000"/>
                            </a:schemeClr>
                          </a:solidFill>
                          <a:latin typeface="Cambria Math" panose="02040503050406030204" pitchFamily="18" charset="0"/>
                        </a:rPr>
                        <m:t>𝑪</m:t>
                      </m:r>
                      <m:r>
                        <a:rPr lang="en-US" b="1" i="1" smtClean="0">
                          <a:solidFill>
                            <a:schemeClr val="accent6">
                              <a:lumMod val="75000"/>
                            </a:schemeClr>
                          </a:solidFill>
                          <a:latin typeface="Cambria Math" panose="02040503050406030204" pitchFamily="18" charset="0"/>
                        </a:rPr>
                        <m:t>=</m:t>
                      </m:r>
                      <m:f>
                        <m:fPr>
                          <m:ctrlPr>
                            <a:rPr lang="en-US" b="1" i="1" smtClean="0">
                              <a:solidFill>
                                <a:schemeClr val="accent6">
                                  <a:lumMod val="75000"/>
                                </a:schemeClr>
                              </a:solidFill>
                              <a:latin typeface="Cambria Math" panose="02040503050406030204" pitchFamily="18" charset="0"/>
                            </a:rPr>
                          </m:ctrlPr>
                        </m:fPr>
                        <m:num>
                          <m:r>
                            <a:rPr lang="en-US" b="1" i="1" smtClean="0">
                              <a:solidFill>
                                <a:schemeClr val="accent6">
                                  <a:lumMod val="75000"/>
                                </a:schemeClr>
                              </a:solidFill>
                              <a:latin typeface="Cambria Math" panose="02040503050406030204" pitchFamily="18" charset="0"/>
                            </a:rPr>
                            <m:t>𝑻𝑪</m:t>
                          </m:r>
                        </m:num>
                        <m:den>
                          <m:r>
                            <a:rPr lang="en-US" b="1" i="1" smtClean="0">
                              <a:solidFill>
                                <a:schemeClr val="accent6">
                                  <a:lumMod val="75000"/>
                                </a:schemeClr>
                              </a:solidFill>
                              <a:latin typeface="Cambria Math" panose="02040503050406030204" pitchFamily="18" charset="0"/>
                            </a:rPr>
                            <m:t>𝒒</m:t>
                          </m:r>
                        </m:den>
                      </m:f>
                      <m:r>
                        <a:rPr lang="en-US" b="1" i="1" smtClean="0">
                          <a:solidFill>
                            <a:schemeClr val="accent6">
                              <a:lumMod val="75000"/>
                            </a:schemeClr>
                          </a:solidFill>
                          <a:latin typeface="Cambria Math" panose="02040503050406030204" pitchFamily="18" charset="0"/>
                        </a:rPr>
                        <m:t>=</m:t>
                      </m:r>
                      <m:r>
                        <a:rPr lang="en-US" b="1" i="1" smtClean="0">
                          <a:solidFill>
                            <a:schemeClr val="accent6">
                              <a:lumMod val="75000"/>
                            </a:schemeClr>
                          </a:solidFill>
                          <a:latin typeface="Cambria Math" panose="02040503050406030204" pitchFamily="18" charset="0"/>
                        </a:rPr>
                        <m:t>𝒒</m:t>
                      </m:r>
                      <m:r>
                        <a:rPr lang="en-US" b="1" i="1" smtClean="0">
                          <a:solidFill>
                            <a:schemeClr val="accent6">
                              <a:lumMod val="75000"/>
                            </a:schemeClr>
                          </a:solidFill>
                          <a:latin typeface="Cambria Math" panose="02040503050406030204" pitchFamily="18" charset="0"/>
                        </a:rPr>
                        <m:t>+</m:t>
                      </m:r>
                      <m:r>
                        <a:rPr lang="en-US" b="1" i="1" smtClean="0">
                          <a:solidFill>
                            <a:schemeClr val="accent6">
                              <a:lumMod val="75000"/>
                            </a:schemeClr>
                          </a:solidFill>
                          <a:latin typeface="Cambria Math" panose="02040503050406030204" pitchFamily="18" charset="0"/>
                        </a:rPr>
                        <m:t>𝟐𝟓</m:t>
                      </m:r>
                      <m:r>
                        <a:rPr lang="en-US" b="1" i="1" smtClean="0">
                          <a:solidFill>
                            <a:schemeClr val="accent6">
                              <a:lumMod val="75000"/>
                            </a:schemeClr>
                          </a:solidFill>
                          <a:latin typeface="Cambria Math" panose="02040503050406030204" pitchFamily="18" charset="0"/>
                        </a:rPr>
                        <m:t>+</m:t>
                      </m:r>
                      <m:f>
                        <m:fPr>
                          <m:ctrlPr>
                            <a:rPr lang="en-US" b="1" i="1" smtClean="0">
                              <a:solidFill>
                                <a:schemeClr val="accent6">
                                  <a:lumMod val="75000"/>
                                </a:schemeClr>
                              </a:solidFill>
                              <a:latin typeface="Cambria Math" panose="02040503050406030204" pitchFamily="18" charset="0"/>
                            </a:rPr>
                          </m:ctrlPr>
                        </m:fPr>
                        <m:num>
                          <m:r>
                            <a:rPr lang="en-US" b="1" i="1" smtClean="0">
                              <a:solidFill>
                                <a:schemeClr val="accent6">
                                  <a:lumMod val="75000"/>
                                </a:schemeClr>
                              </a:solidFill>
                              <a:latin typeface="Cambria Math" panose="02040503050406030204" pitchFamily="18" charset="0"/>
                            </a:rPr>
                            <m:t>𝟏𝟎𝟎</m:t>
                          </m:r>
                        </m:num>
                        <m:den>
                          <m:r>
                            <a:rPr lang="en-US" b="1" i="1" smtClean="0">
                              <a:solidFill>
                                <a:schemeClr val="accent6">
                                  <a:lumMod val="75000"/>
                                </a:schemeClr>
                              </a:solidFill>
                              <a:latin typeface="Cambria Math" panose="02040503050406030204" pitchFamily="18" charset="0"/>
                            </a:rPr>
                            <m:t>𝒒</m:t>
                          </m:r>
                        </m:den>
                      </m:f>
                    </m:oMath>
                  </m:oMathPara>
                </a14:m>
                <a:endParaRPr lang="en-US" b="1" dirty="0">
                  <a:solidFill>
                    <a:schemeClr val="accent6">
                      <a:lumMod val="75000"/>
                    </a:schemeClr>
                  </a:solidFill>
                  <a:latin typeface="Times New Roman" panose="02020603050405020304" pitchFamily="18" charset="0"/>
                </a:endParaRPr>
              </a:p>
              <a:p>
                <a:pPr algn="l" defTabSz="496570">
                  <a:defRPr sz="2550" b="0">
                    <a:latin typeface="+mn-lt"/>
                    <a:ea typeface="+mn-ea"/>
                    <a:cs typeface="+mn-cs"/>
                    <a:sym typeface="Helvetica Neue Medium"/>
                  </a:defRPr>
                </a:pPr>
                <a:endParaRPr lang="ar-AE" dirty="0">
                  <a:solidFill>
                    <a:schemeClr val="accent6">
                      <a:lumMod val="75000"/>
                    </a:schemeClr>
                  </a:solidFill>
                  <a:latin typeface="Times New Roman" panose="02020603050405020304" pitchFamily="18" charset="0"/>
                  <a:cs typeface="Times New Roman" panose="02020603050405020304" pitchFamily="18" charset="0"/>
                </a:endParaRPr>
              </a:p>
            </p:txBody>
          </p:sp>
        </mc:Choice>
        <mc:Fallback xmlns="">
          <p:sp>
            <p:nvSpPr>
              <p:cNvPr id="12" name="17. Hence,   edp  =   AR / (AR - MR)">
                <a:extLst>
                  <a:ext uri="{FF2B5EF4-FFF2-40B4-BE49-F238E27FC236}">
                    <a16:creationId xmlns:a16="http://schemas.microsoft.com/office/drawing/2014/main" id="{40112204-6281-C84C-A297-78E93C3E6771}"/>
                  </a:ext>
                </a:extLst>
              </p:cNvPr>
              <p:cNvSpPr txBox="1">
                <a:spLocks noRot="1" noChangeAspect="1" noMove="1" noResize="1" noEditPoints="1" noAdjustHandles="1" noChangeArrowheads="1" noChangeShapeType="1" noTextEdit="1"/>
              </p:cNvSpPr>
              <p:nvPr/>
            </p:nvSpPr>
            <p:spPr>
              <a:xfrm>
                <a:off x="426304" y="3813261"/>
                <a:ext cx="11188772" cy="1253107"/>
              </a:xfrm>
              <a:prstGeom prst="rect">
                <a:avLst/>
              </a:prstGeom>
              <a:blipFill>
                <a:blip r:embed="rId6"/>
                <a:stretch>
                  <a:fillRect l="-1361" b="-12121"/>
                </a:stretch>
              </a:blipFill>
              <a:ln w="12700">
                <a:miter lim="400000"/>
              </a:ln>
              <a:extLst>
                <a:ext uri="{C572A759-6A51-4108-AA02-DFA0A04FC94B}">
                  <ma14:wrappingTextBoxFlag xmlns:a14="http://schemas.microsoft.com/office/drawing/2010/main" xmlns="" xmlns:ma14="http://schemas.microsoft.com/office/mac/drawingml/2011/main" xmlns:m="http://schemas.openxmlformats.org/officeDocument/2006/math"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17. Hence,   edp  =   AR / (AR - MR)">
                <a:extLst>
                  <a:ext uri="{FF2B5EF4-FFF2-40B4-BE49-F238E27FC236}">
                    <a16:creationId xmlns:a16="http://schemas.microsoft.com/office/drawing/2014/main" id="{FD163E22-A89A-C841-840F-7679900E996B}"/>
                  </a:ext>
                </a:extLst>
              </p:cNvPr>
              <p:cNvSpPr txBox="1"/>
              <p:nvPr/>
            </p:nvSpPr>
            <p:spPr>
              <a:xfrm>
                <a:off x="426299" y="5134179"/>
                <a:ext cx="11188772" cy="626588"/>
              </a:xfrm>
              <a:prstGeom prst="rect">
                <a:avLst/>
              </a:prstGeom>
              <a:solidFill>
                <a:schemeClr val="accent3">
                  <a:lumMod val="20000"/>
                  <a:lumOff val="80000"/>
                </a:schemeClr>
              </a:solidFill>
              <a:ln w="12700">
                <a:miter lim="400000"/>
              </a:ln>
              <a:extLst>
                <a:ext uri="{C572A759-6A51-4108-AA02-DFA0A04FC94B}">
                  <ma14:wrappingTextBoxFlag xmlns:m="http://schemas.openxmlformats.org/officeDocument/2006/math" xmlns:ma14="http://schemas.microsoft.com/office/mac/drawingml/2011/main" xmlns="" val="1"/>
                </a:ext>
              </a:extLst>
            </p:spPr>
            <p:txBody>
              <a:bodyPr lIns="50800" tIns="50800" rIns="50800" bIns="50800" anchor="b">
                <a:noAutofit/>
              </a:bodyPr>
              <a:lstStyle/>
              <a:p>
                <a:pPr algn="l" defTabSz="496570">
                  <a:defRPr sz="2550" b="0">
                    <a:latin typeface="+mn-lt"/>
                    <a:ea typeface="+mn-ea"/>
                    <a:cs typeface="+mn-cs"/>
                    <a:sym typeface="Helvetica Neue Medium"/>
                  </a:defRPr>
                </a:pPr>
                <a14:m>
                  <m:oMathPara xmlns:m="http://schemas.openxmlformats.org/officeDocument/2006/math">
                    <m:oMathParaPr>
                      <m:jc m:val="centerGroup"/>
                    </m:oMathParaPr>
                    <m:oMath xmlns:m="http://schemas.openxmlformats.org/officeDocument/2006/math">
                      <m:r>
                        <a:rPr lang="en-US" b="1" i="1" smtClean="0">
                          <a:solidFill>
                            <a:schemeClr val="accent6">
                              <a:lumMod val="75000"/>
                            </a:schemeClr>
                          </a:solidFill>
                          <a:latin typeface="Cambria Math" panose="02040503050406030204" pitchFamily="18" charset="0"/>
                        </a:rPr>
                        <m:t>𝑴𝑪</m:t>
                      </m:r>
                      <m:r>
                        <a:rPr lang="en-US" b="1" i="1" smtClean="0">
                          <a:solidFill>
                            <a:schemeClr val="accent6">
                              <a:lumMod val="75000"/>
                            </a:schemeClr>
                          </a:solidFill>
                          <a:latin typeface="Cambria Math" panose="02040503050406030204" pitchFamily="18" charset="0"/>
                        </a:rPr>
                        <m:t> </m:t>
                      </m:r>
                      <m:r>
                        <a:rPr lang="en-US" b="1" i="1" smtClean="0">
                          <a:solidFill>
                            <a:schemeClr val="accent6">
                              <a:lumMod val="75000"/>
                            </a:schemeClr>
                          </a:solidFill>
                          <a:latin typeface="Cambria Math" panose="02040503050406030204" pitchFamily="18" charset="0"/>
                        </a:rPr>
                        <m:t>𝑭𝒖𝒏𝒄𝒕𝒊𝒐𝒏</m:t>
                      </m:r>
                      <m:r>
                        <a:rPr lang="en-US" b="1" i="1" smtClean="0">
                          <a:solidFill>
                            <a:schemeClr val="accent6">
                              <a:lumMod val="75000"/>
                            </a:schemeClr>
                          </a:solidFill>
                          <a:latin typeface="Cambria Math" panose="02040503050406030204" pitchFamily="18" charset="0"/>
                        </a:rPr>
                        <m:t>= </m:t>
                      </m:r>
                      <m:r>
                        <a:rPr lang="en-US" b="1" i="1" smtClean="0">
                          <a:solidFill>
                            <a:schemeClr val="accent6">
                              <a:lumMod val="75000"/>
                            </a:schemeClr>
                          </a:solidFill>
                          <a:latin typeface="Cambria Math" panose="02040503050406030204" pitchFamily="18" charset="0"/>
                        </a:rPr>
                        <m:t>𝑪</m:t>
                      </m:r>
                      <m:r>
                        <a:rPr lang="en-US" b="1" i="1" smtClean="0">
                          <a:solidFill>
                            <a:schemeClr val="accent6">
                              <a:lumMod val="75000"/>
                            </a:schemeClr>
                          </a:solidFill>
                          <a:latin typeface="Cambria Math" panose="02040503050406030204" pitchFamily="18" charset="0"/>
                        </a:rPr>
                        <m:t>′=</m:t>
                      </m:r>
                      <m:r>
                        <a:rPr lang="en-US" b="1" i="1" smtClean="0">
                          <a:solidFill>
                            <a:schemeClr val="accent6">
                              <a:lumMod val="75000"/>
                            </a:schemeClr>
                          </a:solidFill>
                          <a:latin typeface="Cambria Math" panose="02040503050406030204" pitchFamily="18" charset="0"/>
                        </a:rPr>
                        <m:t>𝟐</m:t>
                      </m:r>
                      <m:r>
                        <a:rPr lang="en-US" b="1" i="1" smtClean="0">
                          <a:solidFill>
                            <a:schemeClr val="accent6">
                              <a:lumMod val="75000"/>
                            </a:schemeClr>
                          </a:solidFill>
                          <a:latin typeface="Cambria Math" panose="02040503050406030204" pitchFamily="18" charset="0"/>
                        </a:rPr>
                        <m:t>𝒒</m:t>
                      </m:r>
                      <m:r>
                        <a:rPr lang="en-US" b="1" i="1" smtClean="0">
                          <a:solidFill>
                            <a:schemeClr val="accent6">
                              <a:lumMod val="75000"/>
                            </a:schemeClr>
                          </a:solidFill>
                          <a:latin typeface="Cambria Math" panose="02040503050406030204" pitchFamily="18" charset="0"/>
                        </a:rPr>
                        <m:t>+</m:t>
                      </m:r>
                      <m:r>
                        <a:rPr lang="en-US" b="1" i="1" smtClean="0">
                          <a:solidFill>
                            <a:schemeClr val="accent6">
                              <a:lumMod val="75000"/>
                            </a:schemeClr>
                          </a:solidFill>
                          <a:latin typeface="Cambria Math" panose="02040503050406030204" pitchFamily="18" charset="0"/>
                        </a:rPr>
                        <m:t>𝟐𝟓</m:t>
                      </m:r>
                    </m:oMath>
                  </m:oMathPara>
                </a14:m>
                <a:endParaRPr lang="ar-AE" dirty="0">
                  <a:solidFill>
                    <a:schemeClr val="accent6">
                      <a:lumMod val="75000"/>
                    </a:schemeClr>
                  </a:solidFill>
                  <a:latin typeface="Times New Roman" panose="02020603050405020304" pitchFamily="18" charset="0"/>
                  <a:cs typeface="Times New Roman" panose="02020603050405020304" pitchFamily="18" charset="0"/>
                </a:endParaRPr>
              </a:p>
            </p:txBody>
          </p:sp>
        </mc:Choice>
        <mc:Fallback xmlns="">
          <p:sp>
            <p:nvSpPr>
              <p:cNvPr id="13" name="17. Hence,   edp  =   AR / (AR - MR)">
                <a:extLst>
                  <a:ext uri="{FF2B5EF4-FFF2-40B4-BE49-F238E27FC236}">
                    <a16:creationId xmlns:a16="http://schemas.microsoft.com/office/drawing/2014/main" id="{FD163E22-A89A-C841-840F-7679900E996B}"/>
                  </a:ext>
                </a:extLst>
              </p:cNvPr>
              <p:cNvSpPr txBox="1">
                <a:spLocks noRot="1" noChangeAspect="1" noMove="1" noResize="1" noEditPoints="1" noAdjustHandles="1" noChangeArrowheads="1" noChangeShapeType="1" noTextEdit="1"/>
              </p:cNvSpPr>
              <p:nvPr/>
            </p:nvSpPr>
            <p:spPr>
              <a:xfrm>
                <a:off x="426299" y="5134179"/>
                <a:ext cx="11188772" cy="626588"/>
              </a:xfrm>
              <a:prstGeom prst="rect">
                <a:avLst/>
              </a:prstGeom>
              <a:blipFill>
                <a:blip r:embed="rId7"/>
                <a:stretch>
                  <a:fillRect b="-24000"/>
                </a:stretch>
              </a:blipFill>
              <a:ln w="12700">
                <a:miter lim="400000"/>
              </a:ln>
              <a:extLst>
                <a:ext uri="{C572A759-6A51-4108-AA02-DFA0A04FC94B}">
                  <ma14:wrappingTextBoxFlag xmlns:a14="http://schemas.microsoft.com/office/drawing/2010/main" xmlns="" xmlns:ma14="http://schemas.microsoft.com/office/mac/drawingml/2011/main" xmlns:m="http://schemas.openxmlformats.org/officeDocument/2006/math"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17. Hence,   edp  =   AR / (AR - MR)">
                <a:extLst>
                  <a:ext uri="{FF2B5EF4-FFF2-40B4-BE49-F238E27FC236}">
                    <a16:creationId xmlns:a16="http://schemas.microsoft.com/office/drawing/2014/main" id="{5B45270B-CE02-4649-8075-DCCE848DBE99}"/>
                  </a:ext>
                </a:extLst>
              </p:cNvPr>
              <p:cNvSpPr txBox="1"/>
              <p:nvPr/>
            </p:nvSpPr>
            <p:spPr>
              <a:xfrm>
                <a:off x="433609" y="5933170"/>
                <a:ext cx="12130808" cy="626588"/>
              </a:xfrm>
              <a:prstGeom prst="rect">
                <a:avLst/>
              </a:prstGeom>
              <a:solidFill>
                <a:schemeClr val="accent4">
                  <a:lumMod val="20000"/>
                  <a:lumOff val="80000"/>
                </a:schemeClr>
              </a:solidFill>
              <a:ln w="12700">
                <a:miter lim="400000"/>
              </a:ln>
              <a:extLst>
                <a:ext uri="{C572A759-6A51-4108-AA02-DFA0A04FC94B}">
                  <ma14:wrappingTextBoxFlag xmlns:m="http://schemas.openxmlformats.org/officeDocument/2006/math" xmlns:ma14="http://schemas.microsoft.com/office/mac/drawingml/2011/main" xmlns="" val="1"/>
                </a:ext>
              </a:extLst>
            </p:spPr>
            <p:txBody>
              <a:bodyPr lIns="50800" tIns="50800" rIns="50800" bIns="50800" anchor="b">
                <a:noAutofit/>
              </a:bodyPr>
              <a:lstStyle/>
              <a:p>
                <a:pPr algn="l" defTabSz="496570">
                  <a:defRPr sz="2550" b="0">
                    <a:latin typeface="+mn-lt"/>
                    <a:ea typeface="+mn-ea"/>
                    <a:cs typeface="+mn-cs"/>
                    <a:sym typeface="Helvetica Neue Medium"/>
                  </a:defRPr>
                </a:pPr>
                <a14:m>
                  <m:oMathPara xmlns:m="http://schemas.openxmlformats.org/officeDocument/2006/math">
                    <m:oMathParaPr>
                      <m:jc m:val="centerGroup"/>
                    </m:oMathParaPr>
                    <m:oMath xmlns:m="http://schemas.openxmlformats.org/officeDocument/2006/math">
                      <m:r>
                        <a:rPr lang="en-US" b="1" i="1" smtClean="0">
                          <a:solidFill>
                            <a:schemeClr val="accent6">
                              <a:lumMod val="75000"/>
                            </a:schemeClr>
                          </a:solidFill>
                          <a:latin typeface="Cambria Math" panose="02040503050406030204" pitchFamily="18" charset="0"/>
                        </a:rPr>
                        <m:t>𝑷𝒓𝒐𝒇𝒊𝒕</m:t>
                      </m:r>
                      <m:r>
                        <a:rPr lang="en-US" b="1" i="1" smtClean="0">
                          <a:solidFill>
                            <a:schemeClr val="accent6">
                              <a:lumMod val="75000"/>
                            </a:schemeClr>
                          </a:solidFill>
                          <a:latin typeface="Cambria Math" panose="02040503050406030204" pitchFamily="18" charset="0"/>
                        </a:rPr>
                        <m:t> </m:t>
                      </m:r>
                      <m:r>
                        <a:rPr lang="en-US" b="1" i="1" smtClean="0">
                          <a:solidFill>
                            <a:schemeClr val="accent6">
                              <a:lumMod val="75000"/>
                            </a:schemeClr>
                          </a:solidFill>
                          <a:latin typeface="Cambria Math" panose="02040503050406030204" pitchFamily="18" charset="0"/>
                        </a:rPr>
                        <m:t>𝑭𝒖𝒏𝒄𝒕𝒊𝒐𝒏</m:t>
                      </m:r>
                      <m:r>
                        <a:rPr lang="en-US" b="1" i="1" smtClean="0">
                          <a:solidFill>
                            <a:schemeClr val="accent6">
                              <a:lumMod val="75000"/>
                            </a:schemeClr>
                          </a:solidFill>
                          <a:latin typeface="Cambria Math" panose="02040503050406030204" pitchFamily="18" charset="0"/>
                        </a:rPr>
                        <m:t>:   </m:t>
                      </m:r>
                      <m:r>
                        <a:rPr lang="en-US" b="1" i="1" smtClean="0">
                          <a:solidFill>
                            <a:schemeClr val="accent6">
                              <a:lumMod val="75000"/>
                            </a:schemeClr>
                          </a:solidFill>
                          <a:latin typeface="Cambria Math" panose="02040503050406030204" pitchFamily="18" charset="0"/>
                        </a:rPr>
                        <m:t>𝟓𝟎𝟎</m:t>
                      </m:r>
                      <m:r>
                        <a:rPr lang="en-US" b="1" i="1" smtClean="0">
                          <a:solidFill>
                            <a:schemeClr val="accent6">
                              <a:lumMod val="75000"/>
                            </a:schemeClr>
                          </a:solidFill>
                          <a:latin typeface="Cambria Math" panose="02040503050406030204" pitchFamily="18" charset="0"/>
                        </a:rPr>
                        <m:t>𝒒</m:t>
                      </m:r>
                      <m:r>
                        <a:rPr lang="en-US" b="1" i="1" smtClean="0">
                          <a:solidFill>
                            <a:schemeClr val="accent6">
                              <a:lumMod val="75000"/>
                            </a:schemeClr>
                          </a:solidFill>
                          <a:latin typeface="Cambria Math" panose="02040503050406030204" pitchFamily="18" charset="0"/>
                        </a:rPr>
                        <m:t> −</m:t>
                      </m:r>
                      <m:r>
                        <a:rPr lang="en-US" b="1" i="1" smtClean="0">
                          <a:solidFill>
                            <a:schemeClr val="accent6">
                              <a:lumMod val="75000"/>
                            </a:schemeClr>
                          </a:solidFill>
                          <a:latin typeface="Cambria Math" panose="02040503050406030204" pitchFamily="18" charset="0"/>
                        </a:rPr>
                        <m:t>𝟎</m:t>
                      </m:r>
                      <m:r>
                        <a:rPr lang="en-US" b="1" i="1" smtClean="0">
                          <a:solidFill>
                            <a:schemeClr val="accent6">
                              <a:lumMod val="75000"/>
                            </a:schemeClr>
                          </a:solidFill>
                          <a:latin typeface="Cambria Math" panose="02040503050406030204" pitchFamily="18" charset="0"/>
                        </a:rPr>
                        <m:t>.</m:t>
                      </m:r>
                      <m:r>
                        <a:rPr lang="en-US" b="1" i="1" smtClean="0">
                          <a:solidFill>
                            <a:schemeClr val="accent6">
                              <a:lumMod val="75000"/>
                            </a:schemeClr>
                          </a:solidFill>
                          <a:latin typeface="Cambria Math" panose="02040503050406030204" pitchFamily="18" charset="0"/>
                        </a:rPr>
                        <m:t>𝟐𝟓</m:t>
                      </m:r>
                      <m:sSup>
                        <m:sSupPr>
                          <m:ctrlPr>
                            <a:rPr lang="en-US" b="1" i="1" smtClean="0">
                              <a:solidFill>
                                <a:schemeClr val="accent6">
                                  <a:lumMod val="75000"/>
                                </a:schemeClr>
                              </a:solidFill>
                              <a:latin typeface="Cambria Math" panose="02040503050406030204" pitchFamily="18" charset="0"/>
                            </a:rPr>
                          </m:ctrlPr>
                        </m:sSupPr>
                        <m:e>
                          <m:r>
                            <a:rPr lang="en-US" b="1" i="1" smtClean="0">
                              <a:solidFill>
                                <a:schemeClr val="accent6">
                                  <a:lumMod val="75000"/>
                                </a:schemeClr>
                              </a:solidFill>
                              <a:latin typeface="Cambria Math" panose="02040503050406030204" pitchFamily="18" charset="0"/>
                            </a:rPr>
                            <m:t>𝒒</m:t>
                          </m:r>
                        </m:e>
                        <m:sup>
                          <m:r>
                            <a:rPr lang="en-US" b="1" i="1" smtClean="0">
                              <a:solidFill>
                                <a:schemeClr val="accent6">
                                  <a:lumMod val="75000"/>
                                </a:schemeClr>
                              </a:solidFill>
                              <a:latin typeface="Cambria Math" panose="02040503050406030204" pitchFamily="18" charset="0"/>
                            </a:rPr>
                            <m:t>𝟐</m:t>
                          </m:r>
                        </m:sup>
                      </m:sSup>
                      <m:r>
                        <a:rPr lang="en-US" b="1" i="1" smtClean="0">
                          <a:solidFill>
                            <a:schemeClr val="accent6">
                              <a:lumMod val="75000"/>
                            </a:schemeClr>
                          </a:solidFill>
                          <a:latin typeface="Cambria Math" panose="02040503050406030204" pitchFamily="18" charset="0"/>
                        </a:rPr>
                        <m:t>−</m:t>
                      </m:r>
                      <m:sSup>
                        <m:sSupPr>
                          <m:ctrlPr>
                            <a:rPr lang="en-US" i="1">
                              <a:solidFill>
                                <a:schemeClr val="accent6">
                                  <a:lumMod val="75000"/>
                                </a:schemeClr>
                              </a:solidFill>
                              <a:latin typeface="Cambria Math" panose="02040503050406030204" pitchFamily="18" charset="0"/>
                              <a:sym typeface="Helvetica Neue Medium"/>
                            </a:rPr>
                          </m:ctrlPr>
                        </m:sSupPr>
                        <m:e>
                          <m:r>
                            <a:rPr lang="en-US" i="1">
                              <a:solidFill>
                                <a:schemeClr val="accent6">
                                  <a:lumMod val="75000"/>
                                </a:schemeClr>
                              </a:solidFill>
                              <a:latin typeface="Cambria Math" panose="02040503050406030204" pitchFamily="18" charset="0"/>
                              <a:sym typeface="Helvetica Neue Medium"/>
                            </a:rPr>
                            <m:t>𝒒</m:t>
                          </m:r>
                        </m:e>
                        <m:sup>
                          <m:r>
                            <a:rPr lang="en-US" i="1">
                              <a:solidFill>
                                <a:schemeClr val="accent6">
                                  <a:lumMod val="75000"/>
                                </a:schemeClr>
                              </a:solidFill>
                              <a:latin typeface="Cambria Math" panose="02040503050406030204" pitchFamily="18" charset="0"/>
                              <a:sym typeface="Helvetica Neue Medium"/>
                            </a:rPr>
                            <m:t>𝟐</m:t>
                          </m:r>
                        </m:sup>
                      </m:sSup>
                      <m:r>
                        <a:rPr lang="en-US" b="0" i="1" smtClean="0">
                          <a:solidFill>
                            <a:schemeClr val="accent6">
                              <a:lumMod val="75000"/>
                            </a:schemeClr>
                          </a:solidFill>
                          <a:latin typeface="Cambria Math" panose="02040503050406030204" pitchFamily="18" charset="0"/>
                          <a:sym typeface="Helvetica Neue Medium"/>
                        </a:rPr>
                        <m:t>−</m:t>
                      </m:r>
                      <m:r>
                        <a:rPr lang="en-US" i="1">
                          <a:solidFill>
                            <a:schemeClr val="accent6">
                              <a:lumMod val="75000"/>
                            </a:schemeClr>
                          </a:solidFill>
                          <a:latin typeface="Cambria Math" panose="02040503050406030204" pitchFamily="18" charset="0"/>
                          <a:sym typeface="Helvetica Neue Medium"/>
                        </a:rPr>
                        <m:t>𝟐𝟓</m:t>
                      </m:r>
                      <m:r>
                        <a:rPr lang="en-US" i="1">
                          <a:solidFill>
                            <a:schemeClr val="accent6">
                              <a:lumMod val="75000"/>
                            </a:schemeClr>
                          </a:solidFill>
                          <a:latin typeface="Cambria Math" panose="02040503050406030204" pitchFamily="18" charset="0"/>
                          <a:sym typeface="Helvetica Neue Medium"/>
                        </a:rPr>
                        <m:t>𝒒</m:t>
                      </m:r>
                      <m:r>
                        <a:rPr lang="en-US" b="0" i="1" smtClean="0">
                          <a:solidFill>
                            <a:schemeClr val="accent6">
                              <a:lumMod val="75000"/>
                            </a:schemeClr>
                          </a:solidFill>
                          <a:latin typeface="Cambria Math" panose="02040503050406030204" pitchFamily="18" charset="0"/>
                          <a:sym typeface="Helvetica Neue Medium"/>
                        </a:rPr>
                        <m:t>−</m:t>
                      </m:r>
                      <m:r>
                        <a:rPr lang="en-US" i="1">
                          <a:solidFill>
                            <a:schemeClr val="accent6">
                              <a:lumMod val="75000"/>
                            </a:schemeClr>
                          </a:solidFill>
                          <a:latin typeface="Cambria Math" panose="02040503050406030204" pitchFamily="18" charset="0"/>
                          <a:sym typeface="Helvetica Neue Medium"/>
                        </a:rPr>
                        <m:t>𝟏𝟎𝟎</m:t>
                      </m:r>
                    </m:oMath>
                  </m:oMathPara>
                </a14:m>
                <a:endParaRPr lang="ar-AE" dirty="0">
                  <a:solidFill>
                    <a:schemeClr val="accent6">
                      <a:lumMod val="75000"/>
                    </a:schemeClr>
                  </a:solidFill>
                  <a:latin typeface="Times New Roman" panose="02020603050405020304" pitchFamily="18" charset="0"/>
                  <a:cs typeface="Times New Roman" panose="02020603050405020304" pitchFamily="18" charset="0"/>
                </a:endParaRPr>
              </a:p>
            </p:txBody>
          </p:sp>
        </mc:Choice>
        <mc:Fallback xmlns="">
          <p:sp>
            <p:nvSpPr>
              <p:cNvPr id="14" name="17. Hence,   edp  =   AR / (AR - MR)">
                <a:extLst>
                  <a:ext uri="{FF2B5EF4-FFF2-40B4-BE49-F238E27FC236}">
                    <a16:creationId xmlns:a16="http://schemas.microsoft.com/office/drawing/2014/main" id="{5B45270B-CE02-4649-8075-DCCE848DBE99}"/>
                  </a:ext>
                </a:extLst>
              </p:cNvPr>
              <p:cNvSpPr txBox="1">
                <a:spLocks noRot="1" noChangeAspect="1" noMove="1" noResize="1" noEditPoints="1" noAdjustHandles="1" noChangeArrowheads="1" noChangeShapeType="1" noTextEdit="1"/>
              </p:cNvSpPr>
              <p:nvPr/>
            </p:nvSpPr>
            <p:spPr>
              <a:xfrm>
                <a:off x="433609" y="5933170"/>
                <a:ext cx="12130808" cy="626588"/>
              </a:xfrm>
              <a:prstGeom prst="rect">
                <a:avLst/>
              </a:prstGeom>
              <a:blipFill>
                <a:blip r:embed="rId8"/>
                <a:stretch>
                  <a:fillRect b="-22000"/>
                </a:stretch>
              </a:blipFill>
              <a:ln w="12700">
                <a:miter lim="400000"/>
              </a:ln>
              <a:extLst>
                <a:ext uri="{C572A759-6A51-4108-AA02-DFA0A04FC94B}">
                  <ma14:wrappingTextBoxFlag xmlns:a14="http://schemas.microsoft.com/office/drawing/2010/main" xmlns="" xmlns:ma14="http://schemas.microsoft.com/office/mac/drawingml/2011/main" xmlns:m="http://schemas.openxmlformats.org/officeDocument/2006/math"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17. Hence,   edp  =   AR / (AR - MR)">
                <a:extLst>
                  <a:ext uri="{FF2B5EF4-FFF2-40B4-BE49-F238E27FC236}">
                    <a16:creationId xmlns:a16="http://schemas.microsoft.com/office/drawing/2014/main" id="{3D2ACCA1-E13B-6244-9877-CFAAEA8828BE}"/>
                  </a:ext>
                </a:extLst>
              </p:cNvPr>
              <p:cNvSpPr txBox="1"/>
              <p:nvPr/>
            </p:nvSpPr>
            <p:spPr>
              <a:xfrm>
                <a:off x="433609" y="6718046"/>
                <a:ext cx="12130808" cy="626588"/>
              </a:xfrm>
              <a:prstGeom prst="rect">
                <a:avLst/>
              </a:prstGeom>
              <a:solidFill>
                <a:schemeClr val="accent4">
                  <a:lumMod val="20000"/>
                  <a:lumOff val="80000"/>
                </a:schemeClr>
              </a:solidFill>
              <a:ln w="12700">
                <a:miter lim="400000"/>
              </a:ln>
              <a:extLst>
                <a:ext uri="{C572A759-6A51-4108-AA02-DFA0A04FC94B}">
                  <ma14:wrappingTextBoxFlag xmlns:m="http://schemas.openxmlformats.org/officeDocument/2006/math" xmlns:ma14="http://schemas.microsoft.com/office/mac/drawingml/2011/main" xmlns="" val="1"/>
                </a:ext>
              </a:extLst>
            </p:spPr>
            <p:txBody>
              <a:bodyPr lIns="50800" tIns="50800" rIns="50800" bIns="50800" anchor="b">
                <a:noAutofit/>
              </a:bodyPr>
              <a:lstStyle/>
              <a:p>
                <a:pPr algn="l" defTabSz="496570">
                  <a:defRPr sz="2550" b="0">
                    <a:latin typeface="+mn-lt"/>
                    <a:ea typeface="+mn-ea"/>
                    <a:cs typeface="+mn-cs"/>
                    <a:sym typeface="Helvetica Neue Medium"/>
                  </a:defRPr>
                </a:pPr>
                <a14:m>
                  <m:oMathPara xmlns:m="http://schemas.openxmlformats.org/officeDocument/2006/math">
                    <m:oMathParaPr>
                      <m:jc m:val="centerGroup"/>
                    </m:oMathParaPr>
                    <m:oMath xmlns:m="http://schemas.openxmlformats.org/officeDocument/2006/math">
                      <m:r>
                        <a:rPr lang="en-US" b="1" i="1" smtClean="0">
                          <a:solidFill>
                            <a:schemeClr val="accent6">
                              <a:lumMod val="75000"/>
                            </a:schemeClr>
                          </a:solidFill>
                          <a:latin typeface="Cambria Math" panose="02040503050406030204" pitchFamily="18" charset="0"/>
                        </a:rPr>
                        <m:t>𝑷𝒓𝒐𝒇𝒊𝒕</m:t>
                      </m:r>
                      <m:r>
                        <a:rPr lang="en-US" b="1" i="1" smtClean="0">
                          <a:solidFill>
                            <a:schemeClr val="accent6">
                              <a:lumMod val="75000"/>
                            </a:schemeClr>
                          </a:solidFill>
                          <a:latin typeface="Cambria Math" panose="02040503050406030204" pitchFamily="18" charset="0"/>
                        </a:rPr>
                        <m:t> </m:t>
                      </m:r>
                      <m:r>
                        <a:rPr lang="en-US" b="1" i="1" smtClean="0">
                          <a:solidFill>
                            <a:schemeClr val="accent6">
                              <a:lumMod val="75000"/>
                            </a:schemeClr>
                          </a:solidFill>
                          <a:latin typeface="Cambria Math" panose="02040503050406030204" pitchFamily="18" charset="0"/>
                        </a:rPr>
                        <m:t>𝑭𝒖𝒏𝒄𝒕𝒊𝒐𝒏</m:t>
                      </m:r>
                      <m:r>
                        <a:rPr lang="en-US" b="1" i="1" smtClean="0">
                          <a:solidFill>
                            <a:schemeClr val="accent6">
                              <a:lumMod val="75000"/>
                            </a:schemeClr>
                          </a:solidFill>
                          <a:latin typeface="Cambria Math" panose="02040503050406030204" pitchFamily="18" charset="0"/>
                        </a:rPr>
                        <m:t>:    −</m:t>
                      </m:r>
                      <m:r>
                        <a:rPr lang="en-US" b="1" i="1" smtClean="0">
                          <a:solidFill>
                            <a:schemeClr val="accent6">
                              <a:lumMod val="75000"/>
                            </a:schemeClr>
                          </a:solidFill>
                          <a:latin typeface="Cambria Math" panose="02040503050406030204" pitchFamily="18" charset="0"/>
                        </a:rPr>
                        <m:t>𝟏</m:t>
                      </m:r>
                      <m:r>
                        <a:rPr lang="en-US" b="1" i="1" smtClean="0">
                          <a:solidFill>
                            <a:schemeClr val="accent6">
                              <a:lumMod val="75000"/>
                            </a:schemeClr>
                          </a:solidFill>
                          <a:latin typeface="Cambria Math" panose="02040503050406030204" pitchFamily="18" charset="0"/>
                        </a:rPr>
                        <m:t>.</m:t>
                      </m:r>
                      <m:r>
                        <a:rPr lang="en-US" b="1" i="1" smtClean="0">
                          <a:solidFill>
                            <a:schemeClr val="accent6">
                              <a:lumMod val="75000"/>
                            </a:schemeClr>
                          </a:solidFill>
                          <a:latin typeface="Cambria Math" panose="02040503050406030204" pitchFamily="18" charset="0"/>
                        </a:rPr>
                        <m:t>𝟐𝟓</m:t>
                      </m:r>
                      <m:sSup>
                        <m:sSupPr>
                          <m:ctrlPr>
                            <a:rPr lang="en-US" b="1" i="1" smtClean="0">
                              <a:solidFill>
                                <a:schemeClr val="accent6">
                                  <a:lumMod val="75000"/>
                                </a:schemeClr>
                              </a:solidFill>
                              <a:latin typeface="Cambria Math" panose="02040503050406030204" pitchFamily="18" charset="0"/>
                            </a:rPr>
                          </m:ctrlPr>
                        </m:sSupPr>
                        <m:e>
                          <m:r>
                            <a:rPr lang="en-US" b="1" i="1" smtClean="0">
                              <a:solidFill>
                                <a:schemeClr val="accent6">
                                  <a:lumMod val="75000"/>
                                </a:schemeClr>
                              </a:solidFill>
                              <a:latin typeface="Cambria Math" panose="02040503050406030204" pitchFamily="18" charset="0"/>
                            </a:rPr>
                            <m:t>𝒒</m:t>
                          </m:r>
                        </m:e>
                        <m:sup>
                          <m:r>
                            <a:rPr lang="en-US" b="1" i="1" smtClean="0">
                              <a:solidFill>
                                <a:schemeClr val="accent6">
                                  <a:lumMod val="75000"/>
                                </a:schemeClr>
                              </a:solidFill>
                              <a:latin typeface="Cambria Math" panose="02040503050406030204" pitchFamily="18" charset="0"/>
                            </a:rPr>
                            <m:t>𝟐</m:t>
                          </m:r>
                        </m:sup>
                      </m:sSup>
                      <m:r>
                        <a:rPr lang="en-US" b="0" i="1" smtClean="0">
                          <a:solidFill>
                            <a:schemeClr val="accent6">
                              <a:lumMod val="75000"/>
                            </a:schemeClr>
                          </a:solidFill>
                          <a:latin typeface="Cambria Math" panose="02040503050406030204" pitchFamily="18" charset="0"/>
                          <a:sym typeface="Helvetica Neue Medium"/>
                        </a:rPr>
                        <m:t>+47</m:t>
                      </m:r>
                      <m:r>
                        <a:rPr lang="en-US" i="1">
                          <a:solidFill>
                            <a:schemeClr val="accent6">
                              <a:lumMod val="75000"/>
                            </a:schemeClr>
                          </a:solidFill>
                          <a:latin typeface="Cambria Math" panose="02040503050406030204" pitchFamily="18" charset="0"/>
                          <a:sym typeface="Helvetica Neue Medium"/>
                        </a:rPr>
                        <m:t>𝟓</m:t>
                      </m:r>
                      <m:r>
                        <a:rPr lang="en-US" i="1">
                          <a:solidFill>
                            <a:schemeClr val="accent6">
                              <a:lumMod val="75000"/>
                            </a:schemeClr>
                          </a:solidFill>
                          <a:latin typeface="Cambria Math" panose="02040503050406030204" pitchFamily="18" charset="0"/>
                          <a:sym typeface="Helvetica Neue Medium"/>
                        </a:rPr>
                        <m:t>𝒒</m:t>
                      </m:r>
                      <m:r>
                        <a:rPr lang="en-US" b="0" i="1" smtClean="0">
                          <a:solidFill>
                            <a:schemeClr val="accent6">
                              <a:lumMod val="75000"/>
                            </a:schemeClr>
                          </a:solidFill>
                          <a:latin typeface="Cambria Math" panose="02040503050406030204" pitchFamily="18" charset="0"/>
                          <a:sym typeface="Helvetica Neue Medium"/>
                        </a:rPr>
                        <m:t>−</m:t>
                      </m:r>
                      <m:r>
                        <a:rPr lang="en-US" i="1">
                          <a:solidFill>
                            <a:schemeClr val="accent6">
                              <a:lumMod val="75000"/>
                            </a:schemeClr>
                          </a:solidFill>
                          <a:latin typeface="Cambria Math" panose="02040503050406030204" pitchFamily="18" charset="0"/>
                          <a:sym typeface="Helvetica Neue Medium"/>
                        </a:rPr>
                        <m:t>𝟏𝟎𝟎</m:t>
                      </m:r>
                    </m:oMath>
                  </m:oMathPara>
                </a14:m>
                <a:endParaRPr lang="ar-AE" dirty="0">
                  <a:solidFill>
                    <a:schemeClr val="accent6">
                      <a:lumMod val="75000"/>
                    </a:schemeClr>
                  </a:solidFill>
                  <a:latin typeface="Times New Roman" panose="02020603050405020304" pitchFamily="18" charset="0"/>
                  <a:cs typeface="Times New Roman" panose="02020603050405020304" pitchFamily="18" charset="0"/>
                </a:endParaRPr>
              </a:p>
            </p:txBody>
          </p:sp>
        </mc:Choice>
        <mc:Fallback xmlns="">
          <p:sp>
            <p:nvSpPr>
              <p:cNvPr id="15" name="17. Hence,   edp  =   AR / (AR - MR)">
                <a:extLst>
                  <a:ext uri="{FF2B5EF4-FFF2-40B4-BE49-F238E27FC236}">
                    <a16:creationId xmlns:a16="http://schemas.microsoft.com/office/drawing/2014/main" id="{3D2ACCA1-E13B-6244-9877-CFAAEA8828BE}"/>
                  </a:ext>
                </a:extLst>
              </p:cNvPr>
              <p:cNvSpPr txBox="1">
                <a:spLocks noRot="1" noChangeAspect="1" noMove="1" noResize="1" noEditPoints="1" noAdjustHandles="1" noChangeArrowheads="1" noChangeShapeType="1" noTextEdit="1"/>
              </p:cNvSpPr>
              <p:nvPr/>
            </p:nvSpPr>
            <p:spPr>
              <a:xfrm>
                <a:off x="433609" y="6718046"/>
                <a:ext cx="12130808" cy="626588"/>
              </a:xfrm>
              <a:prstGeom prst="rect">
                <a:avLst/>
              </a:prstGeom>
              <a:blipFill>
                <a:blip r:embed="rId9"/>
                <a:stretch>
                  <a:fillRect b="-21569"/>
                </a:stretch>
              </a:blipFill>
              <a:ln w="12700">
                <a:miter lim="400000"/>
              </a:ln>
              <a:extLst>
                <a:ext uri="{C572A759-6A51-4108-AA02-DFA0A04FC94B}">
                  <ma14:wrappingTextBoxFlag xmlns:a14="http://schemas.microsoft.com/office/drawing/2010/main" xmlns="" xmlns:ma14="http://schemas.microsoft.com/office/mac/drawingml/2011/main" xmlns:m="http://schemas.openxmlformats.org/officeDocument/2006/math"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17. Hence,   edp  =   AR / (AR - MR)">
                <a:extLst>
                  <a:ext uri="{FF2B5EF4-FFF2-40B4-BE49-F238E27FC236}">
                    <a16:creationId xmlns:a16="http://schemas.microsoft.com/office/drawing/2014/main" id="{F5328B02-79E0-614F-A06C-E517AAAC9A12}"/>
                  </a:ext>
                </a:extLst>
              </p:cNvPr>
              <p:cNvSpPr txBox="1"/>
              <p:nvPr/>
            </p:nvSpPr>
            <p:spPr>
              <a:xfrm>
                <a:off x="426299" y="7482463"/>
                <a:ext cx="12130808" cy="626588"/>
              </a:xfrm>
              <a:prstGeom prst="rect">
                <a:avLst/>
              </a:prstGeom>
              <a:solidFill>
                <a:schemeClr val="accent4">
                  <a:lumMod val="20000"/>
                  <a:lumOff val="80000"/>
                </a:schemeClr>
              </a:solidFill>
              <a:ln w="12700">
                <a:miter lim="400000"/>
              </a:ln>
              <a:extLst>
                <a:ext uri="{C572A759-6A51-4108-AA02-DFA0A04FC94B}">
                  <ma14:wrappingTextBoxFlag xmlns:m="http://schemas.openxmlformats.org/officeDocument/2006/math" xmlns:ma14="http://schemas.microsoft.com/office/mac/drawingml/2011/main" xmlns="" val="1"/>
                </a:ext>
              </a:extLst>
            </p:spPr>
            <p:txBody>
              <a:bodyPr lIns="50800" tIns="50800" rIns="50800" bIns="50800" anchor="b">
                <a:noAutofit/>
              </a:bodyPr>
              <a:lstStyle/>
              <a:p>
                <a:pPr algn="l" defTabSz="496570">
                  <a:defRPr sz="2550" b="0">
                    <a:latin typeface="+mn-lt"/>
                    <a:ea typeface="+mn-ea"/>
                    <a:cs typeface="+mn-cs"/>
                    <a:sym typeface="Helvetica Neue Medium"/>
                  </a:defRPr>
                </a:pPr>
                <a14:m>
                  <m:oMathPara xmlns:m="http://schemas.openxmlformats.org/officeDocument/2006/math">
                    <m:oMathParaPr>
                      <m:jc m:val="centerGroup"/>
                    </m:oMathParaPr>
                    <m:oMath xmlns:m="http://schemas.openxmlformats.org/officeDocument/2006/math">
                      <m:r>
                        <a:rPr lang="en-US" b="1" i="1" smtClean="0">
                          <a:solidFill>
                            <a:schemeClr val="accent6">
                              <a:lumMod val="75000"/>
                            </a:schemeClr>
                          </a:solidFill>
                          <a:latin typeface="Cambria Math" panose="02040503050406030204" pitchFamily="18" charset="0"/>
                        </a:rPr>
                        <m:t>𝑷</m:t>
                      </m:r>
                      <m:sSup>
                        <m:sSupPr>
                          <m:ctrlPr>
                            <a:rPr lang="en-US" b="1" i="1" smtClean="0">
                              <a:solidFill>
                                <a:schemeClr val="accent6">
                                  <a:lumMod val="75000"/>
                                </a:schemeClr>
                              </a:solidFill>
                              <a:latin typeface="Cambria Math" panose="02040503050406030204" pitchFamily="18" charset="0"/>
                            </a:rPr>
                          </m:ctrlPr>
                        </m:sSupPr>
                        <m:e>
                          <m:r>
                            <a:rPr lang="en-US" b="1" i="1" smtClean="0">
                              <a:solidFill>
                                <a:schemeClr val="accent6">
                                  <a:lumMod val="75000"/>
                                </a:schemeClr>
                              </a:solidFill>
                              <a:latin typeface="Cambria Math" panose="02040503050406030204" pitchFamily="18" charset="0"/>
                            </a:rPr>
                            <m:t>𝑭</m:t>
                          </m:r>
                        </m:e>
                        <m:sup>
                          <m:r>
                            <a:rPr lang="en-US" b="1" i="1" smtClean="0">
                              <a:solidFill>
                                <a:schemeClr val="accent6">
                                  <a:lumMod val="75000"/>
                                </a:schemeClr>
                              </a:solidFill>
                              <a:latin typeface="Cambria Math" panose="02040503050406030204" pitchFamily="18" charset="0"/>
                            </a:rPr>
                            <m:t>′</m:t>
                          </m:r>
                        </m:sup>
                      </m:sSup>
                      <m:r>
                        <a:rPr lang="en-US" b="1" i="1" smtClean="0">
                          <a:solidFill>
                            <a:schemeClr val="accent6">
                              <a:lumMod val="75000"/>
                            </a:schemeClr>
                          </a:solidFill>
                          <a:latin typeface="Cambria Math" panose="02040503050406030204" pitchFamily="18" charset="0"/>
                        </a:rPr>
                        <m:t>=</m:t>
                      </m:r>
                      <m:r>
                        <a:rPr lang="en-US" b="1" i="1" smtClean="0">
                          <a:solidFill>
                            <a:schemeClr val="accent6">
                              <a:lumMod val="75000"/>
                            </a:schemeClr>
                          </a:solidFill>
                          <a:latin typeface="Cambria Math" panose="02040503050406030204" pitchFamily="18" charset="0"/>
                        </a:rPr>
                        <m:t>𝟎</m:t>
                      </m:r>
                      <m:r>
                        <a:rPr lang="en-US" b="1" i="1" smtClean="0">
                          <a:solidFill>
                            <a:schemeClr val="accent6">
                              <a:lumMod val="75000"/>
                            </a:schemeClr>
                          </a:solidFill>
                          <a:latin typeface="Cambria Math" panose="02040503050406030204" pitchFamily="18" charset="0"/>
                        </a:rPr>
                        <m:t>=   −</m:t>
                      </m:r>
                      <m:r>
                        <a:rPr lang="en-US" b="1" i="1" smtClean="0">
                          <a:solidFill>
                            <a:schemeClr val="accent6">
                              <a:lumMod val="75000"/>
                            </a:schemeClr>
                          </a:solidFill>
                          <a:latin typeface="Cambria Math" panose="02040503050406030204" pitchFamily="18" charset="0"/>
                        </a:rPr>
                        <m:t>𝟐</m:t>
                      </m:r>
                      <m:r>
                        <a:rPr lang="en-US" b="1" i="1" smtClean="0">
                          <a:solidFill>
                            <a:schemeClr val="accent6">
                              <a:lumMod val="75000"/>
                            </a:schemeClr>
                          </a:solidFill>
                          <a:latin typeface="Cambria Math" panose="02040503050406030204" pitchFamily="18" charset="0"/>
                        </a:rPr>
                        <m:t>.</m:t>
                      </m:r>
                      <m:r>
                        <a:rPr lang="en-US" b="1" i="1" smtClean="0">
                          <a:solidFill>
                            <a:schemeClr val="accent6">
                              <a:lumMod val="75000"/>
                            </a:schemeClr>
                          </a:solidFill>
                          <a:latin typeface="Cambria Math" panose="02040503050406030204" pitchFamily="18" charset="0"/>
                        </a:rPr>
                        <m:t>𝟓</m:t>
                      </m:r>
                      <m:r>
                        <a:rPr lang="en-US" b="0" i="1" smtClean="0">
                          <a:solidFill>
                            <a:schemeClr val="accent6">
                              <a:lumMod val="75000"/>
                            </a:schemeClr>
                          </a:solidFill>
                          <a:latin typeface="Cambria Math" panose="02040503050406030204" pitchFamily="18" charset="0"/>
                        </a:rPr>
                        <m:t>𝑞</m:t>
                      </m:r>
                      <m:r>
                        <a:rPr lang="en-US" b="0" i="1" smtClean="0">
                          <a:solidFill>
                            <a:schemeClr val="accent6">
                              <a:lumMod val="75000"/>
                            </a:schemeClr>
                          </a:solidFill>
                          <a:latin typeface="Cambria Math" panose="02040503050406030204" pitchFamily="18" charset="0"/>
                          <a:sym typeface="Helvetica Neue Medium"/>
                        </a:rPr>
                        <m:t>+47</m:t>
                      </m:r>
                      <m:r>
                        <a:rPr lang="en-US" i="1">
                          <a:solidFill>
                            <a:schemeClr val="accent6">
                              <a:lumMod val="75000"/>
                            </a:schemeClr>
                          </a:solidFill>
                          <a:latin typeface="Cambria Math" panose="02040503050406030204" pitchFamily="18" charset="0"/>
                          <a:sym typeface="Helvetica Neue Medium"/>
                        </a:rPr>
                        <m:t>𝟓</m:t>
                      </m:r>
                      <m:r>
                        <a:rPr lang="en-US" b="0" i="1" smtClean="0">
                          <a:solidFill>
                            <a:schemeClr val="accent6">
                              <a:lumMod val="75000"/>
                            </a:schemeClr>
                          </a:solidFill>
                          <a:latin typeface="Cambria Math" panose="02040503050406030204" pitchFamily="18" charset="0"/>
                          <a:sym typeface="Helvetica Neue Medium"/>
                        </a:rPr>
                        <m:t>       </m:t>
                      </m:r>
                      <m:r>
                        <a:rPr lang="en-US" b="0" i="1" smtClean="0">
                          <a:solidFill>
                            <a:schemeClr val="accent6">
                              <a:lumMod val="75000"/>
                            </a:schemeClr>
                          </a:solidFill>
                          <a:latin typeface="Cambria Math" panose="02040503050406030204" pitchFamily="18" charset="0"/>
                          <a:sym typeface="Helvetica Neue Medium"/>
                        </a:rPr>
                        <m:t>𝑞</m:t>
                      </m:r>
                      <m:r>
                        <a:rPr lang="en-US" b="0" i="1" smtClean="0">
                          <a:solidFill>
                            <a:schemeClr val="accent6">
                              <a:lumMod val="75000"/>
                            </a:schemeClr>
                          </a:solidFill>
                          <a:latin typeface="Cambria Math" panose="02040503050406030204" pitchFamily="18" charset="0"/>
                          <a:sym typeface="Helvetica Neue Medium"/>
                        </a:rPr>
                        <m:t>=190</m:t>
                      </m:r>
                    </m:oMath>
                  </m:oMathPara>
                </a14:m>
                <a:endParaRPr lang="ar-AE" dirty="0">
                  <a:solidFill>
                    <a:schemeClr val="accent6">
                      <a:lumMod val="75000"/>
                    </a:schemeClr>
                  </a:solidFill>
                  <a:latin typeface="Times New Roman" panose="02020603050405020304" pitchFamily="18" charset="0"/>
                  <a:cs typeface="Times New Roman" panose="02020603050405020304" pitchFamily="18" charset="0"/>
                </a:endParaRPr>
              </a:p>
            </p:txBody>
          </p:sp>
        </mc:Choice>
        <mc:Fallback xmlns="">
          <p:sp>
            <p:nvSpPr>
              <p:cNvPr id="16" name="17. Hence,   edp  =   AR / (AR - MR)">
                <a:extLst>
                  <a:ext uri="{FF2B5EF4-FFF2-40B4-BE49-F238E27FC236}">
                    <a16:creationId xmlns:a16="http://schemas.microsoft.com/office/drawing/2014/main" id="{F5328B02-79E0-614F-A06C-E517AAAC9A12}"/>
                  </a:ext>
                </a:extLst>
              </p:cNvPr>
              <p:cNvSpPr txBox="1">
                <a:spLocks noRot="1" noChangeAspect="1" noMove="1" noResize="1" noEditPoints="1" noAdjustHandles="1" noChangeArrowheads="1" noChangeShapeType="1" noTextEdit="1"/>
              </p:cNvSpPr>
              <p:nvPr/>
            </p:nvSpPr>
            <p:spPr>
              <a:xfrm>
                <a:off x="426299" y="7482463"/>
                <a:ext cx="12130808" cy="626588"/>
              </a:xfrm>
              <a:prstGeom prst="rect">
                <a:avLst/>
              </a:prstGeom>
              <a:blipFill>
                <a:blip r:embed="rId10"/>
                <a:stretch>
                  <a:fillRect b="-23529"/>
                </a:stretch>
              </a:blipFill>
              <a:ln w="12700">
                <a:miter lim="400000"/>
              </a:ln>
              <a:extLst>
                <a:ext uri="{C572A759-6A51-4108-AA02-DFA0A04FC94B}">
                  <ma14:wrappingTextBoxFlag xmlns:a14="http://schemas.microsoft.com/office/drawing/2010/main" xmlns="" xmlns:ma14="http://schemas.microsoft.com/office/mac/drawingml/2011/main" xmlns:m="http://schemas.openxmlformats.org/officeDocument/2006/math"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17. Hence,   edp  =   AR / (AR - MR)">
                <a:extLst>
                  <a:ext uri="{FF2B5EF4-FFF2-40B4-BE49-F238E27FC236}">
                    <a16:creationId xmlns:a16="http://schemas.microsoft.com/office/drawing/2014/main" id="{08869C94-8899-E74B-832D-82E3935B590C}"/>
                  </a:ext>
                </a:extLst>
              </p:cNvPr>
              <p:cNvSpPr txBox="1"/>
              <p:nvPr/>
            </p:nvSpPr>
            <p:spPr>
              <a:xfrm>
                <a:off x="426299" y="8218689"/>
                <a:ext cx="12130808" cy="626588"/>
              </a:xfrm>
              <a:prstGeom prst="rect">
                <a:avLst/>
              </a:prstGeom>
              <a:solidFill>
                <a:schemeClr val="accent4">
                  <a:lumMod val="20000"/>
                  <a:lumOff val="80000"/>
                </a:schemeClr>
              </a:solidFill>
              <a:ln w="12700">
                <a:miter lim="400000"/>
              </a:ln>
              <a:extLst>
                <a:ext uri="{C572A759-6A51-4108-AA02-DFA0A04FC94B}">
                  <ma14:wrappingTextBoxFlag xmlns:m="http://schemas.openxmlformats.org/officeDocument/2006/math" xmlns:ma14="http://schemas.microsoft.com/office/mac/drawingml/2011/main" xmlns="" val="1"/>
                </a:ext>
              </a:extLst>
            </p:spPr>
            <p:txBody>
              <a:bodyPr lIns="50800" tIns="50800" rIns="50800" bIns="50800" anchor="b">
                <a:noAutofit/>
              </a:bodyPr>
              <a:lstStyle/>
              <a:p>
                <a:pPr algn="l" defTabSz="496570">
                  <a:defRPr sz="2550" b="0">
                    <a:latin typeface="+mn-lt"/>
                    <a:ea typeface="+mn-ea"/>
                    <a:cs typeface="+mn-cs"/>
                    <a:sym typeface="Helvetica Neue Medium"/>
                  </a:defRPr>
                </a:pPr>
                <a14:m>
                  <m:oMathPara xmlns:m="http://schemas.openxmlformats.org/officeDocument/2006/math">
                    <m:oMathParaPr>
                      <m:jc m:val="centerGroup"/>
                    </m:oMathParaPr>
                    <m:oMath xmlns:m="http://schemas.openxmlformats.org/officeDocument/2006/math">
                      <m:r>
                        <a:rPr lang="en-US" b="1" i="1" smtClean="0">
                          <a:solidFill>
                            <a:schemeClr val="accent6">
                              <a:lumMod val="75000"/>
                            </a:schemeClr>
                          </a:solidFill>
                          <a:latin typeface="Cambria Math" panose="02040503050406030204" pitchFamily="18" charset="0"/>
                        </a:rPr>
                        <m:t>𝑽𝒂𝒍𝒖𝒆</m:t>
                      </m:r>
                      <m:r>
                        <a:rPr lang="en-US" b="1" i="1" smtClean="0">
                          <a:solidFill>
                            <a:schemeClr val="accent6">
                              <a:lumMod val="75000"/>
                            </a:schemeClr>
                          </a:solidFill>
                          <a:latin typeface="Cambria Math" panose="02040503050406030204" pitchFamily="18" charset="0"/>
                        </a:rPr>
                        <m:t> </m:t>
                      </m:r>
                      <m:r>
                        <a:rPr lang="en-US" b="1" i="1" smtClean="0">
                          <a:solidFill>
                            <a:schemeClr val="accent6">
                              <a:lumMod val="75000"/>
                            </a:schemeClr>
                          </a:solidFill>
                          <a:latin typeface="Cambria Math" panose="02040503050406030204" pitchFamily="18" charset="0"/>
                        </a:rPr>
                        <m:t>𝑴𝒂𝒙</m:t>
                      </m:r>
                      <m:r>
                        <a:rPr lang="en-US" b="1" i="1" smtClean="0">
                          <a:solidFill>
                            <a:schemeClr val="accent6">
                              <a:lumMod val="75000"/>
                            </a:schemeClr>
                          </a:solidFill>
                          <a:latin typeface="Cambria Math" panose="02040503050406030204" pitchFamily="18" charset="0"/>
                        </a:rPr>
                        <m:t> </m:t>
                      </m:r>
                      <m:r>
                        <a:rPr lang="en-US" b="1" i="1" smtClean="0">
                          <a:solidFill>
                            <a:schemeClr val="accent6">
                              <a:lumMod val="75000"/>
                            </a:schemeClr>
                          </a:solidFill>
                          <a:latin typeface="Cambria Math" panose="02040503050406030204" pitchFamily="18" charset="0"/>
                        </a:rPr>
                        <m:t>𝑷𝒓𝒐𝒇𝒊𝒕</m:t>
                      </m:r>
                      <m:r>
                        <a:rPr lang="en-US" b="1" i="1" smtClean="0">
                          <a:solidFill>
                            <a:schemeClr val="accent6">
                              <a:lumMod val="75000"/>
                            </a:schemeClr>
                          </a:solidFill>
                          <a:latin typeface="Cambria Math" panose="02040503050406030204" pitchFamily="18" charset="0"/>
                        </a:rPr>
                        <m:t>=    −</m:t>
                      </m:r>
                      <m:r>
                        <a:rPr lang="en-US" b="1" i="1" smtClean="0">
                          <a:solidFill>
                            <a:schemeClr val="accent6">
                              <a:lumMod val="75000"/>
                            </a:schemeClr>
                          </a:solidFill>
                          <a:latin typeface="Cambria Math" panose="02040503050406030204" pitchFamily="18" charset="0"/>
                        </a:rPr>
                        <m:t>𝟏</m:t>
                      </m:r>
                      <m:r>
                        <a:rPr lang="en-US" b="1" i="1" smtClean="0">
                          <a:solidFill>
                            <a:schemeClr val="accent6">
                              <a:lumMod val="75000"/>
                            </a:schemeClr>
                          </a:solidFill>
                          <a:latin typeface="Cambria Math" panose="02040503050406030204" pitchFamily="18" charset="0"/>
                        </a:rPr>
                        <m:t>.</m:t>
                      </m:r>
                      <m:r>
                        <a:rPr lang="en-US" b="1" i="1" smtClean="0">
                          <a:solidFill>
                            <a:schemeClr val="accent6">
                              <a:lumMod val="75000"/>
                            </a:schemeClr>
                          </a:solidFill>
                          <a:latin typeface="Cambria Math" panose="02040503050406030204" pitchFamily="18" charset="0"/>
                        </a:rPr>
                        <m:t>𝟐𝟓</m:t>
                      </m:r>
                      <m:sSup>
                        <m:sSupPr>
                          <m:ctrlPr>
                            <a:rPr lang="en-US" b="1" i="1" smtClean="0">
                              <a:solidFill>
                                <a:schemeClr val="accent6">
                                  <a:lumMod val="75000"/>
                                </a:schemeClr>
                              </a:solidFill>
                              <a:latin typeface="Cambria Math" panose="02040503050406030204" pitchFamily="18" charset="0"/>
                            </a:rPr>
                          </m:ctrlPr>
                        </m:sSupPr>
                        <m:e>
                          <m:d>
                            <m:dPr>
                              <m:ctrlPr>
                                <a:rPr lang="en-US" b="1" i="1" smtClean="0">
                                  <a:solidFill>
                                    <a:schemeClr val="accent6">
                                      <a:lumMod val="75000"/>
                                    </a:schemeClr>
                                  </a:solidFill>
                                  <a:latin typeface="Cambria Math" panose="02040503050406030204" pitchFamily="18" charset="0"/>
                                </a:rPr>
                              </m:ctrlPr>
                            </m:dPr>
                            <m:e>
                              <m:r>
                                <a:rPr lang="en-US" b="1" i="1" smtClean="0">
                                  <a:solidFill>
                                    <a:schemeClr val="accent6">
                                      <a:lumMod val="75000"/>
                                    </a:schemeClr>
                                  </a:solidFill>
                                  <a:latin typeface="Cambria Math" panose="02040503050406030204" pitchFamily="18" charset="0"/>
                                </a:rPr>
                                <m:t>𝟏𝟗𝟎</m:t>
                              </m:r>
                            </m:e>
                          </m:d>
                        </m:e>
                        <m:sup>
                          <m:r>
                            <a:rPr lang="en-US" b="1" i="1" smtClean="0">
                              <a:solidFill>
                                <a:schemeClr val="accent6">
                                  <a:lumMod val="75000"/>
                                </a:schemeClr>
                              </a:solidFill>
                              <a:latin typeface="Cambria Math" panose="02040503050406030204" pitchFamily="18" charset="0"/>
                            </a:rPr>
                            <m:t>𝟐</m:t>
                          </m:r>
                        </m:sup>
                      </m:sSup>
                      <m:r>
                        <a:rPr lang="en-US" b="0" i="1" smtClean="0">
                          <a:solidFill>
                            <a:schemeClr val="accent6">
                              <a:lumMod val="75000"/>
                            </a:schemeClr>
                          </a:solidFill>
                          <a:latin typeface="Cambria Math" panose="02040503050406030204" pitchFamily="18" charset="0"/>
                          <a:sym typeface="Helvetica Neue Medium"/>
                        </a:rPr>
                        <m:t>+47</m:t>
                      </m:r>
                      <m:r>
                        <a:rPr lang="en-US" i="1">
                          <a:solidFill>
                            <a:schemeClr val="accent6">
                              <a:lumMod val="75000"/>
                            </a:schemeClr>
                          </a:solidFill>
                          <a:latin typeface="Cambria Math" panose="02040503050406030204" pitchFamily="18" charset="0"/>
                          <a:sym typeface="Helvetica Neue Medium"/>
                        </a:rPr>
                        <m:t>𝟓</m:t>
                      </m:r>
                      <m:d>
                        <m:dPr>
                          <m:ctrlPr>
                            <a:rPr lang="en-US" b="0" i="1" smtClean="0">
                              <a:solidFill>
                                <a:schemeClr val="accent6">
                                  <a:lumMod val="75000"/>
                                </a:schemeClr>
                              </a:solidFill>
                              <a:latin typeface="Cambria Math" panose="02040503050406030204" pitchFamily="18" charset="0"/>
                              <a:sym typeface="Helvetica Neue Medium"/>
                            </a:rPr>
                          </m:ctrlPr>
                        </m:dPr>
                        <m:e>
                          <m:r>
                            <a:rPr lang="en-US" b="0" i="1" smtClean="0">
                              <a:solidFill>
                                <a:schemeClr val="accent6">
                                  <a:lumMod val="75000"/>
                                </a:schemeClr>
                              </a:solidFill>
                              <a:latin typeface="Cambria Math" panose="02040503050406030204" pitchFamily="18" charset="0"/>
                              <a:sym typeface="Helvetica Neue Medium"/>
                            </a:rPr>
                            <m:t>190</m:t>
                          </m:r>
                        </m:e>
                      </m:d>
                      <m:r>
                        <a:rPr lang="en-US" b="0" i="1" smtClean="0">
                          <a:solidFill>
                            <a:schemeClr val="accent6">
                              <a:lumMod val="75000"/>
                            </a:schemeClr>
                          </a:solidFill>
                          <a:latin typeface="Cambria Math" panose="02040503050406030204" pitchFamily="18" charset="0"/>
                          <a:sym typeface="Helvetica Neue Medium"/>
                        </a:rPr>
                        <m:t>−</m:t>
                      </m:r>
                      <m:r>
                        <a:rPr lang="en-US" i="1">
                          <a:solidFill>
                            <a:schemeClr val="accent6">
                              <a:lumMod val="75000"/>
                            </a:schemeClr>
                          </a:solidFill>
                          <a:latin typeface="Cambria Math" panose="02040503050406030204" pitchFamily="18" charset="0"/>
                          <a:sym typeface="Helvetica Neue Medium"/>
                        </a:rPr>
                        <m:t>𝟏𝟎𝟎</m:t>
                      </m:r>
                      <m:r>
                        <a:rPr lang="en-US" b="0" i="1" smtClean="0">
                          <a:solidFill>
                            <a:schemeClr val="accent6">
                              <a:lumMod val="75000"/>
                            </a:schemeClr>
                          </a:solidFill>
                          <a:latin typeface="Cambria Math" panose="02040503050406030204" pitchFamily="18" charset="0"/>
                          <a:sym typeface="Helvetica Neue Medium"/>
                        </a:rPr>
                        <m:t>=</m:t>
                      </m:r>
                      <m:r>
                        <a:rPr lang="en-US" b="0" i="1" smtClean="0">
                          <a:solidFill>
                            <a:schemeClr val="accent6">
                              <a:lumMod val="75000"/>
                            </a:schemeClr>
                          </a:solidFill>
                          <a:latin typeface="Cambria Math" panose="02040503050406030204" pitchFamily="18" charset="0"/>
                          <a:sym typeface="Helvetica Neue Medium"/>
                        </a:rPr>
                        <m:t>𝑅𝑠</m:t>
                      </m:r>
                      <m:r>
                        <a:rPr lang="en-US" b="0" i="1" smtClean="0">
                          <a:solidFill>
                            <a:schemeClr val="accent6">
                              <a:lumMod val="75000"/>
                            </a:schemeClr>
                          </a:solidFill>
                          <a:latin typeface="Cambria Math" panose="02040503050406030204" pitchFamily="18" charset="0"/>
                          <a:sym typeface="Helvetica Neue Medium"/>
                        </a:rPr>
                        <m:t> + 45025</m:t>
                      </m:r>
                    </m:oMath>
                  </m:oMathPara>
                </a14:m>
                <a:endParaRPr lang="ar-AE" dirty="0">
                  <a:solidFill>
                    <a:schemeClr val="accent6">
                      <a:lumMod val="75000"/>
                    </a:schemeClr>
                  </a:solidFill>
                  <a:latin typeface="Times New Roman" panose="02020603050405020304" pitchFamily="18" charset="0"/>
                  <a:cs typeface="Times New Roman" panose="02020603050405020304" pitchFamily="18" charset="0"/>
                </a:endParaRPr>
              </a:p>
            </p:txBody>
          </p:sp>
        </mc:Choice>
        <mc:Fallback xmlns="">
          <p:sp>
            <p:nvSpPr>
              <p:cNvPr id="17" name="17. Hence,   edp  =   AR / (AR - MR)">
                <a:extLst>
                  <a:ext uri="{FF2B5EF4-FFF2-40B4-BE49-F238E27FC236}">
                    <a16:creationId xmlns:a16="http://schemas.microsoft.com/office/drawing/2014/main" id="{08869C94-8899-E74B-832D-82E3935B590C}"/>
                  </a:ext>
                </a:extLst>
              </p:cNvPr>
              <p:cNvSpPr txBox="1">
                <a:spLocks noRot="1" noChangeAspect="1" noMove="1" noResize="1" noEditPoints="1" noAdjustHandles="1" noChangeArrowheads="1" noChangeShapeType="1" noTextEdit="1"/>
              </p:cNvSpPr>
              <p:nvPr/>
            </p:nvSpPr>
            <p:spPr>
              <a:xfrm>
                <a:off x="426299" y="8218689"/>
                <a:ext cx="12130808" cy="626588"/>
              </a:xfrm>
              <a:prstGeom prst="rect">
                <a:avLst/>
              </a:prstGeom>
              <a:blipFill>
                <a:blip r:embed="rId11"/>
                <a:stretch>
                  <a:fillRect b="-22000"/>
                </a:stretch>
              </a:blipFill>
              <a:ln w="12700">
                <a:miter lim="400000"/>
              </a:ln>
              <a:extLst>
                <a:ext uri="{C572A759-6A51-4108-AA02-DFA0A04FC94B}">
                  <ma14:wrappingTextBoxFlag xmlns:a14="http://schemas.microsoft.com/office/drawing/2010/main" xmlns="" xmlns:ma14="http://schemas.microsoft.com/office/mac/drawingml/2011/main" xmlns:m="http://schemas.openxmlformats.org/officeDocument/2006/math"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17. Hence,   edp  =   AR / (AR - MR)">
                <a:extLst>
                  <a:ext uri="{FF2B5EF4-FFF2-40B4-BE49-F238E27FC236}">
                    <a16:creationId xmlns:a16="http://schemas.microsoft.com/office/drawing/2014/main" id="{6D8CC948-0151-8D48-9C08-01F656B32508}"/>
                  </a:ext>
                </a:extLst>
              </p:cNvPr>
              <p:cNvSpPr txBox="1"/>
              <p:nvPr/>
            </p:nvSpPr>
            <p:spPr>
              <a:xfrm>
                <a:off x="6328884" y="935862"/>
                <a:ext cx="6675916" cy="824638"/>
              </a:xfrm>
              <a:prstGeom prst="rect">
                <a:avLst/>
              </a:prstGeom>
              <a:solidFill>
                <a:schemeClr val="accent1">
                  <a:lumMod val="20000"/>
                  <a:lumOff val="80000"/>
                </a:schemeClr>
              </a:solidFill>
              <a:ln w="12700">
                <a:miter lim="400000"/>
              </a:ln>
              <a:extLst>
                <a:ext uri="{C572A759-6A51-4108-AA02-DFA0A04FC94B}">
                  <ma14:wrappingTextBoxFlag xmlns="" xmlns:ma14="http://schemas.microsoft.com/office/mac/drawingml/2011/main" xmlns:m="http://schemas.openxmlformats.org/officeDocument/2006/math" val="1"/>
                </a:ext>
              </a:extLst>
            </p:spPr>
            <p:txBody>
              <a:bodyPr lIns="50800" tIns="50800" rIns="50800" bIns="50800" anchor="b">
                <a:noAutofit/>
              </a:bodyPr>
              <a:lstStyle/>
              <a:p>
                <a:pPr algn="l" defTabSz="496570">
                  <a:defRPr sz="2550" b="0">
                    <a:latin typeface="+mn-lt"/>
                    <a:ea typeface="+mn-ea"/>
                    <a:cs typeface="+mn-cs"/>
                    <a:sym typeface="Helvetica Neue Medium"/>
                  </a:defRPr>
                </a:pPr>
                <a14:m>
                  <m:oMath xmlns:m="http://schemas.openxmlformats.org/officeDocument/2006/math">
                    <m:r>
                      <a:rPr lang="en-US" b="1" i="1" smtClean="0">
                        <a:solidFill>
                          <a:schemeClr val="accent6">
                            <a:lumMod val="75000"/>
                          </a:schemeClr>
                        </a:solidFill>
                        <a:latin typeface="Cambria Math" panose="02040503050406030204" pitchFamily="18" charset="0"/>
                      </a:rPr>
                      <m:t>𝑷</m:t>
                    </m:r>
                    <m:r>
                      <a:rPr lang="en-US" b="1" i="1" smtClean="0">
                        <a:solidFill>
                          <a:schemeClr val="accent6">
                            <a:lumMod val="75000"/>
                          </a:schemeClr>
                        </a:solidFill>
                        <a:latin typeface="Cambria Math" panose="02040503050406030204" pitchFamily="18" charset="0"/>
                      </a:rPr>
                      <m:t>=</m:t>
                    </m:r>
                    <m:r>
                      <a:rPr lang="en-US" b="1" i="1" smtClean="0">
                        <a:solidFill>
                          <a:schemeClr val="accent6">
                            <a:lumMod val="75000"/>
                          </a:schemeClr>
                        </a:solidFill>
                        <a:latin typeface="Cambria Math" panose="02040503050406030204" pitchFamily="18" charset="0"/>
                      </a:rPr>
                      <m:t>𝟒𝟓𝟐</m:t>
                    </m:r>
                    <m:r>
                      <a:rPr lang="en-US" b="1" i="1" smtClean="0">
                        <a:solidFill>
                          <a:schemeClr val="accent6">
                            <a:lumMod val="75000"/>
                          </a:schemeClr>
                        </a:solidFill>
                        <a:latin typeface="Cambria Math" panose="02040503050406030204" pitchFamily="18" charset="0"/>
                      </a:rPr>
                      <m:t>.</m:t>
                    </m:r>
                    <m:r>
                      <a:rPr lang="en-US" b="1" i="1" smtClean="0">
                        <a:solidFill>
                          <a:schemeClr val="accent6">
                            <a:lumMod val="75000"/>
                          </a:schemeClr>
                        </a:solidFill>
                        <a:latin typeface="Cambria Math" panose="02040503050406030204" pitchFamily="18" charset="0"/>
                      </a:rPr>
                      <m:t>𝟓</m:t>
                    </m:r>
                  </m:oMath>
                </a14:m>
                <a:r>
                  <a:rPr lang="en-US" dirty="0">
                    <a:solidFill>
                      <a:schemeClr val="accent6">
                        <a:lumMod val="75000"/>
                      </a:schemeClr>
                    </a:solidFill>
                    <a:latin typeface="Times New Roman" panose="02020603050405020304" pitchFamily="18" charset="0"/>
                    <a:cs typeface="Times New Roman" panose="02020603050405020304" pitchFamily="18" charset="0"/>
                  </a:rPr>
                  <a:t>   R’ = 405   452.5/(452.5-405) </a:t>
                </a:r>
              </a:p>
              <a:p>
                <a:pPr algn="l" defTabSz="496570">
                  <a:defRPr sz="2550" b="0">
                    <a:latin typeface="+mn-lt"/>
                    <a:ea typeface="+mn-ea"/>
                    <a:cs typeface="+mn-cs"/>
                    <a:sym typeface="Helvetica Neue Medium"/>
                  </a:defRPr>
                </a:pPr>
                <a:r>
                  <a:rPr lang="en-US" dirty="0">
                    <a:solidFill>
                      <a:schemeClr val="accent6">
                        <a:lumMod val="75000"/>
                      </a:schemeClr>
                    </a:solidFill>
                    <a:latin typeface="Times New Roman" panose="02020603050405020304" pitchFamily="18" charset="0"/>
                    <a:cs typeface="Times New Roman" panose="02020603050405020304" pitchFamily="18" charset="0"/>
                  </a:rPr>
                  <a:t>= 8.62 = RE</a:t>
                </a:r>
                <a:endParaRPr lang="ar-AE" dirty="0">
                  <a:solidFill>
                    <a:schemeClr val="accent6">
                      <a:lumMod val="75000"/>
                    </a:schemeClr>
                  </a:solidFill>
                  <a:latin typeface="Times New Roman" panose="02020603050405020304" pitchFamily="18" charset="0"/>
                  <a:cs typeface="Times New Roman" panose="02020603050405020304" pitchFamily="18" charset="0"/>
                </a:endParaRPr>
              </a:p>
            </p:txBody>
          </p:sp>
        </mc:Choice>
        <mc:Fallback xmlns="">
          <p:sp>
            <p:nvSpPr>
              <p:cNvPr id="19" name="17. Hence,   edp  =   AR / (AR - MR)">
                <a:extLst>
                  <a:ext uri="{FF2B5EF4-FFF2-40B4-BE49-F238E27FC236}">
                    <a16:creationId xmlns:a16="http://schemas.microsoft.com/office/drawing/2014/main" id="{6D8CC948-0151-8D48-9C08-01F656B32508}"/>
                  </a:ext>
                </a:extLst>
              </p:cNvPr>
              <p:cNvSpPr txBox="1">
                <a:spLocks noRot="1" noChangeAspect="1" noMove="1" noResize="1" noEditPoints="1" noAdjustHandles="1" noChangeArrowheads="1" noChangeShapeType="1" noTextEdit="1"/>
              </p:cNvSpPr>
              <p:nvPr/>
            </p:nvSpPr>
            <p:spPr>
              <a:xfrm>
                <a:off x="6328884" y="935862"/>
                <a:ext cx="6675916" cy="824638"/>
              </a:xfrm>
              <a:prstGeom prst="rect">
                <a:avLst/>
              </a:prstGeom>
              <a:blipFill>
                <a:blip r:embed="rId13"/>
                <a:stretch>
                  <a:fillRect l="-2281" t="-12121" b="-18182"/>
                </a:stretch>
              </a:blipFill>
              <a:ln w="12700">
                <a:miter lim="400000"/>
              </a:ln>
              <a:extLst>
                <a:ext uri="{C572A759-6A51-4108-AA02-DFA0A04FC94B}">
                  <ma14:wrappingTextBoxFlag xmlns:m="http://schemas.openxmlformats.org/officeDocument/2006/math" xmlns:ma14="http://schemas.microsoft.com/office/mac/drawingml/2011/main" xmlns="" xmlns:a14="http://schemas.microsoft.com/office/drawing/2010/main" val="1"/>
                </a:ext>
              </a:extLst>
            </p:spPr>
            <p:txBody>
              <a:bodyPr/>
              <a:lstStyle/>
              <a:p>
                <a:r>
                  <a:rPr lang="en-US">
                    <a:noFill/>
                  </a:rPr>
                  <a:t> </a:t>
                </a:r>
              </a:p>
            </p:txBody>
          </p:sp>
        </mc:Fallback>
      </mc:AlternateContent>
    </p:spTree>
    <p:extLst>
      <p:ext uri="{BB962C8B-B14F-4D97-AF65-F5344CB8AC3E}">
        <p14:creationId xmlns:p14="http://schemas.microsoft.com/office/powerpoint/2010/main" val="578906529"/>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12" grpId="0" animBg="1"/>
      <p:bldP spid="13" grpId="0" animBg="1"/>
      <p:bldP spid="14" grpId="0" animBg="1"/>
      <p:bldP spid="15" grpId="0" animBg="1"/>
      <p:bldP spid="16" grpId="0" animBg="1"/>
      <p:bldP spid="17" grpId="0" animBg="1"/>
      <p:bldP spid="19"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5D14FDA-EDCD-314D-BDEC-16FBEA8FBD15}"/>
              </a:ext>
            </a:extLst>
          </p:cNvPr>
          <p:cNvSpPr>
            <a:spLocks noGrp="1"/>
          </p:cNvSpPr>
          <p:nvPr>
            <p:ph type="sldNum" sz="quarter" idx="2"/>
          </p:nvPr>
        </p:nvSpPr>
        <p:spPr/>
        <p:txBody>
          <a:bodyPr/>
          <a:lstStyle/>
          <a:p>
            <a:fld id="{86CB4B4D-7CA3-9044-876B-883B54F8677D}" type="slidenum">
              <a:rPr lang="en-IN" smtClean="0"/>
              <a:t>35</a:t>
            </a:fld>
            <a:endParaRPr lang="en-IN"/>
          </a:p>
        </p:txBody>
      </p:sp>
      <mc:AlternateContent xmlns:mc="http://schemas.openxmlformats.org/markup-compatibility/2006" xmlns:a14="http://schemas.microsoft.com/office/drawing/2010/main">
        <mc:Choice Requires="a14">
          <p:sp>
            <p:nvSpPr>
              <p:cNvPr id="20" name="17. Hence,   edp  =   AR / (AR - MR)">
                <a:extLst>
                  <a:ext uri="{FF2B5EF4-FFF2-40B4-BE49-F238E27FC236}">
                    <a16:creationId xmlns:a16="http://schemas.microsoft.com/office/drawing/2014/main" id="{C1D0ADD4-A2B5-6B45-A48D-D8FC67611A35}"/>
                  </a:ext>
                </a:extLst>
              </p:cNvPr>
              <p:cNvSpPr txBox="1"/>
              <p:nvPr/>
            </p:nvSpPr>
            <p:spPr>
              <a:xfrm>
                <a:off x="489369" y="987851"/>
                <a:ext cx="5228047" cy="626588"/>
              </a:xfrm>
              <a:prstGeom prst="rect">
                <a:avLst/>
              </a:prstGeom>
              <a:solidFill>
                <a:schemeClr val="accent1">
                  <a:lumMod val="20000"/>
                  <a:lumOff val="80000"/>
                </a:schemeClr>
              </a:solidFill>
              <a:ln w="12700">
                <a:miter lim="400000"/>
              </a:ln>
              <a:extLst>
                <a:ext uri="{C572A759-6A51-4108-AA02-DFA0A04FC94B}">
                  <ma14:wrappingTextBoxFlag xmlns="" xmlns:ma14="http://schemas.microsoft.com/office/mac/drawingml/2011/main" xmlns:m="http://schemas.openxmlformats.org/officeDocument/2006/math" val="1"/>
                </a:ext>
              </a:extLst>
            </p:spPr>
            <p:txBody>
              <a:bodyPr lIns="50800" tIns="50800" rIns="50800" bIns="50800" anchor="b">
                <a:noAutofit/>
              </a:bodyPr>
              <a:lstStyle/>
              <a:p>
                <a:pPr algn="l" defTabSz="496570">
                  <a:defRPr sz="2550" b="0">
                    <a:latin typeface="+mn-lt"/>
                    <a:ea typeface="+mn-ea"/>
                    <a:cs typeface="+mn-cs"/>
                    <a:sym typeface="Helvetica Neue Medium"/>
                  </a:defRPr>
                </a:pPr>
                <a14:m>
                  <m:oMathPara xmlns:m="http://schemas.openxmlformats.org/officeDocument/2006/math">
                    <m:oMathParaPr>
                      <m:jc m:val="centerGroup"/>
                    </m:oMathParaPr>
                    <m:oMath xmlns:m="http://schemas.openxmlformats.org/officeDocument/2006/math">
                      <m:r>
                        <a:rPr lang="en-US" b="1" i="1" smtClean="0">
                          <a:solidFill>
                            <a:schemeClr val="accent6">
                              <a:lumMod val="75000"/>
                            </a:schemeClr>
                          </a:solidFill>
                          <a:latin typeface="Cambria Math" panose="02040503050406030204" pitchFamily="18" charset="0"/>
                        </a:rPr>
                        <m:t>𝑨𝑹</m:t>
                      </m:r>
                      <m:r>
                        <a:rPr lang="en-US" b="1" i="1" smtClean="0">
                          <a:solidFill>
                            <a:schemeClr val="accent6">
                              <a:lumMod val="75000"/>
                            </a:schemeClr>
                          </a:solidFill>
                          <a:latin typeface="Cambria Math" panose="02040503050406030204" pitchFamily="18" charset="0"/>
                        </a:rPr>
                        <m:t> </m:t>
                      </m:r>
                      <m:r>
                        <a:rPr lang="en-US" b="1" i="1" smtClean="0">
                          <a:solidFill>
                            <a:schemeClr val="accent6">
                              <a:lumMod val="75000"/>
                            </a:schemeClr>
                          </a:solidFill>
                          <a:latin typeface="Cambria Math" panose="02040503050406030204" pitchFamily="18" charset="0"/>
                        </a:rPr>
                        <m:t>𝑭𝒖𝒏𝒄𝒕𝒊𝒐𝒏</m:t>
                      </m:r>
                      <m:r>
                        <a:rPr lang="en-US" b="1" i="1" smtClean="0">
                          <a:solidFill>
                            <a:schemeClr val="accent6">
                              <a:lumMod val="75000"/>
                            </a:schemeClr>
                          </a:solidFill>
                          <a:latin typeface="Cambria Math" panose="02040503050406030204" pitchFamily="18" charset="0"/>
                        </a:rPr>
                        <m:t>:   </m:t>
                      </m:r>
                      <m:r>
                        <a:rPr lang="en-US" b="1" i="1" smtClean="0">
                          <a:solidFill>
                            <a:schemeClr val="accent6">
                              <a:lumMod val="75000"/>
                            </a:schemeClr>
                          </a:solidFill>
                          <a:latin typeface="Cambria Math" panose="02040503050406030204" pitchFamily="18" charset="0"/>
                        </a:rPr>
                        <m:t>𝑷</m:t>
                      </m:r>
                      <m:r>
                        <a:rPr lang="en-US" b="1" i="1" smtClean="0">
                          <a:solidFill>
                            <a:schemeClr val="accent6">
                              <a:lumMod val="75000"/>
                            </a:schemeClr>
                          </a:solidFill>
                          <a:latin typeface="Cambria Math" panose="02040503050406030204" pitchFamily="18" charset="0"/>
                        </a:rPr>
                        <m:t>=</m:t>
                      </m:r>
                      <m:r>
                        <a:rPr lang="en-US" b="1" i="1" smtClean="0">
                          <a:solidFill>
                            <a:schemeClr val="accent6">
                              <a:lumMod val="75000"/>
                            </a:schemeClr>
                          </a:solidFill>
                          <a:latin typeface="Cambria Math" panose="02040503050406030204" pitchFamily="18" charset="0"/>
                        </a:rPr>
                        <m:t>𝟑𝟎</m:t>
                      </m:r>
                      <m:r>
                        <a:rPr lang="en-US" b="1" i="1" smtClean="0">
                          <a:solidFill>
                            <a:schemeClr val="accent6">
                              <a:lumMod val="75000"/>
                            </a:schemeClr>
                          </a:solidFill>
                          <a:latin typeface="Cambria Math" panose="02040503050406030204" pitchFamily="18" charset="0"/>
                        </a:rPr>
                        <m:t> −</m:t>
                      </m:r>
                      <m:r>
                        <a:rPr lang="en-US" b="1" i="1" smtClean="0">
                          <a:solidFill>
                            <a:schemeClr val="accent6">
                              <a:lumMod val="75000"/>
                            </a:schemeClr>
                          </a:solidFill>
                          <a:latin typeface="Cambria Math" panose="02040503050406030204" pitchFamily="18" charset="0"/>
                        </a:rPr>
                        <m:t>𝒒</m:t>
                      </m:r>
                    </m:oMath>
                  </m:oMathPara>
                </a14:m>
                <a:endParaRPr lang="ar-AE" dirty="0">
                  <a:solidFill>
                    <a:schemeClr val="accent6">
                      <a:lumMod val="75000"/>
                    </a:schemeClr>
                  </a:solidFill>
                  <a:latin typeface="Times New Roman" panose="02020603050405020304" pitchFamily="18" charset="0"/>
                  <a:cs typeface="Times New Roman" panose="02020603050405020304" pitchFamily="18" charset="0"/>
                </a:endParaRPr>
              </a:p>
            </p:txBody>
          </p:sp>
        </mc:Choice>
        <mc:Fallback xmlns="">
          <p:sp>
            <p:nvSpPr>
              <p:cNvPr id="20" name="17. Hence,   edp  =   AR / (AR - MR)">
                <a:extLst>
                  <a:ext uri="{FF2B5EF4-FFF2-40B4-BE49-F238E27FC236}">
                    <a16:creationId xmlns:a16="http://schemas.microsoft.com/office/drawing/2014/main" id="{C1D0ADD4-A2B5-6B45-A48D-D8FC67611A35}"/>
                  </a:ext>
                </a:extLst>
              </p:cNvPr>
              <p:cNvSpPr txBox="1">
                <a:spLocks noRot="1" noChangeAspect="1" noMove="1" noResize="1" noEditPoints="1" noAdjustHandles="1" noChangeArrowheads="1" noChangeShapeType="1" noTextEdit="1"/>
              </p:cNvSpPr>
              <p:nvPr/>
            </p:nvSpPr>
            <p:spPr>
              <a:xfrm>
                <a:off x="489369" y="987851"/>
                <a:ext cx="5228047" cy="626588"/>
              </a:xfrm>
              <a:prstGeom prst="rect">
                <a:avLst/>
              </a:prstGeom>
              <a:blipFill>
                <a:blip r:embed="rId2"/>
                <a:stretch>
                  <a:fillRect b="-23529"/>
                </a:stretch>
              </a:blipFill>
              <a:ln w="12700">
                <a:miter lim="400000"/>
              </a:ln>
              <a:extLst>
                <a:ext uri="{C572A759-6A51-4108-AA02-DFA0A04FC94B}">
                  <ma14:wrappingTextBoxFlag xmlns:m="http://schemas.openxmlformats.org/officeDocument/2006/math" xmlns:ma14="http://schemas.microsoft.com/office/mac/drawingml/2011/main" xmlns="" xmlns:a14="http://schemas.microsoft.com/office/drawing/2010/main"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17. Hence,   edp  =   AR / (AR - MR)">
                <a:extLst>
                  <a:ext uri="{FF2B5EF4-FFF2-40B4-BE49-F238E27FC236}">
                    <a16:creationId xmlns:a16="http://schemas.microsoft.com/office/drawing/2014/main" id="{C16C8BBB-3311-7C45-97FC-3062DE5F5F5B}"/>
                  </a:ext>
                </a:extLst>
              </p:cNvPr>
              <p:cNvSpPr txBox="1"/>
              <p:nvPr/>
            </p:nvSpPr>
            <p:spPr>
              <a:xfrm>
                <a:off x="426304" y="228854"/>
                <a:ext cx="5228047" cy="626588"/>
              </a:xfrm>
              <a:prstGeom prst="rect">
                <a:avLst/>
              </a:prstGeom>
              <a:solidFill>
                <a:schemeClr val="accent1">
                  <a:lumMod val="20000"/>
                  <a:lumOff val="80000"/>
                </a:schemeClr>
              </a:solidFill>
              <a:ln w="12700">
                <a:miter lim="400000"/>
              </a:ln>
              <a:extLst>
                <a:ext uri="{C572A759-6A51-4108-AA02-DFA0A04FC94B}">
                  <ma14:wrappingTextBoxFlag xmlns="" xmlns:ma14="http://schemas.microsoft.com/office/mac/drawingml/2011/main" xmlns:m="http://schemas.openxmlformats.org/officeDocument/2006/math" val="1"/>
                </a:ext>
              </a:extLst>
            </p:spPr>
            <p:txBody>
              <a:bodyPr lIns="50800" tIns="50800" rIns="50800" bIns="50800" anchor="b">
                <a:noAutofit/>
              </a:bodyPr>
              <a:lstStyle/>
              <a:p>
                <a:pPr algn="l" defTabSz="496570">
                  <a:defRPr sz="2550" b="0">
                    <a:latin typeface="+mn-lt"/>
                    <a:ea typeface="+mn-ea"/>
                    <a:cs typeface="+mn-cs"/>
                    <a:sym typeface="Helvetica Neue Medium"/>
                  </a:defRPr>
                </a:pPr>
                <a14:m>
                  <m:oMathPara xmlns:m="http://schemas.openxmlformats.org/officeDocument/2006/math">
                    <m:oMathParaPr>
                      <m:jc m:val="centerGroup"/>
                    </m:oMathParaPr>
                    <m:oMath xmlns:m="http://schemas.openxmlformats.org/officeDocument/2006/math">
                      <m:r>
                        <a:rPr lang="en-US" b="1" i="1" smtClean="0">
                          <a:solidFill>
                            <a:schemeClr val="accent6">
                              <a:lumMod val="75000"/>
                            </a:schemeClr>
                          </a:solidFill>
                          <a:latin typeface="Cambria Math" panose="02040503050406030204" pitchFamily="18" charset="0"/>
                        </a:rPr>
                        <m:t>𝑻𝑹</m:t>
                      </m:r>
                      <m:r>
                        <a:rPr lang="en-US" b="1" i="1" smtClean="0">
                          <a:solidFill>
                            <a:schemeClr val="accent6">
                              <a:lumMod val="75000"/>
                            </a:schemeClr>
                          </a:solidFill>
                          <a:latin typeface="Cambria Math" panose="02040503050406030204" pitchFamily="18" charset="0"/>
                        </a:rPr>
                        <m:t> </m:t>
                      </m:r>
                      <m:r>
                        <a:rPr lang="en-US" b="1" i="1" smtClean="0">
                          <a:solidFill>
                            <a:schemeClr val="accent6">
                              <a:lumMod val="75000"/>
                            </a:schemeClr>
                          </a:solidFill>
                          <a:latin typeface="Cambria Math" panose="02040503050406030204" pitchFamily="18" charset="0"/>
                        </a:rPr>
                        <m:t>𝑭𝒖𝒏𝒄𝒕𝒊𝒐𝒏</m:t>
                      </m:r>
                      <m:r>
                        <a:rPr lang="en-US" b="1" i="1" smtClean="0">
                          <a:solidFill>
                            <a:schemeClr val="accent6">
                              <a:lumMod val="75000"/>
                            </a:schemeClr>
                          </a:solidFill>
                          <a:latin typeface="Cambria Math" panose="02040503050406030204" pitchFamily="18" charset="0"/>
                        </a:rPr>
                        <m:t>:   </m:t>
                      </m:r>
                      <m:r>
                        <a:rPr lang="en-US" b="1" i="1" smtClean="0">
                          <a:solidFill>
                            <a:schemeClr val="accent6">
                              <a:lumMod val="75000"/>
                            </a:schemeClr>
                          </a:solidFill>
                          <a:latin typeface="Cambria Math" panose="02040503050406030204" pitchFamily="18" charset="0"/>
                        </a:rPr>
                        <m:t>𝑹</m:t>
                      </m:r>
                      <m:r>
                        <a:rPr lang="en-US" b="1" i="1" smtClean="0">
                          <a:solidFill>
                            <a:schemeClr val="accent6">
                              <a:lumMod val="75000"/>
                            </a:schemeClr>
                          </a:solidFill>
                          <a:latin typeface="Cambria Math" panose="02040503050406030204" pitchFamily="18" charset="0"/>
                        </a:rPr>
                        <m:t>=</m:t>
                      </m:r>
                      <m:r>
                        <a:rPr lang="en-US" b="1" i="1" smtClean="0">
                          <a:solidFill>
                            <a:schemeClr val="accent6">
                              <a:lumMod val="75000"/>
                            </a:schemeClr>
                          </a:solidFill>
                          <a:latin typeface="Cambria Math" panose="02040503050406030204" pitchFamily="18" charset="0"/>
                        </a:rPr>
                        <m:t>𝟑𝟎</m:t>
                      </m:r>
                      <m:r>
                        <a:rPr lang="en-US" b="1" i="1" smtClean="0">
                          <a:solidFill>
                            <a:schemeClr val="accent6">
                              <a:lumMod val="75000"/>
                            </a:schemeClr>
                          </a:solidFill>
                          <a:latin typeface="Cambria Math" panose="02040503050406030204" pitchFamily="18" charset="0"/>
                        </a:rPr>
                        <m:t>𝒒</m:t>
                      </m:r>
                      <m:r>
                        <a:rPr lang="en-US" b="1" i="1" smtClean="0">
                          <a:solidFill>
                            <a:schemeClr val="accent6">
                              <a:lumMod val="75000"/>
                            </a:schemeClr>
                          </a:solidFill>
                          <a:latin typeface="Cambria Math" panose="02040503050406030204" pitchFamily="18" charset="0"/>
                        </a:rPr>
                        <m:t> −</m:t>
                      </m:r>
                      <m:r>
                        <a:rPr lang="en-US" b="1" i="1" smtClean="0">
                          <a:solidFill>
                            <a:schemeClr val="accent6">
                              <a:lumMod val="75000"/>
                            </a:schemeClr>
                          </a:solidFill>
                          <a:latin typeface="Cambria Math" panose="02040503050406030204" pitchFamily="18" charset="0"/>
                        </a:rPr>
                        <m:t>𝒒</m:t>
                      </m:r>
                      <m:r>
                        <a:rPr lang="en-US" b="1" i="1" smtClean="0">
                          <a:solidFill>
                            <a:schemeClr val="accent6">
                              <a:lumMod val="75000"/>
                            </a:schemeClr>
                          </a:solidFill>
                          <a:latin typeface="Cambria Math" panose="02040503050406030204" pitchFamily="18" charset="0"/>
                        </a:rPr>
                        <m:t>^</m:t>
                      </m:r>
                      <m:r>
                        <a:rPr lang="en-US" b="1" i="1" smtClean="0">
                          <a:solidFill>
                            <a:schemeClr val="accent6">
                              <a:lumMod val="75000"/>
                            </a:schemeClr>
                          </a:solidFill>
                          <a:latin typeface="Cambria Math" panose="02040503050406030204" pitchFamily="18" charset="0"/>
                        </a:rPr>
                        <m:t>𝟐</m:t>
                      </m:r>
                    </m:oMath>
                  </m:oMathPara>
                </a14:m>
                <a:endParaRPr lang="ar-AE" dirty="0">
                  <a:solidFill>
                    <a:schemeClr val="accent6">
                      <a:lumMod val="75000"/>
                    </a:schemeClr>
                  </a:solidFill>
                  <a:latin typeface="Times New Roman" panose="02020603050405020304" pitchFamily="18" charset="0"/>
                  <a:cs typeface="Times New Roman" panose="02020603050405020304" pitchFamily="18" charset="0"/>
                </a:endParaRPr>
              </a:p>
            </p:txBody>
          </p:sp>
        </mc:Choice>
        <mc:Fallback xmlns="">
          <p:sp>
            <p:nvSpPr>
              <p:cNvPr id="21" name="17. Hence,   edp  =   AR / (AR - MR)">
                <a:extLst>
                  <a:ext uri="{FF2B5EF4-FFF2-40B4-BE49-F238E27FC236}">
                    <a16:creationId xmlns:a16="http://schemas.microsoft.com/office/drawing/2014/main" id="{C16C8BBB-3311-7C45-97FC-3062DE5F5F5B}"/>
                  </a:ext>
                </a:extLst>
              </p:cNvPr>
              <p:cNvSpPr txBox="1">
                <a:spLocks noRot="1" noChangeAspect="1" noMove="1" noResize="1" noEditPoints="1" noAdjustHandles="1" noChangeArrowheads="1" noChangeShapeType="1" noTextEdit="1"/>
              </p:cNvSpPr>
              <p:nvPr/>
            </p:nvSpPr>
            <p:spPr>
              <a:xfrm>
                <a:off x="426304" y="228854"/>
                <a:ext cx="5228047" cy="626588"/>
              </a:xfrm>
              <a:prstGeom prst="rect">
                <a:avLst/>
              </a:prstGeom>
              <a:blipFill>
                <a:blip r:embed="rId3"/>
                <a:stretch>
                  <a:fillRect b="-24000"/>
                </a:stretch>
              </a:blipFill>
              <a:ln w="12700">
                <a:miter lim="400000"/>
              </a:ln>
              <a:extLst>
                <a:ext uri="{C572A759-6A51-4108-AA02-DFA0A04FC94B}">
                  <ma14:wrappingTextBoxFlag xmlns:m="http://schemas.openxmlformats.org/officeDocument/2006/math" xmlns:ma14="http://schemas.microsoft.com/office/mac/drawingml/2011/main" xmlns="" xmlns:a14="http://schemas.microsoft.com/office/drawing/2010/main"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17. Hence,   edp  =   AR / (AR - MR)">
                <a:extLst>
                  <a:ext uri="{FF2B5EF4-FFF2-40B4-BE49-F238E27FC236}">
                    <a16:creationId xmlns:a16="http://schemas.microsoft.com/office/drawing/2014/main" id="{FE80DFEA-7449-2D40-BA95-229D15205BB8}"/>
                  </a:ext>
                </a:extLst>
              </p:cNvPr>
              <p:cNvSpPr txBox="1"/>
              <p:nvPr/>
            </p:nvSpPr>
            <p:spPr>
              <a:xfrm>
                <a:off x="426304" y="1734546"/>
                <a:ext cx="5228047" cy="626588"/>
              </a:xfrm>
              <a:prstGeom prst="rect">
                <a:avLst/>
              </a:prstGeom>
              <a:solidFill>
                <a:schemeClr val="accent1">
                  <a:lumMod val="20000"/>
                  <a:lumOff val="80000"/>
                </a:schemeClr>
              </a:solidFill>
              <a:ln w="12700">
                <a:miter lim="400000"/>
              </a:ln>
              <a:extLst>
                <a:ext uri="{C572A759-6A51-4108-AA02-DFA0A04FC94B}">
                  <ma14:wrappingTextBoxFlag xmlns="" xmlns:ma14="http://schemas.microsoft.com/office/mac/drawingml/2011/main" xmlns:m="http://schemas.openxmlformats.org/officeDocument/2006/math" val="1"/>
                </a:ext>
              </a:extLst>
            </p:spPr>
            <p:txBody>
              <a:bodyPr lIns="50800" tIns="50800" rIns="50800" bIns="50800" anchor="b">
                <a:noAutofit/>
              </a:bodyPr>
              <a:lstStyle/>
              <a:p>
                <a:pPr algn="l" defTabSz="496570">
                  <a:defRPr sz="2550" b="0">
                    <a:latin typeface="+mn-lt"/>
                    <a:ea typeface="+mn-ea"/>
                    <a:cs typeface="+mn-cs"/>
                    <a:sym typeface="Helvetica Neue Medium"/>
                  </a:defRPr>
                </a:pPr>
                <a14:m>
                  <m:oMathPara xmlns:m="http://schemas.openxmlformats.org/officeDocument/2006/math">
                    <m:oMathParaPr>
                      <m:jc m:val="centerGroup"/>
                    </m:oMathParaPr>
                    <m:oMath xmlns:m="http://schemas.openxmlformats.org/officeDocument/2006/math">
                      <m:r>
                        <a:rPr lang="en-US" b="1" i="1" smtClean="0">
                          <a:solidFill>
                            <a:schemeClr val="accent6">
                              <a:lumMod val="75000"/>
                            </a:schemeClr>
                          </a:solidFill>
                          <a:latin typeface="Cambria Math" panose="02040503050406030204" pitchFamily="18" charset="0"/>
                        </a:rPr>
                        <m:t>𝑴𝑹</m:t>
                      </m:r>
                      <m:r>
                        <a:rPr lang="en-US" b="1" i="1" smtClean="0">
                          <a:solidFill>
                            <a:schemeClr val="accent6">
                              <a:lumMod val="75000"/>
                            </a:schemeClr>
                          </a:solidFill>
                          <a:latin typeface="Cambria Math" panose="02040503050406030204" pitchFamily="18" charset="0"/>
                        </a:rPr>
                        <m:t> </m:t>
                      </m:r>
                      <m:r>
                        <a:rPr lang="en-US" b="1" i="1" smtClean="0">
                          <a:solidFill>
                            <a:schemeClr val="accent6">
                              <a:lumMod val="75000"/>
                            </a:schemeClr>
                          </a:solidFill>
                          <a:latin typeface="Cambria Math" panose="02040503050406030204" pitchFamily="18" charset="0"/>
                        </a:rPr>
                        <m:t>𝑭𝒖𝒏𝒄𝒕𝒊𝒐𝒏</m:t>
                      </m:r>
                      <m:r>
                        <a:rPr lang="en-US" b="1" i="1" smtClean="0">
                          <a:solidFill>
                            <a:schemeClr val="accent6">
                              <a:lumMod val="75000"/>
                            </a:schemeClr>
                          </a:solidFill>
                          <a:latin typeface="Cambria Math" panose="02040503050406030204" pitchFamily="18" charset="0"/>
                        </a:rPr>
                        <m:t>:   </m:t>
                      </m:r>
                      <m:sSup>
                        <m:sSupPr>
                          <m:ctrlPr>
                            <a:rPr lang="en-US" b="1" i="1" smtClean="0">
                              <a:solidFill>
                                <a:schemeClr val="accent6">
                                  <a:lumMod val="75000"/>
                                </a:schemeClr>
                              </a:solidFill>
                              <a:latin typeface="Cambria Math" panose="02040503050406030204" pitchFamily="18" charset="0"/>
                            </a:rPr>
                          </m:ctrlPr>
                        </m:sSupPr>
                        <m:e>
                          <m:r>
                            <a:rPr lang="en-US" b="1" i="1" smtClean="0">
                              <a:solidFill>
                                <a:schemeClr val="accent6">
                                  <a:lumMod val="75000"/>
                                </a:schemeClr>
                              </a:solidFill>
                              <a:latin typeface="Cambria Math" panose="02040503050406030204" pitchFamily="18" charset="0"/>
                            </a:rPr>
                            <m:t>𝑹</m:t>
                          </m:r>
                        </m:e>
                        <m:sup>
                          <m:r>
                            <a:rPr lang="en-US" b="1" i="1" smtClean="0">
                              <a:solidFill>
                                <a:schemeClr val="accent6">
                                  <a:lumMod val="75000"/>
                                </a:schemeClr>
                              </a:solidFill>
                              <a:latin typeface="Cambria Math" panose="02040503050406030204" pitchFamily="18" charset="0"/>
                            </a:rPr>
                            <m:t>′</m:t>
                          </m:r>
                        </m:sup>
                      </m:sSup>
                      <m:r>
                        <a:rPr lang="en-US" b="1" i="1" smtClean="0">
                          <a:solidFill>
                            <a:schemeClr val="accent6">
                              <a:lumMod val="75000"/>
                            </a:schemeClr>
                          </a:solidFill>
                          <a:latin typeface="Cambria Math" panose="02040503050406030204" pitchFamily="18" charset="0"/>
                        </a:rPr>
                        <m:t>=</m:t>
                      </m:r>
                      <m:r>
                        <a:rPr lang="en-US" b="1" i="1" smtClean="0">
                          <a:solidFill>
                            <a:schemeClr val="accent6">
                              <a:lumMod val="75000"/>
                            </a:schemeClr>
                          </a:solidFill>
                          <a:latin typeface="Cambria Math" panose="02040503050406030204" pitchFamily="18" charset="0"/>
                        </a:rPr>
                        <m:t>𝟑𝟎</m:t>
                      </m:r>
                      <m:r>
                        <a:rPr lang="en-US" b="1" i="1" smtClean="0">
                          <a:solidFill>
                            <a:schemeClr val="accent6">
                              <a:lumMod val="75000"/>
                            </a:schemeClr>
                          </a:solidFill>
                          <a:latin typeface="Cambria Math" panose="02040503050406030204" pitchFamily="18" charset="0"/>
                        </a:rPr>
                        <m:t> −</m:t>
                      </m:r>
                      <m:r>
                        <a:rPr lang="en-US" b="1" i="1" smtClean="0">
                          <a:solidFill>
                            <a:schemeClr val="accent6">
                              <a:lumMod val="75000"/>
                            </a:schemeClr>
                          </a:solidFill>
                          <a:latin typeface="Cambria Math" panose="02040503050406030204" pitchFamily="18" charset="0"/>
                        </a:rPr>
                        <m:t>𝟐</m:t>
                      </m:r>
                      <m:r>
                        <a:rPr lang="en-US" b="1" i="1" smtClean="0">
                          <a:solidFill>
                            <a:schemeClr val="accent6">
                              <a:lumMod val="75000"/>
                            </a:schemeClr>
                          </a:solidFill>
                          <a:latin typeface="Cambria Math" panose="02040503050406030204" pitchFamily="18" charset="0"/>
                        </a:rPr>
                        <m:t>𝒒</m:t>
                      </m:r>
                    </m:oMath>
                  </m:oMathPara>
                </a14:m>
                <a:endParaRPr lang="ar-AE" dirty="0">
                  <a:solidFill>
                    <a:schemeClr val="accent6">
                      <a:lumMod val="75000"/>
                    </a:schemeClr>
                  </a:solidFill>
                  <a:latin typeface="Times New Roman" panose="02020603050405020304" pitchFamily="18" charset="0"/>
                  <a:cs typeface="Times New Roman" panose="02020603050405020304" pitchFamily="18" charset="0"/>
                </a:endParaRPr>
              </a:p>
            </p:txBody>
          </p:sp>
        </mc:Choice>
        <mc:Fallback xmlns="">
          <p:sp>
            <p:nvSpPr>
              <p:cNvPr id="22" name="17. Hence,   edp  =   AR / (AR - MR)">
                <a:extLst>
                  <a:ext uri="{FF2B5EF4-FFF2-40B4-BE49-F238E27FC236}">
                    <a16:creationId xmlns:a16="http://schemas.microsoft.com/office/drawing/2014/main" id="{FE80DFEA-7449-2D40-BA95-229D15205BB8}"/>
                  </a:ext>
                </a:extLst>
              </p:cNvPr>
              <p:cNvSpPr txBox="1">
                <a:spLocks noRot="1" noChangeAspect="1" noMove="1" noResize="1" noEditPoints="1" noAdjustHandles="1" noChangeArrowheads="1" noChangeShapeType="1" noTextEdit="1"/>
              </p:cNvSpPr>
              <p:nvPr/>
            </p:nvSpPr>
            <p:spPr>
              <a:xfrm>
                <a:off x="426304" y="1734546"/>
                <a:ext cx="5228047" cy="626588"/>
              </a:xfrm>
              <a:prstGeom prst="rect">
                <a:avLst/>
              </a:prstGeom>
              <a:blipFill>
                <a:blip r:embed="rId4"/>
                <a:stretch>
                  <a:fillRect b="-26000"/>
                </a:stretch>
              </a:blipFill>
              <a:ln w="12700">
                <a:miter lim="400000"/>
              </a:ln>
              <a:extLst>
                <a:ext uri="{C572A759-6A51-4108-AA02-DFA0A04FC94B}">
                  <ma14:wrappingTextBoxFlag xmlns:m="http://schemas.openxmlformats.org/officeDocument/2006/math" xmlns:ma14="http://schemas.microsoft.com/office/mac/drawingml/2011/main" xmlns="" xmlns:a14="http://schemas.microsoft.com/office/drawing/2010/main"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17. Hence,   edp  =   AR / (AR - MR)">
                <a:extLst>
                  <a:ext uri="{FF2B5EF4-FFF2-40B4-BE49-F238E27FC236}">
                    <a16:creationId xmlns:a16="http://schemas.microsoft.com/office/drawing/2014/main" id="{AB682CDA-8DD3-614D-8DE3-7D17156A7F11}"/>
                  </a:ext>
                </a:extLst>
              </p:cNvPr>
              <p:cNvSpPr txBox="1"/>
              <p:nvPr/>
            </p:nvSpPr>
            <p:spPr>
              <a:xfrm>
                <a:off x="426299" y="2543409"/>
                <a:ext cx="11188772" cy="626588"/>
              </a:xfrm>
              <a:prstGeom prst="rect">
                <a:avLst/>
              </a:prstGeom>
              <a:solidFill>
                <a:schemeClr val="accent3">
                  <a:lumMod val="20000"/>
                  <a:lumOff val="80000"/>
                </a:schemeClr>
              </a:solidFill>
              <a:ln w="12700">
                <a:miter lim="400000"/>
              </a:ln>
              <a:extLst>
                <a:ext uri="{C572A759-6A51-4108-AA02-DFA0A04FC94B}">
                  <ma14:wrappingTextBoxFlag xmlns="" xmlns:ma14="http://schemas.microsoft.com/office/mac/drawingml/2011/main" xmlns:m="http://schemas.openxmlformats.org/officeDocument/2006/math" val="1"/>
                </a:ext>
              </a:extLst>
            </p:spPr>
            <p:txBody>
              <a:bodyPr lIns="50800" tIns="50800" rIns="50800" bIns="50800" anchor="b">
                <a:noAutofit/>
              </a:bodyPr>
              <a:lstStyle/>
              <a:p>
                <a:pPr algn="l" defTabSz="496570">
                  <a:defRPr sz="2550" b="0">
                    <a:latin typeface="+mn-lt"/>
                    <a:ea typeface="+mn-ea"/>
                    <a:cs typeface="+mn-cs"/>
                    <a:sym typeface="Helvetica Neue Medium"/>
                  </a:defRPr>
                </a:pPr>
                <a14:m>
                  <m:oMathPara xmlns:m="http://schemas.openxmlformats.org/officeDocument/2006/math">
                    <m:oMathParaPr>
                      <m:jc m:val="centerGroup"/>
                    </m:oMathParaPr>
                    <m:oMath xmlns:m="http://schemas.openxmlformats.org/officeDocument/2006/math">
                      <m:r>
                        <a:rPr lang="en-US" b="1" i="1" smtClean="0">
                          <a:solidFill>
                            <a:schemeClr val="accent6">
                              <a:lumMod val="75000"/>
                            </a:schemeClr>
                          </a:solidFill>
                          <a:latin typeface="Cambria Math" panose="02040503050406030204" pitchFamily="18" charset="0"/>
                        </a:rPr>
                        <m:t>𝑻𝑪</m:t>
                      </m:r>
                      <m:r>
                        <a:rPr lang="en-US" b="1" i="1" smtClean="0">
                          <a:solidFill>
                            <a:schemeClr val="accent6">
                              <a:lumMod val="75000"/>
                            </a:schemeClr>
                          </a:solidFill>
                          <a:latin typeface="Cambria Math" panose="02040503050406030204" pitchFamily="18" charset="0"/>
                        </a:rPr>
                        <m:t> </m:t>
                      </m:r>
                      <m:r>
                        <a:rPr lang="en-US" b="1" i="1" smtClean="0">
                          <a:solidFill>
                            <a:schemeClr val="accent6">
                              <a:lumMod val="75000"/>
                            </a:schemeClr>
                          </a:solidFill>
                          <a:latin typeface="Cambria Math" panose="02040503050406030204" pitchFamily="18" charset="0"/>
                        </a:rPr>
                        <m:t>𝑭𝒖𝒏𝒄𝒕𝒊𝒐𝒏</m:t>
                      </m:r>
                      <m:r>
                        <a:rPr lang="en-US" b="1" i="1" smtClean="0">
                          <a:solidFill>
                            <a:schemeClr val="accent6">
                              <a:lumMod val="75000"/>
                            </a:schemeClr>
                          </a:solidFill>
                          <a:latin typeface="Cambria Math" panose="02040503050406030204" pitchFamily="18" charset="0"/>
                        </a:rPr>
                        <m:t> </m:t>
                      </m:r>
                      <m:r>
                        <a:rPr lang="en-US" b="1" i="1" smtClean="0">
                          <a:solidFill>
                            <a:schemeClr val="accent6">
                              <a:lumMod val="75000"/>
                            </a:schemeClr>
                          </a:solidFill>
                          <a:latin typeface="Cambria Math" panose="02040503050406030204" pitchFamily="18" charset="0"/>
                        </a:rPr>
                        <m:t>𝑪</m:t>
                      </m:r>
                      <m:r>
                        <a:rPr lang="en-US" b="1" i="1" smtClean="0">
                          <a:solidFill>
                            <a:schemeClr val="accent6">
                              <a:lumMod val="75000"/>
                            </a:schemeClr>
                          </a:solidFill>
                          <a:latin typeface="Cambria Math" panose="02040503050406030204" pitchFamily="18" charset="0"/>
                        </a:rPr>
                        <m:t>=</m:t>
                      </m:r>
                      <m:sSup>
                        <m:sSupPr>
                          <m:ctrlPr>
                            <a:rPr lang="en-US" b="1" i="1" smtClean="0">
                              <a:solidFill>
                                <a:schemeClr val="accent6">
                                  <a:lumMod val="75000"/>
                                </a:schemeClr>
                              </a:solidFill>
                              <a:latin typeface="Cambria Math" panose="02040503050406030204" pitchFamily="18" charset="0"/>
                            </a:rPr>
                          </m:ctrlPr>
                        </m:sSupPr>
                        <m:e>
                          <m:r>
                            <a:rPr lang="en-US" sz="3200" i="1">
                              <a:solidFill>
                                <a:schemeClr val="accent6">
                                  <a:lumMod val="75000"/>
                                </a:schemeClr>
                              </a:solidFill>
                              <a:latin typeface="Cambria Math" panose="02040503050406030204" pitchFamily="18" charset="0"/>
                              <a:sym typeface="Helvetica Neue Medium"/>
                            </a:rPr>
                            <m:t>𝟐𝟎</m:t>
                          </m:r>
                          <m:r>
                            <a:rPr lang="en-US" sz="3200" i="1">
                              <a:solidFill>
                                <a:schemeClr val="accent6">
                                  <a:lumMod val="75000"/>
                                </a:schemeClr>
                              </a:solidFill>
                              <a:latin typeface="Cambria Math" panose="02040503050406030204" pitchFamily="18" charset="0"/>
                              <a:sym typeface="Helvetica Neue Medium"/>
                            </a:rPr>
                            <m:t>𝒒</m:t>
                          </m:r>
                          <m:r>
                            <a:rPr lang="en-US" sz="3200" b="1" i="1" smtClean="0">
                              <a:solidFill>
                                <a:schemeClr val="accent6">
                                  <a:lumMod val="75000"/>
                                </a:schemeClr>
                              </a:solidFill>
                              <a:latin typeface="Cambria Math" panose="02040503050406030204" pitchFamily="18" charset="0"/>
                              <a:sym typeface="Helvetica Neue Medium"/>
                            </a:rPr>
                            <m:t>+ </m:t>
                          </m:r>
                          <m:r>
                            <a:rPr lang="en-US" b="1" i="1" smtClean="0">
                              <a:solidFill>
                                <a:schemeClr val="accent6">
                                  <a:lumMod val="75000"/>
                                </a:schemeClr>
                              </a:solidFill>
                              <a:latin typeface="Cambria Math" panose="02040503050406030204" pitchFamily="18" charset="0"/>
                            </a:rPr>
                            <m:t>𝟒</m:t>
                          </m:r>
                          <m:r>
                            <a:rPr lang="en-US" b="1" i="1" smtClean="0">
                              <a:solidFill>
                                <a:schemeClr val="accent6">
                                  <a:lumMod val="75000"/>
                                </a:schemeClr>
                              </a:solidFill>
                              <a:latin typeface="Cambria Math" panose="02040503050406030204" pitchFamily="18" charset="0"/>
                            </a:rPr>
                            <m:t>𝒒</m:t>
                          </m:r>
                        </m:e>
                        <m:sup>
                          <m:r>
                            <a:rPr lang="en-US" b="1" i="1" smtClean="0">
                              <a:solidFill>
                                <a:schemeClr val="accent6">
                                  <a:lumMod val="75000"/>
                                </a:schemeClr>
                              </a:solidFill>
                              <a:latin typeface="Cambria Math" panose="02040503050406030204" pitchFamily="18" charset="0"/>
                            </a:rPr>
                            <m:t>𝟐</m:t>
                          </m:r>
                        </m:sup>
                      </m:sSup>
                    </m:oMath>
                  </m:oMathPara>
                </a14:m>
                <a:endParaRPr lang="ar-AE" dirty="0">
                  <a:solidFill>
                    <a:schemeClr val="accent6">
                      <a:lumMod val="75000"/>
                    </a:schemeClr>
                  </a:solidFill>
                  <a:latin typeface="Times New Roman" panose="02020603050405020304" pitchFamily="18" charset="0"/>
                  <a:cs typeface="Times New Roman" panose="02020603050405020304" pitchFamily="18" charset="0"/>
                </a:endParaRPr>
              </a:p>
            </p:txBody>
          </p:sp>
        </mc:Choice>
        <mc:Fallback xmlns="">
          <p:sp>
            <p:nvSpPr>
              <p:cNvPr id="9" name="17. Hence,   edp  =   AR / (AR - MR)">
                <a:extLst>
                  <a:ext uri="{FF2B5EF4-FFF2-40B4-BE49-F238E27FC236}">
                    <a16:creationId xmlns:a16="http://schemas.microsoft.com/office/drawing/2014/main" id="{AB682CDA-8DD3-614D-8DE3-7D17156A7F11}"/>
                  </a:ext>
                </a:extLst>
              </p:cNvPr>
              <p:cNvSpPr txBox="1">
                <a:spLocks noRot="1" noChangeAspect="1" noMove="1" noResize="1" noEditPoints="1" noAdjustHandles="1" noChangeArrowheads="1" noChangeShapeType="1" noTextEdit="1"/>
              </p:cNvSpPr>
              <p:nvPr/>
            </p:nvSpPr>
            <p:spPr>
              <a:xfrm>
                <a:off x="426299" y="2543409"/>
                <a:ext cx="11188772" cy="626588"/>
              </a:xfrm>
              <a:prstGeom prst="rect">
                <a:avLst/>
              </a:prstGeom>
              <a:blipFill>
                <a:blip r:embed="rId5"/>
                <a:stretch>
                  <a:fillRect b="-26000"/>
                </a:stretch>
              </a:blipFill>
              <a:ln w="12700">
                <a:miter lim="400000"/>
              </a:ln>
              <a:extLst>
                <a:ext uri="{C572A759-6A51-4108-AA02-DFA0A04FC94B}">
                  <ma14:wrappingTextBoxFlag xmlns:m="http://schemas.openxmlformats.org/officeDocument/2006/math" xmlns:ma14="http://schemas.microsoft.com/office/mac/drawingml/2011/main" xmlns="" xmlns:a14="http://schemas.microsoft.com/office/drawing/2010/main"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17. Hence,   edp  =   AR / (AR - MR)">
                <a:extLst>
                  <a:ext uri="{FF2B5EF4-FFF2-40B4-BE49-F238E27FC236}">
                    <a16:creationId xmlns:a16="http://schemas.microsoft.com/office/drawing/2014/main" id="{40112204-6281-C84C-A297-78E93C3E6771}"/>
                  </a:ext>
                </a:extLst>
              </p:cNvPr>
              <p:cNvSpPr txBox="1"/>
              <p:nvPr/>
            </p:nvSpPr>
            <p:spPr>
              <a:xfrm>
                <a:off x="426299" y="3283205"/>
                <a:ext cx="11188772" cy="1253107"/>
              </a:xfrm>
              <a:prstGeom prst="rect">
                <a:avLst/>
              </a:prstGeom>
              <a:solidFill>
                <a:schemeClr val="accent3">
                  <a:lumMod val="20000"/>
                  <a:lumOff val="80000"/>
                </a:schemeClr>
              </a:solidFill>
              <a:ln w="12700">
                <a:miter lim="400000"/>
              </a:ln>
              <a:extLst>
                <a:ext uri="{C572A759-6A51-4108-AA02-DFA0A04FC94B}">
                  <ma14:wrappingTextBoxFlag xmlns="" xmlns:ma14="http://schemas.microsoft.com/office/mac/drawingml/2011/main" xmlns:m="http://schemas.openxmlformats.org/officeDocument/2006/math" val="1"/>
                </a:ext>
              </a:extLst>
            </p:spPr>
            <p:txBody>
              <a:bodyPr lIns="50800" tIns="50800" rIns="50800" bIns="50800" anchor="b">
                <a:noAutofit/>
              </a:bodyPr>
              <a:lstStyle/>
              <a:p>
                <a:pPr algn="l" defTabSz="496570">
                  <a:defRPr sz="2550" b="0">
                    <a:latin typeface="+mn-lt"/>
                    <a:ea typeface="+mn-ea"/>
                    <a:cs typeface="+mn-cs"/>
                    <a:sym typeface="Helvetica Neue Medium"/>
                  </a:defRPr>
                </a:pPr>
                <a14:m>
                  <m:oMathPara xmlns:m="http://schemas.openxmlformats.org/officeDocument/2006/math">
                    <m:oMathParaPr>
                      <m:jc m:val="centerGroup"/>
                    </m:oMathParaPr>
                    <m:oMath xmlns:m="http://schemas.openxmlformats.org/officeDocument/2006/math">
                      <m:r>
                        <a:rPr lang="en-US" b="1" i="1" smtClean="0">
                          <a:solidFill>
                            <a:schemeClr val="accent6">
                              <a:lumMod val="75000"/>
                            </a:schemeClr>
                          </a:solidFill>
                          <a:latin typeface="Cambria Math" panose="02040503050406030204" pitchFamily="18" charset="0"/>
                        </a:rPr>
                        <m:t>𝑨𝑪</m:t>
                      </m:r>
                      <m:r>
                        <a:rPr lang="en-US" b="1" i="1" smtClean="0">
                          <a:solidFill>
                            <a:schemeClr val="accent6">
                              <a:lumMod val="75000"/>
                            </a:schemeClr>
                          </a:solidFill>
                          <a:latin typeface="Cambria Math" panose="02040503050406030204" pitchFamily="18" charset="0"/>
                        </a:rPr>
                        <m:t> </m:t>
                      </m:r>
                      <m:r>
                        <a:rPr lang="en-US" b="1" i="1" smtClean="0">
                          <a:solidFill>
                            <a:schemeClr val="accent6">
                              <a:lumMod val="75000"/>
                            </a:schemeClr>
                          </a:solidFill>
                          <a:latin typeface="Cambria Math" panose="02040503050406030204" pitchFamily="18" charset="0"/>
                        </a:rPr>
                        <m:t>𝑭𝒖𝒏𝒄𝒕𝒊𝒐𝒏</m:t>
                      </m:r>
                      <m:r>
                        <a:rPr lang="en-US" b="1" i="1" smtClean="0">
                          <a:solidFill>
                            <a:schemeClr val="accent6">
                              <a:lumMod val="75000"/>
                            </a:schemeClr>
                          </a:solidFill>
                          <a:latin typeface="Cambria Math" panose="02040503050406030204" pitchFamily="18" charset="0"/>
                        </a:rPr>
                        <m:t> </m:t>
                      </m:r>
                      <m:r>
                        <a:rPr lang="en-US" b="1" i="1" smtClean="0">
                          <a:solidFill>
                            <a:schemeClr val="accent6">
                              <a:lumMod val="75000"/>
                            </a:schemeClr>
                          </a:solidFill>
                          <a:latin typeface="Cambria Math" panose="02040503050406030204" pitchFamily="18" charset="0"/>
                        </a:rPr>
                        <m:t>𝑪</m:t>
                      </m:r>
                      <m:r>
                        <a:rPr lang="en-US" b="1" i="1" smtClean="0">
                          <a:solidFill>
                            <a:schemeClr val="accent6">
                              <a:lumMod val="75000"/>
                            </a:schemeClr>
                          </a:solidFill>
                          <a:latin typeface="Cambria Math" panose="02040503050406030204" pitchFamily="18" charset="0"/>
                        </a:rPr>
                        <m:t>=</m:t>
                      </m:r>
                      <m:f>
                        <m:fPr>
                          <m:ctrlPr>
                            <a:rPr lang="en-US" b="1" i="1" smtClean="0">
                              <a:solidFill>
                                <a:schemeClr val="accent6">
                                  <a:lumMod val="75000"/>
                                </a:schemeClr>
                              </a:solidFill>
                              <a:latin typeface="Cambria Math" panose="02040503050406030204" pitchFamily="18" charset="0"/>
                            </a:rPr>
                          </m:ctrlPr>
                        </m:fPr>
                        <m:num>
                          <m:r>
                            <a:rPr lang="en-US" b="1" i="1" smtClean="0">
                              <a:solidFill>
                                <a:schemeClr val="accent6">
                                  <a:lumMod val="75000"/>
                                </a:schemeClr>
                              </a:solidFill>
                              <a:latin typeface="Cambria Math" panose="02040503050406030204" pitchFamily="18" charset="0"/>
                            </a:rPr>
                            <m:t>𝑻𝑪</m:t>
                          </m:r>
                        </m:num>
                        <m:den>
                          <m:r>
                            <a:rPr lang="en-US" b="1" i="1" smtClean="0">
                              <a:solidFill>
                                <a:schemeClr val="accent6">
                                  <a:lumMod val="75000"/>
                                </a:schemeClr>
                              </a:solidFill>
                              <a:latin typeface="Cambria Math" panose="02040503050406030204" pitchFamily="18" charset="0"/>
                            </a:rPr>
                            <m:t>𝒒</m:t>
                          </m:r>
                        </m:den>
                      </m:f>
                      <m:r>
                        <a:rPr lang="en-US" b="1" i="1" smtClean="0">
                          <a:solidFill>
                            <a:schemeClr val="accent6">
                              <a:lumMod val="75000"/>
                            </a:schemeClr>
                          </a:solidFill>
                          <a:latin typeface="Cambria Math" panose="02040503050406030204" pitchFamily="18" charset="0"/>
                        </a:rPr>
                        <m:t>=</m:t>
                      </m:r>
                      <m:r>
                        <a:rPr lang="en-US" b="1" i="1" smtClean="0">
                          <a:solidFill>
                            <a:schemeClr val="accent6">
                              <a:lumMod val="75000"/>
                            </a:schemeClr>
                          </a:solidFill>
                          <a:latin typeface="Cambria Math" panose="02040503050406030204" pitchFamily="18" charset="0"/>
                        </a:rPr>
                        <m:t>𝟐𝟎</m:t>
                      </m:r>
                      <m:r>
                        <a:rPr lang="en-US" b="1" i="1" smtClean="0">
                          <a:solidFill>
                            <a:schemeClr val="accent6">
                              <a:lumMod val="75000"/>
                            </a:schemeClr>
                          </a:solidFill>
                          <a:latin typeface="Cambria Math" panose="02040503050406030204" pitchFamily="18" charset="0"/>
                        </a:rPr>
                        <m:t>+</m:t>
                      </m:r>
                      <m:r>
                        <a:rPr lang="en-US" b="1" i="1" smtClean="0">
                          <a:solidFill>
                            <a:schemeClr val="accent6">
                              <a:lumMod val="75000"/>
                            </a:schemeClr>
                          </a:solidFill>
                          <a:latin typeface="Cambria Math" panose="02040503050406030204" pitchFamily="18" charset="0"/>
                        </a:rPr>
                        <m:t>𝟒</m:t>
                      </m:r>
                      <m:r>
                        <a:rPr lang="en-US" b="1" i="1" smtClean="0">
                          <a:solidFill>
                            <a:schemeClr val="accent6">
                              <a:lumMod val="75000"/>
                            </a:schemeClr>
                          </a:solidFill>
                          <a:latin typeface="Cambria Math" panose="02040503050406030204" pitchFamily="18" charset="0"/>
                        </a:rPr>
                        <m:t>𝒒</m:t>
                      </m:r>
                    </m:oMath>
                  </m:oMathPara>
                </a14:m>
                <a:endParaRPr lang="ar-AE" dirty="0">
                  <a:solidFill>
                    <a:schemeClr val="accent6">
                      <a:lumMod val="75000"/>
                    </a:schemeClr>
                  </a:solidFill>
                  <a:latin typeface="Times New Roman" panose="02020603050405020304" pitchFamily="18" charset="0"/>
                  <a:cs typeface="Times New Roman" panose="02020603050405020304" pitchFamily="18" charset="0"/>
                </a:endParaRPr>
              </a:p>
            </p:txBody>
          </p:sp>
        </mc:Choice>
        <mc:Fallback xmlns="">
          <p:sp>
            <p:nvSpPr>
              <p:cNvPr id="12" name="17. Hence,   edp  =   AR / (AR - MR)">
                <a:extLst>
                  <a:ext uri="{FF2B5EF4-FFF2-40B4-BE49-F238E27FC236}">
                    <a16:creationId xmlns:a16="http://schemas.microsoft.com/office/drawing/2014/main" id="{40112204-6281-C84C-A297-78E93C3E6771}"/>
                  </a:ext>
                </a:extLst>
              </p:cNvPr>
              <p:cNvSpPr txBox="1">
                <a:spLocks noRot="1" noChangeAspect="1" noMove="1" noResize="1" noEditPoints="1" noAdjustHandles="1" noChangeArrowheads="1" noChangeShapeType="1" noTextEdit="1"/>
              </p:cNvSpPr>
              <p:nvPr/>
            </p:nvSpPr>
            <p:spPr>
              <a:xfrm>
                <a:off x="426299" y="3283205"/>
                <a:ext cx="11188772" cy="1253107"/>
              </a:xfrm>
              <a:prstGeom prst="rect">
                <a:avLst/>
              </a:prstGeom>
              <a:blipFill>
                <a:blip r:embed="rId6"/>
                <a:stretch>
                  <a:fillRect b="-4000"/>
                </a:stretch>
              </a:blipFill>
              <a:ln w="12700">
                <a:miter lim="400000"/>
              </a:ln>
              <a:extLst>
                <a:ext uri="{C572A759-6A51-4108-AA02-DFA0A04FC94B}">
                  <ma14:wrappingTextBoxFlag xmlns:m="http://schemas.openxmlformats.org/officeDocument/2006/math" xmlns:ma14="http://schemas.microsoft.com/office/mac/drawingml/2011/main" xmlns="" xmlns:a14="http://schemas.microsoft.com/office/drawing/2010/main"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17. Hence,   edp  =   AR / (AR - MR)">
                <a:extLst>
                  <a:ext uri="{FF2B5EF4-FFF2-40B4-BE49-F238E27FC236}">
                    <a16:creationId xmlns:a16="http://schemas.microsoft.com/office/drawing/2014/main" id="{FD163E22-A89A-C841-840F-7679900E996B}"/>
                  </a:ext>
                </a:extLst>
              </p:cNvPr>
              <p:cNvSpPr txBox="1"/>
              <p:nvPr/>
            </p:nvSpPr>
            <p:spPr>
              <a:xfrm>
                <a:off x="433609" y="4687297"/>
                <a:ext cx="11188772" cy="626588"/>
              </a:xfrm>
              <a:prstGeom prst="rect">
                <a:avLst/>
              </a:prstGeom>
              <a:solidFill>
                <a:schemeClr val="accent3">
                  <a:lumMod val="20000"/>
                  <a:lumOff val="80000"/>
                </a:schemeClr>
              </a:solidFill>
              <a:ln w="12700">
                <a:miter lim="400000"/>
              </a:ln>
              <a:extLst>
                <a:ext uri="{C572A759-6A51-4108-AA02-DFA0A04FC94B}">
                  <ma14:wrappingTextBoxFlag xmlns="" xmlns:ma14="http://schemas.microsoft.com/office/mac/drawingml/2011/main" xmlns:m="http://schemas.openxmlformats.org/officeDocument/2006/math" val="1"/>
                </a:ext>
              </a:extLst>
            </p:spPr>
            <p:txBody>
              <a:bodyPr lIns="50800" tIns="50800" rIns="50800" bIns="50800" anchor="b">
                <a:noAutofit/>
              </a:bodyPr>
              <a:lstStyle/>
              <a:p>
                <a:pPr algn="l" defTabSz="496570">
                  <a:defRPr sz="2550" b="0">
                    <a:latin typeface="+mn-lt"/>
                    <a:ea typeface="+mn-ea"/>
                    <a:cs typeface="+mn-cs"/>
                    <a:sym typeface="Helvetica Neue Medium"/>
                  </a:defRPr>
                </a:pPr>
                <a14:m>
                  <m:oMathPara xmlns:m="http://schemas.openxmlformats.org/officeDocument/2006/math">
                    <m:oMathParaPr>
                      <m:jc m:val="centerGroup"/>
                    </m:oMathParaPr>
                    <m:oMath xmlns:m="http://schemas.openxmlformats.org/officeDocument/2006/math">
                      <m:r>
                        <a:rPr lang="en-US" b="1" i="1" smtClean="0">
                          <a:solidFill>
                            <a:schemeClr val="accent6">
                              <a:lumMod val="75000"/>
                            </a:schemeClr>
                          </a:solidFill>
                          <a:latin typeface="Cambria Math" panose="02040503050406030204" pitchFamily="18" charset="0"/>
                        </a:rPr>
                        <m:t>𝑴𝑪</m:t>
                      </m:r>
                      <m:r>
                        <a:rPr lang="en-US" b="1" i="1" smtClean="0">
                          <a:solidFill>
                            <a:schemeClr val="accent6">
                              <a:lumMod val="75000"/>
                            </a:schemeClr>
                          </a:solidFill>
                          <a:latin typeface="Cambria Math" panose="02040503050406030204" pitchFamily="18" charset="0"/>
                        </a:rPr>
                        <m:t> </m:t>
                      </m:r>
                      <m:r>
                        <a:rPr lang="en-US" b="1" i="1" smtClean="0">
                          <a:solidFill>
                            <a:schemeClr val="accent6">
                              <a:lumMod val="75000"/>
                            </a:schemeClr>
                          </a:solidFill>
                          <a:latin typeface="Cambria Math" panose="02040503050406030204" pitchFamily="18" charset="0"/>
                        </a:rPr>
                        <m:t>𝑭𝒖𝒏𝒄𝒕𝒊𝒐𝒏</m:t>
                      </m:r>
                      <m:r>
                        <a:rPr lang="en-US" b="1" i="1" smtClean="0">
                          <a:solidFill>
                            <a:schemeClr val="accent6">
                              <a:lumMod val="75000"/>
                            </a:schemeClr>
                          </a:solidFill>
                          <a:latin typeface="Cambria Math" panose="02040503050406030204" pitchFamily="18" charset="0"/>
                        </a:rPr>
                        <m:t>= </m:t>
                      </m:r>
                      <m:r>
                        <a:rPr lang="en-US" b="1" i="1" smtClean="0">
                          <a:solidFill>
                            <a:schemeClr val="accent6">
                              <a:lumMod val="75000"/>
                            </a:schemeClr>
                          </a:solidFill>
                          <a:latin typeface="Cambria Math" panose="02040503050406030204" pitchFamily="18" charset="0"/>
                        </a:rPr>
                        <m:t>𝑪</m:t>
                      </m:r>
                      <m:r>
                        <a:rPr lang="en-US" b="1" i="1" smtClean="0">
                          <a:solidFill>
                            <a:schemeClr val="accent6">
                              <a:lumMod val="75000"/>
                            </a:schemeClr>
                          </a:solidFill>
                          <a:latin typeface="Cambria Math" panose="02040503050406030204" pitchFamily="18" charset="0"/>
                        </a:rPr>
                        <m:t>′=</m:t>
                      </m:r>
                      <m:r>
                        <a:rPr lang="en-US" b="1" i="1" smtClean="0">
                          <a:solidFill>
                            <a:schemeClr val="accent6">
                              <a:lumMod val="75000"/>
                            </a:schemeClr>
                          </a:solidFill>
                          <a:latin typeface="Cambria Math" panose="02040503050406030204" pitchFamily="18" charset="0"/>
                        </a:rPr>
                        <m:t>𝟐𝟎</m:t>
                      </m:r>
                      <m:r>
                        <a:rPr lang="en-US" b="1" i="1" smtClean="0">
                          <a:solidFill>
                            <a:schemeClr val="accent6">
                              <a:lumMod val="75000"/>
                            </a:schemeClr>
                          </a:solidFill>
                          <a:latin typeface="Cambria Math" panose="02040503050406030204" pitchFamily="18" charset="0"/>
                        </a:rPr>
                        <m:t>+</m:t>
                      </m:r>
                      <m:r>
                        <a:rPr lang="en-US" b="1" i="1" smtClean="0">
                          <a:solidFill>
                            <a:schemeClr val="accent6">
                              <a:lumMod val="75000"/>
                            </a:schemeClr>
                          </a:solidFill>
                          <a:latin typeface="Cambria Math" panose="02040503050406030204" pitchFamily="18" charset="0"/>
                        </a:rPr>
                        <m:t>𝟖</m:t>
                      </m:r>
                      <m:r>
                        <a:rPr lang="en-US" b="1" i="1" smtClean="0">
                          <a:solidFill>
                            <a:schemeClr val="accent6">
                              <a:lumMod val="75000"/>
                            </a:schemeClr>
                          </a:solidFill>
                          <a:latin typeface="Cambria Math" panose="02040503050406030204" pitchFamily="18" charset="0"/>
                        </a:rPr>
                        <m:t>𝒒</m:t>
                      </m:r>
                    </m:oMath>
                  </m:oMathPara>
                </a14:m>
                <a:endParaRPr lang="ar-AE" dirty="0">
                  <a:solidFill>
                    <a:schemeClr val="accent6">
                      <a:lumMod val="75000"/>
                    </a:schemeClr>
                  </a:solidFill>
                  <a:latin typeface="Times New Roman" panose="02020603050405020304" pitchFamily="18" charset="0"/>
                  <a:cs typeface="Times New Roman" panose="02020603050405020304" pitchFamily="18" charset="0"/>
                </a:endParaRPr>
              </a:p>
            </p:txBody>
          </p:sp>
        </mc:Choice>
        <mc:Fallback xmlns="">
          <p:sp>
            <p:nvSpPr>
              <p:cNvPr id="13" name="17. Hence,   edp  =   AR / (AR - MR)">
                <a:extLst>
                  <a:ext uri="{FF2B5EF4-FFF2-40B4-BE49-F238E27FC236}">
                    <a16:creationId xmlns:a16="http://schemas.microsoft.com/office/drawing/2014/main" id="{FD163E22-A89A-C841-840F-7679900E996B}"/>
                  </a:ext>
                </a:extLst>
              </p:cNvPr>
              <p:cNvSpPr txBox="1">
                <a:spLocks noRot="1" noChangeAspect="1" noMove="1" noResize="1" noEditPoints="1" noAdjustHandles="1" noChangeArrowheads="1" noChangeShapeType="1" noTextEdit="1"/>
              </p:cNvSpPr>
              <p:nvPr/>
            </p:nvSpPr>
            <p:spPr>
              <a:xfrm>
                <a:off x="433609" y="4687297"/>
                <a:ext cx="11188772" cy="626588"/>
              </a:xfrm>
              <a:prstGeom prst="rect">
                <a:avLst/>
              </a:prstGeom>
              <a:blipFill>
                <a:blip r:embed="rId7"/>
                <a:stretch>
                  <a:fillRect b="-24000"/>
                </a:stretch>
              </a:blipFill>
              <a:ln w="12700">
                <a:miter lim="400000"/>
              </a:ln>
              <a:extLst>
                <a:ext uri="{C572A759-6A51-4108-AA02-DFA0A04FC94B}">
                  <ma14:wrappingTextBoxFlag xmlns:m="http://schemas.openxmlformats.org/officeDocument/2006/math" xmlns:ma14="http://schemas.microsoft.com/office/mac/drawingml/2011/main" xmlns="" xmlns:a14="http://schemas.microsoft.com/office/drawing/2010/main"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17. Hence,   edp  =   AR / (AR - MR)">
                <a:extLst>
                  <a:ext uri="{FF2B5EF4-FFF2-40B4-BE49-F238E27FC236}">
                    <a16:creationId xmlns:a16="http://schemas.microsoft.com/office/drawing/2014/main" id="{5B45270B-CE02-4649-8075-DCCE848DBE99}"/>
                  </a:ext>
                </a:extLst>
              </p:cNvPr>
              <p:cNvSpPr txBox="1"/>
              <p:nvPr/>
            </p:nvSpPr>
            <p:spPr>
              <a:xfrm>
                <a:off x="426299" y="5464870"/>
                <a:ext cx="12130808" cy="626588"/>
              </a:xfrm>
              <a:prstGeom prst="rect">
                <a:avLst/>
              </a:prstGeom>
              <a:solidFill>
                <a:schemeClr val="accent4">
                  <a:lumMod val="20000"/>
                  <a:lumOff val="80000"/>
                </a:schemeClr>
              </a:solidFill>
              <a:ln w="12700">
                <a:miter lim="400000"/>
              </a:ln>
              <a:extLst>
                <a:ext uri="{C572A759-6A51-4108-AA02-DFA0A04FC94B}">
                  <ma14:wrappingTextBoxFlag xmlns="" xmlns:ma14="http://schemas.microsoft.com/office/mac/drawingml/2011/main" xmlns:m="http://schemas.openxmlformats.org/officeDocument/2006/math" val="1"/>
                </a:ext>
              </a:extLst>
            </p:spPr>
            <p:txBody>
              <a:bodyPr lIns="50800" tIns="50800" rIns="50800" bIns="50800" anchor="b">
                <a:noAutofit/>
              </a:bodyPr>
              <a:lstStyle/>
              <a:p>
                <a:pPr algn="l" defTabSz="496570">
                  <a:defRPr sz="2550" b="0">
                    <a:latin typeface="+mn-lt"/>
                    <a:ea typeface="+mn-ea"/>
                    <a:cs typeface="+mn-cs"/>
                    <a:sym typeface="Helvetica Neue Medium"/>
                  </a:defRPr>
                </a:pPr>
                <a14:m>
                  <m:oMathPara xmlns:m="http://schemas.openxmlformats.org/officeDocument/2006/math">
                    <m:oMathParaPr>
                      <m:jc m:val="centerGroup"/>
                    </m:oMathParaPr>
                    <m:oMath xmlns:m="http://schemas.openxmlformats.org/officeDocument/2006/math">
                      <m:r>
                        <a:rPr lang="en-US" b="1" i="1" smtClean="0">
                          <a:solidFill>
                            <a:schemeClr val="accent6">
                              <a:lumMod val="75000"/>
                            </a:schemeClr>
                          </a:solidFill>
                          <a:latin typeface="Cambria Math" panose="02040503050406030204" pitchFamily="18" charset="0"/>
                        </a:rPr>
                        <m:t>𝑷𝒓𝒐𝒇𝒊𝒕</m:t>
                      </m:r>
                      <m:r>
                        <a:rPr lang="en-US" b="1" i="1" smtClean="0">
                          <a:solidFill>
                            <a:schemeClr val="accent6">
                              <a:lumMod val="75000"/>
                            </a:schemeClr>
                          </a:solidFill>
                          <a:latin typeface="Cambria Math" panose="02040503050406030204" pitchFamily="18" charset="0"/>
                        </a:rPr>
                        <m:t> </m:t>
                      </m:r>
                      <m:r>
                        <a:rPr lang="en-US" b="1" i="1" smtClean="0">
                          <a:solidFill>
                            <a:schemeClr val="accent6">
                              <a:lumMod val="75000"/>
                            </a:schemeClr>
                          </a:solidFill>
                          <a:latin typeface="Cambria Math" panose="02040503050406030204" pitchFamily="18" charset="0"/>
                        </a:rPr>
                        <m:t>𝑭𝒖𝒏𝒄𝒕𝒊𝒐𝒏</m:t>
                      </m:r>
                      <m:r>
                        <a:rPr lang="en-US" b="1" i="1" smtClean="0">
                          <a:solidFill>
                            <a:schemeClr val="accent6">
                              <a:lumMod val="75000"/>
                            </a:schemeClr>
                          </a:solidFill>
                          <a:latin typeface="Cambria Math" panose="02040503050406030204" pitchFamily="18" charset="0"/>
                        </a:rPr>
                        <m:t>:   </m:t>
                      </m:r>
                      <m:r>
                        <a:rPr lang="en-US" b="1" i="1" smtClean="0">
                          <a:solidFill>
                            <a:schemeClr val="accent6">
                              <a:lumMod val="75000"/>
                            </a:schemeClr>
                          </a:solidFill>
                          <a:latin typeface="Cambria Math" panose="02040503050406030204" pitchFamily="18" charset="0"/>
                        </a:rPr>
                        <m:t>𝟑𝟎</m:t>
                      </m:r>
                      <m:r>
                        <a:rPr lang="en-US" b="1" i="1" smtClean="0">
                          <a:solidFill>
                            <a:schemeClr val="accent6">
                              <a:lumMod val="75000"/>
                            </a:schemeClr>
                          </a:solidFill>
                          <a:latin typeface="Cambria Math" panose="02040503050406030204" pitchFamily="18" charset="0"/>
                        </a:rPr>
                        <m:t>𝒒</m:t>
                      </m:r>
                      <m:r>
                        <a:rPr lang="en-US" b="1" i="1" smtClean="0">
                          <a:solidFill>
                            <a:schemeClr val="accent6">
                              <a:lumMod val="75000"/>
                            </a:schemeClr>
                          </a:solidFill>
                          <a:latin typeface="Cambria Math" panose="02040503050406030204" pitchFamily="18" charset="0"/>
                        </a:rPr>
                        <m:t> −</m:t>
                      </m:r>
                      <m:sSup>
                        <m:sSupPr>
                          <m:ctrlPr>
                            <a:rPr lang="en-US" b="1" i="1" smtClean="0">
                              <a:solidFill>
                                <a:schemeClr val="accent6">
                                  <a:lumMod val="75000"/>
                                </a:schemeClr>
                              </a:solidFill>
                              <a:latin typeface="Cambria Math" panose="02040503050406030204" pitchFamily="18" charset="0"/>
                            </a:rPr>
                          </m:ctrlPr>
                        </m:sSupPr>
                        <m:e>
                          <m:r>
                            <a:rPr lang="en-US" b="1" i="1" smtClean="0">
                              <a:solidFill>
                                <a:schemeClr val="accent6">
                                  <a:lumMod val="75000"/>
                                </a:schemeClr>
                              </a:solidFill>
                              <a:latin typeface="Cambria Math" panose="02040503050406030204" pitchFamily="18" charset="0"/>
                            </a:rPr>
                            <m:t>𝒒</m:t>
                          </m:r>
                        </m:e>
                        <m:sup>
                          <m:r>
                            <a:rPr lang="en-US" b="1" i="1" smtClean="0">
                              <a:solidFill>
                                <a:schemeClr val="accent6">
                                  <a:lumMod val="75000"/>
                                </a:schemeClr>
                              </a:solidFill>
                              <a:latin typeface="Cambria Math" panose="02040503050406030204" pitchFamily="18" charset="0"/>
                            </a:rPr>
                            <m:t>𝟐</m:t>
                          </m:r>
                        </m:sup>
                      </m:sSup>
                      <m:r>
                        <a:rPr lang="en-US" b="1" i="1" smtClean="0">
                          <a:solidFill>
                            <a:schemeClr val="accent6">
                              <a:lumMod val="75000"/>
                            </a:schemeClr>
                          </a:solidFill>
                          <a:latin typeface="Cambria Math" panose="02040503050406030204" pitchFamily="18" charset="0"/>
                        </a:rPr>
                        <m:t>−</m:t>
                      </m:r>
                      <m:sSup>
                        <m:sSupPr>
                          <m:ctrlPr>
                            <a:rPr lang="en-US" i="1">
                              <a:solidFill>
                                <a:schemeClr val="accent6">
                                  <a:lumMod val="75000"/>
                                </a:schemeClr>
                              </a:solidFill>
                              <a:latin typeface="Cambria Math" panose="02040503050406030204" pitchFamily="18" charset="0"/>
                              <a:sym typeface="Helvetica Neue Medium"/>
                            </a:rPr>
                          </m:ctrlPr>
                        </m:sSupPr>
                        <m:e>
                          <m:r>
                            <a:rPr lang="en-US" b="0" i="1" smtClean="0">
                              <a:solidFill>
                                <a:schemeClr val="accent6">
                                  <a:lumMod val="75000"/>
                                </a:schemeClr>
                              </a:solidFill>
                              <a:latin typeface="Cambria Math" panose="02040503050406030204" pitchFamily="18" charset="0"/>
                              <a:sym typeface="Helvetica Neue Medium"/>
                            </a:rPr>
                            <m:t>4</m:t>
                          </m:r>
                          <m:r>
                            <a:rPr lang="en-US" i="1">
                              <a:solidFill>
                                <a:schemeClr val="accent6">
                                  <a:lumMod val="75000"/>
                                </a:schemeClr>
                              </a:solidFill>
                              <a:latin typeface="Cambria Math" panose="02040503050406030204" pitchFamily="18" charset="0"/>
                              <a:sym typeface="Helvetica Neue Medium"/>
                            </a:rPr>
                            <m:t>𝒒</m:t>
                          </m:r>
                        </m:e>
                        <m:sup>
                          <m:r>
                            <a:rPr lang="en-US" i="1">
                              <a:solidFill>
                                <a:schemeClr val="accent6">
                                  <a:lumMod val="75000"/>
                                </a:schemeClr>
                              </a:solidFill>
                              <a:latin typeface="Cambria Math" panose="02040503050406030204" pitchFamily="18" charset="0"/>
                              <a:sym typeface="Helvetica Neue Medium"/>
                            </a:rPr>
                            <m:t>𝟐</m:t>
                          </m:r>
                        </m:sup>
                      </m:sSup>
                      <m:r>
                        <a:rPr lang="en-US" b="0" i="1" smtClean="0">
                          <a:solidFill>
                            <a:schemeClr val="accent6">
                              <a:lumMod val="75000"/>
                            </a:schemeClr>
                          </a:solidFill>
                          <a:latin typeface="Cambria Math" panose="02040503050406030204" pitchFamily="18" charset="0"/>
                          <a:sym typeface="Helvetica Neue Medium"/>
                        </a:rPr>
                        <m:t>−</m:t>
                      </m:r>
                      <m:r>
                        <a:rPr lang="en-US" i="1">
                          <a:solidFill>
                            <a:schemeClr val="accent6">
                              <a:lumMod val="75000"/>
                            </a:schemeClr>
                          </a:solidFill>
                          <a:latin typeface="Cambria Math" panose="02040503050406030204" pitchFamily="18" charset="0"/>
                          <a:sym typeface="Helvetica Neue Medium"/>
                        </a:rPr>
                        <m:t>𝟐</m:t>
                      </m:r>
                      <m:r>
                        <a:rPr lang="en-US" b="0" i="1" smtClean="0">
                          <a:solidFill>
                            <a:schemeClr val="accent6">
                              <a:lumMod val="75000"/>
                            </a:schemeClr>
                          </a:solidFill>
                          <a:latin typeface="Cambria Math" panose="02040503050406030204" pitchFamily="18" charset="0"/>
                          <a:sym typeface="Helvetica Neue Medium"/>
                        </a:rPr>
                        <m:t>0</m:t>
                      </m:r>
                      <m:r>
                        <a:rPr lang="en-US" i="1">
                          <a:solidFill>
                            <a:schemeClr val="accent6">
                              <a:lumMod val="75000"/>
                            </a:schemeClr>
                          </a:solidFill>
                          <a:latin typeface="Cambria Math" panose="02040503050406030204" pitchFamily="18" charset="0"/>
                          <a:sym typeface="Helvetica Neue Medium"/>
                        </a:rPr>
                        <m:t>𝒒</m:t>
                      </m:r>
                    </m:oMath>
                  </m:oMathPara>
                </a14:m>
                <a:endParaRPr lang="ar-AE" dirty="0">
                  <a:solidFill>
                    <a:schemeClr val="accent6">
                      <a:lumMod val="75000"/>
                    </a:schemeClr>
                  </a:solidFill>
                  <a:latin typeface="Times New Roman" panose="02020603050405020304" pitchFamily="18" charset="0"/>
                  <a:cs typeface="Times New Roman" panose="02020603050405020304" pitchFamily="18" charset="0"/>
                </a:endParaRPr>
              </a:p>
            </p:txBody>
          </p:sp>
        </mc:Choice>
        <mc:Fallback xmlns="">
          <p:sp>
            <p:nvSpPr>
              <p:cNvPr id="14" name="17. Hence,   edp  =   AR / (AR - MR)">
                <a:extLst>
                  <a:ext uri="{FF2B5EF4-FFF2-40B4-BE49-F238E27FC236}">
                    <a16:creationId xmlns:a16="http://schemas.microsoft.com/office/drawing/2014/main" id="{5B45270B-CE02-4649-8075-DCCE848DBE99}"/>
                  </a:ext>
                </a:extLst>
              </p:cNvPr>
              <p:cNvSpPr txBox="1">
                <a:spLocks noRot="1" noChangeAspect="1" noMove="1" noResize="1" noEditPoints="1" noAdjustHandles="1" noChangeArrowheads="1" noChangeShapeType="1" noTextEdit="1"/>
              </p:cNvSpPr>
              <p:nvPr/>
            </p:nvSpPr>
            <p:spPr>
              <a:xfrm>
                <a:off x="426299" y="5464870"/>
                <a:ext cx="12130808" cy="626588"/>
              </a:xfrm>
              <a:prstGeom prst="rect">
                <a:avLst/>
              </a:prstGeom>
              <a:blipFill>
                <a:blip r:embed="rId8"/>
                <a:stretch>
                  <a:fillRect b="-24000"/>
                </a:stretch>
              </a:blipFill>
              <a:ln w="12700">
                <a:miter lim="400000"/>
              </a:ln>
              <a:extLst>
                <a:ext uri="{C572A759-6A51-4108-AA02-DFA0A04FC94B}">
                  <ma14:wrappingTextBoxFlag xmlns:m="http://schemas.openxmlformats.org/officeDocument/2006/math" xmlns:ma14="http://schemas.microsoft.com/office/mac/drawingml/2011/main" xmlns="" xmlns:a14="http://schemas.microsoft.com/office/drawing/2010/main"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17. Hence,   edp  =   AR / (AR - MR)">
                <a:extLst>
                  <a:ext uri="{FF2B5EF4-FFF2-40B4-BE49-F238E27FC236}">
                    <a16:creationId xmlns:a16="http://schemas.microsoft.com/office/drawing/2014/main" id="{3D2ACCA1-E13B-6244-9877-CFAAEA8828BE}"/>
                  </a:ext>
                </a:extLst>
              </p:cNvPr>
              <p:cNvSpPr txBox="1"/>
              <p:nvPr/>
            </p:nvSpPr>
            <p:spPr>
              <a:xfrm>
                <a:off x="426299" y="6242443"/>
                <a:ext cx="12130808" cy="626588"/>
              </a:xfrm>
              <a:prstGeom prst="rect">
                <a:avLst/>
              </a:prstGeom>
              <a:solidFill>
                <a:schemeClr val="accent4">
                  <a:lumMod val="20000"/>
                  <a:lumOff val="80000"/>
                </a:schemeClr>
              </a:solidFill>
              <a:ln w="12700">
                <a:miter lim="400000"/>
              </a:ln>
              <a:extLst>
                <a:ext uri="{C572A759-6A51-4108-AA02-DFA0A04FC94B}">
                  <ma14:wrappingTextBoxFlag xmlns="" xmlns:ma14="http://schemas.microsoft.com/office/mac/drawingml/2011/main" xmlns:m="http://schemas.openxmlformats.org/officeDocument/2006/math" val="1"/>
                </a:ext>
              </a:extLst>
            </p:spPr>
            <p:txBody>
              <a:bodyPr lIns="50800" tIns="50800" rIns="50800" bIns="50800" anchor="b">
                <a:noAutofit/>
              </a:bodyPr>
              <a:lstStyle/>
              <a:p>
                <a:pPr algn="l" defTabSz="496570">
                  <a:defRPr sz="2550" b="0">
                    <a:latin typeface="+mn-lt"/>
                    <a:ea typeface="+mn-ea"/>
                    <a:cs typeface="+mn-cs"/>
                    <a:sym typeface="Helvetica Neue Medium"/>
                  </a:defRPr>
                </a:pPr>
                <a14:m>
                  <m:oMathPara xmlns:m="http://schemas.openxmlformats.org/officeDocument/2006/math">
                    <m:oMathParaPr>
                      <m:jc m:val="centerGroup"/>
                    </m:oMathParaPr>
                    <m:oMath xmlns:m="http://schemas.openxmlformats.org/officeDocument/2006/math">
                      <m:r>
                        <a:rPr lang="en-US" b="1" i="1" smtClean="0">
                          <a:solidFill>
                            <a:schemeClr val="accent6">
                              <a:lumMod val="75000"/>
                            </a:schemeClr>
                          </a:solidFill>
                          <a:latin typeface="Cambria Math" panose="02040503050406030204" pitchFamily="18" charset="0"/>
                        </a:rPr>
                        <m:t>𝑷𝒓𝒐𝒇𝒊𝒕</m:t>
                      </m:r>
                      <m:r>
                        <a:rPr lang="en-US" b="1" i="1" smtClean="0">
                          <a:solidFill>
                            <a:schemeClr val="accent6">
                              <a:lumMod val="75000"/>
                            </a:schemeClr>
                          </a:solidFill>
                          <a:latin typeface="Cambria Math" panose="02040503050406030204" pitchFamily="18" charset="0"/>
                        </a:rPr>
                        <m:t> </m:t>
                      </m:r>
                      <m:r>
                        <a:rPr lang="en-US" b="1" i="1" smtClean="0">
                          <a:solidFill>
                            <a:schemeClr val="accent6">
                              <a:lumMod val="75000"/>
                            </a:schemeClr>
                          </a:solidFill>
                          <a:latin typeface="Cambria Math" panose="02040503050406030204" pitchFamily="18" charset="0"/>
                        </a:rPr>
                        <m:t>𝑭𝒖𝒏𝒄𝒕𝒊𝒐𝒏</m:t>
                      </m:r>
                      <m:r>
                        <a:rPr lang="en-US" b="1" i="1" smtClean="0">
                          <a:solidFill>
                            <a:schemeClr val="accent6">
                              <a:lumMod val="75000"/>
                            </a:schemeClr>
                          </a:solidFill>
                          <a:latin typeface="Cambria Math" panose="02040503050406030204" pitchFamily="18" charset="0"/>
                        </a:rPr>
                        <m:t>:    −</m:t>
                      </m:r>
                      <m:r>
                        <a:rPr lang="en-US" b="1" i="1" smtClean="0">
                          <a:solidFill>
                            <a:schemeClr val="accent6">
                              <a:lumMod val="75000"/>
                            </a:schemeClr>
                          </a:solidFill>
                          <a:latin typeface="Cambria Math" panose="02040503050406030204" pitchFamily="18" charset="0"/>
                        </a:rPr>
                        <m:t>𝟓</m:t>
                      </m:r>
                      <m:sSup>
                        <m:sSupPr>
                          <m:ctrlPr>
                            <a:rPr lang="en-US" b="1" i="1" smtClean="0">
                              <a:solidFill>
                                <a:schemeClr val="accent6">
                                  <a:lumMod val="75000"/>
                                </a:schemeClr>
                              </a:solidFill>
                              <a:latin typeface="Cambria Math" panose="02040503050406030204" pitchFamily="18" charset="0"/>
                            </a:rPr>
                          </m:ctrlPr>
                        </m:sSupPr>
                        <m:e>
                          <m:r>
                            <a:rPr lang="en-US" b="1" i="1" smtClean="0">
                              <a:solidFill>
                                <a:schemeClr val="accent6">
                                  <a:lumMod val="75000"/>
                                </a:schemeClr>
                              </a:solidFill>
                              <a:latin typeface="Cambria Math" panose="02040503050406030204" pitchFamily="18" charset="0"/>
                            </a:rPr>
                            <m:t>𝒒</m:t>
                          </m:r>
                        </m:e>
                        <m:sup>
                          <m:r>
                            <a:rPr lang="en-US" b="1" i="1" smtClean="0">
                              <a:solidFill>
                                <a:schemeClr val="accent6">
                                  <a:lumMod val="75000"/>
                                </a:schemeClr>
                              </a:solidFill>
                              <a:latin typeface="Cambria Math" panose="02040503050406030204" pitchFamily="18" charset="0"/>
                            </a:rPr>
                            <m:t>𝟐</m:t>
                          </m:r>
                        </m:sup>
                      </m:sSup>
                      <m:r>
                        <a:rPr lang="en-US" b="0" i="1" smtClean="0">
                          <a:solidFill>
                            <a:schemeClr val="accent6">
                              <a:lumMod val="75000"/>
                            </a:schemeClr>
                          </a:solidFill>
                          <a:latin typeface="Cambria Math" panose="02040503050406030204" pitchFamily="18" charset="0"/>
                          <a:sym typeface="Helvetica Neue Medium"/>
                        </a:rPr>
                        <m:t>+10</m:t>
                      </m:r>
                      <m:r>
                        <a:rPr lang="en-US" i="1">
                          <a:solidFill>
                            <a:schemeClr val="accent6">
                              <a:lumMod val="75000"/>
                            </a:schemeClr>
                          </a:solidFill>
                          <a:latin typeface="Cambria Math" panose="02040503050406030204" pitchFamily="18" charset="0"/>
                          <a:sym typeface="Helvetica Neue Medium"/>
                        </a:rPr>
                        <m:t>𝒒</m:t>
                      </m:r>
                    </m:oMath>
                  </m:oMathPara>
                </a14:m>
                <a:endParaRPr lang="ar-AE" dirty="0">
                  <a:solidFill>
                    <a:schemeClr val="accent6">
                      <a:lumMod val="75000"/>
                    </a:schemeClr>
                  </a:solidFill>
                  <a:latin typeface="Times New Roman" panose="02020603050405020304" pitchFamily="18" charset="0"/>
                  <a:cs typeface="Times New Roman" panose="02020603050405020304" pitchFamily="18" charset="0"/>
                </a:endParaRPr>
              </a:p>
            </p:txBody>
          </p:sp>
        </mc:Choice>
        <mc:Fallback xmlns="">
          <p:sp>
            <p:nvSpPr>
              <p:cNvPr id="15" name="17. Hence,   edp  =   AR / (AR - MR)">
                <a:extLst>
                  <a:ext uri="{FF2B5EF4-FFF2-40B4-BE49-F238E27FC236}">
                    <a16:creationId xmlns:a16="http://schemas.microsoft.com/office/drawing/2014/main" id="{3D2ACCA1-E13B-6244-9877-CFAAEA8828BE}"/>
                  </a:ext>
                </a:extLst>
              </p:cNvPr>
              <p:cNvSpPr txBox="1">
                <a:spLocks noRot="1" noChangeAspect="1" noMove="1" noResize="1" noEditPoints="1" noAdjustHandles="1" noChangeArrowheads="1" noChangeShapeType="1" noTextEdit="1"/>
              </p:cNvSpPr>
              <p:nvPr/>
            </p:nvSpPr>
            <p:spPr>
              <a:xfrm>
                <a:off x="426299" y="6242443"/>
                <a:ext cx="12130808" cy="626588"/>
              </a:xfrm>
              <a:prstGeom prst="rect">
                <a:avLst/>
              </a:prstGeom>
              <a:blipFill>
                <a:blip r:embed="rId9"/>
                <a:stretch>
                  <a:fillRect b="-24000"/>
                </a:stretch>
              </a:blipFill>
              <a:ln w="12700">
                <a:miter lim="400000"/>
              </a:ln>
              <a:extLst>
                <a:ext uri="{C572A759-6A51-4108-AA02-DFA0A04FC94B}">
                  <ma14:wrappingTextBoxFlag xmlns:m="http://schemas.openxmlformats.org/officeDocument/2006/math" xmlns:ma14="http://schemas.microsoft.com/office/mac/drawingml/2011/main" xmlns="" xmlns:a14="http://schemas.microsoft.com/office/drawing/2010/main"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17. Hence,   edp  =   AR / (AR - MR)">
                <a:extLst>
                  <a:ext uri="{FF2B5EF4-FFF2-40B4-BE49-F238E27FC236}">
                    <a16:creationId xmlns:a16="http://schemas.microsoft.com/office/drawing/2014/main" id="{F5328B02-79E0-614F-A06C-E517AAAC9A12}"/>
                  </a:ext>
                </a:extLst>
              </p:cNvPr>
              <p:cNvSpPr txBox="1"/>
              <p:nvPr/>
            </p:nvSpPr>
            <p:spPr>
              <a:xfrm>
                <a:off x="426299" y="7024719"/>
                <a:ext cx="12130808" cy="626588"/>
              </a:xfrm>
              <a:prstGeom prst="rect">
                <a:avLst/>
              </a:prstGeom>
              <a:solidFill>
                <a:schemeClr val="accent4">
                  <a:lumMod val="20000"/>
                  <a:lumOff val="80000"/>
                </a:schemeClr>
              </a:solidFill>
              <a:ln w="12700">
                <a:miter lim="400000"/>
              </a:ln>
              <a:extLst>
                <a:ext uri="{C572A759-6A51-4108-AA02-DFA0A04FC94B}">
                  <ma14:wrappingTextBoxFlag xmlns="" xmlns:ma14="http://schemas.microsoft.com/office/mac/drawingml/2011/main" xmlns:m="http://schemas.openxmlformats.org/officeDocument/2006/math" val="1"/>
                </a:ext>
              </a:extLst>
            </p:spPr>
            <p:txBody>
              <a:bodyPr lIns="50800" tIns="50800" rIns="50800" bIns="50800" anchor="b">
                <a:noAutofit/>
              </a:bodyPr>
              <a:lstStyle/>
              <a:p>
                <a:pPr algn="l" defTabSz="496570">
                  <a:defRPr sz="2550" b="0">
                    <a:latin typeface="+mn-lt"/>
                    <a:ea typeface="+mn-ea"/>
                    <a:cs typeface="+mn-cs"/>
                    <a:sym typeface="Helvetica Neue Medium"/>
                  </a:defRPr>
                </a:pPr>
                <a14:m>
                  <m:oMathPara xmlns:m="http://schemas.openxmlformats.org/officeDocument/2006/math">
                    <m:oMathParaPr>
                      <m:jc m:val="centerGroup"/>
                    </m:oMathParaPr>
                    <m:oMath xmlns:m="http://schemas.openxmlformats.org/officeDocument/2006/math">
                      <m:r>
                        <a:rPr lang="en-US" b="1" i="1" smtClean="0">
                          <a:solidFill>
                            <a:schemeClr val="accent6">
                              <a:lumMod val="75000"/>
                            </a:schemeClr>
                          </a:solidFill>
                          <a:latin typeface="Cambria Math" panose="02040503050406030204" pitchFamily="18" charset="0"/>
                        </a:rPr>
                        <m:t>𝑷</m:t>
                      </m:r>
                      <m:sSup>
                        <m:sSupPr>
                          <m:ctrlPr>
                            <a:rPr lang="en-US" b="1" i="1" smtClean="0">
                              <a:solidFill>
                                <a:schemeClr val="accent6">
                                  <a:lumMod val="75000"/>
                                </a:schemeClr>
                              </a:solidFill>
                              <a:latin typeface="Cambria Math" panose="02040503050406030204" pitchFamily="18" charset="0"/>
                            </a:rPr>
                          </m:ctrlPr>
                        </m:sSupPr>
                        <m:e>
                          <m:r>
                            <a:rPr lang="en-US" b="1" i="1" smtClean="0">
                              <a:solidFill>
                                <a:schemeClr val="accent6">
                                  <a:lumMod val="75000"/>
                                </a:schemeClr>
                              </a:solidFill>
                              <a:latin typeface="Cambria Math" panose="02040503050406030204" pitchFamily="18" charset="0"/>
                            </a:rPr>
                            <m:t>𝑭</m:t>
                          </m:r>
                        </m:e>
                        <m:sup>
                          <m:r>
                            <a:rPr lang="en-US" b="1" i="1" smtClean="0">
                              <a:solidFill>
                                <a:schemeClr val="accent6">
                                  <a:lumMod val="75000"/>
                                </a:schemeClr>
                              </a:solidFill>
                              <a:latin typeface="Cambria Math" panose="02040503050406030204" pitchFamily="18" charset="0"/>
                            </a:rPr>
                            <m:t>′</m:t>
                          </m:r>
                        </m:sup>
                      </m:sSup>
                      <m:r>
                        <a:rPr lang="en-US" b="1" i="1" smtClean="0">
                          <a:solidFill>
                            <a:schemeClr val="accent6">
                              <a:lumMod val="75000"/>
                            </a:schemeClr>
                          </a:solidFill>
                          <a:latin typeface="Cambria Math" panose="02040503050406030204" pitchFamily="18" charset="0"/>
                        </a:rPr>
                        <m:t>=</m:t>
                      </m:r>
                      <m:r>
                        <a:rPr lang="en-US" b="1" i="1" smtClean="0">
                          <a:solidFill>
                            <a:schemeClr val="accent6">
                              <a:lumMod val="75000"/>
                            </a:schemeClr>
                          </a:solidFill>
                          <a:latin typeface="Cambria Math" panose="02040503050406030204" pitchFamily="18" charset="0"/>
                        </a:rPr>
                        <m:t>𝟎</m:t>
                      </m:r>
                      <m:r>
                        <a:rPr lang="en-US" b="1" i="1" smtClean="0">
                          <a:solidFill>
                            <a:schemeClr val="accent6">
                              <a:lumMod val="75000"/>
                            </a:schemeClr>
                          </a:solidFill>
                          <a:latin typeface="Cambria Math" panose="02040503050406030204" pitchFamily="18" charset="0"/>
                        </a:rPr>
                        <m:t>=   −</m:t>
                      </m:r>
                      <m:r>
                        <a:rPr lang="en-US" b="1" i="1" smtClean="0">
                          <a:solidFill>
                            <a:schemeClr val="accent6">
                              <a:lumMod val="75000"/>
                            </a:schemeClr>
                          </a:solidFill>
                          <a:latin typeface="Cambria Math" panose="02040503050406030204" pitchFamily="18" charset="0"/>
                        </a:rPr>
                        <m:t>𝟏𝟎</m:t>
                      </m:r>
                      <m:r>
                        <a:rPr lang="en-US" b="0" i="1" smtClean="0">
                          <a:solidFill>
                            <a:schemeClr val="accent6">
                              <a:lumMod val="75000"/>
                            </a:schemeClr>
                          </a:solidFill>
                          <a:latin typeface="Cambria Math" panose="02040503050406030204" pitchFamily="18" charset="0"/>
                        </a:rPr>
                        <m:t>𝑞</m:t>
                      </m:r>
                      <m:r>
                        <a:rPr lang="en-US" b="0" i="1" smtClean="0">
                          <a:solidFill>
                            <a:schemeClr val="accent6">
                              <a:lumMod val="75000"/>
                            </a:schemeClr>
                          </a:solidFill>
                          <a:latin typeface="Cambria Math" panose="02040503050406030204" pitchFamily="18" charset="0"/>
                          <a:sym typeface="Helvetica Neue Medium"/>
                        </a:rPr>
                        <m:t>+10       </m:t>
                      </m:r>
                      <m:r>
                        <a:rPr lang="en-US" b="0" i="1" smtClean="0">
                          <a:solidFill>
                            <a:schemeClr val="accent6">
                              <a:lumMod val="75000"/>
                            </a:schemeClr>
                          </a:solidFill>
                          <a:latin typeface="Cambria Math" panose="02040503050406030204" pitchFamily="18" charset="0"/>
                          <a:sym typeface="Helvetica Neue Medium"/>
                        </a:rPr>
                        <m:t>𝑞</m:t>
                      </m:r>
                      <m:r>
                        <a:rPr lang="en-US" b="0" i="1" smtClean="0">
                          <a:solidFill>
                            <a:schemeClr val="accent6">
                              <a:lumMod val="75000"/>
                            </a:schemeClr>
                          </a:solidFill>
                          <a:latin typeface="Cambria Math" panose="02040503050406030204" pitchFamily="18" charset="0"/>
                          <a:sym typeface="Helvetica Neue Medium"/>
                        </a:rPr>
                        <m:t>=1</m:t>
                      </m:r>
                    </m:oMath>
                  </m:oMathPara>
                </a14:m>
                <a:endParaRPr lang="ar-AE" dirty="0">
                  <a:solidFill>
                    <a:schemeClr val="accent6">
                      <a:lumMod val="75000"/>
                    </a:schemeClr>
                  </a:solidFill>
                  <a:latin typeface="Times New Roman" panose="02020603050405020304" pitchFamily="18" charset="0"/>
                  <a:cs typeface="Times New Roman" panose="02020603050405020304" pitchFamily="18" charset="0"/>
                </a:endParaRPr>
              </a:p>
            </p:txBody>
          </p:sp>
        </mc:Choice>
        <mc:Fallback xmlns="">
          <p:sp>
            <p:nvSpPr>
              <p:cNvPr id="16" name="17. Hence,   edp  =   AR / (AR - MR)">
                <a:extLst>
                  <a:ext uri="{FF2B5EF4-FFF2-40B4-BE49-F238E27FC236}">
                    <a16:creationId xmlns:a16="http://schemas.microsoft.com/office/drawing/2014/main" id="{F5328B02-79E0-614F-A06C-E517AAAC9A12}"/>
                  </a:ext>
                </a:extLst>
              </p:cNvPr>
              <p:cNvSpPr txBox="1">
                <a:spLocks noRot="1" noChangeAspect="1" noMove="1" noResize="1" noEditPoints="1" noAdjustHandles="1" noChangeArrowheads="1" noChangeShapeType="1" noTextEdit="1"/>
              </p:cNvSpPr>
              <p:nvPr/>
            </p:nvSpPr>
            <p:spPr>
              <a:xfrm>
                <a:off x="426299" y="7024719"/>
                <a:ext cx="12130808" cy="626588"/>
              </a:xfrm>
              <a:prstGeom prst="rect">
                <a:avLst/>
              </a:prstGeom>
              <a:blipFill>
                <a:blip r:embed="rId10"/>
                <a:stretch>
                  <a:fillRect b="-23529"/>
                </a:stretch>
              </a:blipFill>
              <a:ln w="12700">
                <a:miter lim="400000"/>
              </a:ln>
              <a:extLst>
                <a:ext uri="{C572A759-6A51-4108-AA02-DFA0A04FC94B}">
                  <ma14:wrappingTextBoxFlag xmlns:m="http://schemas.openxmlformats.org/officeDocument/2006/math" xmlns:ma14="http://schemas.microsoft.com/office/mac/drawingml/2011/main" xmlns="" xmlns:a14="http://schemas.microsoft.com/office/drawing/2010/main"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17. Hence,   edp  =   AR / (AR - MR)">
                <a:extLst>
                  <a:ext uri="{FF2B5EF4-FFF2-40B4-BE49-F238E27FC236}">
                    <a16:creationId xmlns:a16="http://schemas.microsoft.com/office/drawing/2014/main" id="{08869C94-8899-E74B-832D-82E3935B590C}"/>
                  </a:ext>
                </a:extLst>
              </p:cNvPr>
              <p:cNvSpPr txBox="1"/>
              <p:nvPr/>
            </p:nvSpPr>
            <p:spPr>
              <a:xfrm>
                <a:off x="426299" y="7806995"/>
                <a:ext cx="12130808" cy="626588"/>
              </a:xfrm>
              <a:prstGeom prst="rect">
                <a:avLst/>
              </a:prstGeom>
              <a:solidFill>
                <a:schemeClr val="accent4">
                  <a:lumMod val="20000"/>
                  <a:lumOff val="80000"/>
                </a:schemeClr>
              </a:solidFill>
              <a:ln w="12700">
                <a:miter lim="400000"/>
              </a:ln>
              <a:extLst>
                <a:ext uri="{C572A759-6A51-4108-AA02-DFA0A04FC94B}">
                  <ma14:wrappingTextBoxFlag xmlns="" xmlns:ma14="http://schemas.microsoft.com/office/mac/drawingml/2011/main" xmlns:m="http://schemas.openxmlformats.org/officeDocument/2006/math" val="1"/>
                </a:ext>
              </a:extLst>
            </p:spPr>
            <p:txBody>
              <a:bodyPr lIns="50800" tIns="50800" rIns="50800" bIns="50800" anchor="b">
                <a:noAutofit/>
              </a:bodyPr>
              <a:lstStyle/>
              <a:p>
                <a:pPr algn="l" defTabSz="496570">
                  <a:defRPr sz="2550" b="0">
                    <a:latin typeface="+mn-lt"/>
                    <a:ea typeface="+mn-ea"/>
                    <a:cs typeface="+mn-cs"/>
                    <a:sym typeface="Helvetica Neue Medium"/>
                  </a:defRPr>
                </a:pPr>
                <a14:m>
                  <m:oMathPara xmlns:m="http://schemas.openxmlformats.org/officeDocument/2006/math">
                    <m:oMathParaPr>
                      <m:jc m:val="centerGroup"/>
                    </m:oMathParaPr>
                    <m:oMath xmlns:m="http://schemas.openxmlformats.org/officeDocument/2006/math">
                      <m:r>
                        <a:rPr lang="en-US" b="1" i="1" smtClean="0">
                          <a:solidFill>
                            <a:schemeClr val="accent6">
                              <a:lumMod val="75000"/>
                            </a:schemeClr>
                          </a:solidFill>
                          <a:latin typeface="Cambria Math" panose="02040503050406030204" pitchFamily="18" charset="0"/>
                        </a:rPr>
                        <m:t>𝑽𝒂𝒍𝒖𝒆</m:t>
                      </m:r>
                      <m:r>
                        <a:rPr lang="en-US" b="1" i="1" smtClean="0">
                          <a:solidFill>
                            <a:schemeClr val="accent6">
                              <a:lumMod val="75000"/>
                            </a:schemeClr>
                          </a:solidFill>
                          <a:latin typeface="Cambria Math" panose="02040503050406030204" pitchFamily="18" charset="0"/>
                        </a:rPr>
                        <m:t> </m:t>
                      </m:r>
                      <m:r>
                        <a:rPr lang="en-US" b="1" i="1" smtClean="0">
                          <a:solidFill>
                            <a:schemeClr val="accent6">
                              <a:lumMod val="75000"/>
                            </a:schemeClr>
                          </a:solidFill>
                          <a:latin typeface="Cambria Math" panose="02040503050406030204" pitchFamily="18" charset="0"/>
                        </a:rPr>
                        <m:t>𝑴𝒂𝒙</m:t>
                      </m:r>
                      <m:r>
                        <a:rPr lang="en-US" b="1" i="1" smtClean="0">
                          <a:solidFill>
                            <a:schemeClr val="accent6">
                              <a:lumMod val="75000"/>
                            </a:schemeClr>
                          </a:solidFill>
                          <a:latin typeface="Cambria Math" panose="02040503050406030204" pitchFamily="18" charset="0"/>
                        </a:rPr>
                        <m:t> </m:t>
                      </m:r>
                      <m:r>
                        <a:rPr lang="en-US" b="1" i="1" smtClean="0">
                          <a:solidFill>
                            <a:schemeClr val="accent6">
                              <a:lumMod val="75000"/>
                            </a:schemeClr>
                          </a:solidFill>
                          <a:latin typeface="Cambria Math" panose="02040503050406030204" pitchFamily="18" charset="0"/>
                        </a:rPr>
                        <m:t>𝑷𝒓𝒐𝒇𝒊𝒕</m:t>
                      </m:r>
                      <m:r>
                        <a:rPr lang="en-US" b="1" i="1" smtClean="0">
                          <a:solidFill>
                            <a:schemeClr val="accent6">
                              <a:lumMod val="75000"/>
                            </a:schemeClr>
                          </a:solidFill>
                          <a:latin typeface="Cambria Math" panose="02040503050406030204" pitchFamily="18" charset="0"/>
                        </a:rPr>
                        <m:t>=    −</m:t>
                      </m:r>
                      <m:r>
                        <a:rPr lang="en-US" b="1" i="1" smtClean="0">
                          <a:solidFill>
                            <a:schemeClr val="accent6">
                              <a:lumMod val="75000"/>
                            </a:schemeClr>
                          </a:solidFill>
                          <a:latin typeface="Cambria Math" panose="02040503050406030204" pitchFamily="18" charset="0"/>
                        </a:rPr>
                        <m:t>𝟓</m:t>
                      </m:r>
                      <m:sSup>
                        <m:sSupPr>
                          <m:ctrlPr>
                            <a:rPr lang="en-US" b="1" i="1" smtClean="0">
                              <a:solidFill>
                                <a:schemeClr val="accent6">
                                  <a:lumMod val="75000"/>
                                </a:schemeClr>
                              </a:solidFill>
                              <a:latin typeface="Cambria Math" panose="02040503050406030204" pitchFamily="18" charset="0"/>
                            </a:rPr>
                          </m:ctrlPr>
                        </m:sSupPr>
                        <m:e>
                          <m:d>
                            <m:dPr>
                              <m:ctrlPr>
                                <a:rPr lang="en-US" b="1" i="1" smtClean="0">
                                  <a:solidFill>
                                    <a:schemeClr val="accent6">
                                      <a:lumMod val="75000"/>
                                    </a:schemeClr>
                                  </a:solidFill>
                                  <a:latin typeface="Cambria Math" panose="02040503050406030204" pitchFamily="18" charset="0"/>
                                </a:rPr>
                              </m:ctrlPr>
                            </m:dPr>
                            <m:e>
                              <m:r>
                                <a:rPr lang="en-US" b="1" i="1" smtClean="0">
                                  <a:solidFill>
                                    <a:schemeClr val="accent6">
                                      <a:lumMod val="75000"/>
                                    </a:schemeClr>
                                  </a:solidFill>
                                  <a:latin typeface="Cambria Math" panose="02040503050406030204" pitchFamily="18" charset="0"/>
                                </a:rPr>
                                <m:t>𝟏</m:t>
                              </m:r>
                            </m:e>
                          </m:d>
                        </m:e>
                        <m:sup>
                          <m:r>
                            <a:rPr lang="en-US" b="1" i="1" smtClean="0">
                              <a:solidFill>
                                <a:schemeClr val="accent6">
                                  <a:lumMod val="75000"/>
                                </a:schemeClr>
                              </a:solidFill>
                              <a:latin typeface="Cambria Math" panose="02040503050406030204" pitchFamily="18" charset="0"/>
                            </a:rPr>
                            <m:t>𝟐</m:t>
                          </m:r>
                        </m:sup>
                      </m:sSup>
                      <m:r>
                        <a:rPr lang="en-US" b="0" i="1" smtClean="0">
                          <a:solidFill>
                            <a:schemeClr val="accent6">
                              <a:lumMod val="75000"/>
                            </a:schemeClr>
                          </a:solidFill>
                          <a:latin typeface="Cambria Math" panose="02040503050406030204" pitchFamily="18" charset="0"/>
                          <a:sym typeface="Helvetica Neue Medium"/>
                        </a:rPr>
                        <m:t>+10</m:t>
                      </m:r>
                      <m:d>
                        <m:dPr>
                          <m:ctrlPr>
                            <a:rPr lang="en-US" b="0" i="1" smtClean="0">
                              <a:solidFill>
                                <a:schemeClr val="accent6">
                                  <a:lumMod val="75000"/>
                                </a:schemeClr>
                              </a:solidFill>
                              <a:latin typeface="Cambria Math" panose="02040503050406030204" pitchFamily="18" charset="0"/>
                              <a:sym typeface="Helvetica Neue Medium"/>
                            </a:rPr>
                          </m:ctrlPr>
                        </m:dPr>
                        <m:e>
                          <m:r>
                            <a:rPr lang="en-US" b="0" i="1" smtClean="0">
                              <a:solidFill>
                                <a:schemeClr val="accent6">
                                  <a:lumMod val="75000"/>
                                </a:schemeClr>
                              </a:solidFill>
                              <a:latin typeface="Cambria Math" panose="02040503050406030204" pitchFamily="18" charset="0"/>
                              <a:sym typeface="Helvetica Neue Medium"/>
                            </a:rPr>
                            <m:t>1</m:t>
                          </m:r>
                        </m:e>
                      </m:d>
                      <m:r>
                        <a:rPr lang="en-US" b="0" i="1" smtClean="0">
                          <a:solidFill>
                            <a:schemeClr val="accent6">
                              <a:lumMod val="75000"/>
                            </a:schemeClr>
                          </a:solidFill>
                          <a:latin typeface="Cambria Math" panose="02040503050406030204" pitchFamily="18" charset="0"/>
                          <a:sym typeface="Helvetica Neue Medium"/>
                        </a:rPr>
                        <m:t>=</m:t>
                      </m:r>
                      <m:r>
                        <a:rPr lang="en-US" b="0" i="1" smtClean="0">
                          <a:solidFill>
                            <a:schemeClr val="accent6">
                              <a:lumMod val="75000"/>
                            </a:schemeClr>
                          </a:solidFill>
                          <a:latin typeface="Cambria Math" panose="02040503050406030204" pitchFamily="18" charset="0"/>
                          <a:sym typeface="Helvetica Neue Medium"/>
                        </a:rPr>
                        <m:t>𝑅𝑠</m:t>
                      </m:r>
                      <m:r>
                        <a:rPr lang="en-US" b="0" i="1" smtClean="0">
                          <a:solidFill>
                            <a:schemeClr val="accent6">
                              <a:lumMod val="75000"/>
                            </a:schemeClr>
                          </a:solidFill>
                          <a:latin typeface="Cambria Math" panose="02040503050406030204" pitchFamily="18" charset="0"/>
                          <a:sym typeface="Helvetica Neue Medium"/>
                        </a:rPr>
                        <m:t>+ 5</m:t>
                      </m:r>
                    </m:oMath>
                  </m:oMathPara>
                </a14:m>
                <a:endParaRPr lang="ar-AE" dirty="0">
                  <a:solidFill>
                    <a:schemeClr val="accent6">
                      <a:lumMod val="75000"/>
                    </a:schemeClr>
                  </a:solidFill>
                  <a:latin typeface="Times New Roman" panose="02020603050405020304" pitchFamily="18" charset="0"/>
                  <a:cs typeface="Times New Roman" panose="02020603050405020304" pitchFamily="18" charset="0"/>
                </a:endParaRPr>
              </a:p>
            </p:txBody>
          </p:sp>
        </mc:Choice>
        <mc:Fallback xmlns="">
          <p:sp>
            <p:nvSpPr>
              <p:cNvPr id="17" name="17. Hence,   edp  =   AR / (AR - MR)">
                <a:extLst>
                  <a:ext uri="{FF2B5EF4-FFF2-40B4-BE49-F238E27FC236}">
                    <a16:creationId xmlns:a16="http://schemas.microsoft.com/office/drawing/2014/main" id="{08869C94-8899-E74B-832D-82E3935B590C}"/>
                  </a:ext>
                </a:extLst>
              </p:cNvPr>
              <p:cNvSpPr txBox="1">
                <a:spLocks noRot="1" noChangeAspect="1" noMove="1" noResize="1" noEditPoints="1" noAdjustHandles="1" noChangeArrowheads="1" noChangeShapeType="1" noTextEdit="1"/>
              </p:cNvSpPr>
              <p:nvPr/>
            </p:nvSpPr>
            <p:spPr>
              <a:xfrm>
                <a:off x="426299" y="7806995"/>
                <a:ext cx="12130808" cy="626588"/>
              </a:xfrm>
              <a:prstGeom prst="rect">
                <a:avLst/>
              </a:prstGeom>
              <a:blipFill>
                <a:blip r:embed="rId11"/>
                <a:stretch>
                  <a:fillRect b="-24000"/>
                </a:stretch>
              </a:blipFill>
              <a:ln w="12700">
                <a:miter lim="400000"/>
              </a:ln>
              <a:extLst>
                <a:ext uri="{C572A759-6A51-4108-AA02-DFA0A04FC94B}">
                  <ma14:wrappingTextBoxFlag xmlns:m="http://schemas.openxmlformats.org/officeDocument/2006/math" xmlns:ma14="http://schemas.microsoft.com/office/mac/drawingml/2011/main" xmlns="" xmlns:a14="http://schemas.microsoft.com/office/drawing/2010/main"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17. Hence,   edp  =   AR / (AR - MR)">
                <a:extLst>
                  <a:ext uri="{FF2B5EF4-FFF2-40B4-BE49-F238E27FC236}">
                    <a16:creationId xmlns:a16="http://schemas.microsoft.com/office/drawing/2014/main" id="{5B45FF67-AF0D-2F4A-A313-16D5A4E63FC5}"/>
                  </a:ext>
                </a:extLst>
              </p:cNvPr>
              <p:cNvSpPr txBox="1"/>
              <p:nvPr/>
            </p:nvSpPr>
            <p:spPr>
              <a:xfrm>
                <a:off x="489369" y="8765749"/>
                <a:ext cx="8661712" cy="626588"/>
              </a:xfrm>
              <a:prstGeom prst="rect">
                <a:avLst/>
              </a:prstGeom>
              <a:solidFill>
                <a:schemeClr val="accent1">
                  <a:lumMod val="20000"/>
                  <a:lumOff val="80000"/>
                </a:schemeClr>
              </a:solidFill>
              <a:ln w="12700">
                <a:miter lim="400000"/>
              </a:ln>
              <a:extLst>
                <a:ext uri="{C572A759-6A51-4108-AA02-DFA0A04FC94B}">
                  <ma14:wrappingTextBoxFlag xmlns="" xmlns:ma14="http://schemas.microsoft.com/office/mac/drawingml/2011/main" xmlns:m="http://schemas.openxmlformats.org/officeDocument/2006/math" val="1"/>
                </a:ext>
              </a:extLst>
            </p:spPr>
            <p:txBody>
              <a:bodyPr lIns="50800" tIns="50800" rIns="50800" bIns="50800" anchor="b">
                <a:noAutofit/>
              </a:bodyPr>
              <a:lstStyle/>
              <a:p>
                <a:pPr algn="l" defTabSz="496570">
                  <a:defRPr sz="2550" b="0">
                    <a:latin typeface="+mn-lt"/>
                    <a:ea typeface="+mn-ea"/>
                    <a:cs typeface="+mn-cs"/>
                    <a:sym typeface="Helvetica Neue Medium"/>
                  </a:defRPr>
                </a:pPr>
                <a14:m>
                  <m:oMathPara xmlns:m="http://schemas.openxmlformats.org/officeDocument/2006/math">
                    <m:oMathParaPr>
                      <m:jc m:val="centerGroup"/>
                    </m:oMathParaPr>
                    <m:oMath xmlns:m="http://schemas.openxmlformats.org/officeDocument/2006/math">
                      <m:r>
                        <a:rPr lang="en-US" b="1" i="1" smtClean="0">
                          <a:solidFill>
                            <a:schemeClr val="accent6">
                              <a:lumMod val="75000"/>
                            </a:schemeClr>
                          </a:solidFill>
                          <a:latin typeface="Cambria Math" panose="02040503050406030204" pitchFamily="18" charset="0"/>
                        </a:rPr>
                        <m:t>𝑨𝑹</m:t>
                      </m:r>
                      <m:r>
                        <a:rPr lang="en-US" b="1" i="1" smtClean="0">
                          <a:solidFill>
                            <a:schemeClr val="accent6">
                              <a:lumMod val="75000"/>
                            </a:schemeClr>
                          </a:solidFill>
                          <a:latin typeface="Cambria Math" panose="02040503050406030204" pitchFamily="18" charset="0"/>
                        </a:rPr>
                        <m:t> </m:t>
                      </m:r>
                      <m:r>
                        <a:rPr lang="en-US" b="1" i="1" smtClean="0">
                          <a:solidFill>
                            <a:schemeClr val="accent6">
                              <a:lumMod val="75000"/>
                            </a:schemeClr>
                          </a:solidFill>
                          <a:latin typeface="Cambria Math" panose="02040503050406030204" pitchFamily="18" charset="0"/>
                        </a:rPr>
                        <m:t>𝑭𝒖𝒏𝒄𝒕𝒊𝒐𝒏</m:t>
                      </m:r>
                      <m:r>
                        <a:rPr lang="en-US" b="1" i="1" smtClean="0">
                          <a:solidFill>
                            <a:schemeClr val="accent6">
                              <a:lumMod val="75000"/>
                            </a:schemeClr>
                          </a:solidFill>
                          <a:latin typeface="Cambria Math" panose="02040503050406030204" pitchFamily="18" charset="0"/>
                        </a:rPr>
                        <m:t>:   </m:t>
                      </m:r>
                      <m:r>
                        <a:rPr lang="en-US" b="1" i="1" smtClean="0">
                          <a:solidFill>
                            <a:schemeClr val="accent6">
                              <a:lumMod val="75000"/>
                            </a:schemeClr>
                          </a:solidFill>
                          <a:latin typeface="Cambria Math" panose="02040503050406030204" pitchFamily="18" charset="0"/>
                        </a:rPr>
                        <m:t>𝑷</m:t>
                      </m:r>
                      <m:r>
                        <a:rPr lang="en-US" b="1" i="1" smtClean="0">
                          <a:solidFill>
                            <a:schemeClr val="accent6">
                              <a:lumMod val="75000"/>
                            </a:schemeClr>
                          </a:solidFill>
                          <a:latin typeface="Cambria Math" panose="02040503050406030204" pitchFamily="18" charset="0"/>
                        </a:rPr>
                        <m:t>=</m:t>
                      </m:r>
                      <m:r>
                        <a:rPr lang="en-US" b="1" i="1" smtClean="0">
                          <a:solidFill>
                            <a:schemeClr val="accent6">
                              <a:lumMod val="75000"/>
                            </a:schemeClr>
                          </a:solidFill>
                          <a:latin typeface="Cambria Math" panose="02040503050406030204" pitchFamily="18" charset="0"/>
                        </a:rPr>
                        <m:t>𝟑𝟎</m:t>
                      </m:r>
                      <m:r>
                        <a:rPr lang="en-US" b="1" i="1" smtClean="0">
                          <a:solidFill>
                            <a:schemeClr val="accent6">
                              <a:lumMod val="75000"/>
                            </a:schemeClr>
                          </a:solidFill>
                          <a:latin typeface="Cambria Math" panose="02040503050406030204" pitchFamily="18" charset="0"/>
                        </a:rPr>
                        <m:t> −</m:t>
                      </m:r>
                      <m:r>
                        <a:rPr lang="en-US" b="1" i="1" smtClean="0">
                          <a:solidFill>
                            <a:schemeClr val="accent6">
                              <a:lumMod val="75000"/>
                            </a:schemeClr>
                          </a:solidFill>
                          <a:latin typeface="Cambria Math" panose="02040503050406030204" pitchFamily="18" charset="0"/>
                        </a:rPr>
                        <m:t>𝒒</m:t>
                      </m:r>
                      <m:r>
                        <a:rPr lang="en-US" b="1" i="1" smtClean="0">
                          <a:solidFill>
                            <a:schemeClr val="accent6">
                              <a:lumMod val="75000"/>
                            </a:schemeClr>
                          </a:solidFill>
                          <a:latin typeface="Cambria Math" panose="02040503050406030204" pitchFamily="18" charset="0"/>
                        </a:rPr>
                        <m:t>=</m:t>
                      </m:r>
                      <m:r>
                        <a:rPr lang="en-US" b="1" i="1" smtClean="0">
                          <a:solidFill>
                            <a:schemeClr val="accent6">
                              <a:lumMod val="75000"/>
                            </a:schemeClr>
                          </a:solidFill>
                          <a:latin typeface="Cambria Math" panose="02040503050406030204" pitchFamily="18" charset="0"/>
                        </a:rPr>
                        <m:t>𝟐𝟗</m:t>
                      </m:r>
                    </m:oMath>
                  </m:oMathPara>
                </a14:m>
                <a:endParaRPr lang="ar-AE" dirty="0">
                  <a:solidFill>
                    <a:schemeClr val="accent6">
                      <a:lumMod val="75000"/>
                    </a:schemeClr>
                  </a:solidFill>
                  <a:latin typeface="Times New Roman" panose="02020603050405020304" pitchFamily="18" charset="0"/>
                  <a:cs typeface="Times New Roman" panose="02020603050405020304" pitchFamily="18" charset="0"/>
                </a:endParaRPr>
              </a:p>
            </p:txBody>
          </p:sp>
        </mc:Choice>
        <mc:Fallback xmlns="">
          <p:sp>
            <p:nvSpPr>
              <p:cNvPr id="18" name="17. Hence,   edp  =   AR / (AR - MR)">
                <a:extLst>
                  <a:ext uri="{FF2B5EF4-FFF2-40B4-BE49-F238E27FC236}">
                    <a16:creationId xmlns:a16="http://schemas.microsoft.com/office/drawing/2014/main" id="{5B45FF67-AF0D-2F4A-A313-16D5A4E63FC5}"/>
                  </a:ext>
                </a:extLst>
              </p:cNvPr>
              <p:cNvSpPr txBox="1">
                <a:spLocks noRot="1" noChangeAspect="1" noMove="1" noResize="1" noEditPoints="1" noAdjustHandles="1" noChangeArrowheads="1" noChangeShapeType="1" noTextEdit="1"/>
              </p:cNvSpPr>
              <p:nvPr/>
            </p:nvSpPr>
            <p:spPr>
              <a:xfrm>
                <a:off x="489369" y="8765749"/>
                <a:ext cx="8661712" cy="626588"/>
              </a:xfrm>
              <a:prstGeom prst="rect">
                <a:avLst/>
              </a:prstGeom>
              <a:blipFill>
                <a:blip r:embed="rId12"/>
                <a:stretch>
                  <a:fillRect b="-24000"/>
                </a:stretch>
              </a:blipFill>
              <a:ln w="12700">
                <a:miter lim="400000"/>
              </a:ln>
              <a:extLst>
                <a:ext uri="{C572A759-6A51-4108-AA02-DFA0A04FC94B}">
                  <ma14:wrappingTextBoxFlag xmlns:m="http://schemas.openxmlformats.org/officeDocument/2006/math" xmlns:ma14="http://schemas.microsoft.com/office/mac/drawingml/2011/main" xmlns="" xmlns:a14="http://schemas.microsoft.com/office/drawing/2010/main"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17. Hence,   edp  =   AR / (AR - MR)">
                <a:extLst>
                  <a:ext uri="{FF2B5EF4-FFF2-40B4-BE49-F238E27FC236}">
                    <a16:creationId xmlns:a16="http://schemas.microsoft.com/office/drawing/2014/main" id="{9FEA2804-37E6-7046-A66D-54D01B3004BA}"/>
                  </a:ext>
                </a:extLst>
              </p:cNvPr>
              <p:cNvSpPr txBox="1"/>
              <p:nvPr/>
            </p:nvSpPr>
            <p:spPr>
              <a:xfrm>
                <a:off x="6027995" y="987851"/>
                <a:ext cx="6529112" cy="626588"/>
              </a:xfrm>
              <a:prstGeom prst="rect">
                <a:avLst/>
              </a:prstGeom>
              <a:solidFill>
                <a:schemeClr val="accent1">
                  <a:lumMod val="20000"/>
                  <a:lumOff val="80000"/>
                </a:schemeClr>
              </a:solidFill>
              <a:ln w="12700">
                <a:miter lim="400000"/>
              </a:ln>
              <a:extLst>
                <a:ext uri="{C572A759-6A51-4108-AA02-DFA0A04FC94B}">
                  <ma14:wrappingTextBoxFlag xmlns="" xmlns:ma14="http://schemas.microsoft.com/office/mac/drawingml/2011/main" xmlns:m="http://schemas.openxmlformats.org/officeDocument/2006/math" val="1"/>
                </a:ext>
              </a:extLst>
            </p:spPr>
            <p:txBody>
              <a:bodyPr lIns="50800" tIns="50800" rIns="50800" bIns="50800" anchor="b">
                <a:noAutofit/>
              </a:bodyPr>
              <a:lstStyle/>
              <a:p>
                <a:pPr algn="l" defTabSz="496570">
                  <a:defRPr sz="2550" b="0">
                    <a:latin typeface="+mn-lt"/>
                    <a:ea typeface="+mn-ea"/>
                    <a:cs typeface="+mn-cs"/>
                    <a:sym typeface="Helvetica Neue Medium"/>
                  </a:defRPr>
                </a:pPr>
                <a14:m>
                  <m:oMath xmlns:m="http://schemas.openxmlformats.org/officeDocument/2006/math">
                    <m:r>
                      <a:rPr lang="en-US" b="1" i="1" smtClean="0">
                        <a:solidFill>
                          <a:schemeClr val="accent6">
                            <a:lumMod val="75000"/>
                          </a:schemeClr>
                        </a:solidFill>
                        <a:latin typeface="Cambria Math" panose="02040503050406030204" pitchFamily="18" charset="0"/>
                      </a:rPr>
                      <m:t>𝑷</m:t>
                    </m:r>
                    <m:r>
                      <a:rPr lang="en-US" b="1" i="1" smtClean="0">
                        <a:solidFill>
                          <a:schemeClr val="accent6">
                            <a:lumMod val="75000"/>
                          </a:schemeClr>
                        </a:solidFill>
                        <a:latin typeface="Cambria Math" panose="02040503050406030204" pitchFamily="18" charset="0"/>
                      </a:rPr>
                      <m:t>=</m:t>
                    </m:r>
                    <m:r>
                      <a:rPr lang="en-US" b="1" i="1" smtClean="0">
                        <a:solidFill>
                          <a:schemeClr val="accent6">
                            <a:lumMod val="75000"/>
                          </a:schemeClr>
                        </a:solidFill>
                        <a:latin typeface="Cambria Math" panose="02040503050406030204" pitchFamily="18" charset="0"/>
                      </a:rPr>
                      <m:t>𝟐𝟗</m:t>
                    </m:r>
                  </m:oMath>
                </a14:m>
                <a:r>
                  <a:rPr lang="en-US" dirty="0">
                    <a:solidFill>
                      <a:schemeClr val="accent6">
                        <a:lumMod val="75000"/>
                      </a:schemeClr>
                    </a:solidFill>
                    <a:latin typeface="Times New Roman" panose="02020603050405020304" pitchFamily="18" charset="0"/>
                    <a:cs typeface="Times New Roman" panose="02020603050405020304" pitchFamily="18" charset="0"/>
                  </a:rPr>
                  <a:t>   R’ = 28   29/(29-28) = 29 = RE</a:t>
                </a:r>
                <a:endParaRPr lang="ar-AE" dirty="0">
                  <a:solidFill>
                    <a:schemeClr val="accent6">
                      <a:lumMod val="75000"/>
                    </a:schemeClr>
                  </a:solidFill>
                  <a:latin typeface="Times New Roman" panose="02020603050405020304" pitchFamily="18" charset="0"/>
                  <a:cs typeface="Times New Roman" panose="02020603050405020304" pitchFamily="18" charset="0"/>
                </a:endParaRPr>
              </a:p>
            </p:txBody>
          </p:sp>
        </mc:Choice>
        <mc:Fallback xmlns="">
          <p:sp>
            <p:nvSpPr>
              <p:cNvPr id="19" name="17. Hence,   edp  =   AR / (AR - MR)">
                <a:extLst>
                  <a:ext uri="{FF2B5EF4-FFF2-40B4-BE49-F238E27FC236}">
                    <a16:creationId xmlns:a16="http://schemas.microsoft.com/office/drawing/2014/main" id="{9FEA2804-37E6-7046-A66D-54D01B3004BA}"/>
                  </a:ext>
                </a:extLst>
              </p:cNvPr>
              <p:cNvSpPr txBox="1">
                <a:spLocks noRot="1" noChangeAspect="1" noMove="1" noResize="1" noEditPoints="1" noAdjustHandles="1" noChangeArrowheads="1" noChangeShapeType="1" noTextEdit="1"/>
              </p:cNvSpPr>
              <p:nvPr/>
            </p:nvSpPr>
            <p:spPr>
              <a:xfrm>
                <a:off x="6027995" y="987851"/>
                <a:ext cx="6529112" cy="626588"/>
              </a:xfrm>
              <a:prstGeom prst="rect">
                <a:avLst/>
              </a:prstGeom>
              <a:blipFill>
                <a:blip r:embed="rId13"/>
                <a:stretch>
                  <a:fillRect l="-971" b="-23529"/>
                </a:stretch>
              </a:blipFill>
              <a:ln w="12700">
                <a:miter lim="400000"/>
              </a:ln>
              <a:extLst>
                <a:ext uri="{C572A759-6A51-4108-AA02-DFA0A04FC94B}">
                  <ma14:wrappingTextBoxFlag xmlns:m="http://schemas.openxmlformats.org/officeDocument/2006/math" xmlns:ma14="http://schemas.microsoft.com/office/mac/drawingml/2011/main" xmlns="" xmlns:a14="http://schemas.microsoft.com/office/drawing/2010/main" val="1"/>
                </a:ext>
              </a:extLst>
            </p:spPr>
            <p:txBody>
              <a:bodyPr/>
              <a:lstStyle/>
              <a:p>
                <a:r>
                  <a:rPr lang="en-US">
                    <a:noFill/>
                  </a:rPr>
                  <a:t> </a:t>
                </a:r>
              </a:p>
            </p:txBody>
          </p:sp>
        </mc:Fallback>
      </mc:AlternateContent>
    </p:spTree>
    <p:extLst>
      <p:ext uri="{BB962C8B-B14F-4D97-AF65-F5344CB8AC3E}">
        <p14:creationId xmlns:p14="http://schemas.microsoft.com/office/powerpoint/2010/main" val="235405620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2"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9" name="Proof of 50 - 50…"/>
          <p:cNvSpPr txBox="1">
            <a:spLocks noGrp="1"/>
          </p:cNvSpPr>
          <p:nvPr>
            <p:ph type="ctrTitle"/>
          </p:nvPr>
        </p:nvSpPr>
        <p:spPr>
          <a:xfrm>
            <a:off x="528161" y="178215"/>
            <a:ext cx="11438964" cy="450436"/>
          </a:xfrm>
          <a:prstGeom prst="rect">
            <a:avLst/>
          </a:prstGeom>
        </p:spPr>
        <p:txBody>
          <a:bodyPr>
            <a:noAutofit/>
          </a:bodyPr>
          <a:lstStyle/>
          <a:p>
            <a:pPr defTabSz="549148">
              <a:defRPr sz="7519"/>
            </a:pPr>
            <a:r>
              <a:rPr lang="en-US" sz="2800" b="1" dirty="0">
                <a:latin typeface="Times New Roman" panose="02020603050405020304" pitchFamily="18" charset="0"/>
                <a:cs typeface="Times New Roman" panose="02020603050405020304" pitchFamily="18" charset="0"/>
              </a:rPr>
              <a:t>MPP 1 Microeconomics Test 4     </a:t>
            </a:r>
            <a:r>
              <a:rPr lang="en-US" sz="2800" b="1" dirty="0">
                <a:solidFill>
                  <a:schemeClr val="tx1"/>
                </a:solidFill>
                <a:latin typeface="Times New Roman" panose="02020603050405020304" pitchFamily="18" charset="0"/>
                <a:cs typeface="Times New Roman" panose="02020603050405020304" pitchFamily="18" charset="0"/>
              </a:rPr>
              <a:t>13/9/25,    </a:t>
            </a:r>
            <a:r>
              <a:rPr lang="en-US" sz="2800" b="1" dirty="0">
                <a:solidFill>
                  <a:srgbClr val="FF0000"/>
                </a:solidFill>
                <a:latin typeface="Times New Roman" panose="02020603050405020304" pitchFamily="18" charset="0"/>
                <a:cs typeface="Times New Roman" panose="02020603050405020304" pitchFamily="18" charset="0"/>
              </a:rPr>
              <a:t>30 marks     40 minutes</a:t>
            </a:r>
            <a:endParaRPr sz="2800" b="1" dirty="0">
              <a:solidFill>
                <a:srgbClr val="FF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 name="Proof of 50 - 50…">
                <a:extLst>
                  <a:ext uri="{FF2B5EF4-FFF2-40B4-BE49-F238E27FC236}">
                    <a16:creationId xmlns:a16="http://schemas.microsoft.com/office/drawing/2014/main" id="{C9B4E8E2-F2F4-3347-B00C-4F4B1B5B8777}"/>
                  </a:ext>
                </a:extLst>
              </p:cNvPr>
              <p:cNvSpPr txBox="1">
                <a:spLocks/>
              </p:cNvSpPr>
              <p:nvPr/>
            </p:nvSpPr>
            <p:spPr>
              <a:xfrm>
                <a:off x="528161" y="902112"/>
                <a:ext cx="12025789" cy="1002885"/>
              </a:xfrm>
              <a:prstGeom prst="rect">
                <a:avLst/>
              </a:prstGeom>
              <a:solidFill>
                <a:schemeClr val="accent2">
                  <a:lumMod val="20000"/>
                  <a:lumOff val="80000"/>
                </a:schemeClr>
              </a:solidFill>
              <a:ln w="12700">
                <a:miter lim="400000"/>
              </a:ln>
              <a:extLst>
                <a:ext uri="{C572A759-6A51-4108-AA02-DFA0A04FC94B}">
                  <ma14:wrappingTextBoxFlag xmlns="" xmlns:m="http://schemas.openxmlformats.org/officeDocument/2006/math" xmlns:ma14="http://schemas.microsoft.com/office/mac/drawingml/2011/main" val="1"/>
                </a:ext>
              </a:extLst>
            </p:spPr>
            <p:txBody>
              <a:bodyPr lIns="50800" tIns="50800" rIns="50800" bIns="50800" anchor="b">
                <a:noAutofit/>
              </a:bodyPr>
              <a:lstStyle>
                <a:lvl1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1pPr>
                <a:lvl2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2pPr>
                <a:lvl3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3pPr>
                <a:lvl4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4pPr>
                <a:lvl5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5pPr>
                <a:lvl6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6pPr>
                <a:lvl7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7pPr>
                <a:lvl8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8pPr>
                <a:lvl9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9pPr>
              </a:lstStyle>
              <a:p>
                <a:pPr marL="492125" indent="-492125" algn="just" defTabSz="549148" hangingPunct="1">
                  <a:defRPr sz="7519"/>
                </a:pPr>
                <a:r>
                  <a:rPr lang="en-US" sz="2800" b="1" dirty="0">
                    <a:solidFill>
                      <a:schemeClr val="tx1"/>
                    </a:solidFill>
                    <a:latin typeface="Times New Roman" panose="02020603050405020304" pitchFamily="18" charset="0"/>
                    <a:cs typeface="Times New Roman" panose="02020603050405020304" pitchFamily="18" charset="0"/>
                  </a:rPr>
                  <a:t>1. If </a:t>
                </a:r>
                <a14:m>
                  <m:oMath xmlns:m="http://schemas.openxmlformats.org/officeDocument/2006/math">
                    <m:acc>
                      <m:accPr>
                        <m:chr m:val="̅"/>
                        <m:ctrlPr>
                          <a:rPr lang="en-US" sz="2800" b="1" i="1" dirty="0" smtClean="0">
                            <a:solidFill>
                              <a:schemeClr val="tx1"/>
                            </a:solidFill>
                            <a:latin typeface="Cambria Math" panose="02040503050406030204" pitchFamily="18" charset="0"/>
                            <a:cs typeface="Times New Roman" panose="02020603050405020304" pitchFamily="18" charset="0"/>
                          </a:rPr>
                        </m:ctrlPr>
                      </m:accPr>
                      <m:e>
                        <m:r>
                          <a:rPr lang="en-US" sz="2800" b="1" i="1" dirty="0">
                            <a:solidFill>
                              <a:schemeClr val="tx1"/>
                            </a:solidFill>
                            <a:latin typeface="Cambria Math" panose="02040503050406030204" pitchFamily="18" charset="0"/>
                            <a:cs typeface="Times New Roman" panose="02020603050405020304" pitchFamily="18" charset="0"/>
                          </a:rPr>
                          <m:t>𝑿</m:t>
                        </m:r>
                      </m:e>
                    </m:acc>
                    <m:r>
                      <a:rPr lang="en-US" sz="2800" b="1" i="1" dirty="0" smtClean="0">
                        <a:solidFill>
                          <a:schemeClr val="tx1"/>
                        </a:solidFill>
                        <a:latin typeface="Cambria Math" panose="02040503050406030204" pitchFamily="18" charset="0"/>
                        <a:cs typeface="Times New Roman" panose="02020603050405020304" pitchFamily="18" charset="0"/>
                      </a:rPr>
                      <m:t>=</m:t>
                    </m:r>
                    <m:r>
                      <a:rPr lang="en-US" sz="2800" b="1" i="1" dirty="0" smtClean="0">
                        <a:solidFill>
                          <a:schemeClr val="tx1"/>
                        </a:solidFill>
                        <a:latin typeface="Cambria Math" panose="02040503050406030204" pitchFamily="18" charset="0"/>
                        <a:cs typeface="Times New Roman" panose="02020603050405020304" pitchFamily="18" charset="0"/>
                      </a:rPr>
                      <m:t>𝟐𝟓</m:t>
                    </m:r>
                  </m:oMath>
                </a14:m>
                <a:r>
                  <a:rPr lang="en-US" sz="2800" b="1" dirty="0">
                    <a:solidFill>
                      <a:schemeClr val="tx1"/>
                    </a:solidFill>
                    <a:latin typeface="Times New Roman" panose="02020603050405020304" pitchFamily="18" charset="0"/>
                    <a:cs typeface="Times New Roman" panose="02020603050405020304" pitchFamily="18" charset="0"/>
                  </a:rPr>
                  <a:t> and </a:t>
                </a:r>
                <a14:m>
                  <m:oMath xmlns:m="http://schemas.openxmlformats.org/officeDocument/2006/math">
                    <m:acc>
                      <m:accPr>
                        <m:chr m:val="̅"/>
                        <m:ctrlPr>
                          <a:rPr lang="en-US" sz="2800" b="1" i="1" dirty="0">
                            <a:solidFill>
                              <a:schemeClr val="tx1"/>
                            </a:solidFill>
                            <a:latin typeface="Cambria Math" panose="02040503050406030204" pitchFamily="18" charset="0"/>
                            <a:cs typeface="Times New Roman" panose="02020603050405020304" pitchFamily="18" charset="0"/>
                          </a:rPr>
                        </m:ctrlPr>
                      </m:accPr>
                      <m:e>
                        <m:r>
                          <a:rPr lang="en-US" sz="2800" b="1" i="1" dirty="0">
                            <a:solidFill>
                              <a:schemeClr val="tx1"/>
                            </a:solidFill>
                            <a:latin typeface="Cambria Math" panose="02040503050406030204" pitchFamily="18" charset="0"/>
                            <a:cs typeface="Times New Roman" panose="02020603050405020304" pitchFamily="18" charset="0"/>
                          </a:rPr>
                          <m:t>𝒀</m:t>
                        </m:r>
                      </m:e>
                    </m:acc>
                    <m:r>
                      <a:rPr lang="en-US" sz="2800" b="1" i="1" dirty="0">
                        <a:solidFill>
                          <a:schemeClr val="tx1"/>
                        </a:solidFill>
                        <a:latin typeface="Cambria Math" panose="02040503050406030204" pitchFamily="18" charset="0"/>
                        <a:cs typeface="Times New Roman" panose="02020603050405020304" pitchFamily="18" charset="0"/>
                      </a:rPr>
                      <m:t>=</m:t>
                    </m:r>
                    <m:r>
                      <a:rPr lang="en-US" sz="2800" b="1" i="1" dirty="0">
                        <a:solidFill>
                          <a:schemeClr val="tx1"/>
                        </a:solidFill>
                        <a:latin typeface="Cambria Math" panose="02040503050406030204" pitchFamily="18" charset="0"/>
                        <a:cs typeface="Times New Roman" panose="02020603050405020304" pitchFamily="18" charset="0"/>
                      </a:rPr>
                      <m:t>𝟏𝟎</m:t>
                    </m:r>
                  </m:oMath>
                </a14:m>
                <a:r>
                  <a:rPr lang="en-US" sz="2800" b="1" dirty="0">
                    <a:solidFill>
                      <a:schemeClr val="tx1"/>
                    </a:solidFill>
                    <a:latin typeface="Times New Roman" panose="02020603050405020304" pitchFamily="18" charset="0"/>
                    <a:cs typeface="Times New Roman" panose="02020603050405020304" pitchFamily="18" charset="0"/>
                  </a:rPr>
                  <a:t> also </a:t>
                </a:r>
                <a14:m>
                  <m:oMath xmlns:m="http://schemas.openxmlformats.org/officeDocument/2006/math">
                    <m:nary>
                      <m:naryPr>
                        <m:chr m:val="∑"/>
                        <m:subHide m:val="on"/>
                        <m:supHide m:val="on"/>
                        <m:ctrlPr>
                          <a:rPr lang="en-US" sz="2800" b="1" i="1" dirty="0">
                            <a:solidFill>
                              <a:schemeClr val="tx1"/>
                            </a:solidFill>
                            <a:latin typeface="Cambria Math" panose="02040503050406030204" pitchFamily="18" charset="0"/>
                            <a:cs typeface="Times New Roman" panose="02020603050405020304" pitchFamily="18" charset="0"/>
                          </a:rPr>
                        </m:ctrlPr>
                      </m:naryPr>
                      <m:sub/>
                      <m:sup/>
                      <m:e>
                        <m:sSup>
                          <m:sSupPr>
                            <m:ctrlPr>
                              <a:rPr lang="en-US" sz="2800" b="1" i="1" dirty="0">
                                <a:solidFill>
                                  <a:schemeClr val="tx1"/>
                                </a:solidFill>
                                <a:latin typeface="Cambria Math" panose="02040503050406030204" pitchFamily="18" charset="0"/>
                                <a:cs typeface="Times New Roman" panose="02020603050405020304" pitchFamily="18" charset="0"/>
                              </a:rPr>
                            </m:ctrlPr>
                          </m:sSupPr>
                          <m:e>
                            <m:r>
                              <a:rPr lang="en-US" sz="2800" b="1" i="1" dirty="0">
                                <a:solidFill>
                                  <a:schemeClr val="tx1"/>
                                </a:solidFill>
                                <a:latin typeface="Cambria Math" panose="02040503050406030204" pitchFamily="18" charset="0"/>
                                <a:cs typeface="Times New Roman" panose="02020603050405020304" pitchFamily="18" charset="0"/>
                              </a:rPr>
                              <m:t>𝒙</m:t>
                            </m:r>
                          </m:e>
                          <m:sup>
                            <m:r>
                              <a:rPr lang="en-US" sz="2800" b="1" i="1" dirty="0">
                                <a:solidFill>
                                  <a:schemeClr val="tx1"/>
                                </a:solidFill>
                                <a:latin typeface="Cambria Math" panose="02040503050406030204" pitchFamily="18" charset="0"/>
                                <a:cs typeface="Times New Roman" panose="02020603050405020304" pitchFamily="18" charset="0"/>
                              </a:rPr>
                              <m:t>𝟐</m:t>
                            </m:r>
                          </m:sup>
                        </m:sSup>
                        <m:r>
                          <a:rPr lang="en-US" sz="2800" b="1" i="1" dirty="0">
                            <a:solidFill>
                              <a:schemeClr val="tx1"/>
                            </a:solidFill>
                            <a:latin typeface="Cambria Math" panose="02040503050406030204" pitchFamily="18" charset="0"/>
                            <a:cs typeface="Times New Roman" panose="02020603050405020304" pitchFamily="18" charset="0"/>
                          </a:rPr>
                          <m:t>=</m:t>
                        </m:r>
                        <m:r>
                          <a:rPr lang="en-US" sz="2800" b="1" i="1" dirty="0" smtClean="0">
                            <a:solidFill>
                              <a:schemeClr val="tx1"/>
                            </a:solidFill>
                            <a:latin typeface="Cambria Math" panose="02040503050406030204" pitchFamily="18" charset="0"/>
                            <a:cs typeface="Times New Roman" panose="02020603050405020304" pitchFamily="18" charset="0"/>
                          </a:rPr>
                          <m:t>𝟗</m:t>
                        </m:r>
                        <m:r>
                          <a:rPr lang="en-US" sz="2800" b="1" i="1" dirty="0">
                            <a:solidFill>
                              <a:schemeClr val="tx1"/>
                            </a:solidFill>
                            <a:latin typeface="Cambria Math" panose="02040503050406030204" pitchFamily="18" charset="0"/>
                            <a:cs typeface="Times New Roman" panose="02020603050405020304" pitchFamily="18" charset="0"/>
                          </a:rPr>
                          <m:t>𝟐</m:t>
                        </m:r>
                        <m:r>
                          <a:rPr lang="en-US" sz="2800" b="1" i="1" dirty="0">
                            <a:solidFill>
                              <a:schemeClr val="tx1"/>
                            </a:solidFill>
                            <a:latin typeface="Cambria Math" panose="02040503050406030204" pitchFamily="18" charset="0"/>
                            <a:cs typeface="Times New Roman" panose="02020603050405020304" pitchFamily="18" charset="0"/>
                          </a:rPr>
                          <m:t> </m:t>
                        </m:r>
                      </m:e>
                    </m:nary>
                  </m:oMath>
                </a14:m>
                <a:r>
                  <a:rPr lang="en-US" sz="2800" b="1" dirty="0">
                    <a:solidFill>
                      <a:schemeClr val="tx1"/>
                    </a:solidFill>
                    <a:latin typeface="Times New Roman" panose="02020603050405020304" pitchFamily="18" charset="0"/>
                    <a:cs typeface="Times New Roman" panose="02020603050405020304" pitchFamily="18" charset="0"/>
                  </a:rPr>
                  <a:t>and </a:t>
                </a:r>
                <a14:m>
                  <m:oMath xmlns:m="http://schemas.openxmlformats.org/officeDocument/2006/math">
                    <m:nary>
                      <m:naryPr>
                        <m:chr m:val="∑"/>
                        <m:subHide m:val="on"/>
                        <m:supHide m:val="on"/>
                        <m:ctrlPr>
                          <a:rPr lang="en-US" sz="2800" b="1" i="1" dirty="0" smtClean="0">
                            <a:solidFill>
                              <a:schemeClr val="tx1"/>
                            </a:solidFill>
                            <a:latin typeface="Cambria Math" panose="02040503050406030204" pitchFamily="18" charset="0"/>
                            <a:cs typeface="Times New Roman" panose="02020603050405020304" pitchFamily="18" charset="0"/>
                          </a:rPr>
                        </m:ctrlPr>
                      </m:naryPr>
                      <m:sub/>
                      <m:sup/>
                      <m:e>
                        <m:r>
                          <a:rPr lang="en-US" sz="2800" b="1" i="1" dirty="0" smtClean="0">
                            <a:solidFill>
                              <a:schemeClr val="tx1"/>
                            </a:solidFill>
                            <a:latin typeface="Cambria Math" panose="02040503050406030204" pitchFamily="18" charset="0"/>
                            <a:cs typeface="Times New Roman" panose="02020603050405020304" pitchFamily="18" charset="0"/>
                          </a:rPr>
                          <m:t>𝒙𝒚</m:t>
                        </m:r>
                        <m:r>
                          <a:rPr lang="en-US" sz="2800" b="1" i="1" dirty="0">
                            <a:solidFill>
                              <a:schemeClr val="tx1"/>
                            </a:solidFill>
                            <a:latin typeface="Cambria Math" panose="02040503050406030204" pitchFamily="18" charset="0"/>
                            <a:cs typeface="Times New Roman" panose="02020603050405020304" pitchFamily="18" charset="0"/>
                          </a:rPr>
                          <m:t>=</m:t>
                        </m:r>
                        <m:r>
                          <a:rPr lang="en-US" sz="2800" b="1" i="1" dirty="0" smtClean="0">
                            <a:solidFill>
                              <a:schemeClr val="tx1"/>
                            </a:solidFill>
                            <a:latin typeface="Cambria Math" panose="02040503050406030204" pitchFamily="18" charset="0"/>
                            <a:cs typeface="Times New Roman" panose="02020603050405020304" pitchFamily="18" charset="0"/>
                          </a:rPr>
                          <m:t>𝟑𝟕</m:t>
                        </m:r>
                        <m:r>
                          <a:rPr lang="en-US" sz="2800" b="1" i="1" dirty="0">
                            <a:solidFill>
                              <a:schemeClr val="tx1"/>
                            </a:solidFill>
                            <a:latin typeface="Cambria Math" panose="02040503050406030204" pitchFamily="18" charset="0"/>
                            <a:cs typeface="Times New Roman" panose="02020603050405020304" pitchFamily="18" charset="0"/>
                          </a:rPr>
                          <m:t> </m:t>
                        </m:r>
                      </m:e>
                    </m:nary>
                  </m:oMath>
                </a14:m>
                <a:r>
                  <a:rPr lang="en-US" sz="2800" b="1" dirty="0">
                    <a:solidFill>
                      <a:schemeClr val="tx1"/>
                    </a:solidFill>
                    <a:latin typeface="Times New Roman" panose="02020603050405020304" pitchFamily="18" charset="0"/>
                    <a:cs typeface="Times New Roman" panose="02020603050405020304" pitchFamily="18" charset="0"/>
                  </a:rPr>
                  <a:t>, find the vertical intercept of this regression equation       									     (2)</a:t>
                </a:r>
              </a:p>
            </p:txBody>
          </p:sp>
        </mc:Choice>
        <mc:Fallback xmlns="">
          <p:sp>
            <p:nvSpPr>
              <p:cNvPr id="4" name="Proof of 50 - 50…">
                <a:extLst>
                  <a:ext uri="{FF2B5EF4-FFF2-40B4-BE49-F238E27FC236}">
                    <a16:creationId xmlns:a16="http://schemas.microsoft.com/office/drawing/2014/main" id="{C9B4E8E2-F2F4-3347-B00C-4F4B1B5B8777}"/>
                  </a:ext>
                </a:extLst>
              </p:cNvPr>
              <p:cNvSpPr txBox="1">
                <a:spLocks noRot="1" noChangeAspect="1" noMove="1" noResize="1" noEditPoints="1" noAdjustHandles="1" noChangeArrowheads="1" noChangeShapeType="1" noTextEdit="1"/>
              </p:cNvSpPr>
              <p:nvPr/>
            </p:nvSpPr>
            <p:spPr>
              <a:xfrm>
                <a:off x="528161" y="902112"/>
                <a:ext cx="12025789" cy="1002885"/>
              </a:xfrm>
              <a:prstGeom prst="rect">
                <a:avLst/>
              </a:prstGeom>
              <a:blipFill>
                <a:blip r:embed="rId2"/>
                <a:stretch>
                  <a:fillRect l="-1371" t="-62025" r="-1371" b="-62025"/>
                </a:stretch>
              </a:blip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r>
                  <a:rPr lang="en-US">
                    <a:noFill/>
                  </a:rPr>
                  <a:t> </a:t>
                </a:r>
              </a:p>
            </p:txBody>
          </p:sp>
        </mc:Fallback>
      </mc:AlternateContent>
      <p:sp>
        <p:nvSpPr>
          <p:cNvPr id="6" name="Proof of 50 - 50…">
            <a:extLst>
              <a:ext uri="{FF2B5EF4-FFF2-40B4-BE49-F238E27FC236}">
                <a16:creationId xmlns:a16="http://schemas.microsoft.com/office/drawing/2014/main" id="{665C55E9-A582-0845-BC54-78BD928B9679}"/>
              </a:ext>
            </a:extLst>
          </p:cNvPr>
          <p:cNvSpPr txBox="1">
            <a:spLocks/>
          </p:cNvSpPr>
          <p:nvPr/>
        </p:nvSpPr>
        <p:spPr>
          <a:xfrm>
            <a:off x="489503" y="2220565"/>
            <a:ext cx="12025789" cy="1002885"/>
          </a:xfrm>
          <a:prstGeom prst="rect">
            <a:avLst/>
          </a:prstGeom>
          <a:solidFill>
            <a:schemeClr val="accent4">
              <a:lumMod val="20000"/>
              <a:lumOff val="80000"/>
            </a:schemeClr>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b">
            <a:noAutofit/>
          </a:bodyPr>
          <a:lstStyle>
            <a:lvl1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1pPr>
            <a:lvl2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2pPr>
            <a:lvl3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3pPr>
            <a:lvl4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4pPr>
            <a:lvl5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5pPr>
            <a:lvl6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6pPr>
            <a:lvl7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7pPr>
            <a:lvl8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8pPr>
            <a:lvl9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9pPr>
          </a:lstStyle>
          <a:p>
            <a:pPr marL="492125" indent="-492125" algn="just" defTabSz="549148" hangingPunct="1">
              <a:defRPr sz="7519"/>
            </a:pPr>
            <a:r>
              <a:rPr lang="en-US" sz="2800" b="1" dirty="0">
                <a:solidFill>
                  <a:schemeClr val="tx1"/>
                </a:solidFill>
                <a:latin typeface="Times New Roman" panose="02020603050405020304" pitchFamily="18" charset="0"/>
                <a:cs typeface="Times New Roman" panose="02020603050405020304" pitchFamily="18" charset="0"/>
              </a:rPr>
              <a:t>2. From the demand equation d = 82000 – 0.3Y, find the value and degree of the income elasticity of demand at income (Y) = Rs 25000                          (2)</a:t>
            </a:r>
          </a:p>
        </p:txBody>
      </p:sp>
      <p:sp>
        <p:nvSpPr>
          <p:cNvPr id="8" name="Proof of 50 - 50…">
            <a:extLst>
              <a:ext uri="{FF2B5EF4-FFF2-40B4-BE49-F238E27FC236}">
                <a16:creationId xmlns:a16="http://schemas.microsoft.com/office/drawing/2014/main" id="{2392924B-64A7-A249-AD80-93E918A22094}"/>
              </a:ext>
            </a:extLst>
          </p:cNvPr>
          <p:cNvSpPr txBox="1">
            <a:spLocks/>
          </p:cNvSpPr>
          <p:nvPr/>
        </p:nvSpPr>
        <p:spPr>
          <a:xfrm>
            <a:off x="489508" y="3439153"/>
            <a:ext cx="12025789" cy="561348"/>
          </a:xfrm>
          <a:prstGeom prst="rect">
            <a:avLst/>
          </a:prstGeom>
          <a:solidFill>
            <a:schemeClr val="accent5">
              <a:lumMod val="20000"/>
              <a:lumOff val="80000"/>
            </a:schemeClr>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b">
            <a:noAutofit/>
          </a:bodyPr>
          <a:lstStyle>
            <a:lvl1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1pPr>
            <a:lvl2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2pPr>
            <a:lvl3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3pPr>
            <a:lvl4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4pPr>
            <a:lvl5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5pPr>
            <a:lvl6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6pPr>
            <a:lvl7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7pPr>
            <a:lvl8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8pPr>
            <a:lvl9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9pPr>
          </a:lstStyle>
          <a:p>
            <a:pPr marL="492125" indent="-492125" algn="just" defTabSz="549148" hangingPunct="1">
              <a:defRPr sz="7519"/>
            </a:pPr>
            <a:r>
              <a:rPr lang="en-US" sz="2800" b="1" dirty="0">
                <a:solidFill>
                  <a:schemeClr val="tx1"/>
                </a:solidFill>
                <a:latin typeface="Times New Roman" panose="02020603050405020304" pitchFamily="18" charset="0"/>
                <a:cs typeface="Times New Roman" panose="02020603050405020304" pitchFamily="18" charset="0"/>
              </a:rPr>
              <a:t>3. Draw an aptly labelled graph depicting the Law of Variable proportions  (5)</a:t>
            </a:r>
          </a:p>
        </p:txBody>
      </p:sp>
      <p:sp>
        <p:nvSpPr>
          <p:cNvPr id="9" name="Proof of 50 - 50…">
            <a:extLst>
              <a:ext uri="{FF2B5EF4-FFF2-40B4-BE49-F238E27FC236}">
                <a16:creationId xmlns:a16="http://schemas.microsoft.com/office/drawing/2014/main" id="{BF0203DE-8588-4A4A-AF5F-E7D5E32C496B}"/>
              </a:ext>
            </a:extLst>
          </p:cNvPr>
          <p:cNvSpPr txBox="1">
            <a:spLocks/>
          </p:cNvSpPr>
          <p:nvPr/>
        </p:nvSpPr>
        <p:spPr>
          <a:xfrm>
            <a:off x="489505" y="4368162"/>
            <a:ext cx="12025789" cy="1002885"/>
          </a:xfrm>
          <a:prstGeom prst="rect">
            <a:avLst/>
          </a:prstGeom>
          <a:solidFill>
            <a:schemeClr val="tx2">
              <a:lumMod val="20000"/>
              <a:lumOff val="80000"/>
            </a:schemeClr>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b">
            <a:noAutofit/>
          </a:bodyPr>
          <a:lstStyle>
            <a:lvl1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1pPr>
            <a:lvl2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2pPr>
            <a:lvl3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3pPr>
            <a:lvl4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4pPr>
            <a:lvl5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5pPr>
            <a:lvl6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6pPr>
            <a:lvl7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7pPr>
            <a:lvl8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8pPr>
            <a:lvl9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9pPr>
          </a:lstStyle>
          <a:p>
            <a:pPr marL="492125" indent="-492125" algn="just" defTabSz="549148" hangingPunct="1">
              <a:defRPr sz="7519"/>
            </a:pPr>
            <a:r>
              <a:rPr lang="en-US" sz="2800" b="1" dirty="0">
                <a:solidFill>
                  <a:schemeClr val="tx1"/>
                </a:solidFill>
                <a:latin typeface="Times New Roman" panose="02020603050405020304" pitchFamily="18" charset="0"/>
                <a:cs typeface="Times New Roman" panose="02020603050405020304" pitchFamily="18" charset="0"/>
              </a:rPr>
              <a:t>4. List 6 innovations that have taken place in the writing material industry. How have these innovations deepened the market for these products?     (6) </a:t>
            </a:r>
          </a:p>
        </p:txBody>
      </p:sp>
      <p:sp>
        <p:nvSpPr>
          <p:cNvPr id="10" name="Proof of 50 - 50…">
            <a:extLst>
              <a:ext uri="{FF2B5EF4-FFF2-40B4-BE49-F238E27FC236}">
                <a16:creationId xmlns:a16="http://schemas.microsoft.com/office/drawing/2014/main" id="{5EED6BB4-D7BE-304B-82D6-C82061DD89C0}"/>
              </a:ext>
            </a:extLst>
          </p:cNvPr>
          <p:cNvSpPr txBox="1">
            <a:spLocks/>
          </p:cNvSpPr>
          <p:nvPr/>
        </p:nvSpPr>
        <p:spPr>
          <a:xfrm>
            <a:off x="489503" y="5738708"/>
            <a:ext cx="12025789" cy="1543048"/>
          </a:xfrm>
          <a:prstGeom prst="rect">
            <a:avLst/>
          </a:prstGeom>
          <a:solidFill>
            <a:schemeClr val="accent6">
              <a:lumMod val="20000"/>
              <a:lumOff val="80000"/>
            </a:schemeClr>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b">
            <a:noAutofit/>
          </a:bodyPr>
          <a:lstStyle>
            <a:lvl1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1pPr>
            <a:lvl2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2pPr>
            <a:lvl3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3pPr>
            <a:lvl4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4pPr>
            <a:lvl5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5pPr>
            <a:lvl6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6pPr>
            <a:lvl7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7pPr>
            <a:lvl8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8pPr>
            <a:lvl9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9pPr>
          </a:lstStyle>
          <a:p>
            <a:pPr marL="492125" indent="-492125" algn="just" defTabSz="549148" hangingPunct="1">
              <a:defRPr sz="7519"/>
            </a:pPr>
            <a:r>
              <a:rPr lang="en-US" sz="2800" b="1" dirty="0">
                <a:solidFill>
                  <a:schemeClr val="tx1"/>
                </a:solidFill>
                <a:latin typeface="Times New Roman" panose="02020603050405020304" pitchFamily="18" charset="0"/>
                <a:cs typeface="Times New Roman" panose="02020603050405020304" pitchFamily="18" charset="0"/>
              </a:rPr>
              <a:t>5. Through a revenue schedule and an apt graphical depiction, show the differences in the revenue functions of firms operating under Per Comp and Imperfect Comp                                                                                      (10) </a:t>
            </a:r>
          </a:p>
        </p:txBody>
      </p:sp>
      <p:sp>
        <p:nvSpPr>
          <p:cNvPr id="11" name="Proof of 50 - 50…">
            <a:extLst>
              <a:ext uri="{FF2B5EF4-FFF2-40B4-BE49-F238E27FC236}">
                <a16:creationId xmlns:a16="http://schemas.microsoft.com/office/drawing/2014/main" id="{DB1E1F7D-FF66-1D49-83DB-93F0F42F8F9C}"/>
              </a:ext>
            </a:extLst>
          </p:cNvPr>
          <p:cNvSpPr txBox="1">
            <a:spLocks/>
          </p:cNvSpPr>
          <p:nvPr/>
        </p:nvSpPr>
        <p:spPr>
          <a:xfrm>
            <a:off x="489503" y="7518644"/>
            <a:ext cx="12025789" cy="1898858"/>
          </a:xfrm>
          <a:prstGeom prst="rect">
            <a:avLst/>
          </a:prstGeom>
          <a:solidFill>
            <a:schemeClr val="accent1">
              <a:lumMod val="20000"/>
              <a:lumOff val="80000"/>
            </a:schemeClr>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b">
            <a:noAutofit/>
          </a:bodyPr>
          <a:lstStyle>
            <a:lvl1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1pPr>
            <a:lvl2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2pPr>
            <a:lvl3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3pPr>
            <a:lvl4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4pPr>
            <a:lvl5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5pPr>
            <a:lvl6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6pPr>
            <a:lvl7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7pPr>
            <a:lvl8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8pPr>
            <a:lvl9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9pPr>
          </a:lstStyle>
          <a:p>
            <a:pPr marL="492125" indent="-492125" algn="just" defTabSz="549148" hangingPunct="1">
              <a:defRPr sz="7519"/>
            </a:pPr>
            <a:r>
              <a:rPr lang="en-US" sz="2800" b="1" dirty="0">
                <a:solidFill>
                  <a:schemeClr val="tx1"/>
                </a:solidFill>
                <a:latin typeface="Times New Roman" panose="02020603050405020304" pitchFamily="18" charset="0"/>
                <a:cs typeface="Times New Roman" panose="02020603050405020304" pitchFamily="18" charset="0"/>
              </a:rPr>
              <a:t>6. Explain the concept of the Expansionary Path (EP) (with lab on the horizontal axis and cap on the vertical axis). Show how public policy changes have changed the slopedness of the EP due since the industrial revolution for the textile industry                                                                   (5) </a:t>
            </a:r>
          </a:p>
        </p:txBody>
      </p:sp>
    </p:spTree>
    <p:extLst>
      <p:ext uri="{BB962C8B-B14F-4D97-AF65-F5344CB8AC3E}">
        <p14:creationId xmlns:p14="http://schemas.microsoft.com/office/powerpoint/2010/main" val="1895021688"/>
      </p:ext>
    </p:ext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9" name="Proof of 50 - 50…"/>
          <p:cNvSpPr txBox="1">
            <a:spLocks noGrp="1"/>
          </p:cNvSpPr>
          <p:nvPr>
            <p:ph type="ctrTitle"/>
          </p:nvPr>
        </p:nvSpPr>
        <p:spPr>
          <a:xfrm>
            <a:off x="528161" y="178215"/>
            <a:ext cx="11438964" cy="450436"/>
          </a:xfrm>
          <a:prstGeom prst="rect">
            <a:avLst/>
          </a:prstGeom>
        </p:spPr>
        <p:txBody>
          <a:bodyPr>
            <a:noAutofit/>
          </a:bodyPr>
          <a:lstStyle/>
          <a:p>
            <a:pPr defTabSz="549148">
              <a:defRPr sz="7519"/>
            </a:pPr>
            <a:r>
              <a:rPr lang="en-US" sz="2800" b="1" dirty="0">
                <a:latin typeface="Times New Roman" panose="02020603050405020304" pitchFamily="18" charset="0"/>
                <a:cs typeface="Times New Roman" panose="02020603050405020304" pitchFamily="18" charset="0"/>
              </a:rPr>
              <a:t>MPP 1 Microeconomics Test 4     13/9/25</a:t>
            </a:r>
            <a:endParaRPr sz="2800" b="1" dirty="0">
              <a:solidFill>
                <a:srgbClr val="00B0F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 name="Proof of 50 - 50…">
                <a:extLst>
                  <a:ext uri="{FF2B5EF4-FFF2-40B4-BE49-F238E27FC236}">
                    <a16:creationId xmlns:a16="http://schemas.microsoft.com/office/drawing/2014/main" id="{C9B4E8E2-F2F4-3347-B00C-4F4B1B5B8777}"/>
                  </a:ext>
                </a:extLst>
              </p:cNvPr>
              <p:cNvSpPr txBox="1">
                <a:spLocks/>
              </p:cNvSpPr>
              <p:nvPr/>
            </p:nvSpPr>
            <p:spPr>
              <a:xfrm>
                <a:off x="528161" y="902112"/>
                <a:ext cx="12025789" cy="1002885"/>
              </a:xfrm>
              <a:prstGeom prst="rect">
                <a:avLst/>
              </a:prstGeom>
              <a:ln w="12700">
                <a:miter lim="400000"/>
              </a:ln>
              <a:extLst>
                <a:ext uri="{C572A759-6A51-4108-AA02-DFA0A04FC94B}">
                  <ma14:wrappingTextBoxFlag xmlns:ma14="http://schemas.microsoft.com/office/mac/drawingml/2011/main" xmlns:m="http://schemas.openxmlformats.org/officeDocument/2006/math" xmlns="" val="1"/>
                </a:ext>
              </a:extLst>
            </p:spPr>
            <p:txBody>
              <a:bodyPr lIns="50800" tIns="50800" rIns="50800" bIns="50800" anchor="b">
                <a:noAutofit/>
              </a:bodyPr>
              <a:lstStyle>
                <a:lvl1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1pPr>
                <a:lvl2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2pPr>
                <a:lvl3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3pPr>
                <a:lvl4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4pPr>
                <a:lvl5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5pPr>
                <a:lvl6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6pPr>
                <a:lvl7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7pPr>
                <a:lvl8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8pPr>
                <a:lvl9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9pPr>
              </a:lstStyle>
              <a:p>
                <a:pPr marL="492125" indent="-492125" algn="just" defTabSz="549148" hangingPunct="1">
                  <a:defRPr sz="7519"/>
                </a:pPr>
                <a:r>
                  <a:rPr lang="en-US" sz="2800" b="1" dirty="0">
                    <a:latin typeface="Times New Roman" panose="02020603050405020304" pitchFamily="18" charset="0"/>
                    <a:cs typeface="Times New Roman" panose="02020603050405020304" pitchFamily="18" charset="0"/>
                  </a:rPr>
                  <a:t>1. If </a:t>
                </a:r>
                <a14:m>
                  <m:oMath xmlns:m="http://schemas.openxmlformats.org/officeDocument/2006/math">
                    <m:acc>
                      <m:accPr>
                        <m:chr m:val="̅"/>
                        <m:ctrlPr>
                          <a:rPr lang="en-US" sz="2800" b="1" i="1" dirty="0" smtClean="0">
                            <a:latin typeface="Cambria Math" panose="02040503050406030204" pitchFamily="18" charset="0"/>
                            <a:cs typeface="Times New Roman" panose="02020603050405020304" pitchFamily="18" charset="0"/>
                          </a:rPr>
                        </m:ctrlPr>
                      </m:accPr>
                      <m:e>
                        <m:r>
                          <a:rPr lang="en-US" sz="2800" b="1" i="1" dirty="0">
                            <a:latin typeface="Cambria Math" panose="02040503050406030204" pitchFamily="18" charset="0"/>
                            <a:cs typeface="Times New Roman" panose="02020603050405020304" pitchFamily="18" charset="0"/>
                          </a:rPr>
                          <m:t>𝑿</m:t>
                        </m:r>
                      </m:e>
                    </m:acc>
                    <m:r>
                      <a:rPr lang="en-US" sz="2800" b="1" i="1" dirty="0" smtClean="0">
                        <a:latin typeface="Cambria Math" panose="02040503050406030204" pitchFamily="18" charset="0"/>
                        <a:cs typeface="Times New Roman" panose="02020603050405020304" pitchFamily="18" charset="0"/>
                      </a:rPr>
                      <m:t>=</m:t>
                    </m:r>
                    <m:r>
                      <a:rPr lang="en-US" sz="2800" b="1" i="1" dirty="0" smtClean="0">
                        <a:latin typeface="Cambria Math" panose="02040503050406030204" pitchFamily="18" charset="0"/>
                        <a:cs typeface="Times New Roman" panose="02020603050405020304" pitchFamily="18" charset="0"/>
                      </a:rPr>
                      <m:t>𝟐𝟓</m:t>
                    </m:r>
                  </m:oMath>
                </a14:m>
                <a:r>
                  <a:rPr lang="en-US" sz="2800" b="1" dirty="0">
                    <a:solidFill>
                      <a:srgbClr val="00B0F0"/>
                    </a:solidFill>
                    <a:latin typeface="Times New Roman" panose="02020603050405020304" pitchFamily="18" charset="0"/>
                    <a:cs typeface="Times New Roman" panose="02020603050405020304" pitchFamily="18" charset="0"/>
                  </a:rPr>
                  <a:t> and </a:t>
                </a:r>
                <a14:m>
                  <m:oMath xmlns:m="http://schemas.openxmlformats.org/officeDocument/2006/math">
                    <m:acc>
                      <m:accPr>
                        <m:chr m:val="̅"/>
                        <m:ctrlPr>
                          <a:rPr lang="en-US" sz="2800" b="1" i="1" dirty="0">
                            <a:latin typeface="Cambria Math" panose="02040503050406030204" pitchFamily="18" charset="0"/>
                            <a:cs typeface="Times New Roman" panose="02020603050405020304" pitchFamily="18" charset="0"/>
                          </a:rPr>
                        </m:ctrlPr>
                      </m:accPr>
                      <m:e>
                        <m:r>
                          <a:rPr lang="en-US" sz="2800" b="1" i="1" dirty="0">
                            <a:latin typeface="Cambria Math" panose="02040503050406030204" pitchFamily="18" charset="0"/>
                            <a:cs typeface="Times New Roman" panose="02020603050405020304" pitchFamily="18" charset="0"/>
                          </a:rPr>
                          <m:t>𝒀</m:t>
                        </m:r>
                      </m:e>
                    </m:acc>
                    <m:r>
                      <a:rPr lang="en-US" sz="2800" b="1" i="1" dirty="0">
                        <a:latin typeface="Cambria Math" panose="02040503050406030204" pitchFamily="18" charset="0"/>
                        <a:cs typeface="Times New Roman" panose="02020603050405020304" pitchFamily="18" charset="0"/>
                      </a:rPr>
                      <m:t>=</m:t>
                    </m:r>
                    <m:r>
                      <a:rPr lang="en-US" sz="2800" b="1" i="1" dirty="0">
                        <a:latin typeface="Cambria Math" panose="02040503050406030204" pitchFamily="18" charset="0"/>
                        <a:cs typeface="Times New Roman" panose="02020603050405020304" pitchFamily="18" charset="0"/>
                      </a:rPr>
                      <m:t>𝟏𝟎</m:t>
                    </m:r>
                  </m:oMath>
                </a14:m>
                <a:r>
                  <a:rPr lang="en-US" sz="2800" b="1" dirty="0">
                    <a:solidFill>
                      <a:srgbClr val="00B0F0"/>
                    </a:solidFill>
                    <a:latin typeface="Times New Roman" panose="02020603050405020304" pitchFamily="18" charset="0"/>
                    <a:cs typeface="Times New Roman" panose="02020603050405020304" pitchFamily="18" charset="0"/>
                  </a:rPr>
                  <a:t> also </a:t>
                </a:r>
                <a14:m>
                  <m:oMath xmlns:m="http://schemas.openxmlformats.org/officeDocument/2006/math">
                    <m:nary>
                      <m:naryPr>
                        <m:chr m:val="∑"/>
                        <m:subHide m:val="on"/>
                        <m:supHide m:val="on"/>
                        <m:ctrlPr>
                          <a:rPr lang="en-US" sz="2800" b="1" i="1" dirty="0">
                            <a:latin typeface="Cambria Math" panose="02040503050406030204" pitchFamily="18" charset="0"/>
                            <a:cs typeface="Times New Roman" panose="02020603050405020304" pitchFamily="18" charset="0"/>
                          </a:rPr>
                        </m:ctrlPr>
                      </m:naryPr>
                      <m:sub/>
                      <m:sup/>
                      <m:e>
                        <m:sSup>
                          <m:sSupPr>
                            <m:ctrlPr>
                              <a:rPr lang="en-US" sz="2800" b="1" i="1" dirty="0">
                                <a:latin typeface="Cambria Math" panose="02040503050406030204" pitchFamily="18" charset="0"/>
                                <a:cs typeface="Times New Roman" panose="02020603050405020304" pitchFamily="18" charset="0"/>
                              </a:rPr>
                            </m:ctrlPr>
                          </m:sSupPr>
                          <m:e>
                            <m:r>
                              <a:rPr lang="en-US" sz="2800" b="1" i="1" dirty="0">
                                <a:latin typeface="Cambria Math" panose="02040503050406030204" pitchFamily="18" charset="0"/>
                                <a:cs typeface="Times New Roman" panose="02020603050405020304" pitchFamily="18" charset="0"/>
                              </a:rPr>
                              <m:t>𝒙</m:t>
                            </m:r>
                          </m:e>
                          <m:sup>
                            <m:r>
                              <a:rPr lang="en-US" sz="2800" b="1" i="1" dirty="0">
                                <a:latin typeface="Cambria Math" panose="02040503050406030204" pitchFamily="18" charset="0"/>
                                <a:cs typeface="Times New Roman" panose="02020603050405020304" pitchFamily="18" charset="0"/>
                              </a:rPr>
                              <m:t>𝟐</m:t>
                            </m:r>
                          </m:sup>
                        </m:sSup>
                        <m:r>
                          <a:rPr lang="en-US" sz="2800" b="1" i="1" dirty="0">
                            <a:latin typeface="Cambria Math" panose="02040503050406030204" pitchFamily="18" charset="0"/>
                            <a:cs typeface="Times New Roman" panose="02020603050405020304" pitchFamily="18" charset="0"/>
                          </a:rPr>
                          <m:t>=</m:t>
                        </m:r>
                        <m:r>
                          <a:rPr lang="en-US" sz="2800" b="1" i="1" dirty="0" smtClean="0">
                            <a:latin typeface="Cambria Math" panose="02040503050406030204" pitchFamily="18" charset="0"/>
                            <a:cs typeface="Times New Roman" panose="02020603050405020304" pitchFamily="18" charset="0"/>
                          </a:rPr>
                          <m:t>𝟗</m:t>
                        </m:r>
                        <m:r>
                          <a:rPr lang="en-US" sz="2800" b="1" i="1" dirty="0">
                            <a:latin typeface="Cambria Math" panose="02040503050406030204" pitchFamily="18" charset="0"/>
                            <a:cs typeface="Times New Roman" panose="02020603050405020304" pitchFamily="18" charset="0"/>
                          </a:rPr>
                          <m:t>𝟐</m:t>
                        </m:r>
                        <m:r>
                          <a:rPr lang="en-US" sz="2800" b="1" i="1" dirty="0">
                            <a:latin typeface="Cambria Math" panose="02040503050406030204" pitchFamily="18" charset="0"/>
                            <a:cs typeface="Times New Roman" panose="02020603050405020304" pitchFamily="18" charset="0"/>
                          </a:rPr>
                          <m:t> </m:t>
                        </m:r>
                      </m:e>
                    </m:nary>
                  </m:oMath>
                </a14:m>
                <a:r>
                  <a:rPr lang="en-US" sz="2800" b="1" dirty="0">
                    <a:solidFill>
                      <a:srgbClr val="00B0F0"/>
                    </a:solidFill>
                    <a:latin typeface="Times New Roman" panose="02020603050405020304" pitchFamily="18" charset="0"/>
                    <a:cs typeface="Times New Roman" panose="02020603050405020304" pitchFamily="18" charset="0"/>
                  </a:rPr>
                  <a:t>and </a:t>
                </a:r>
                <a14:m>
                  <m:oMath xmlns:m="http://schemas.openxmlformats.org/officeDocument/2006/math">
                    <m:nary>
                      <m:naryPr>
                        <m:chr m:val="∑"/>
                        <m:subHide m:val="on"/>
                        <m:supHide m:val="on"/>
                        <m:ctrlPr>
                          <a:rPr lang="en-US" sz="2800" b="1" i="1" dirty="0" smtClean="0">
                            <a:latin typeface="Cambria Math" panose="02040503050406030204" pitchFamily="18" charset="0"/>
                            <a:cs typeface="Times New Roman" panose="02020603050405020304" pitchFamily="18" charset="0"/>
                          </a:rPr>
                        </m:ctrlPr>
                      </m:naryPr>
                      <m:sub/>
                      <m:sup/>
                      <m:e>
                        <m:r>
                          <a:rPr lang="en-US" sz="2800" b="1" i="1" dirty="0" smtClean="0">
                            <a:latin typeface="Cambria Math" panose="02040503050406030204" pitchFamily="18" charset="0"/>
                            <a:cs typeface="Times New Roman" panose="02020603050405020304" pitchFamily="18" charset="0"/>
                          </a:rPr>
                          <m:t>𝒙𝒚</m:t>
                        </m:r>
                        <m:r>
                          <a:rPr lang="en-US" sz="2800" b="1" i="1" dirty="0">
                            <a:latin typeface="Cambria Math" panose="02040503050406030204" pitchFamily="18" charset="0"/>
                            <a:cs typeface="Times New Roman" panose="02020603050405020304" pitchFamily="18" charset="0"/>
                          </a:rPr>
                          <m:t>=</m:t>
                        </m:r>
                        <m:r>
                          <a:rPr lang="en-US" sz="2800" b="1" i="1" dirty="0" smtClean="0">
                            <a:latin typeface="Cambria Math" panose="02040503050406030204" pitchFamily="18" charset="0"/>
                            <a:cs typeface="Times New Roman" panose="02020603050405020304" pitchFamily="18" charset="0"/>
                          </a:rPr>
                          <m:t>𝟑𝟕</m:t>
                        </m:r>
                        <m:r>
                          <a:rPr lang="en-US" sz="2800" b="1" i="1" dirty="0">
                            <a:latin typeface="Cambria Math" panose="02040503050406030204" pitchFamily="18" charset="0"/>
                            <a:cs typeface="Times New Roman" panose="02020603050405020304" pitchFamily="18" charset="0"/>
                          </a:rPr>
                          <m:t> </m:t>
                        </m:r>
                      </m:e>
                    </m:nary>
                  </m:oMath>
                </a14:m>
                <a:r>
                  <a:rPr lang="en-US" sz="2800" b="1" dirty="0">
                    <a:solidFill>
                      <a:srgbClr val="00B0F0"/>
                    </a:solidFill>
                    <a:latin typeface="Times New Roman" panose="02020603050405020304" pitchFamily="18" charset="0"/>
                    <a:cs typeface="Times New Roman" panose="02020603050405020304" pitchFamily="18" charset="0"/>
                  </a:rPr>
                  <a:t>, find the vertical intercept of this regression equation       (2 marks)</a:t>
                </a:r>
              </a:p>
            </p:txBody>
          </p:sp>
        </mc:Choice>
        <mc:Fallback xmlns="">
          <p:sp>
            <p:nvSpPr>
              <p:cNvPr id="4" name="Proof of 50 - 50…">
                <a:extLst>
                  <a:ext uri="{FF2B5EF4-FFF2-40B4-BE49-F238E27FC236}">
                    <a16:creationId xmlns:a16="http://schemas.microsoft.com/office/drawing/2014/main" id="{C9B4E8E2-F2F4-3347-B00C-4F4B1B5B8777}"/>
                  </a:ext>
                </a:extLst>
              </p:cNvPr>
              <p:cNvSpPr txBox="1">
                <a:spLocks noRot="1" noChangeAspect="1" noMove="1" noResize="1" noEditPoints="1" noAdjustHandles="1" noChangeArrowheads="1" noChangeShapeType="1" noTextEdit="1"/>
              </p:cNvSpPr>
              <p:nvPr/>
            </p:nvSpPr>
            <p:spPr>
              <a:xfrm>
                <a:off x="528161" y="902112"/>
                <a:ext cx="12025789" cy="1002885"/>
              </a:xfrm>
              <a:prstGeom prst="rect">
                <a:avLst/>
              </a:prstGeom>
              <a:blipFill>
                <a:blip r:embed="rId2"/>
                <a:stretch>
                  <a:fillRect l="-1371" t="-62025" r="-1371" b="-62025"/>
                </a:stretch>
              </a:blip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r>
                  <a:rPr lang="en-US">
                    <a:noFill/>
                  </a:rPr>
                  <a:t> </a:t>
                </a:r>
              </a:p>
            </p:txBody>
          </p:sp>
        </mc:Fallback>
      </mc:AlternateContent>
      <p:sp>
        <p:nvSpPr>
          <p:cNvPr id="5" name="Proof of 50 - 50…">
            <a:extLst>
              <a:ext uri="{FF2B5EF4-FFF2-40B4-BE49-F238E27FC236}">
                <a16:creationId xmlns:a16="http://schemas.microsoft.com/office/drawing/2014/main" id="{D7F050BD-E8B2-694C-8E57-A768959BD5E1}"/>
              </a:ext>
            </a:extLst>
          </p:cNvPr>
          <p:cNvSpPr txBox="1">
            <a:spLocks/>
          </p:cNvSpPr>
          <p:nvPr/>
        </p:nvSpPr>
        <p:spPr>
          <a:xfrm>
            <a:off x="528161" y="1924662"/>
            <a:ext cx="12401550" cy="50759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b">
            <a:noAutofit/>
          </a:bodyPr>
          <a:lstStyle>
            <a:lvl1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1pPr>
            <a:lvl2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2pPr>
            <a:lvl3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3pPr>
            <a:lvl4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4pPr>
            <a:lvl5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5pPr>
            <a:lvl6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6pPr>
            <a:lvl7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7pPr>
            <a:lvl8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8pPr>
            <a:lvl9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9pPr>
          </a:lstStyle>
          <a:p>
            <a:pPr algn="just" defTabSz="549148" hangingPunct="1">
              <a:defRPr sz="7519"/>
            </a:pPr>
            <a:r>
              <a:rPr lang="en-US" sz="2800" b="1" dirty="0">
                <a:latin typeface="Times New Roman" panose="02020603050405020304" pitchFamily="18" charset="0"/>
                <a:cs typeface="Times New Roman" panose="02020603050405020304" pitchFamily="18" charset="0"/>
              </a:rPr>
              <a:t>h = 10 – 25(37/92) = - 0.054</a:t>
            </a:r>
            <a:endParaRPr lang="en-US" sz="2800" b="1" dirty="0">
              <a:solidFill>
                <a:srgbClr val="00B0F0"/>
              </a:solidFill>
              <a:latin typeface="Times New Roman" panose="02020603050405020304" pitchFamily="18" charset="0"/>
              <a:cs typeface="Times New Roman" panose="02020603050405020304" pitchFamily="18" charset="0"/>
            </a:endParaRPr>
          </a:p>
        </p:txBody>
      </p:sp>
      <p:sp>
        <p:nvSpPr>
          <p:cNvPr id="6" name="Proof of 50 - 50…">
            <a:extLst>
              <a:ext uri="{FF2B5EF4-FFF2-40B4-BE49-F238E27FC236}">
                <a16:creationId xmlns:a16="http://schemas.microsoft.com/office/drawing/2014/main" id="{665C55E9-A582-0845-BC54-78BD928B9679}"/>
              </a:ext>
            </a:extLst>
          </p:cNvPr>
          <p:cNvSpPr txBox="1">
            <a:spLocks/>
          </p:cNvSpPr>
          <p:nvPr/>
        </p:nvSpPr>
        <p:spPr>
          <a:xfrm>
            <a:off x="489505" y="2673762"/>
            <a:ext cx="12025789" cy="100288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b">
            <a:noAutofit/>
          </a:bodyPr>
          <a:lstStyle>
            <a:lvl1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1pPr>
            <a:lvl2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2pPr>
            <a:lvl3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3pPr>
            <a:lvl4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4pPr>
            <a:lvl5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5pPr>
            <a:lvl6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6pPr>
            <a:lvl7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7pPr>
            <a:lvl8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8pPr>
            <a:lvl9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9pPr>
          </a:lstStyle>
          <a:p>
            <a:pPr marL="492125" indent="-492125" algn="just" defTabSz="549148" hangingPunct="1">
              <a:defRPr sz="7519"/>
            </a:pPr>
            <a:r>
              <a:rPr lang="en-US" sz="2800" b="1" dirty="0">
                <a:latin typeface="Times New Roman" panose="02020603050405020304" pitchFamily="18" charset="0"/>
                <a:cs typeface="Times New Roman" panose="02020603050405020304" pitchFamily="18" charset="0"/>
              </a:rPr>
              <a:t>2. From the demand equation </a:t>
            </a:r>
            <a:r>
              <a:rPr lang="en-US" sz="2800" b="1" dirty="0">
                <a:solidFill>
                  <a:srgbClr val="00B0F0"/>
                </a:solidFill>
                <a:latin typeface="Times New Roman" panose="02020603050405020304" pitchFamily="18" charset="0"/>
                <a:cs typeface="Times New Roman" panose="02020603050405020304" pitchFamily="18" charset="0"/>
              </a:rPr>
              <a:t>d = 82000 – 0.3Y</a:t>
            </a:r>
            <a:r>
              <a:rPr lang="en-US" sz="2800" b="1" dirty="0">
                <a:latin typeface="Times New Roman" panose="02020603050405020304" pitchFamily="18" charset="0"/>
                <a:cs typeface="Times New Roman" panose="02020603050405020304" pitchFamily="18" charset="0"/>
              </a:rPr>
              <a:t>, find the value and degree of the income elasticity of demand</a:t>
            </a:r>
            <a:r>
              <a:rPr lang="en-US" sz="2800" b="1" dirty="0">
                <a:solidFill>
                  <a:srgbClr val="00B0F0"/>
                </a:solidFill>
                <a:latin typeface="Times New Roman" panose="02020603050405020304" pitchFamily="18" charset="0"/>
                <a:cs typeface="Times New Roman" panose="02020603050405020304" pitchFamily="18" charset="0"/>
              </a:rPr>
              <a:t> at income (Y) = Rs 25000   (2 marks)</a:t>
            </a:r>
          </a:p>
        </p:txBody>
      </p:sp>
      <p:sp>
        <p:nvSpPr>
          <p:cNvPr id="7" name="Proof of 50 - 50…">
            <a:extLst>
              <a:ext uri="{FF2B5EF4-FFF2-40B4-BE49-F238E27FC236}">
                <a16:creationId xmlns:a16="http://schemas.microsoft.com/office/drawing/2014/main" id="{B5F1D764-7D18-1641-B2CD-A83B81988AE4}"/>
              </a:ext>
            </a:extLst>
          </p:cNvPr>
          <p:cNvSpPr txBox="1">
            <a:spLocks/>
          </p:cNvSpPr>
          <p:nvPr/>
        </p:nvSpPr>
        <p:spPr>
          <a:xfrm>
            <a:off x="508832" y="3873914"/>
            <a:ext cx="12064446" cy="100288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b">
            <a:noAutofit/>
          </a:bodyPr>
          <a:lstStyle>
            <a:lvl1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1pPr>
            <a:lvl2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2pPr>
            <a:lvl3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3pPr>
            <a:lvl4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4pPr>
            <a:lvl5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5pPr>
            <a:lvl6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6pPr>
            <a:lvl7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7pPr>
            <a:lvl8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8pPr>
            <a:lvl9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9pPr>
          </a:lstStyle>
          <a:p>
            <a:pPr marL="492125" indent="-492125" algn="just" defTabSz="549148" hangingPunct="1">
              <a:defRPr sz="7519"/>
            </a:pPr>
            <a:r>
              <a:rPr lang="en-US" sz="2800" b="1" dirty="0">
                <a:solidFill>
                  <a:srgbClr val="00B0F0"/>
                </a:solidFill>
                <a:latin typeface="Times New Roman" panose="02020603050405020304" pitchFamily="18" charset="0"/>
                <a:cs typeface="Times New Roman" panose="02020603050405020304" pitchFamily="18" charset="0"/>
              </a:rPr>
              <a:t>d = 82000 + 0.3*(25000) = 89500</a:t>
            </a:r>
            <a:r>
              <a:rPr lang="en-US" sz="2800" b="1" dirty="0">
                <a:latin typeface="Times New Roman" panose="02020603050405020304" pitchFamily="18" charset="0"/>
                <a:cs typeface="Times New Roman" panose="02020603050405020304" pitchFamily="18" charset="0"/>
              </a:rPr>
              <a:t>, hence income elasticity of demand</a:t>
            </a:r>
            <a:r>
              <a:rPr lang="en-US" sz="2800" b="1" dirty="0">
                <a:solidFill>
                  <a:srgbClr val="00B0F0"/>
                </a:solidFill>
                <a:latin typeface="Times New Roman" panose="02020603050405020304" pitchFamily="18" charset="0"/>
                <a:cs typeface="Times New Roman" panose="02020603050405020304" pitchFamily="18" charset="0"/>
              </a:rPr>
              <a:t> =</a:t>
            </a:r>
          </a:p>
          <a:p>
            <a:pPr marL="492125" indent="-492125" algn="just" defTabSz="549148" hangingPunct="1">
              <a:defRPr sz="7519"/>
            </a:pPr>
            <a:r>
              <a:rPr lang="en-US" sz="2800" b="1" dirty="0">
                <a:solidFill>
                  <a:srgbClr val="00B0F0"/>
                </a:solidFill>
                <a:latin typeface="Times New Roman" panose="02020603050405020304" pitchFamily="18" charset="0"/>
                <a:cs typeface="Times New Roman" panose="02020603050405020304" pitchFamily="18" charset="0"/>
              </a:rPr>
              <a:t>at income (Y) = Rs 25000  is (0.3)* (25000/89500) = 0.084     Degree: RIE</a:t>
            </a:r>
          </a:p>
        </p:txBody>
      </p:sp>
      <p:sp>
        <p:nvSpPr>
          <p:cNvPr id="8" name="Proof of 50 - 50…">
            <a:extLst>
              <a:ext uri="{FF2B5EF4-FFF2-40B4-BE49-F238E27FC236}">
                <a16:creationId xmlns:a16="http://schemas.microsoft.com/office/drawing/2014/main" id="{2392924B-64A7-A249-AD80-93E918A22094}"/>
              </a:ext>
            </a:extLst>
          </p:cNvPr>
          <p:cNvSpPr txBox="1">
            <a:spLocks/>
          </p:cNvSpPr>
          <p:nvPr/>
        </p:nvSpPr>
        <p:spPr>
          <a:xfrm>
            <a:off x="508832" y="5118307"/>
            <a:ext cx="12025789" cy="100288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b">
            <a:noAutofit/>
          </a:bodyPr>
          <a:lstStyle>
            <a:lvl1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1pPr>
            <a:lvl2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2pPr>
            <a:lvl3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3pPr>
            <a:lvl4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4pPr>
            <a:lvl5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5pPr>
            <a:lvl6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6pPr>
            <a:lvl7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7pPr>
            <a:lvl8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8pPr>
            <a:lvl9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9pPr>
          </a:lstStyle>
          <a:p>
            <a:pPr marL="492125" indent="-492125" algn="just" defTabSz="549148" hangingPunct="1">
              <a:defRPr sz="7519"/>
            </a:pPr>
            <a:r>
              <a:rPr lang="en-US" sz="2800" b="1" dirty="0">
                <a:solidFill>
                  <a:srgbClr val="00B0F0"/>
                </a:solidFill>
                <a:latin typeface="Times New Roman" panose="02020603050405020304" pitchFamily="18" charset="0"/>
                <a:cs typeface="Times New Roman" panose="02020603050405020304" pitchFamily="18" charset="0"/>
              </a:rPr>
              <a:t>3. Draw an aptly labelled graph depicting the Law of Variable proportions (5 marks)</a:t>
            </a:r>
          </a:p>
        </p:txBody>
      </p:sp>
      <p:sp>
        <p:nvSpPr>
          <p:cNvPr id="9" name="Proof of 50 - 50…">
            <a:extLst>
              <a:ext uri="{FF2B5EF4-FFF2-40B4-BE49-F238E27FC236}">
                <a16:creationId xmlns:a16="http://schemas.microsoft.com/office/drawing/2014/main" id="{BF0203DE-8588-4A4A-AF5F-E7D5E32C496B}"/>
              </a:ext>
            </a:extLst>
          </p:cNvPr>
          <p:cNvSpPr txBox="1">
            <a:spLocks/>
          </p:cNvSpPr>
          <p:nvPr/>
        </p:nvSpPr>
        <p:spPr>
          <a:xfrm>
            <a:off x="489504" y="6318460"/>
            <a:ext cx="12025789" cy="100288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b">
            <a:noAutofit/>
          </a:bodyPr>
          <a:lstStyle>
            <a:lvl1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1pPr>
            <a:lvl2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2pPr>
            <a:lvl3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3pPr>
            <a:lvl4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4pPr>
            <a:lvl5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5pPr>
            <a:lvl6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6pPr>
            <a:lvl7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7pPr>
            <a:lvl8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8pPr>
            <a:lvl9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9pPr>
          </a:lstStyle>
          <a:p>
            <a:pPr marL="492125" indent="-492125" algn="just" defTabSz="549148" hangingPunct="1">
              <a:defRPr sz="7519"/>
            </a:pPr>
            <a:r>
              <a:rPr lang="en-US" sz="2800" b="1" dirty="0">
                <a:solidFill>
                  <a:srgbClr val="00B0F0"/>
                </a:solidFill>
                <a:latin typeface="Times New Roman" panose="02020603050405020304" pitchFamily="18" charset="0"/>
                <a:cs typeface="Times New Roman" panose="02020603050405020304" pitchFamily="18" charset="0"/>
              </a:rPr>
              <a:t>4. List 6 innovations that have taken place in the writing material industry. How have these innovations deepened the market for these products?     (6) </a:t>
            </a:r>
          </a:p>
        </p:txBody>
      </p:sp>
      <p:sp>
        <p:nvSpPr>
          <p:cNvPr id="10" name="Proof of 50 - 50…">
            <a:extLst>
              <a:ext uri="{FF2B5EF4-FFF2-40B4-BE49-F238E27FC236}">
                <a16:creationId xmlns:a16="http://schemas.microsoft.com/office/drawing/2014/main" id="{5EED6BB4-D7BE-304B-82D6-C82061DD89C0}"/>
              </a:ext>
            </a:extLst>
          </p:cNvPr>
          <p:cNvSpPr txBox="1">
            <a:spLocks/>
          </p:cNvSpPr>
          <p:nvPr/>
        </p:nvSpPr>
        <p:spPr>
          <a:xfrm>
            <a:off x="547489" y="7562852"/>
            <a:ext cx="12025789" cy="154304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b">
            <a:noAutofit/>
          </a:bodyPr>
          <a:lstStyle>
            <a:lvl1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1pPr>
            <a:lvl2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2pPr>
            <a:lvl3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3pPr>
            <a:lvl4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4pPr>
            <a:lvl5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5pPr>
            <a:lvl6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6pPr>
            <a:lvl7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7pPr>
            <a:lvl8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8pPr>
            <a:lvl9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9pPr>
          </a:lstStyle>
          <a:p>
            <a:pPr marL="492125" indent="-492125" algn="just" defTabSz="549148" hangingPunct="1">
              <a:defRPr sz="7519"/>
            </a:pPr>
            <a:r>
              <a:rPr lang="en-US" sz="2800" b="1" dirty="0">
                <a:solidFill>
                  <a:srgbClr val="00B0F0"/>
                </a:solidFill>
                <a:latin typeface="Times New Roman" panose="02020603050405020304" pitchFamily="18" charset="0"/>
                <a:cs typeface="Times New Roman" panose="02020603050405020304" pitchFamily="18" charset="0"/>
              </a:rPr>
              <a:t>5. Through a revenue schedule and an apt graphical depiction, show the differences in the revenue functions of firms operating under Per Comp and Imperfect Comp     (10) </a:t>
            </a:r>
          </a:p>
        </p:txBody>
      </p:sp>
    </p:spTree>
    <p:extLst>
      <p:ext uri="{BB962C8B-B14F-4D97-AF65-F5344CB8AC3E}">
        <p14:creationId xmlns:p14="http://schemas.microsoft.com/office/powerpoint/2010/main" val="683083219"/>
      </p:ext>
    </p:extLst>
  </p:cSld>
  <p:clrMapOvr>
    <a:masterClrMapping/>
  </p:clrMapOvr>
  <p:transition spd="med"/>
</p:sld>
</file>

<file path=ppt/theme/theme1.xml><?xml version="1.0" encoding="utf-8"?>
<a:theme xmlns:a="http://schemas.openxmlformats.org/drawingml/2006/main"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2918</TotalTime>
  <Words>4223</Words>
  <Application>Microsoft Macintosh PowerPoint</Application>
  <PresentationFormat>Custom</PresentationFormat>
  <Paragraphs>988</Paragraphs>
  <Slides>37</Slides>
  <Notes>0</Notes>
  <HiddenSlides>4</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37</vt:i4>
      </vt:variant>
    </vt:vector>
  </HeadingPairs>
  <TitlesOfParts>
    <vt:vector size="45" baseType="lpstr">
      <vt:lpstr>Cambria Math</vt:lpstr>
      <vt:lpstr>Helvetica Light</vt:lpstr>
      <vt:lpstr>Helvetica Neue</vt:lpstr>
      <vt:lpstr>Helvetica Neue Light</vt:lpstr>
      <vt:lpstr>Helvetica Neue Medium</vt:lpstr>
      <vt:lpstr>Helvetica Neue Thin</vt:lpstr>
      <vt:lpstr>Times New Roman</vt:lpstr>
      <vt:lpstr>White</vt:lpstr>
      <vt:lpstr>REVENUE ANALYSIS</vt:lpstr>
      <vt:lpstr>Revenue  and only Revenue   Reveals the Competitive nature   of the Market </vt:lpstr>
      <vt:lpstr> Competitive nature  of the Market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Relationship  between AR and MR   (Proof of 50 – 50, via Geometry)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MPP 1 Microeconomics Test 4     13/9/25,    30 marks     40 minutes</vt:lpstr>
      <vt:lpstr>MPP 1 Microeconomics Test 4     13/9/25</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Revenue  and only Revenue   Reveals the Competitive nature   of the Market </dc:title>
  <cp:lastModifiedBy>Aggie Menezes</cp:lastModifiedBy>
  <cp:revision>71</cp:revision>
  <dcterms:modified xsi:type="dcterms:W3CDTF">2025-10-13T16:47:37Z</dcterms:modified>
</cp:coreProperties>
</file>