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93" r:id="rId2"/>
    <p:sldId id="321" r:id="rId3"/>
    <p:sldId id="257" r:id="rId4"/>
    <p:sldId id="258" r:id="rId5"/>
    <p:sldId id="259" r:id="rId6"/>
    <p:sldId id="260" r:id="rId7"/>
    <p:sldId id="324" r:id="rId8"/>
    <p:sldId id="326" r:id="rId9"/>
    <p:sldId id="325" r:id="rId10"/>
    <p:sldId id="305" r:id="rId11"/>
    <p:sldId id="318" r:id="rId12"/>
    <p:sldId id="319" r:id="rId13"/>
    <p:sldId id="312" r:id="rId14"/>
    <p:sldId id="328" r:id="rId15"/>
    <p:sldId id="322" r:id="rId16"/>
    <p:sldId id="307" r:id="rId17"/>
    <p:sldId id="320" r:id="rId18"/>
    <p:sldId id="313" r:id="rId19"/>
    <p:sldId id="323" r:id="rId20"/>
    <p:sldId id="314" r:id="rId21"/>
    <p:sldId id="315" r:id="rId22"/>
    <p:sldId id="327" r:id="rId23"/>
    <p:sldId id="316" r:id="rId24"/>
    <p:sldId id="317" r:id="rId25"/>
    <p:sldId id="340" r:id="rId26"/>
    <p:sldId id="262" r:id="rId27"/>
    <p:sldId id="329" r:id="rId28"/>
    <p:sldId id="330" r:id="rId29"/>
    <p:sldId id="264" r:id="rId30"/>
    <p:sldId id="263" r:id="rId31"/>
    <p:sldId id="309" r:id="rId32"/>
    <p:sldId id="267" r:id="rId33"/>
    <p:sldId id="268" r:id="rId34"/>
    <p:sldId id="308" r:id="rId35"/>
    <p:sldId id="311" r:id="rId36"/>
    <p:sldId id="269" r:id="rId37"/>
    <p:sldId id="270" r:id="rId38"/>
    <p:sldId id="271" r:id="rId39"/>
    <p:sldId id="310" r:id="rId40"/>
    <p:sldId id="331" r:id="rId41"/>
    <p:sldId id="332" r:id="rId42"/>
    <p:sldId id="333" r:id="rId43"/>
    <p:sldId id="334" r:id="rId44"/>
    <p:sldId id="335" r:id="rId45"/>
    <p:sldId id="336" r:id="rId46"/>
    <p:sldId id="337" r:id="rId47"/>
    <p:sldId id="338" r:id="rId48"/>
    <p:sldId id="341" r:id="rId49"/>
    <p:sldId id="339" r:id="rId50"/>
    <p:sldId id="342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11" autoAdjust="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F5D90B-78FD-43F6-8F6D-359F8EB2A73F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7BF7653-47E2-40F6-B23B-30A3953F1247}">
      <dgm:prSet phldrT="[Text]" custT="1"/>
      <dgm:spPr/>
      <dgm:t>
        <a:bodyPr/>
        <a:lstStyle/>
        <a:p>
          <a:r>
            <a:rPr lang="en-US" sz="24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Factors</a:t>
          </a:r>
          <a:endParaRPr lang="en-US" sz="24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677F6F6B-6B95-4BE9-AFC4-5A3FC5C7B1F0}" type="parTrans" cxnId="{FF1806C2-0B9C-4A79-91C7-F45C38584C12}">
      <dgm:prSet/>
      <dgm:spPr/>
      <dgm:t>
        <a:bodyPr/>
        <a:lstStyle/>
        <a:p>
          <a:endParaRPr lang="en-US"/>
        </a:p>
      </dgm:t>
    </dgm:pt>
    <dgm:pt modelId="{18554F1F-80C0-4D8B-B6DC-6B2E55261FB0}" type="sibTrans" cxnId="{FF1806C2-0B9C-4A79-91C7-F45C38584C12}">
      <dgm:prSet/>
      <dgm:spPr/>
      <dgm:t>
        <a:bodyPr/>
        <a:lstStyle/>
        <a:p>
          <a:endParaRPr lang="en-US"/>
        </a:p>
      </dgm:t>
    </dgm:pt>
    <dgm:pt modelId="{BDFC1ECA-87F9-49FC-9099-5841298F04FC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Material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A1C8A01-A42B-4221-AF37-6E067F8BEB0E}" type="parTrans" cxnId="{BC36EBB9-603D-472D-B2B7-1D66654CCDC7}">
      <dgm:prSet/>
      <dgm:spPr/>
      <dgm:t>
        <a:bodyPr/>
        <a:lstStyle/>
        <a:p>
          <a:endParaRPr lang="en-US"/>
        </a:p>
      </dgm:t>
    </dgm:pt>
    <dgm:pt modelId="{A33BEA2F-C543-4985-B77F-9986CD3ECFE0}" type="sibTrans" cxnId="{BC36EBB9-603D-472D-B2B7-1D66654CCDC7}">
      <dgm:prSet/>
      <dgm:spPr/>
      <dgm:t>
        <a:bodyPr/>
        <a:lstStyle/>
        <a:p>
          <a:endParaRPr lang="en-US"/>
        </a:p>
      </dgm:t>
    </dgm:pt>
    <dgm:pt modelId="{D7447FFC-B955-4499-869F-0683B5FAE66B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Product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F7F399CA-5C7A-4D3A-A22D-962950648645}" type="parTrans" cxnId="{0EE3E876-5D39-4205-A407-D3AB7404650E}">
      <dgm:prSet/>
      <dgm:spPr/>
      <dgm:t>
        <a:bodyPr/>
        <a:lstStyle/>
        <a:p>
          <a:endParaRPr lang="en-US"/>
        </a:p>
      </dgm:t>
    </dgm:pt>
    <dgm:pt modelId="{9941EA9E-13AA-4E79-9453-007988723469}" type="sibTrans" cxnId="{0EE3E876-5D39-4205-A407-D3AB7404650E}">
      <dgm:prSet/>
      <dgm:spPr/>
      <dgm:t>
        <a:bodyPr/>
        <a:lstStyle/>
        <a:p>
          <a:endParaRPr lang="en-US"/>
        </a:p>
      </dgm:t>
    </dgm:pt>
    <dgm:pt modelId="{D9A09F28-8528-4644-BAB8-2BD745EA929E}">
      <dgm:prSet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Manpower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0A0FB1EB-A744-4249-9B0D-E68A304A7C87}" type="parTrans" cxnId="{D2E15487-D682-4932-A6D8-F331E6CEE970}">
      <dgm:prSet/>
      <dgm:spPr/>
      <dgm:t>
        <a:bodyPr/>
        <a:lstStyle/>
        <a:p>
          <a:endParaRPr lang="en-US"/>
        </a:p>
      </dgm:t>
    </dgm:pt>
    <dgm:pt modelId="{532FD1E3-25DC-4974-9B01-A86C7BDBD623}" type="sibTrans" cxnId="{D2E15487-D682-4932-A6D8-F331E6CEE970}">
      <dgm:prSet/>
      <dgm:spPr/>
      <dgm:t>
        <a:bodyPr/>
        <a:lstStyle/>
        <a:p>
          <a:endParaRPr lang="en-US"/>
        </a:p>
      </dgm:t>
    </dgm:pt>
    <dgm:pt modelId="{2C5142F5-07D4-4196-9181-10882191488F}">
      <dgm:prSet custT="1"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Machinery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C28C0DAB-927D-4FF8-BAEB-6E767E1C8BD2}" type="parTrans" cxnId="{254B464A-E610-4569-91D5-E6B4E3E4A2B5}">
      <dgm:prSet/>
      <dgm:spPr/>
      <dgm:t>
        <a:bodyPr/>
        <a:lstStyle/>
        <a:p>
          <a:endParaRPr lang="en-US"/>
        </a:p>
      </dgm:t>
    </dgm:pt>
    <dgm:pt modelId="{906B0CD9-0CBF-4184-90CB-5EFCF47BF803}" type="sibTrans" cxnId="{254B464A-E610-4569-91D5-E6B4E3E4A2B5}">
      <dgm:prSet/>
      <dgm:spPr/>
      <dgm:t>
        <a:bodyPr/>
        <a:lstStyle/>
        <a:p>
          <a:endParaRPr lang="en-US"/>
        </a:p>
      </dgm:t>
    </dgm:pt>
    <dgm:pt modelId="{6F7B0247-F2C9-4EF8-B011-DAECAEC46EFB}">
      <dgm:prSet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Type of Industry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A80544A-0A67-4FB5-BE4C-2CA615EEA63F}" type="parTrans" cxnId="{A0588F8E-3F74-4EA7-8215-ACA015BE14AA}">
      <dgm:prSet/>
      <dgm:spPr/>
      <dgm:t>
        <a:bodyPr/>
        <a:lstStyle/>
        <a:p>
          <a:endParaRPr lang="en-US"/>
        </a:p>
      </dgm:t>
    </dgm:pt>
    <dgm:pt modelId="{A944ADCD-3CBF-4859-A4CF-6FE0FCEA6CF8}" type="sibTrans" cxnId="{A0588F8E-3F74-4EA7-8215-ACA015BE14AA}">
      <dgm:prSet/>
      <dgm:spPr/>
      <dgm:t>
        <a:bodyPr/>
        <a:lstStyle/>
        <a:p>
          <a:endParaRPr lang="en-US"/>
        </a:p>
      </dgm:t>
    </dgm:pt>
    <dgm:pt modelId="{195BD0E9-06E7-4674-AFDE-163E2A6C2E05}">
      <dgm:prSet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Location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0699281-4DB0-4FDE-B459-98B5F4D78EA8}" type="parTrans" cxnId="{F52B5BA8-63C6-4B6B-9A3C-41D7E73432D6}">
      <dgm:prSet/>
      <dgm:spPr/>
      <dgm:t>
        <a:bodyPr/>
        <a:lstStyle/>
        <a:p>
          <a:endParaRPr lang="en-US"/>
        </a:p>
      </dgm:t>
    </dgm:pt>
    <dgm:pt modelId="{29810393-1E31-4926-BA08-210463C413A0}" type="sibTrans" cxnId="{F52B5BA8-63C6-4B6B-9A3C-41D7E73432D6}">
      <dgm:prSet/>
      <dgm:spPr/>
      <dgm:t>
        <a:bodyPr/>
        <a:lstStyle/>
        <a:p>
          <a:endParaRPr lang="en-US"/>
        </a:p>
      </dgm:t>
    </dgm:pt>
    <dgm:pt modelId="{41EF28C7-CF96-4549-96D7-C6AE79F4D596}">
      <dgm:prSet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Management Policies</a:t>
          </a:r>
          <a:endParaRPr lang="en-US" sz="2000" b="1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gm:t>
    </dgm:pt>
    <dgm:pt modelId="{27EA1E59-D7C2-4686-A934-427AFBC0FFB9}" type="parTrans" cxnId="{D2FC0080-2BC3-499F-9D98-B2473C5C372F}">
      <dgm:prSet/>
      <dgm:spPr/>
      <dgm:t>
        <a:bodyPr/>
        <a:lstStyle/>
        <a:p>
          <a:endParaRPr lang="en-US"/>
        </a:p>
      </dgm:t>
    </dgm:pt>
    <dgm:pt modelId="{060E00AB-E134-4D50-AC0F-1DB2F1663B72}" type="sibTrans" cxnId="{D2FC0080-2BC3-499F-9D98-B2473C5C372F}">
      <dgm:prSet/>
      <dgm:spPr/>
      <dgm:t>
        <a:bodyPr/>
        <a:lstStyle/>
        <a:p>
          <a:endParaRPr lang="en-US"/>
        </a:p>
      </dgm:t>
    </dgm:pt>
    <dgm:pt modelId="{416F04C8-ED0C-4518-9965-3116466946C4}" type="pres">
      <dgm:prSet presAssocID="{01F5D90B-78FD-43F6-8F6D-359F8EB2A73F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A7D896E-8ABA-4217-8A89-857DE09AFCF8}" type="pres">
      <dgm:prSet presAssocID="{A7BF7653-47E2-40F6-B23B-30A3953F1247}" presName="centerShape" presStyleLbl="node0" presStyleIdx="0" presStyleCnt="1" custScaleX="136399" custScaleY="119092"/>
      <dgm:spPr/>
      <dgm:t>
        <a:bodyPr/>
        <a:lstStyle/>
        <a:p>
          <a:endParaRPr lang="en-US"/>
        </a:p>
      </dgm:t>
    </dgm:pt>
    <dgm:pt modelId="{9B2A6900-EB43-42D7-A0DC-582196EF1C84}" type="pres">
      <dgm:prSet presAssocID="{FA1C8A01-A42B-4221-AF37-6E067F8BEB0E}" presName="parTrans" presStyleLbl="sibTrans2D1" presStyleIdx="0" presStyleCnt="7"/>
      <dgm:spPr/>
      <dgm:t>
        <a:bodyPr/>
        <a:lstStyle/>
        <a:p>
          <a:endParaRPr lang="en-US"/>
        </a:p>
      </dgm:t>
    </dgm:pt>
    <dgm:pt modelId="{B23B40E3-324F-4F83-AC6E-F28DCA0FB40D}" type="pres">
      <dgm:prSet presAssocID="{FA1C8A01-A42B-4221-AF37-6E067F8BEB0E}" presName="connectorText" presStyleLbl="sibTrans2D1" presStyleIdx="0" presStyleCnt="7"/>
      <dgm:spPr/>
      <dgm:t>
        <a:bodyPr/>
        <a:lstStyle/>
        <a:p>
          <a:endParaRPr lang="en-US"/>
        </a:p>
      </dgm:t>
    </dgm:pt>
    <dgm:pt modelId="{575FDE59-1F59-4DC7-9D9D-F5A82F707B85}" type="pres">
      <dgm:prSet presAssocID="{BDFC1ECA-87F9-49FC-9099-5841298F04FC}" presName="node" presStyleLbl="node1" presStyleIdx="0" presStyleCnt="7" custScaleX="13067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481BAB5-B8C0-4DC3-8ED9-CF1A6F94783C}" type="pres">
      <dgm:prSet presAssocID="{F7F399CA-5C7A-4D3A-A22D-962950648645}" presName="parTrans" presStyleLbl="sibTrans2D1" presStyleIdx="1" presStyleCnt="7"/>
      <dgm:spPr/>
      <dgm:t>
        <a:bodyPr/>
        <a:lstStyle/>
        <a:p>
          <a:endParaRPr lang="en-US"/>
        </a:p>
      </dgm:t>
    </dgm:pt>
    <dgm:pt modelId="{F89B531D-8D0C-4941-BA56-39412E679EF3}" type="pres">
      <dgm:prSet presAssocID="{F7F399CA-5C7A-4D3A-A22D-962950648645}" presName="connectorText" presStyleLbl="sibTrans2D1" presStyleIdx="1" presStyleCnt="7"/>
      <dgm:spPr/>
      <dgm:t>
        <a:bodyPr/>
        <a:lstStyle/>
        <a:p>
          <a:endParaRPr lang="en-US"/>
        </a:p>
      </dgm:t>
    </dgm:pt>
    <dgm:pt modelId="{9B696340-928C-4FC6-A462-310B67AF6435}" type="pres">
      <dgm:prSet presAssocID="{D7447FFC-B955-4499-869F-0683B5FAE66B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07D711-16FA-45D1-BC33-0F50DA4ABF58}" type="pres">
      <dgm:prSet presAssocID="{0A0FB1EB-A744-4249-9B0D-E68A304A7C87}" presName="parTrans" presStyleLbl="sibTrans2D1" presStyleIdx="2" presStyleCnt="7"/>
      <dgm:spPr/>
      <dgm:t>
        <a:bodyPr/>
        <a:lstStyle/>
        <a:p>
          <a:endParaRPr lang="en-US"/>
        </a:p>
      </dgm:t>
    </dgm:pt>
    <dgm:pt modelId="{DB35FC5C-BB9A-4060-B6AF-B8E36DDC4DF7}" type="pres">
      <dgm:prSet presAssocID="{0A0FB1EB-A744-4249-9B0D-E68A304A7C87}" presName="connectorText" presStyleLbl="sibTrans2D1" presStyleIdx="2" presStyleCnt="7"/>
      <dgm:spPr/>
      <dgm:t>
        <a:bodyPr/>
        <a:lstStyle/>
        <a:p>
          <a:endParaRPr lang="en-US"/>
        </a:p>
      </dgm:t>
    </dgm:pt>
    <dgm:pt modelId="{F367653E-C7EE-4180-82E5-7AE69543B8B0}" type="pres">
      <dgm:prSet presAssocID="{D9A09F28-8528-4644-BAB8-2BD745EA929E}" presName="node" presStyleLbl="node1" presStyleIdx="2" presStyleCnt="7" custScaleX="12664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FC1B15-5B0E-47D0-95A0-091C12B4A966}" type="pres">
      <dgm:prSet presAssocID="{C28C0DAB-927D-4FF8-BAEB-6E767E1C8BD2}" presName="parTrans" presStyleLbl="sibTrans2D1" presStyleIdx="3" presStyleCnt="7"/>
      <dgm:spPr/>
      <dgm:t>
        <a:bodyPr/>
        <a:lstStyle/>
        <a:p>
          <a:endParaRPr lang="en-US"/>
        </a:p>
      </dgm:t>
    </dgm:pt>
    <dgm:pt modelId="{324CC950-48D7-4075-A667-8C18B8E05C63}" type="pres">
      <dgm:prSet presAssocID="{C28C0DAB-927D-4FF8-BAEB-6E767E1C8BD2}" presName="connectorText" presStyleLbl="sibTrans2D1" presStyleIdx="3" presStyleCnt="7"/>
      <dgm:spPr/>
      <dgm:t>
        <a:bodyPr/>
        <a:lstStyle/>
        <a:p>
          <a:endParaRPr lang="en-US"/>
        </a:p>
      </dgm:t>
    </dgm:pt>
    <dgm:pt modelId="{8F2B98A2-7400-403C-9D52-840CADFAEFCB}" type="pres">
      <dgm:prSet presAssocID="{2C5142F5-07D4-4196-9181-10882191488F}" presName="node" presStyleLbl="node1" presStyleIdx="3" presStyleCnt="7" custScaleX="131674" custScaleY="8550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E722CC6-4532-49F4-B9C8-050C162ACC20}" type="pres">
      <dgm:prSet presAssocID="{3A80544A-0A67-4FB5-BE4C-2CA615EEA63F}" presName="parTrans" presStyleLbl="sibTrans2D1" presStyleIdx="4" presStyleCnt="7"/>
      <dgm:spPr/>
      <dgm:t>
        <a:bodyPr/>
        <a:lstStyle/>
        <a:p>
          <a:endParaRPr lang="en-US"/>
        </a:p>
      </dgm:t>
    </dgm:pt>
    <dgm:pt modelId="{2A4BDFDB-0286-46ED-ACB4-B61F3C5467DE}" type="pres">
      <dgm:prSet presAssocID="{3A80544A-0A67-4FB5-BE4C-2CA615EEA63F}" presName="connectorText" presStyleLbl="sibTrans2D1" presStyleIdx="4" presStyleCnt="7"/>
      <dgm:spPr/>
      <dgm:t>
        <a:bodyPr/>
        <a:lstStyle/>
        <a:p>
          <a:endParaRPr lang="en-US"/>
        </a:p>
      </dgm:t>
    </dgm:pt>
    <dgm:pt modelId="{67C92A87-DA88-44B2-80C3-5BBBAABE20EC}" type="pres">
      <dgm:prSet presAssocID="{6F7B0247-F2C9-4EF8-B011-DAECAEC46EFB}" presName="node" presStyleLbl="node1" presStyleIdx="4" presStyleCnt="7" custScaleX="1229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1E916D-D072-4047-9367-59A3A35D97EB}" type="pres">
      <dgm:prSet presAssocID="{90699281-4DB0-4FDE-B459-98B5F4D78EA8}" presName="parTrans" presStyleLbl="sibTrans2D1" presStyleIdx="5" presStyleCnt="7"/>
      <dgm:spPr/>
      <dgm:t>
        <a:bodyPr/>
        <a:lstStyle/>
        <a:p>
          <a:endParaRPr lang="en-US"/>
        </a:p>
      </dgm:t>
    </dgm:pt>
    <dgm:pt modelId="{17CCF631-E932-45E2-B7ED-E384CD8B1E1A}" type="pres">
      <dgm:prSet presAssocID="{90699281-4DB0-4FDE-B459-98B5F4D78EA8}" presName="connectorText" presStyleLbl="sibTrans2D1" presStyleIdx="5" presStyleCnt="7"/>
      <dgm:spPr/>
      <dgm:t>
        <a:bodyPr/>
        <a:lstStyle/>
        <a:p>
          <a:endParaRPr lang="en-US"/>
        </a:p>
      </dgm:t>
    </dgm:pt>
    <dgm:pt modelId="{04BD695A-F628-460B-8B82-63012634440D}" type="pres">
      <dgm:prSet presAssocID="{195BD0E9-06E7-4674-AFDE-163E2A6C2E05}" presName="node" presStyleLbl="node1" presStyleIdx="5" presStyleCnt="7" custScaleX="11623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39A168-8015-45F4-BC65-AD74F87E510A}" type="pres">
      <dgm:prSet presAssocID="{27EA1E59-D7C2-4686-A934-427AFBC0FFB9}" presName="parTrans" presStyleLbl="sibTrans2D1" presStyleIdx="6" presStyleCnt="7"/>
      <dgm:spPr/>
      <dgm:t>
        <a:bodyPr/>
        <a:lstStyle/>
        <a:p>
          <a:endParaRPr lang="en-US"/>
        </a:p>
      </dgm:t>
    </dgm:pt>
    <dgm:pt modelId="{DA0A17FE-760C-4D12-8B5B-419CD089A488}" type="pres">
      <dgm:prSet presAssocID="{27EA1E59-D7C2-4686-A934-427AFBC0FFB9}" presName="connectorText" presStyleLbl="sibTrans2D1" presStyleIdx="6" presStyleCnt="7"/>
      <dgm:spPr/>
      <dgm:t>
        <a:bodyPr/>
        <a:lstStyle/>
        <a:p>
          <a:endParaRPr lang="en-US"/>
        </a:p>
      </dgm:t>
    </dgm:pt>
    <dgm:pt modelId="{25E4D6B4-517F-4139-BDDA-F6B57B6C6A32}" type="pres">
      <dgm:prSet presAssocID="{41EF28C7-CF96-4549-96D7-C6AE79F4D596}" presName="node" presStyleLbl="node1" presStyleIdx="6" presStyleCnt="7" custScaleX="14859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FC0080-2BC3-499F-9D98-B2473C5C372F}" srcId="{A7BF7653-47E2-40F6-B23B-30A3953F1247}" destId="{41EF28C7-CF96-4549-96D7-C6AE79F4D596}" srcOrd="6" destOrd="0" parTransId="{27EA1E59-D7C2-4686-A934-427AFBC0FFB9}" sibTransId="{060E00AB-E134-4D50-AC0F-1DB2F1663B72}"/>
    <dgm:cxn modelId="{A0588F8E-3F74-4EA7-8215-ACA015BE14AA}" srcId="{A7BF7653-47E2-40F6-B23B-30A3953F1247}" destId="{6F7B0247-F2C9-4EF8-B011-DAECAEC46EFB}" srcOrd="4" destOrd="0" parTransId="{3A80544A-0A67-4FB5-BE4C-2CA615EEA63F}" sibTransId="{A944ADCD-3CBF-4859-A4CF-6FE0FCEA6CF8}"/>
    <dgm:cxn modelId="{8EC45820-C150-43C7-B0F6-C50E32B8BF9F}" type="presOf" srcId="{D9A09F28-8528-4644-BAB8-2BD745EA929E}" destId="{F367653E-C7EE-4180-82E5-7AE69543B8B0}" srcOrd="0" destOrd="0" presId="urn:microsoft.com/office/officeart/2005/8/layout/radial5"/>
    <dgm:cxn modelId="{07A1D145-59D8-4721-AD7F-1580313C5381}" type="presOf" srcId="{FA1C8A01-A42B-4221-AF37-6E067F8BEB0E}" destId="{B23B40E3-324F-4F83-AC6E-F28DCA0FB40D}" srcOrd="1" destOrd="0" presId="urn:microsoft.com/office/officeart/2005/8/layout/radial5"/>
    <dgm:cxn modelId="{4C46E948-BC69-4158-92AD-6ED3D963D2CA}" type="presOf" srcId="{90699281-4DB0-4FDE-B459-98B5F4D78EA8}" destId="{17CCF631-E932-45E2-B7ED-E384CD8B1E1A}" srcOrd="1" destOrd="0" presId="urn:microsoft.com/office/officeart/2005/8/layout/radial5"/>
    <dgm:cxn modelId="{0EE3E876-5D39-4205-A407-D3AB7404650E}" srcId="{A7BF7653-47E2-40F6-B23B-30A3953F1247}" destId="{D7447FFC-B955-4499-869F-0683B5FAE66B}" srcOrd="1" destOrd="0" parTransId="{F7F399CA-5C7A-4D3A-A22D-962950648645}" sibTransId="{9941EA9E-13AA-4E79-9453-007988723469}"/>
    <dgm:cxn modelId="{89AA92BF-4954-40A1-9B89-BE6926ECD5BA}" type="presOf" srcId="{01F5D90B-78FD-43F6-8F6D-359F8EB2A73F}" destId="{416F04C8-ED0C-4518-9965-3116466946C4}" srcOrd="0" destOrd="0" presId="urn:microsoft.com/office/officeart/2005/8/layout/radial5"/>
    <dgm:cxn modelId="{714FC799-22BF-4463-A05B-E021F41D8E43}" type="presOf" srcId="{90699281-4DB0-4FDE-B459-98B5F4D78EA8}" destId="{3D1E916D-D072-4047-9367-59A3A35D97EB}" srcOrd="0" destOrd="0" presId="urn:microsoft.com/office/officeart/2005/8/layout/radial5"/>
    <dgm:cxn modelId="{D2C796B4-2C69-4A5E-8224-5EE608CC627D}" type="presOf" srcId="{3A80544A-0A67-4FB5-BE4C-2CA615EEA63F}" destId="{2A4BDFDB-0286-46ED-ACB4-B61F3C5467DE}" srcOrd="1" destOrd="0" presId="urn:microsoft.com/office/officeart/2005/8/layout/radial5"/>
    <dgm:cxn modelId="{7693F29F-2B9F-4471-BE73-669EE5FCB7BD}" type="presOf" srcId="{C28C0DAB-927D-4FF8-BAEB-6E767E1C8BD2}" destId="{324CC950-48D7-4075-A667-8C18B8E05C63}" srcOrd="1" destOrd="0" presId="urn:microsoft.com/office/officeart/2005/8/layout/radial5"/>
    <dgm:cxn modelId="{F52B5BA8-63C6-4B6B-9A3C-41D7E73432D6}" srcId="{A7BF7653-47E2-40F6-B23B-30A3953F1247}" destId="{195BD0E9-06E7-4674-AFDE-163E2A6C2E05}" srcOrd="5" destOrd="0" parTransId="{90699281-4DB0-4FDE-B459-98B5F4D78EA8}" sibTransId="{29810393-1E31-4926-BA08-210463C413A0}"/>
    <dgm:cxn modelId="{BB28F382-CAF1-4BBC-AF1F-69CDAB048759}" type="presOf" srcId="{C28C0DAB-927D-4FF8-BAEB-6E767E1C8BD2}" destId="{55FC1B15-5B0E-47D0-95A0-091C12B4A966}" srcOrd="0" destOrd="0" presId="urn:microsoft.com/office/officeart/2005/8/layout/radial5"/>
    <dgm:cxn modelId="{E5D5B847-E640-4AA7-B0E5-7C1A17796139}" type="presOf" srcId="{F7F399CA-5C7A-4D3A-A22D-962950648645}" destId="{9481BAB5-B8C0-4DC3-8ED9-CF1A6F94783C}" srcOrd="0" destOrd="0" presId="urn:microsoft.com/office/officeart/2005/8/layout/radial5"/>
    <dgm:cxn modelId="{51F4DFD6-16EB-4785-A0DA-3E3C6C25AEF0}" type="presOf" srcId="{0A0FB1EB-A744-4249-9B0D-E68A304A7C87}" destId="{1E07D711-16FA-45D1-BC33-0F50DA4ABF58}" srcOrd="0" destOrd="0" presId="urn:microsoft.com/office/officeart/2005/8/layout/radial5"/>
    <dgm:cxn modelId="{ABDDBEF9-D430-4A7A-9449-39A45B9C4E32}" type="presOf" srcId="{3A80544A-0A67-4FB5-BE4C-2CA615EEA63F}" destId="{CE722CC6-4532-49F4-B9C8-050C162ACC20}" srcOrd="0" destOrd="0" presId="urn:microsoft.com/office/officeart/2005/8/layout/radial5"/>
    <dgm:cxn modelId="{F4ACDE71-0504-40B3-8640-B06198145248}" type="presOf" srcId="{6F7B0247-F2C9-4EF8-B011-DAECAEC46EFB}" destId="{67C92A87-DA88-44B2-80C3-5BBBAABE20EC}" srcOrd="0" destOrd="0" presId="urn:microsoft.com/office/officeart/2005/8/layout/radial5"/>
    <dgm:cxn modelId="{53F461C6-7809-432E-B940-23D08295C7B8}" type="presOf" srcId="{41EF28C7-CF96-4549-96D7-C6AE79F4D596}" destId="{25E4D6B4-517F-4139-BDDA-F6B57B6C6A32}" srcOrd="0" destOrd="0" presId="urn:microsoft.com/office/officeart/2005/8/layout/radial5"/>
    <dgm:cxn modelId="{4AF44EBD-FE49-4280-A51A-77148AC6DBC3}" type="presOf" srcId="{2C5142F5-07D4-4196-9181-10882191488F}" destId="{8F2B98A2-7400-403C-9D52-840CADFAEFCB}" srcOrd="0" destOrd="0" presId="urn:microsoft.com/office/officeart/2005/8/layout/radial5"/>
    <dgm:cxn modelId="{5B45336D-B9EE-4299-9FD0-DF37701EA9A1}" type="presOf" srcId="{27EA1E59-D7C2-4686-A934-427AFBC0FFB9}" destId="{DA0A17FE-760C-4D12-8B5B-419CD089A488}" srcOrd="1" destOrd="0" presId="urn:microsoft.com/office/officeart/2005/8/layout/radial5"/>
    <dgm:cxn modelId="{FF1806C2-0B9C-4A79-91C7-F45C38584C12}" srcId="{01F5D90B-78FD-43F6-8F6D-359F8EB2A73F}" destId="{A7BF7653-47E2-40F6-B23B-30A3953F1247}" srcOrd="0" destOrd="0" parTransId="{677F6F6B-6B95-4BE9-AFC4-5A3FC5C7B1F0}" sibTransId="{18554F1F-80C0-4D8B-B6DC-6B2E55261FB0}"/>
    <dgm:cxn modelId="{D942DE12-8CB6-48B1-8DC4-A9F777DCA62C}" type="presOf" srcId="{FA1C8A01-A42B-4221-AF37-6E067F8BEB0E}" destId="{9B2A6900-EB43-42D7-A0DC-582196EF1C84}" srcOrd="0" destOrd="0" presId="urn:microsoft.com/office/officeart/2005/8/layout/radial5"/>
    <dgm:cxn modelId="{BC36EBB9-603D-472D-B2B7-1D66654CCDC7}" srcId="{A7BF7653-47E2-40F6-B23B-30A3953F1247}" destId="{BDFC1ECA-87F9-49FC-9099-5841298F04FC}" srcOrd="0" destOrd="0" parTransId="{FA1C8A01-A42B-4221-AF37-6E067F8BEB0E}" sibTransId="{A33BEA2F-C543-4985-B77F-9986CD3ECFE0}"/>
    <dgm:cxn modelId="{77E869E2-53ED-447B-ABF5-22DC3682F5D4}" type="presOf" srcId="{BDFC1ECA-87F9-49FC-9099-5841298F04FC}" destId="{575FDE59-1F59-4DC7-9D9D-F5A82F707B85}" srcOrd="0" destOrd="0" presId="urn:microsoft.com/office/officeart/2005/8/layout/radial5"/>
    <dgm:cxn modelId="{45FAF640-271D-46B7-A366-6B0E8D5AF1E1}" type="presOf" srcId="{0A0FB1EB-A744-4249-9B0D-E68A304A7C87}" destId="{DB35FC5C-BB9A-4060-B6AF-B8E36DDC4DF7}" srcOrd="1" destOrd="0" presId="urn:microsoft.com/office/officeart/2005/8/layout/radial5"/>
    <dgm:cxn modelId="{D2E15487-D682-4932-A6D8-F331E6CEE970}" srcId="{A7BF7653-47E2-40F6-B23B-30A3953F1247}" destId="{D9A09F28-8528-4644-BAB8-2BD745EA929E}" srcOrd="2" destOrd="0" parTransId="{0A0FB1EB-A744-4249-9B0D-E68A304A7C87}" sibTransId="{532FD1E3-25DC-4974-9B01-A86C7BDBD623}"/>
    <dgm:cxn modelId="{321C2FED-65E2-4F64-81F0-443DD1258C54}" type="presOf" srcId="{F7F399CA-5C7A-4D3A-A22D-962950648645}" destId="{F89B531D-8D0C-4941-BA56-39412E679EF3}" srcOrd="1" destOrd="0" presId="urn:microsoft.com/office/officeart/2005/8/layout/radial5"/>
    <dgm:cxn modelId="{254B464A-E610-4569-91D5-E6B4E3E4A2B5}" srcId="{A7BF7653-47E2-40F6-B23B-30A3953F1247}" destId="{2C5142F5-07D4-4196-9181-10882191488F}" srcOrd="3" destOrd="0" parTransId="{C28C0DAB-927D-4FF8-BAEB-6E767E1C8BD2}" sibTransId="{906B0CD9-0CBF-4184-90CB-5EFCF47BF803}"/>
    <dgm:cxn modelId="{E8E7F7D5-9538-48FC-A970-3F0BFC3C131B}" type="presOf" srcId="{27EA1E59-D7C2-4686-A934-427AFBC0FFB9}" destId="{2C39A168-8015-45F4-BC65-AD74F87E510A}" srcOrd="0" destOrd="0" presId="urn:microsoft.com/office/officeart/2005/8/layout/radial5"/>
    <dgm:cxn modelId="{B1A9A05D-FA81-45E2-BB23-BBFAFCE84E59}" type="presOf" srcId="{A7BF7653-47E2-40F6-B23B-30A3953F1247}" destId="{2A7D896E-8ABA-4217-8A89-857DE09AFCF8}" srcOrd="0" destOrd="0" presId="urn:microsoft.com/office/officeart/2005/8/layout/radial5"/>
    <dgm:cxn modelId="{F1D2FA82-76E8-4EBC-964F-4180F2B71C6A}" type="presOf" srcId="{D7447FFC-B955-4499-869F-0683B5FAE66B}" destId="{9B696340-928C-4FC6-A462-310B67AF6435}" srcOrd="0" destOrd="0" presId="urn:microsoft.com/office/officeart/2005/8/layout/radial5"/>
    <dgm:cxn modelId="{A3334041-9A14-4604-81FF-DDA35C9E132A}" type="presOf" srcId="{195BD0E9-06E7-4674-AFDE-163E2A6C2E05}" destId="{04BD695A-F628-460B-8B82-63012634440D}" srcOrd="0" destOrd="0" presId="urn:microsoft.com/office/officeart/2005/8/layout/radial5"/>
    <dgm:cxn modelId="{A4FBD945-D959-4053-8E71-FAFC8435D297}" type="presParOf" srcId="{416F04C8-ED0C-4518-9965-3116466946C4}" destId="{2A7D896E-8ABA-4217-8A89-857DE09AFCF8}" srcOrd="0" destOrd="0" presId="urn:microsoft.com/office/officeart/2005/8/layout/radial5"/>
    <dgm:cxn modelId="{2A257D34-AF32-4DEE-9326-7B12DAD8E277}" type="presParOf" srcId="{416F04C8-ED0C-4518-9965-3116466946C4}" destId="{9B2A6900-EB43-42D7-A0DC-582196EF1C84}" srcOrd="1" destOrd="0" presId="urn:microsoft.com/office/officeart/2005/8/layout/radial5"/>
    <dgm:cxn modelId="{D12CE3C2-573E-4431-9B4D-8EB3A4BDA570}" type="presParOf" srcId="{9B2A6900-EB43-42D7-A0DC-582196EF1C84}" destId="{B23B40E3-324F-4F83-AC6E-F28DCA0FB40D}" srcOrd="0" destOrd="0" presId="urn:microsoft.com/office/officeart/2005/8/layout/radial5"/>
    <dgm:cxn modelId="{4E2B324D-DCF0-447D-AFB2-B956A7B988CC}" type="presParOf" srcId="{416F04C8-ED0C-4518-9965-3116466946C4}" destId="{575FDE59-1F59-4DC7-9D9D-F5A82F707B85}" srcOrd="2" destOrd="0" presId="urn:microsoft.com/office/officeart/2005/8/layout/radial5"/>
    <dgm:cxn modelId="{30CD5053-DD18-4DF2-A4E6-E2FB495FA2F0}" type="presParOf" srcId="{416F04C8-ED0C-4518-9965-3116466946C4}" destId="{9481BAB5-B8C0-4DC3-8ED9-CF1A6F94783C}" srcOrd="3" destOrd="0" presId="urn:microsoft.com/office/officeart/2005/8/layout/radial5"/>
    <dgm:cxn modelId="{E34D9955-9900-4FDC-9D08-C2BCAF9919A3}" type="presParOf" srcId="{9481BAB5-B8C0-4DC3-8ED9-CF1A6F94783C}" destId="{F89B531D-8D0C-4941-BA56-39412E679EF3}" srcOrd="0" destOrd="0" presId="urn:microsoft.com/office/officeart/2005/8/layout/radial5"/>
    <dgm:cxn modelId="{2D1AC8FE-1D61-4B57-A575-D33301EC5C67}" type="presParOf" srcId="{416F04C8-ED0C-4518-9965-3116466946C4}" destId="{9B696340-928C-4FC6-A462-310B67AF6435}" srcOrd="4" destOrd="0" presId="urn:microsoft.com/office/officeart/2005/8/layout/radial5"/>
    <dgm:cxn modelId="{631E32C3-765E-486A-806D-EBDDFA991977}" type="presParOf" srcId="{416F04C8-ED0C-4518-9965-3116466946C4}" destId="{1E07D711-16FA-45D1-BC33-0F50DA4ABF58}" srcOrd="5" destOrd="0" presId="urn:microsoft.com/office/officeart/2005/8/layout/radial5"/>
    <dgm:cxn modelId="{B61007E4-8F0C-4991-BDFD-6BFC6EDFD04C}" type="presParOf" srcId="{1E07D711-16FA-45D1-BC33-0F50DA4ABF58}" destId="{DB35FC5C-BB9A-4060-B6AF-B8E36DDC4DF7}" srcOrd="0" destOrd="0" presId="urn:microsoft.com/office/officeart/2005/8/layout/radial5"/>
    <dgm:cxn modelId="{73FF2EB1-CEB4-442D-B806-9719C7BA979A}" type="presParOf" srcId="{416F04C8-ED0C-4518-9965-3116466946C4}" destId="{F367653E-C7EE-4180-82E5-7AE69543B8B0}" srcOrd="6" destOrd="0" presId="urn:microsoft.com/office/officeart/2005/8/layout/radial5"/>
    <dgm:cxn modelId="{08E2C954-DF2D-4E06-B6CA-87C3208F906A}" type="presParOf" srcId="{416F04C8-ED0C-4518-9965-3116466946C4}" destId="{55FC1B15-5B0E-47D0-95A0-091C12B4A966}" srcOrd="7" destOrd="0" presId="urn:microsoft.com/office/officeart/2005/8/layout/radial5"/>
    <dgm:cxn modelId="{C5D49CF0-83AF-43EA-A35D-FE76DE041E11}" type="presParOf" srcId="{55FC1B15-5B0E-47D0-95A0-091C12B4A966}" destId="{324CC950-48D7-4075-A667-8C18B8E05C63}" srcOrd="0" destOrd="0" presId="urn:microsoft.com/office/officeart/2005/8/layout/radial5"/>
    <dgm:cxn modelId="{16F4EE56-6505-477D-B237-6BEB9A00A34B}" type="presParOf" srcId="{416F04C8-ED0C-4518-9965-3116466946C4}" destId="{8F2B98A2-7400-403C-9D52-840CADFAEFCB}" srcOrd="8" destOrd="0" presId="urn:microsoft.com/office/officeart/2005/8/layout/radial5"/>
    <dgm:cxn modelId="{D0B76AC3-D973-4A3A-849D-FF9F7D18B74D}" type="presParOf" srcId="{416F04C8-ED0C-4518-9965-3116466946C4}" destId="{CE722CC6-4532-49F4-B9C8-050C162ACC20}" srcOrd="9" destOrd="0" presId="urn:microsoft.com/office/officeart/2005/8/layout/radial5"/>
    <dgm:cxn modelId="{A275E4A9-AF63-4C69-8121-E29B09A210B6}" type="presParOf" srcId="{CE722CC6-4532-49F4-B9C8-050C162ACC20}" destId="{2A4BDFDB-0286-46ED-ACB4-B61F3C5467DE}" srcOrd="0" destOrd="0" presId="urn:microsoft.com/office/officeart/2005/8/layout/radial5"/>
    <dgm:cxn modelId="{87B59C15-0125-4E29-84C0-483F4C33FD25}" type="presParOf" srcId="{416F04C8-ED0C-4518-9965-3116466946C4}" destId="{67C92A87-DA88-44B2-80C3-5BBBAABE20EC}" srcOrd="10" destOrd="0" presId="urn:microsoft.com/office/officeart/2005/8/layout/radial5"/>
    <dgm:cxn modelId="{AD5067CF-C207-4BD1-8C78-C638F9024E23}" type="presParOf" srcId="{416F04C8-ED0C-4518-9965-3116466946C4}" destId="{3D1E916D-D072-4047-9367-59A3A35D97EB}" srcOrd="11" destOrd="0" presId="urn:microsoft.com/office/officeart/2005/8/layout/radial5"/>
    <dgm:cxn modelId="{C78FBDE0-9085-4689-A7DA-5C9C689A0D08}" type="presParOf" srcId="{3D1E916D-D072-4047-9367-59A3A35D97EB}" destId="{17CCF631-E932-45E2-B7ED-E384CD8B1E1A}" srcOrd="0" destOrd="0" presId="urn:microsoft.com/office/officeart/2005/8/layout/radial5"/>
    <dgm:cxn modelId="{2CEE128A-C228-4A53-9755-EB139B9BFC66}" type="presParOf" srcId="{416F04C8-ED0C-4518-9965-3116466946C4}" destId="{04BD695A-F628-460B-8B82-63012634440D}" srcOrd="12" destOrd="0" presId="urn:microsoft.com/office/officeart/2005/8/layout/radial5"/>
    <dgm:cxn modelId="{F466ED31-BB00-428C-8B60-30FCC3ED6C02}" type="presParOf" srcId="{416F04C8-ED0C-4518-9965-3116466946C4}" destId="{2C39A168-8015-45F4-BC65-AD74F87E510A}" srcOrd="13" destOrd="0" presId="urn:microsoft.com/office/officeart/2005/8/layout/radial5"/>
    <dgm:cxn modelId="{A1C9D7FA-209B-4298-B043-9709CEB7F0E7}" type="presParOf" srcId="{2C39A168-8015-45F4-BC65-AD74F87E510A}" destId="{DA0A17FE-760C-4D12-8B5B-419CD089A488}" srcOrd="0" destOrd="0" presId="urn:microsoft.com/office/officeart/2005/8/layout/radial5"/>
    <dgm:cxn modelId="{A1DD52F6-79B6-41F1-AA71-1D68689083E0}" type="presParOf" srcId="{416F04C8-ED0C-4518-9965-3116466946C4}" destId="{25E4D6B4-517F-4139-BDDA-F6B57B6C6A32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D6F29C1-7FE2-41AB-B641-DDD48F71A8F8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DB0D459-0A12-43EE-96DB-3CF0A62DB6AA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Minimum Travel</a:t>
          </a:r>
          <a:endParaRPr lang="en-US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80F6D2-9E53-4334-9ED6-28A54AED568E}" type="parTrans" cxnId="{D25C4117-D17E-41B0-99BE-A31AA0A7E047}">
      <dgm:prSet/>
      <dgm:spPr/>
      <dgm:t>
        <a:bodyPr/>
        <a:lstStyle/>
        <a:p>
          <a:endParaRPr lang="en-US"/>
        </a:p>
      </dgm:t>
    </dgm:pt>
    <dgm:pt modelId="{7B77A2CC-BAED-4DF2-BE34-0D1A0F208EDE}" type="sibTrans" cxnId="{D25C4117-D17E-41B0-99BE-A31AA0A7E047}">
      <dgm:prSet/>
      <dgm:spPr/>
      <dgm:t>
        <a:bodyPr/>
        <a:lstStyle/>
        <a:p>
          <a:endParaRPr lang="en-US"/>
        </a:p>
      </dgm:t>
    </dgm:pt>
    <dgm:pt modelId="{2E99A0C2-3B18-41D4-8822-A998F3C58CB6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Sequence</a:t>
          </a:r>
          <a:endParaRPr lang="en-US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8612DC-FA04-4862-B993-3E3D2E3C852B}" type="parTrans" cxnId="{03B8202C-6BF1-47B4-B0C9-11BC88B5E5B6}">
      <dgm:prSet/>
      <dgm:spPr/>
      <dgm:t>
        <a:bodyPr/>
        <a:lstStyle/>
        <a:p>
          <a:endParaRPr lang="en-US"/>
        </a:p>
      </dgm:t>
    </dgm:pt>
    <dgm:pt modelId="{3AC9EDF4-3E3E-477F-B339-FA8F50E3B6BE}" type="sibTrans" cxnId="{03B8202C-6BF1-47B4-B0C9-11BC88B5E5B6}">
      <dgm:prSet/>
      <dgm:spPr/>
      <dgm:t>
        <a:bodyPr/>
        <a:lstStyle/>
        <a:p>
          <a:endParaRPr lang="en-US"/>
        </a:p>
      </dgm:t>
    </dgm:pt>
    <dgm:pt modelId="{93C34B30-6C57-4436-A2E9-86DA6999BCB8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Usage and Flexibility</a:t>
          </a:r>
          <a:endParaRPr lang="en-US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BC163BF-347A-4A3A-9493-43AB363B1E88}" type="parTrans" cxnId="{0398AC45-CB40-49CE-98DD-2FCE0182609C}">
      <dgm:prSet/>
      <dgm:spPr/>
      <dgm:t>
        <a:bodyPr/>
        <a:lstStyle/>
        <a:p>
          <a:endParaRPr lang="en-US"/>
        </a:p>
      </dgm:t>
    </dgm:pt>
    <dgm:pt modelId="{487DCBC3-373F-4737-BA10-384263A67843}" type="sibTrans" cxnId="{0398AC45-CB40-49CE-98DD-2FCE0182609C}">
      <dgm:prSet/>
      <dgm:spPr/>
      <dgm:t>
        <a:bodyPr/>
        <a:lstStyle/>
        <a:p>
          <a:endParaRPr lang="en-US"/>
        </a:p>
      </dgm:t>
    </dgm:pt>
    <dgm:pt modelId="{92A8917F-1A18-4730-9AB3-967EBE87FBBF}">
      <dgm:prSet phldrT="[Text]"/>
      <dgm:spPr/>
      <dgm:t>
        <a:bodyPr/>
        <a:lstStyle/>
        <a:p>
          <a:r>
            <a:rPr lang="en-US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Safety and Satisfaction</a:t>
          </a:r>
          <a:endParaRPr lang="en-US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4FA96F8-1514-4962-BAD8-6CF9FC1B5897}" type="parTrans" cxnId="{F9FAC90E-2998-4789-BACE-D04F7FD1FD5A}">
      <dgm:prSet/>
      <dgm:spPr/>
      <dgm:t>
        <a:bodyPr/>
        <a:lstStyle/>
        <a:p>
          <a:endParaRPr lang="en-US"/>
        </a:p>
      </dgm:t>
    </dgm:pt>
    <dgm:pt modelId="{E1E798F2-9348-4BDE-8072-6866EEAAD460}" type="sibTrans" cxnId="{F9FAC90E-2998-4789-BACE-D04F7FD1FD5A}">
      <dgm:prSet/>
      <dgm:spPr/>
      <dgm:t>
        <a:bodyPr/>
        <a:lstStyle/>
        <a:p>
          <a:endParaRPr lang="en-US"/>
        </a:p>
      </dgm:t>
    </dgm:pt>
    <dgm:pt modelId="{CA15993C-6D66-4B60-AE0B-4B92EECA1E0D}">
      <dgm:prSet phldrT="[Text]" custT="1"/>
      <dgm:spPr/>
      <dgm:t>
        <a:bodyPr/>
        <a:lstStyle/>
        <a:p>
          <a:r>
            <a:rPr lang="en-US" sz="20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Compactness and Minimum Investment</a:t>
          </a:r>
          <a:endParaRPr lang="en-US" sz="20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8652A13-ED0C-4729-B4B7-95875036DDCB}" type="parTrans" cxnId="{D2EB82DB-2145-4367-9DDD-119C24A7B177}">
      <dgm:prSet/>
      <dgm:spPr/>
      <dgm:t>
        <a:bodyPr/>
        <a:lstStyle/>
        <a:p>
          <a:endParaRPr lang="en-US"/>
        </a:p>
      </dgm:t>
    </dgm:pt>
    <dgm:pt modelId="{2D5A0CBB-F42B-4295-B0AB-4C05442791ED}" type="sibTrans" cxnId="{D2EB82DB-2145-4367-9DDD-119C24A7B177}">
      <dgm:prSet/>
      <dgm:spPr/>
      <dgm:t>
        <a:bodyPr/>
        <a:lstStyle/>
        <a:p>
          <a:endParaRPr lang="en-US"/>
        </a:p>
      </dgm:t>
    </dgm:pt>
    <dgm:pt modelId="{F6C08E1C-A3F8-43E9-BF6C-7DB9A8D9CA4C}" type="pres">
      <dgm:prSet presAssocID="{2D6F29C1-7FE2-41AB-B641-DDD48F71A8F8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6DEAED6-B2BE-414B-844C-F1D4B503AEE1}" type="pres">
      <dgm:prSet presAssocID="{CDB0D459-0A12-43EE-96DB-3CF0A62DB6AA}" presName="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EA46D1-C5CD-445E-9069-BD491E33E919}" type="pres">
      <dgm:prSet presAssocID="{CDB0D459-0A12-43EE-96DB-3CF0A62DB6AA}" presName="spNode" presStyleCnt="0"/>
      <dgm:spPr/>
    </dgm:pt>
    <dgm:pt modelId="{48F524C8-E1B3-4092-9CCD-17E857656A2A}" type="pres">
      <dgm:prSet presAssocID="{7B77A2CC-BAED-4DF2-BE34-0D1A0F208EDE}" presName="sibTrans" presStyleLbl="sibTrans1D1" presStyleIdx="0" presStyleCnt="5"/>
      <dgm:spPr/>
      <dgm:t>
        <a:bodyPr/>
        <a:lstStyle/>
        <a:p>
          <a:endParaRPr lang="en-US"/>
        </a:p>
      </dgm:t>
    </dgm:pt>
    <dgm:pt modelId="{3D06DC22-7C43-4E9D-95BE-1B97AEF5AEE4}" type="pres">
      <dgm:prSet presAssocID="{2E99A0C2-3B18-41D4-8822-A998F3C58CB6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414E2E9-A1E2-4710-BFD1-12053576AB03}" type="pres">
      <dgm:prSet presAssocID="{2E99A0C2-3B18-41D4-8822-A998F3C58CB6}" presName="spNode" presStyleCnt="0"/>
      <dgm:spPr/>
    </dgm:pt>
    <dgm:pt modelId="{89DBAD16-64B3-4AF3-9F02-20E07239A36B}" type="pres">
      <dgm:prSet presAssocID="{3AC9EDF4-3E3E-477F-B339-FA8F50E3B6BE}" presName="sibTrans" presStyleLbl="sibTrans1D1" presStyleIdx="1" presStyleCnt="5"/>
      <dgm:spPr/>
      <dgm:t>
        <a:bodyPr/>
        <a:lstStyle/>
        <a:p>
          <a:endParaRPr lang="en-US"/>
        </a:p>
      </dgm:t>
    </dgm:pt>
    <dgm:pt modelId="{72F650FD-2E05-48D7-BEF5-833A527B594F}" type="pres">
      <dgm:prSet presAssocID="{93C34B30-6C57-4436-A2E9-86DA6999BCB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C1E8E65-49E6-443A-AAF0-14ED0478B287}" type="pres">
      <dgm:prSet presAssocID="{93C34B30-6C57-4436-A2E9-86DA6999BCB8}" presName="spNode" presStyleCnt="0"/>
      <dgm:spPr/>
    </dgm:pt>
    <dgm:pt modelId="{1F8BBA92-2B68-4D4C-B35A-D277B63BB892}" type="pres">
      <dgm:prSet presAssocID="{487DCBC3-373F-4737-BA10-384263A67843}" presName="sibTrans" presStyleLbl="sibTrans1D1" presStyleIdx="2" presStyleCnt="5"/>
      <dgm:spPr/>
      <dgm:t>
        <a:bodyPr/>
        <a:lstStyle/>
        <a:p>
          <a:endParaRPr lang="en-US"/>
        </a:p>
      </dgm:t>
    </dgm:pt>
    <dgm:pt modelId="{E015AFA1-EFA2-45AC-B991-54B0DB374DBE}" type="pres">
      <dgm:prSet presAssocID="{92A8917F-1A18-4730-9AB3-967EBE87FBBF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2FCB2E-EEEF-4B9A-83E2-DCCDBCB12A47}" type="pres">
      <dgm:prSet presAssocID="{92A8917F-1A18-4730-9AB3-967EBE87FBBF}" presName="spNode" presStyleCnt="0"/>
      <dgm:spPr/>
    </dgm:pt>
    <dgm:pt modelId="{A5FC5207-6632-4AB6-95C2-4C069923D6EE}" type="pres">
      <dgm:prSet presAssocID="{E1E798F2-9348-4BDE-8072-6866EEAAD460}" presName="sibTrans" presStyleLbl="sibTrans1D1" presStyleIdx="3" presStyleCnt="5"/>
      <dgm:spPr/>
      <dgm:t>
        <a:bodyPr/>
        <a:lstStyle/>
        <a:p>
          <a:endParaRPr lang="en-US"/>
        </a:p>
      </dgm:t>
    </dgm:pt>
    <dgm:pt modelId="{AEF9514A-2834-4F58-B6C4-C92DB680A37F}" type="pres">
      <dgm:prSet presAssocID="{CA15993C-6D66-4B60-AE0B-4B92EECA1E0D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BB569C-2C74-4A5B-8D91-BCFF4A4492ED}" type="pres">
      <dgm:prSet presAssocID="{CA15993C-6D66-4B60-AE0B-4B92EECA1E0D}" presName="spNode" presStyleCnt="0"/>
      <dgm:spPr/>
    </dgm:pt>
    <dgm:pt modelId="{95FABFE9-A866-49B7-8A04-0324D45779E3}" type="pres">
      <dgm:prSet presAssocID="{2D5A0CBB-F42B-4295-B0AB-4C05442791ED}" presName="sibTrans" presStyleLbl="sibTrans1D1" presStyleIdx="4" presStyleCnt="5"/>
      <dgm:spPr/>
      <dgm:t>
        <a:bodyPr/>
        <a:lstStyle/>
        <a:p>
          <a:endParaRPr lang="en-US"/>
        </a:p>
      </dgm:t>
    </dgm:pt>
  </dgm:ptLst>
  <dgm:cxnLst>
    <dgm:cxn modelId="{5008AFE3-3DE0-4308-995D-8B44067D531F}" type="presOf" srcId="{2D5A0CBB-F42B-4295-B0AB-4C05442791ED}" destId="{95FABFE9-A866-49B7-8A04-0324D45779E3}" srcOrd="0" destOrd="0" presId="urn:microsoft.com/office/officeart/2005/8/layout/cycle6"/>
    <dgm:cxn modelId="{D25C4117-D17E-41B0-99BE-A31AA0A7E047}" srcId="{2D6F29C1-7FE2-41AB-B641-DDD48F71A8F8}" destId="{CDB0D459-0A12-43EE-96DB-3CF0A62DB6AA}" srcOrd="0" destOrd="0" parTransId="{5580F6D2-9E53-4334-9ED6-28A54AED568E}" sibTransId="{7B77A2CC-BAED-4DF2-BE34-0D1A0F208EDE}"/>
    <dgm:cxn modelId="{346EFCE0-32F2-4711-B165-18B6EDEB712A}" type="presOf" srcId="{E1E798F2-9348-4BDE-8072-6866EEAAD460}" destId="{A5FC5207-6632-4AB6-95C2-4C069923D6EE}" srcOrd="0" destOrd="0" presId="urn:microsoft.com/office/officeart/2005/8/layout/cycle6"/>
    <dgm:cxn modelId="{03B8202C-6BF1-47B4-B0C9-11BC88B5E5B6}" srcId="{2D6F29C1-7FE2-41AB-B641-DDD48F71A8F8}" destId="{2E99A0C2-3B18-41D4-8822-A998F3C58CB6}" srcOrd="1" destOrd="0" parTransId="{998612DC-FA04-4862-B993-3E3D2E3C852B}" sibTransId="{3AC9EDF4-3E3E-477F-B339-FA8F50E3B6BE}"/>
    <dgm:cxn modelId="{0398AC45-CB40-49CE-98DD-2FCE0182609C}" srcId="{2D6F29C1-7FE2-41AB-B641-DDD48F71A8F8}" destId="{93C34B30-6C57-4436-A2E9-86DA6999BCB8}" srcOrd="2" destOrd="0" parTransId="{4BC163BF-347A-4A3A-9493-43AB363B1E88}" sibTransId="{487DCBC3-373F-4737-BA10-384263A67843}"/>
    <dgm:cxn modelId="{9F191367-E7FA-468D-B692-0B8A64B6750C}" type="presOf" srcId="{2E99A0C2-3B18-41D4-8822-A998F3C58CB6}" destId="{3D06DC22-7C43-4E9D-95BE-1B97AEF5AEE4}" srcOrd="0" destOrd="0" presId="urn:microsoft.com/office/officeart/2005/8/layout/cycle6"/>
    <dgm:cxn modelId="{F8503D23-00C3-4751-83AF-93B87092D361}" type="presOf" srcId="{487DCBC3-373F-4737-BA10-384263A67843}" destId="{1F8BBA92-2B68-4D4C-B35A-D277B63BB892}" srcOrd="0" destOrd="0" presId="urn:microsoft.com/office/officeart/2005/8/layout/cycle6"/>
    <dgm:cxn modelId="{84C27D22-6234-4281-A3C2-047C4A517B51}" type="presOf" srcId="{CDB0D459-0A12-43EE-96DB-3CF0A62DB6AA}" destId="{B6DEAED6-B2BE-414B-844C-F1D4B503AEE1}" srcOrd="0" destOrd="0" presId="urn:microsoft.com/office/officeart/2005/8/layout/cycle6"/>
    <dgm:cxn modelId="{3DB247F1-1D19-4043-BE01-B169A48C3E7F}" type="presOf" srcId="{CA15993C-6D66-4B60-AE0B-4B92EECA1E0D}" destId="{AEF9514A-2834-4F58-B6C4-C92DB680A37F}" srcOrd="0" destOrd="0" presId="urn:microsoft.com/office/officeart/2005/8/layout/cycle6"/>
    <dgm:cxn modelId="{959EB179-793F-498D-9AB0-959C956AD00E}" type="presOf" srcId="{2D6F29C1-7FE2-41AB-B641-DDD48F71A8F8}" destId="{F6C08E1C-A3F8-43E9-BF6C-7DB9A8D9CA4C}" srcOrd="0" destOrd="0" presId="urn:microsoft.com/office/officeart/2005/8/layout/cycle6"/>
    <dgm:cxn modelId="{9B0C9F25-68BC-41A8-9021-CC710D497241}" type="presOf" srcId="{3AC9EDF4-3E3E-477F-B339-FA8F50E3B6BE}" destId="{89DBAD16-64B3-4AF3-9F02-20E07239A36B}" srcOrd="0" destOrd="0" presId="urn:microsoft.com/office/officeart/2005/8/layout/cycle6"/>
    <dgm:cxn modelId="{D2EB82DB-2145-4367-9DDD-119C24A7B177}" srcId="{2D6F29C1-7FE2-41AB-B641-DDD48F71A8F8}" destId="{CA15993C-6D66-4B60-AE0B-4B92EECA1E0D}" srcOrd="4" destOrd="0" parTransId="{D8652A13-ED0C-4729-B4B7-95875036DDCB}" sibTransId="{2D5A0CBB-F42B-4295-B0AB-4C05442791ED}"/>
    <dgm:cxn modelId="{CF23F79A-2075-4822-9CBC-3D014FC4CCC6}" type="presOf" srcId="{93C34B30-6C57-4436-A2E9-86DA6999BCB8}" destId="{72F650FD-2E05-48D7-BEF5-833A527B594F}" srcOrd="0" destOrd="0" presId="urn:microsoft.com/office/officeart/2005/8/layout/cycle6"/>
    <dgm:cxn modelId="{F9FAC90E-2998-4789-BACE-D04F7FD1FD5A}" srcId="{2D6F29C1-7FE2-41AB-B641-DDD48F71A8F8}" destId="{92A8917F-1A18-4730-9AB3-967EBE87FBBF}" srcOrd="3" destOrd="0" parTransId="{54FA96F8-1514-4962-BAD8-6CF9FC1B5897}" sibTransId="{E1E798F2-9348-4BDE-8072-6866EEAAD460}"/>
    <dgm:cxn modelId="{AC57B893-2C9C-4C57-A9EE-6C5C3F239C57}" type="presOf" srcId="{92A8917F-1A18-4730-9AB3-967EBE87FBBF}" destId="{E015AFA1-EFA2-45AC-B991-54B0DB374DBE}" srcOrd="0" destOrd="0" presId="urn:microsoft.com/office/officeart/2005/8/layout/cycle6"/>
    <dgm:cxn modelId="{07C83964-5851-4837-B9CD-1DB5E9E9D775}" type="presOf" srcId="{7B77A2CC-BAED-4DF2-BE34-0D1A0F208EDE}" destId="{48F524C8-E1B3-4092-9CCD-17E857656A2A}" srcOrd="0" destOrd="0" presId="urn:microsoft.com/office/officeart/2005/8/layout/cycle6"/>
    <dgm:cxn modelId="{28BA0831-0076-43B4-83F2-4081D0A2D662}" type="presParOf" srcId="{F6C08E1C-A3F8-43E9-BF6C-7DB9A8D9CA4C}" destId="{B6DEAED6-B2BE-414B-844C-F1D4B503AEE1}" srcOrd="0" destOrd="0" presId="urn:microsoft.com/office/officeart/2005/8/layout/cycle6"/>
    <dgm:cxn modelId="{F36B7688-11B2-4428-A453-3162BBCB8A17}" type="presParOf" srcId="{F6C08E1C-A3F8-43E9-BF6C-7DB9A8D9CA4C}" destId="{F4EA46D1-C5CD-445E-9069-BD491E33E919}" srcOrd="1" destOrd="0" presId="urn:microsoft.com/office/officeart/2005/8/layout/cycle6"/>
    <dgm:cxn modelId="{AD2E4A0A-2328-432B-80FF-6D7F353BA67B}" type="presParOf" srcId="{F6C08E1C-A3F8-43E9-BF6C-7DB9A8D9CA4C}" destId="{48F524C8-E1B3-4092-9CCD-17E857656A2A}" srcOrd="2" destOrd="0" presId="urn:microsoft.com/office/officeart/2005/8/layout/cycle6"/>
    <dgm:cxn modelId="{89644CA1-1606-4DA6-A73F-F083C70F655D}" type="presParOf" srcId="{F6C08E1C-A3F8-43E9-BF6C-7DB9A8D9CA4C}" destId="{3D06DC22-7C43-4E9D-95BE-1B97AEF5AEE4}" srcOrd="3" destOrd="0" presId="urn:microsoft.com/office/officeart/2005/8/layout/cycle6"/>
    <dgm:cxn modelId="{E9935C80-AFD2-49F0-A21D-F410A32997DA}" type="presParOf" srcId="{F6C08E1C-A3F8-43E9-BF6C-7DB9A8D9CA4C}" destId="{6414E2E9-A1E2-4710-BFD1-12053576AB03}" srcOrd="4" destOrd="0" presId="urn:microsoft.com/office/officeart/2005/8/layout/cycle6"/>
    <dgm:cxn modelId="{0429822F-58E0-43C4-87FE-D5D58E8974B4}" type="presParOf" srcId="{F6C08E1C-A3F8-43E9-BF6C-7DB9A8D9CA4C}" destId="{89DBAD16-64B3-4AF3-9F02-20E07239A36B}" srcOrd="5" destOrd="0" presId="urn:microsoft.com/office/officeart/2005/8/layout/cycle6"/>
    <dgm:cxn modelId="{208A2F98-AA25-48CB-AD31-8431F4C3A59C}" type="presParOf" srcId="{F6C08E1C-A3F8-43E9-BF6C-7DB9A8D9CA4C}" destId="{72F650FD-2E05-48D7-BEF5-833A527B594F}" srcOrd="6" destOrd="0" presId="urn:microsoft.com/office/officeart/2005/8/layout/cycle6"/>
    <dgm:cxn modelId="{AF0F3F24-F9AB-4709-B6C1-E66F425EAA38}" type="presParOf" srcId="{F6C08E1C-A3F8-43E9-BF6C-7DB9A8D9CA4C}" destId="{EC1E8E65-49E6-443A-AAF0-14ED0478B287}" srcOrd="7" destOrd="0" presId="urn:microsoft.com/office/officeart/2005/8/layout/cycle6"/>
    <dgm:cxn modelId="{24B24BDD-905B-4A83-8364-2CD15F4DE181}" type="presParOf" srcId="{F6C08E1C-A3F8-43E9-BF6C-7DB9A8D9CA4C}" destId="{1F8BBA92-2B68-4D4C-B35A-D277B63BB892}" srcOrd="8" destOrd="0" presId="urn:microsoft.com/office/officeart/2005/8/layout/cycle6"/>
    <dgm:cxn modelId="{460B4D95-261A-43E2-9647-F8FA003733F5}" type="presParOf" srcId="{F6C08E1C-A3F8-43E9-BF6C-7DB9A8D9CA4C}" destId="{E015AFA1-EFA2-45AC-B991-54B0DB374DBE}" srcOrd="9" destOrd="0" presId="urn:microsoft.com/office/officeart/2005/8/layout/cycle6"/>
    <dgm:cxn modelId="{597E2F70-F480-4410-A66C-55E492E32679}" type="presParOf" srcId="{F6C08E1C-A3F8-43E9-BF6C-7DB9A8D9CA4C}" destId="{B82FCB2E-EEEF-4B9A-83E2-DCCDBCB12A47}" srcOrd="10" destOrd="0" presId="urn:microsoft.com/office/officeart/2005/8/layout/cycle6"/>
    <dgm:cxn modelId="{7F43DC35-E332-445C-90F0-9454A3E0BEEF}" type="presParOf" srcId="{F6C08E1C-A3F8-43E9-BF6C-7DB9A8D9CA4C}" destId="{A5FC5207-6632-4AB6-95C2-4C069923D6EE}" srcOrd="11" destOrd="0" presId="urn:microsoft.com/office/officeart/2005/8/layout/cycle6"/>
    <dgm:cxn modelId="{2CC0E4C5-28D9-40D1-AD45-9A52C17FCA2B}" type="presParOf" srcId="{F6C08E1C-A3F8-43E9-BF6C-7DB9A8D9CA4C}" destId="{AEF9514A-2834-4F58-B6C4-C92DB680A37F}" srcOrd="12" destOrd="0" presId="urn:microsoft.com/office/officeart/2005/8/layout/cycle6"/>
    <dgm:cxn modelId="{1B491BF0-048E-4E9F-8FF2-2B340F278772}" type="presParOf" srcId="{F6C08E1C-A3F8-43E9-BF6C-7DB9A8D9CA4C}" destId="{FEBB569C-2C74-4A5B-8D91-BCFF4A4492ED}" srcOrd="13" destOrd="0" presId="urn:microsoft.com/office/officeart/2005/8/layout/cycle6"/>
    <dgm:cxn modelId="{4A619E40-7864-4220-BC07-C1B450303CE4}" type="presParOf" srcId="{F6C08E1C-A3F8-43E9-BF6C-7DB9A8D9CA4C}" destId="{95FABFE9-A866-49B7-8A04-0324D45779E3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9F9EAF-7CD2-44E7-9193-E81F8AE1E9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CC5D77-5833-4349-A8CA-B984720CAC9F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Economies in  handling 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3ADFAB1-C6A5-42D2-AFF9-8A22887DB5CE}" type="parTrans" cxnId="{486BBFF9-B957-4E05-9E0F-E814E8338A89}">
      <dgm:prSet/>
      <dgm:spPr/>
      <dgm:t>
        <a:bodyPr/>
        <a:lstStyle/>
        <a:p>
          <a:pPr algn="ctr"/>
          <a:endParaRPr lang="en-US"/>
        </a:p>
      </dgm:t>
    </dgm:pt>
    <dgm:pt modelId="{6BBF5DAB-A9D4-48E1-B9C2-01EA56773B30}" type="sibTrans" cxnId="{486BBFF9-B957-4E05-9E0F-E814E8338A89}">
      <dgm:prSet/>
      <dgm:spPr/>
      <dgm:t>
        <a:bodyPr/>
        <a:lstStyle/>
        <a:p>
          <a:pPr algn="ctr"/>
          <a:endParaRPr lang="en-US"/>
        </a:p>
      </dgm:t>
    </dgm:pt>
    <dgm:pt modelId="{19D5F9AA-685D-48A1-8BE9-995E9E1AE9FB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Effective use of available   area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C30983D-9EF2-46BE-9721-9D06785F1C52}" type="parTrans" cxnId="{E40F60A5-A0CA-4FA6-98CE-4472504001CF}">
      <dgm:prSet/>
      <dgm:spPr/>
      <dgm:t>
        <a:bodyPr/>
        <a:lstStyle/>
        <a:p>
          <a:pPr algn="ctr"/>
          <a:endParaRPr lang="en-US"/>
        </a:p>
      </dgm:t>
    </dgm:pt>
    <dgm:pt modelId="{D3126AC9-4571-4D36-B54C-FB0FC1257ABF}" type="sibTrans" cxnId="{E40F60A5-A0CA-4FA6-98CE-4472504001CF}">
      <dgm:prSet/>
      <dgm:spPr/>
      <dgm:t>
        <a:bodyPr/>
        <a:lstStyle/>
        <a:p>
          <a:pPr algn="ctr"/>
          <a:endParaRPr lang="en-US"/>
        </a:p>
      </dgm:t>
    </dgm:pt>
    <dgm:pt modelId="{0F5C566A-BAAA-477D-8DB8-ECCCE7367297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Minimization of production delays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3F862E5-9810-4007-9072-E8236BC815F5}" type="parTrans" cxnId="{52E98773-8858-4E15-9E3B-B0BC13C7135A}">
      <dgm:prSet/>
      <dgm:spPr/>
      <dgm:t>
        <a:bodyPr/>
        <a:lstStyle/>
        <a:p>
          <a:pPr algn="ctr"/>
          <a:endParaRPr lang="en-US"/>
        </a:p>
      </dgm:t>
    </dgm:pt>
    <dgm:pt modelId="{F7E135DA-68FF-4424-818A-F70BB6A6F5D1}" type="sibTrans" cxnId="{52E98773-8858-4E15-9E3B-B0BC13C7135A}">
      <dgm:prSet/>
      <dgm:spPr/>
      <dgm:t>
        <a:bodyPr/>
        <a:lstStyle/>
        <a:p>
          <a:pPr algn="ctr"/>
          <a:endParaRPr lang="en-US"/>
        </a:p>
      </dgm:t>
    </dgm:pt>
    <dgm:pt modelId="{BA75635E-AE1B-4C7E-867D-FD9ABB46DC01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Improved quality control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F7152EB-9115-4E3A-AF8D-A468890D825B}" type="parTrans" cxnId="{5E20DC88-76D0-461B-A456-B261A4049124}">
      <dgm:prSet/>
      <dgm:spPr/>
      <dgm:t>
        <a:bodyPr/>
        <a:lstStyle/>
        <a:p>
          <a:pPr algn="ctr"/>
          <a:endParaRPr lang="en-US"/>
        </a:p>
      </dgm:t>
    </dgm:pt>
    <dgm:pt modelId="{65BB1691-2C09-49CF-A100-7ACE71AE6CA2}" type="sibTrans" cxnId="{5E20DC88-76D0-461B-A456-B261A4049124}">
      <dgm:prSet/>
      <dgm:spPr/>
      <dgm:t>
        <a:bodyPr/>
        <a:lstStyle/>
        <a:p>
          <a:pPr algn="ctr"/>
          <a:endParaRPr lang="en-US"/>
        </a:p>
      </dgm:t>
    </dgm:pt>
    <dgm:pt modelId="{F2D7F143-692F-405D-8667-76E346D72010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Avoidance of bottlenecks 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E8C6AB6-4389-4642-BC6B-620E1BEA1AC4}" type="parTrans" cxnId="{B799C913-51CB-4FFA-9E29-7D1B92724CFC}">
      <dgm:prSet/>
      <dgm:spPr/>
      <dgm:t>
        <a:bodyPr/>
        <a:lstStyle/>
        <a:p>
          <a:pPr algn="ctr"/>
          <a:endParaRPr lang="en-US"/>
        </a:p>
      </dgm:t>
    </dgm:pt>
    <dgm:pt modelId="{05AC43EE-0D87-4BA1-8835-4BCDD97A45B5}" type="sibTrans" cxnId="{B799C913-51CB-4FFA-9E29-7D1B92724CFC}">
      <dgm:prSet/>
      <dgm:spPr/>
      <dgm:t>
        <a:bodyPr/>
        <a:lstStyle/>
        <a:p>
          <a:pPr algn="ctr"/>
          <a:endParaRPr lang="en-US"/>
        </a:p>
      </dgm:t>
    </dgm:pt>
    <dgm:pt modelId="{6AB97AD1-F505-479B-A0E4-B0775DC629AB}" type="pres">
      <dgm:prSet presAssocID="{499F9EAF-7CD2-44E7-9193-E81F8AE1E9D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80FBE06-1341-48FB-837D-234980B2CEE3}" type="pres">
      <dgm:prSet presAssocID="{0ACC5D77-5833-4349-A8CA-B984720CAC9F}" presName="parentLin" presStyleCnt="0"/>
      <dgm:spPr/>
    </dgm:pt>
    <dgm:pt modelId="{921500C8-0786-492C-B4D9-88B866D1929F}" type="pres">
      <dgm:prSet presAssocID="{0ACC5D77-5833-4349-A8CA-B984720CAC9F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C4BCAD88-3DF9-47E8-A686-CAEEB5D8D6CF}" type="pres">
      <dgm:prSet presAssocID="{0ACC5D77-5833-4349-A8CA-B984720CAC9F}" presName="parentText" presStyleLbl="node1" presStyleIdx="0" presStyleCnt="5" custLinFactNeighborY="-605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EB45D3-5EBA-40D2-AD4D-CED89E8914D6}" type="pres">
      <dgm:prSet presAssocID="{0ACC5D77-5833-4349-A8CA-B984720CAC9F}" presName="negativeSpace" presStyleCnt="0"/>
      <dgm:spPr/>
    </dgm:pt>
    <dgm:pt modelId="{4AEAE893-1DD6-4B2E-AB0E-964824A0CFB4}" type="pres">
      <dgm:prSet presAssocID="{0ACC5D77-5833-4349-A8CA-B984720CAC9F}" presName="childText" presStyleLbl="conFgAcc1" presStyleIdx="0" presStyleCnt="5">
        <dgm:presLayoutVars>
          <dgm:bulletEnabled val="1"/>
        </dgm:presLayoutVars>
      </dgm:prSet>
      <dgm:spPr/>
    </dgm:pt>
    <dgm:pt modelId="{5EEB9B55-4919-4AC0-8BF0-3219242899B3}" type="pres">
      <dgm:prSet presAssocID="{6BBF5DAB-A9D4-48E1-B9C2-01EA56773B30}" presName="spaceBetweenRectangles" presStyleCnt="0"/>
      <dgm:spPr/>
    </dgm:pt>
    <dgm:pt modelId="{D6A00A8A-D04F-4A6D-B621-CAAFAB54A462}" type="pres">
      <dgm:prSet presAssocID="{19D5F9AA-685D-48A1-8BE9-995E9E1AE9FB}" presName="parentLin" presStyleCnt="0"/>
      <dgm:spPr/>
    </dgm:pt>
    <dgm:pt modelId="{D56E0920-E0E5-417D-85BE-40DFC2B429FF}" type="pres">
      <dgm:prSet presAssocID="{19D5F9AA-685D-48A1-8BE9-995E9E1AE9FB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E809E17B-F52C-4B91-96D3-F2B64D439253}" type="pres">
      <dgm:prSet presAssocID="{19D5F9AA-685D-48A1-8BE9-995E9E1AE9FB}" presName="parentText" presStyleLbl="node1" presStyleIdx="1" presStyleCnt="5" custLinFactNeighborY="-645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E6CCA3-78F2-4264-B0C7-D4D1BEB4C10A}" type="pres">
      <dgm:prSet presAssocID="{19D5F9AA-685D-48A1-8BE9-995E9E1AE9FB}" presName="negativeSpace" presStyleCnt="0"/>
      <dgm:spPr/>
    </dgm:pt>
    <dgm:pt modelId="{DC22BC8E-6530-4502-98A5-92F5C1599581}" type="pres">
      <dgm:prSet presAssocID="{19D5F9AA-685D-48A1-8BE9-995E9E1AE9FB}" presName="childText" presStyleLbl="conFgAcc1" presStyleIdx="1" presStyleCnt="5">
        <dgm:presLayoutVars>
          <dgm:bulletEnabled val="1"/>
        </dgm:presLayoutVars>
      </dgm:prSet>
      <dgm:spPr/>
    </dgm:pt>
    <dgm:pt modelId="{37086A21-DFB8-40BA-8145-E397630E8D45}" type="pres">
      <dgm:prSet presAssocID="{D3126AC9-4571-4D36-B54C-FB0FC1257ABF}" presName="spaceBetweenRectangles" presStyleCnt="0"/>
      <dgm:spPr/>
    </dgm:pt>
    <dgm:pt modelId="{309CCDC6-41D3-4FA6-8B91-295B86BA9BEC}" type="pres">
      <dgm:prSet presAssocID="{0F5C566A-BAAA-477D-8DB8-ECCCE7367297}" presName="parentLin" presStyleCnt="0"/>
      <dgm:spPr/>
    </dgm:pt>
    <dgm:pt modelId="{8E471473-493B-489C-B044-C704A7B50AC1}" type="pres">
      <dgm:prSet presAssocID="{0F5C566A-BAAA-477D-8DB8-ECCCE7367297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58682D24-9E11-4C4A-B763-642991C82EE6}" type="pres">
      <dgm:prSet presAssocID="{0F5C566A-BAAA-477D-8DB8-ECCCE7367297}" presName="parentText" presStyleLbl="node1" presStyleIdx="2" presStyleCnt="5" custLinFactNeighborY="-74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F4EE08-386F-4ED1-98AD-78DEF880F69C}" type="pres">
      <dgm:prSet presAssocID="{0F5C566A-BAAA-477D-8DB8-ECCCE7367297}" presName="negativeSpace" presStyleCnt="0"/>
      <dgm:spPr/>
    </dgm:pt>
    <dgm:pt modelId="{E31F962D-4D4F-4673-95DC-6AA7DE83EDB5}" type="pres">
      <dgm:prSet presAssocID="{0F5C566A-BAAA-477D-8DB8-ECCCE7367297}" presName="childText" presStyleLbl="conFgAcc1" presStyleIdx="2" presStyleCnt="5">
        <dgm:presLayoutVars>
          <dgm:bulletEnabled val="1"/>
        </dgm:presLayoutVars>
      </dgm:prSet>
      <dgm:spPr/>
    </dgm:pt>
    <dgm:pt modelId="{F9B1EAE1-4DE3-4F2B-BF92-2B9B183431DE}" type="pres">
      <dgm:prSet presAssocID="{F7E135DA-68FF-4424-818A-F70BB6A6F5D1}" presName="spaceBetweenRectangles" presStyleCnt="0"/>
      <dgm:spPr/>
    </dgm:pt>
    <dgm:pt modelId="{F1C07890-866A-47B9-B108-02B2B249001D}" type="pres">
      <dgm:prSet presAssocID="{BA75635E-AE1B-4C7E-867D-FD9ABB46DC01}" presName="parentLin" presStyleCnt="0"/>
      <dgm:spPr/>
    </dgm:pt>
    <dgm:pt modelId="{4EC19E46-3BB2-436B-8D72-E3D53B46D0B3}" type="pres">
      <dgm:prSet presAssocID="{BA75635E-AE1B-4C7E-867D-FD9ABB46DC01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AE5BA21B-A2BD-4401-B663-52C0C36602CC}" type="pres">
      <dgm:prSet presAssocID="{BA75635E-AE1B-4C7E-867D-FD9ABB46DC01}" presName="parentText" presStyleLbl="node1" presStyleIdx="3" presStyleCnt="5" custScaleX="108761" custLinFactNeighborX="-86580" custLinFactNeighborY="-23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BBDC5D-42A2-421B-8D4D-1AC747B16557}" type="pres">
      <dgm:prSet presAssocID="{BA75635E-AE1B-4C7E-867D-FD9ABB46DC01}" presName="negativeSpace" presStyleCnt="0"/>
      <dgm:spPr/>
    </dgm:pt>
    <dgm:pt modelId="{5D27D14A-8563-4C29-B052-B06053134C83}" type="pres">
      <dgm:prSet presAssocID="{BA75635E-AE1B-4C7E-867D-FD9ABB46DC01}" presName="childText" presStyleLbl="conFgAcc1" presStyleIdx="3" presStyleCnt="5">
        <dgm:presLayoutVars>
          <dgm:bulletEnabled val="1"/>
        </dgm:presLayoutVars>
      </dgm:prSet>
      <dgm:spPr/>
    </dgm:pt>
    <dgm:pt modelId="{4C3D2672-B9EA-4F47-A7E2-AF6FB87E93F3}" type="pres">
      <dgm:prSet presAssocID="{65BB1691-2C09-49CF-A100-7ACE71AE6CA2}" presName="spaceBetweenRectangles" presStyleCnt="0"/>
      <dgm:spPr/>
    </dgm:pt>
    <dgm:pt modelId="{1FE843C9-F463-4CA4-B16C-0C4660D61DED}" type="pres">
      <dgm:prSet presAssocID="{F2D7F143-692F-405D-8667-76E346D72010}" presName="parentLin" presStyleCnt="0"/>
      <dgm:spPr/>
    </dgm:pt>
    <dgm:pt modelId="{A7C7973C-85D3-460C-BF5B-C713BC8354F7}" type="pres">
      <dgm:prSet presAssocID="{F2D7F143-692F-405D-8667-76E346D72010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197856C8-5CDE-4BE0-8DB4-CBC95C4DEBAF}" type="pres">
      <dgm:prSet presAssocID="{F2D7F143-692F-405D-8667-76E346D72010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FD8240-17FF-458A-A5FD-0957EEC157F4}" type="pres">
      <dgm:prSet presAssocID="{F2D7F143-692F-405D-8667-76E346D72010}" presName="negativeSpace" presStyleCnt="0"/>
      <dgm:spPr/>
    </dgm:pt>
    <dgm:pt modelId="{8A927071-5E07-4D3C-8199-CD646BC5D2E5}" type="pres">
      <dgm:prSet presAssocID="{F2D7F143-692F-405D-8667-76E346D7201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2E98773-8858-4E15-9E3B-B0BC13C7135A}" srcId="{499F9EAF-7CD2-44E7-9193-E81F8AE1E9D0}" destId="{0F5C566A-BAAA-477D-8DB8-ECCCE7367297}" srcOrd="2" destOrd="0" parTransId="{13F862E5-9810-4007-9072-E8236BC815F5}" sibTransId="{F7E135DA-68FF-4424-818A-F70BB6A6F5D1}"/>
    <dgm:cxn modelId="{CE06B04A-61C9-49CE-A4FB-15BD7DB7ED89}" type="presOf" srcId="{F2D7F143-692F-405D-8667-76E346D72010}" destId="{197856C8-5CDE-4BE0-8DB4-CBC95C4DEBAF}" srcOrd="1" destOrd="0" presId="urn:microsoft.com/office/officeart/2005/8/layout/list1"/>
    <dgm:cxn modelId="{5E20DC88-76D0-461B-A456-B261A4049124}" srcId="{499F9EAF-7CD2-44E7-9193-E81F8AE1E9D0}" destId="{BA75635E-AE1B-4C7E-867D-FD9ABB46DC01}" srcOrd="3" destOrd="0" parTransId="{9F7152EB-9115-4E3A-AF8D-A468890D825B}" sibTransId="{65BB1691-2C09-49CF-A100-7ACE71AE6CA2}"/>
    <dgm:cxn modelId="{486BBFF9-B957-4E05-9E0F-E814E8338A89}" srcId="{499F9EAF-7CD2-44E7-9193-E81F8AE1E9D0}" destId="{0ACC5D77-5833-4349-A8CA-B984720CAC9F}" srcOrd="0" destOrd="0" parTransId="{83ADFAB1-C6A5-42D2-AFF9-8A22887DB5CE}" sibTransId="{6BBF5DAB-A9D4-48E1-B9C2-01EA56773B30}"/>
    <dgm:cxn modelId="{B799C913-51CB-4FFA-9E29-7D1B92724CFC}" srcId="{499F9EAF-7CD2-44E7-9193-E81F8AE1E9D0}" destId="{F2D7F143-692F-405D-8667-76E346D72010}" srcOrd="4" destOrd="0" parTransId="{3E8C6AB6-4389-4642-BC6B-620E1BEA1AC4}" sibTransId="{05AC43EE-0D87-4BA1-8835-4BCDD97A45B5}"/>
    <dgm:cxn modelId="{E40F60A5-A0CA-4FA6-98CE-4472504001CF}" srcId="{499F9EAF-7CD2-44E7-9193-E81F8AE1E9D0}" destId="{19D5F9AA-685D-48A1-8BE9-995E9E1AE9FB}" srcOrd="1" destOrd="0" parTransId="{9C30983D-9EF2-46BE-9721-9D06785F1C52}" sibTransId="{D3126AC9-4571-4D36-B54C-FB0FC1257ABF}"/>
    <dgm:cxn modelId="{D5A36957-7DD4-43D9-B83C-5A1929C08ED7}" type="presOf" srcId="{0F5C566A-BAAA-477D-8DB8-ECCCE7367297}" destId="{8E471473-493B-489C-B044-C704A7B50AC1}" srcOrd="0" destOrd="0" presId="urn:microsoft.com/office/officeart/2005/8/layout/list1"/>
    <dgm:cxn modelId="{58E63479-3E2F-4543-8DEA-6E85D50D8FA7}" type="presOf" srcId="{0F5C566A-BAAA-477D-8DB8-ECCCE7367297}" destId="{58682D24-9E11-4C4A-B763-642991C82EE6}" srcOrd="1" destOrd="0" presId="urn:microsoft.com/office/officeart/2005/8/layout/list1"/>
    <dgm:cxn modelId="{8F76F58B-6F55-4910-B68D-944E92ED4BB6}" type="presOf" srcId="{19D5F9AA-685D-48A1-8BE9-995E9E1AE9FB}" destId="{D56E0920-E0E5-417D-85BE-40DFC2B429FF}" srcOrd="0" destOrd="0" presId="urn:microsoft.com/office/officeart/2005/8/layout/list1"/>
    <dgm:cxn modelId="{AD37B343-27BE-40DE-B4B9-C7E171A65CF1}" type="presOf" srcId="{19D5F9AA-685D-48A1-8BE9-995E9E1AE9FB}" destId="{E809E17B-F52C-4B91-96D3-F2B64D439253}" srcOrd="1" destOrd="0" presId="urn:microsoft.com/office/officeart/2005/8/layout/list1"/>
    <dgm:cxn modelId="{A2AFDA0E-C796-42D5-823D-57DA54051D45}" type="presOf" srcId="{BA75635E-AE1B-4C7E-867D-FD9ABB46DC01}" destId="{4EC19E46-3BB2-436B-8D72-E3D53B46D0B3}" srcOrd="0" destOrd="0" presId="urn:microsoft.com/office/officeart/2005/8/layout/list1"/>
    <dgm:cxn modelId="{9E5EF789-5131-4A48-A116-7FFB8C7E556E}" type="presOf" srcId="{499F9EAF-7CD2-44E7-9193-E81F8AE1E9D0}" destId="{6AB97AD1-F505-479B-A0E4-B0775DC629AB}" srcOrd="0" destOrd="0" presId="urn:microsoft.com/office/officeart/2005/8/layout/list1"/>
    <dgm:cxn modelId="{1F902653-6A19-452F-9EFC-96004C60B13E}" type="presOf" srcId="{0ACC5D77-5833-4349-A8CA-B984720CAC9F}" destId="{C4BCAD88-3DF9-47E8-A686-CAEEB5D8D6CF}" srcOrd="1" destOrd="0" presId="urn:microsoft.com/office/officeart/2005/8/layout/list1"/>
    <dgm:cxn modelId="{54D9BB12-40B1-4BCA-9359-83C967F58835}" type="presOf" srcId="{0ACC5D77-5833-4349-A8CA-B984720CAC9F}" destId="{921500C8-0786-492C-B4D9-88B866D1929F}" srcOrd="0" destOrd="0" presId="urn:microsoft.com/office/officeart/2005/8/layout/list1"/>
    <dgm:cxn modelId="{E49FAC21-B817-41D9-9CCD-F19ACF929E2B}" type="presOf" srcId="{F2D7F143-692F-405D-8667-76E346D72010}" destId="{A7C7973C-85D3-460C-BF5B-C713BC8354F7}" srcOrd="0" destOrd="0" presId="urn:microsoft.com/office/officeart/2005/8/layout/list1"/>
    <dgm:cxn modelId="{3B0D411D-0DB4-4389-B4EA-829DE93098D4}" type="presOf" srcId="{BA75635E-AE1B-4C7E-867D-FD9ABB46DC01}" destId="{AE5BA21B-A2BD-4401-B663-52C0C36602CC}" srcOrd="1" destOrd="0" presId="urn:microsoft.com/office/officeart/2005/8/layout/list1"/>
    <dgm:cxn modelId="{B03CD594-E850-4F48-A423-8221155BCD13}" type="presParOf" srcId="{6AB97AD1-F505-479B-A0E4-B0775DC629AB}" destId="{180FBE06-1341-48FB-837D-234980B2CEE3}" srcOrd="0" destOrd="0" presId="urn:microsoft.com/office/officeart/2005/8/layout/list1"/>
    <dgm:cxn modelId="{B3E67ED4-2D2D-4C54-A43C-164822A997D7}" type="presParOf" srcId="{180FBE06-1341-48FB-837D-234980B2CEE3}" destId="{921500C8-0786-492C-B4D9-88B866D1929F}" srcOrd="0" destOrd="0" presId="urn:microsoft.com/office/officeart/2005/8/layout/list1"/>
    <dgm:cxn modelId="{516448A5-B445-44E6-A297-BA94F4A663A6}" type="presParOf" srcId="{180FBE06-1341-48FB-837D-234980B2CEE3}" destId="{C4BCAD88-3DF9-47E8-A686-CAEEB5D8D6CF}" srcOrd="1" destOrd="0" presId="urn:microsoft.com/office/officeart/2005/8/layout/list1"/>
    <dgm:cxn modelId="{8A35B0DF-22E1-4107-94E7-66D88F518A56}" type="presParOf" srcId="{6AB97AD1-F505-479B-A0E4-B0775DC629AB}" destId="{FBEB45D3-5EBA-40D2-AD4D-CED89E8914D6}" srcOrd="1" destOrd="0" presId="urn:microsoft.com/office/officeart/2005/8/layout/list1"/>
    <dgm:cxn modelId="{D29DF9D3-B566-4B32-A9CD-35D7D1ED5C90}" type="presParOf" srcId="{6AB97AD1-F505-479B-A0E4-B0775DC629AB}" destId="{4AEAE893-1DD6-4B2E-AB0E-964824A0CFB4}" srcOrd="2" destOrd="0" presId="urn:microsoft.com/office/officeart/2005/8/layout/list1"/>
    <dgm:cxn modelId="{8412EC85-61C3-46F7-A6C7-115E884E2A65}" type="presParOf" srcId="{6AB97AD1-F505-479B-A0E4-B0775DC629AB}" destId="{5EEB9B55-4919-4AC0-8BF0-3219242899B3}" srcOrd="3" destOrd="0" presId="urn:microsoft.com/office/officeart/2005/8/layout/list1"/>
    <dgm:cxn modelId="{D5634226-7049-4506-BEA3-28BEAAD517AE}" type="presParOf" srcId="{6AB97AD1-F505-479B-A0E4-B0775DC629AB}" destId="{D6A00A8A-D04F-4A6D-B621-CAAFAB54A462}" srcOrd="4" destOrd="0" presId="urn:microsoft.com/office/officeart/2005/8/layout/list1"/>
    <dgm:cxn modelId="{49275FE8-91BC-4ED2-8BB0-E4B4B74230B9}" type="presParOf" srcId="{D6A00A8A-D04F-4A6D-B621-CAAFAB54A462}" destId="{D56E0920-E0E5-417D-85BE-40DFC2B429FF}" srcOrd="0" destOrd="0" presId="urn:microsoft.com/office/officeart/2005/8/layout/list1"/>
    <dgm:cxn modelId="{694C0364-FBA6-4F89-A5FD-BFA546C4D6F2}" type="presParOf" srcId="{D6A00A8A-D04F-4A6D-B621-CAAFAB54A462}" destId="{E809E17B-F52C-4B91-96D3-F2B64D439253}" srcOrd="1" destOrd="0" presId="urn:microsoft.com/office/officeart/2005/8/layout/list1"/>
    <dgm:cxn modelId="{4C54362C-46D1-440D-B686-51F027CBF606}" type="presParOf" srcId="{6AB97AD1-F505-479B-A0E4-B0775DC629AB}" destId="{3EE6CCA3-78F2-4264-B0C7-D4D1BEB4C10A}" srcOrd="5" destOrd="0" presId="urn:microsoft.com/office/officeart/2005/8/layout/list1"/>
    <dgm:cxn modelId="{C22EE6F1-659D-434D-AB0C-6974599582ED}" type="presParOf" srcId="{6AB97AD1-F505-479B-A0E4-B0775DC629AB}" destId="{DC22BC8E-6530-4502-98A5-92F5C1599581}" srcOrd="6" destOrd="0" presId="urn:microsoft.com/office/officeart/2005/8/layout/list1"/>
    <dgm:cxn modelId="{6BF61118-3FF0-46ED-B39E-1A37E3019DF9}" type="presParOf" srcId="{6AB97AD1-F505-479B-A0E4-B0775DC629AB}" destId="{37086A21-DFB8-40BA-8145-E397630E8D45}" srcOrd="7" destOrd="0" presId="urn:microsoft.com/office/officeart/2005/8/layout/list1"/>
    <dgm:cxn modelId="{FE95063E-B998-4E9E-B616-465646B67FF4}" type="presParOf" srcId="{6AB97AD1-F505-479B-A0E4-B0775DC629AB}" destId="{309CCDC6-41D3-4FA6-8B91-295B86BA9BEC}" srcOrd="8" destOrd="0" presId="urn:microsoft.com/office/officeart/2005/8/layout/list1"/>
    <dgm:cxn modelId="{054D803D-5F6E-4FA0-958E-F48490D8019A}" type="presParOf" srcId="{309CCDC6-41D3-4FA6-8B91-295B86BA9BEC}" destId="{8E471473-493B-489C-B044-C704A7B50AC1}" srcOrd="0" destOrd="0" presId="urn:microsoft.com/office/officeart/2005/8/layout/list1"/>
    <dgm:cxn modelId="{819DA89D-AC4F-4418-AA45-1FC15881E4F0}" type="presParOf" srcId="{309CCDC6-41D3-4FA6-8B91-295B86BA9BEC}" destId="{58682D24-9E11-4C4A-B763-642991C82EE6}" srcOrd="1" destOrd="0" presId="urn:microsoft.com/office/officeart/2005/8/layout/list1"/>
    <dgm:cxn modelId="{5FB7F686-F41A-4545-8C77-44CDDB32552B}" type="presParOf" srcId="{6AB97AD1-F505-479B-A0E4-B0775DC629AB}" destId="{57F4EE08-386F-4ED1-98AD-78DEF880F69C}" srcOrd="9" destOrd="0" presId="urn:microsoft.com/office/officeart/2005/8/layout/list1"/>
    <dgm:cxn modelId="{53C7A0AC-6CDB-4889-835E-C80C6B0A01F3}" type="presParOf" srcId="{6AB97AD1-F505-479B-A0E4-B0775DC629AB}" destId="{E31F962D-4D4F-4673-95DC-6AA7DE83EDB5}" srcOrd="10" destOrd="0" presId="urn:microsoft.com/office/officeart/2005/8/layout/list1"/>
    <dgm:cxn modelId="{E82EB644-DB1C-4394-B917-CE02FB0ED2BA}" type="presParOf" srcId="{6AB97AD1-F505-479B-A0E4-B0775DC629AB}" destId="{F9B1EAE1-4DE3-4F2B-BF92-2B9B183431DE}" srcOrd="11" destOrd="0" presId="urn:microsoft.com/office/officeart/2005/8/layout/list1"/>
    <dgm:cxn modelId="{A748A68D-FAEC-4D4F-9398-228958C5E4A1}" type="presParOf" srcId="{6AB97AD1-F505-479B-A0E4-B0775DC629AB}" destId="{F1C07890-866A-47B9-B108-02B2B249001D}" srcOrd="12" destOrd="0" presId="urn:microsoft.com/office/officeart/2005/8/layout/list1"/>
    <dgm:cxn modelId="{00FA03B0-0849-433D-9A09-D96B628208E3}" type="presParOf" srcId="{F1C07890-866A-47B9-B108-02B2B249001D}" destId="{4EC19E46-3BB2-436B-8D72-E3D53B46D0B3}" srcOrd="0" destOrd="0" presId="urn:microsoft.com/office/officeart/2005/8/layout/list1"/>
    <dgm:cxn modelId="{8EBF2FEF-2417-45FC-827B-DE33205D10A9}" type="presParOf" srcId="{F1C07890-866A-47B9-B108-02B2B249001D}" destId="{AE5BA21B-A2BD-4401-B663-52C0C36602CC}" srcOrd="1" destOrd="0" presId="urn:microsoft.com/office/officeart/2005/8/layout/list1"/>
    <dgm:cxn modelId="{FBB9B8A6-B1F1-42DF-88AD-DC02DC7CC98A}" type="presParOf" srcId="{6AB97AD1-F505-479B-A0E4-B0775DC629AB}" destId="{8EBBDC5D-42A2-421B-8D4D-1AC747B16557}" srcOrd="13" destOrd="0" presId="urn:microsoft.com/office/officeart/2005/8/layout/list1"/>
    <dgm:cxn modelId="{A62D99AA-B054-49A6-84AF-484041016954}" type="presParOf" srcId="{6AB97AD1-F505-479B-A0E4-B0775DC629AB}" destId="{5D27D14A-8563-4C29-B052-B06053134C83}" srcOrd="14" destOrd="0" presId="urn:microsoft.com/office/officeart/2005/8/layout/list1"/>
    <dgm:cxn modelId="{C8CC0B36-7CBA-43EC-8A77-65F57C818032}" type="presParOf" srcId="{6AB97AD1-F505-479B-A0E4-B0775DC629AB}" destId="{4C3D2672-B9EA-4F47-A7E2-AF6FB87E93F3}" srcOrd="15" destOrd="0" presId="urn:microsoft.com/office/officeart/2005/8/layout/list1"/>
    <dgm:cxn modelId="{CED8AC44-A9BF-41EA-AE60-1E006D99F099}" type="presParOf" srcId="{6AB97AD1-F505-479B-A0E4-B0775DC629AB}" destId="{1FE843C9-F463-4CA4-B16C-0C4660D61DED}" srcOrd="16" destOrd="0" presId="urn:microsoft.com/office/officeart/2005/8/layout/list1"/>
    <dgm:cxn modelId="{1BDD2201-642C-48F0-BB2A-05E2541DBE32}" type="presParOf" srcId="{1FE843C9-F463-4CA4-B16C-0C4660D61DED}" destId="{A7C7973C-85D3-460C-BF5B-C713BC8354F7}" srcOrd="0" destOrd="0" presId="urn:microsoft.com/office/officeart/2005/8/layout/list1"/>
    <dgm:cxn modelId="{995FECF9-4785-4D7D-BD75-31197AF7867A}" type="presParOf" srcId="{1FE843C9-F463-4CA4-B16C-0C4660D61DED}" destId="{197856C8-5CDE-4BE0-8DB4-CBC95C4DEBAF}" srcOrd="1" destOrd="0" presId="urn:microsoft.com/office/officeart/2005/8/layout/list1"/>
    <dgm:cxn modelId="{75175F0E-60EE-4604-A2BE-43DFF6A20F0E}" type="presParOf" srcId="{6AB97AD1-F505-479B-A0E4-B0775DC629AB}" destId="{D6FD8240-17FF-458A-A5FD-0957EEC157F4}" srcOrd="17" destOrd="0" presId="urn:microsoft.com/office/officeart/2005/8/layout/list1"/>
    <dgm:cxn modelId="{AE1996AA-CAF8-4ED2-9583-0F0203AD9739}" type="presParOf" srcId="{6AB97AD1-F505-479B-A0E4-B0775DC629AB}" destId="{8A927071-5E07-4D3C-8199-CD646BC5D2E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99F9EAF-7CD2-44E7-9193-E81F8AE1E9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CC5D77-5833-4349-A8CA-B984720CAC9F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Better production control 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3ADFAB1-C6A5-42D2-AFF9-8A22887DB5CE}" type="parTrans" cxnId="{486BBFF9-B957-4E05-9E0F-E814E8338A89}">
      <dgm:prSet/>
      <dgm:spPr/>
      <dgm:t>
        <a:bodyPr/>
        <a:lstStyle/>
        <a:p>
          <a:pPr algn="ctr"/>
          <a:endParaRPr lang="en-US"/>
        </a:p>
      </dgm:t>
    </dgm:pt>
    <dgm:pt modelId="{6BBF5DAB-A9D4-48E1-B9C2-01EA56773B30}" type="sibTrans" cxnId="{486BBFF9-B957-4E05-9E0F-E814E8338A89}">
      <dgm:prSet/>
      <dgm:spPr/>
      <dgm:t>
        <a:bodyPr/>
        <a:lstStyle/>
        <a:p>
          <a:pPr algn="ctr"/>
          <a:endParaRPr lang="en-US"/>
        </a:p>
      </dgm:t>
    </dgm:pt>
    <dgm:pt modelId="{19D5F9AA-685D-48A1-8BE9-995E9E1AE9FB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Better Supervision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C30983D-9EF2-46BE-9721-9D06785F1C52}" type="parTrans" cxnId="{E40F60A5-A0CA-4FA6-98CE-4472504001CF}">
      <dgm:prSet/>
      <dgm:spPr/>
      <dgm:t>
        <a:bodyPr/>
        <a:lstStyle/>
        <a:p>
          <a:pPr algn="ctr"/>
          <a:endParaRPr lang="en-US"/>
        </a:p>
      </dgm:t>
    </dgm:pt>
    <dgm:pt modelId="{D3126AC9-4571-4D36-B54C-FB0FC1257ABF}" type="sibTrans" cxnId="{E40F60A5-A0CA-4FA6-98CE-4472504001CF}">
      <dgm:prSet/>
      <dgm:spPr/>
      <dgm:t>
        <a:bodyPr/>
        <a:lstStyle/>
        <a:p>
          <a:pPr algn="ctr"/>
          <a:endParaRPr lang="en-US"/>
        </a:p>
      </dgm:t>
    </dgm:pt>
    <dgm:pt modelId="{0F5C566A-BAAA-477D-8DB8-ECCCE7367297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Improved utilization of labor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3F862E5-9810-4007-9072-E8236BC815F5}" type="parTrans" cxnId="{52E98773-8858-4E15-9E3B-B0BC13C7135A}">
      <dgm:prSet/>
      <dgm:spPr/>
      <dgm:t>
        <a:bodyPr/>
        <a:lstStyle/>
        <a:p>
          <a:pPr algn="ctr"/>
          <a:endParaRPr lang="en-US"/>
        </a:p>
      </dgm:t>
    </dgm:pt>
    <dgm:pt modelId="{F7E135DA-68FF-4424-818A-F70BB6A6F5D1}" type="sibTrans" cxnId="{52E98773-8858-4E15-9E3B-B0BC13C7135A}">
      <dgm:prSet/>
      <dgm:spPr/>
      <dgm:t>
        <a:bodyPr/>
        <a:lstStyle/>
        <a:p>
          <a:pPr algn="ctr"/>
          <a:endParaRPr lang="en-US"/>
        </a:p>
      </dgm:t>
    </dgm:pt>
    <dgm:pt modelId="{BA75635E-AE1B-4C7E-867D-FD9ABB46DC01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Improved Employee Morale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F7152EB-9115-4E3A-AF8D-A468890D825B}" type="parTrans" cxnId="{5E20DC88-76D0-461B-A456-B261A4049124}">
      <dgm:prSet/>
      <dgm:spPr/>
      <dgm:t>
        <a:bodyPr/>
        <a:lstStyle/>
        <a:p>
          <a:pPr algn="ctr"/>
          <a:endParaRPr lang="en-US"/>
        </a:p>
      </dgm:t>
    </dgm:pt>
    <dgm:pt modelId="{65BB1691-2C09-49CF-A100-7ACE71AE6CA2}" type="sibTrans" cxnId="{5E20DC88-76D0-461B-A456-B261A4049124}">
      <dgm:prSet/>
      <dgm:spPr/>
      <dgm:t>
        <a:bodyPr/>
        <a:lstStyle/>
        <a:p>
          <a:pPr algn="ctr"/>
          <a:endParaRPr lang="en-US"/>
        </a:p>
      </dgm:t>
    </dgm:pt>
    <dgm:pt modelId="{F2D7F143-692F-405D-8667-76E346D72010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Avoidance of unnecessary and costly changes 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E8C6AB6-4389-4642-BC6B-620E1BEA1AC4}" type="parTrans" cxnId="{B799C913-51CB-4FFA-9E29-7D1B92724CFC}">
      <dgm:prSet/>
      <dgm:spPr/>
      <dgm:t>
        <a:bodyPr/>
        <a:lstStyle/>
        <a:p>
          <a:pPr algn="ctr"/>
          <a:endParaRPr lang="en-US"/>
        </a:p>
      </dgm:t>
    </dgm:pt>
    <dgm:pt modelId="{05AC43EE-0D87-4BA1-8835-4BCDD97A45B5}" type="sibTrans" cxnId="{B799C913-51CB-4FFA-9E29-7D1B92724CFC}">
      <dgm:prSet/>
      <dgm:spPr/>
      <dgm:t>
        <a:bodyPr/>
        <a:lstStyle/>
        <a:p>
          <a:pPr algn="ctr"/>
          <a:endParaRPr lang="en-US"/>
        </a:p>
      </dgm:t>
    </dgm:pt>
    <dgm:pt modelId="{6AB97AD1-F505-479B-A0E4-B0775DC629AB}" type="pres">
      <dgm:prSet presAssocID="{499F9EAF-7CD2-44E7-9193-E81F8AE1E9D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80FBE06-1341-48FB-837D-234980B2CEE3}" type="pres">
      <dgm:prSet presAssocID="{0ACC5D77-5833-4349-A8CA-B984720CAC9F}" presName="parentLin" presStyleCnt="0"/>
      <dgm:spPr/>
    </dgm:pt>
    <dgm:pt modelId="{921500C8-0786-492C-B4D9-88B866D1929F}" type="pres">
      <dgm:prSet presAssocID="{0ACC5D77-5833-4349-A8CA-B984720CAC9F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C4BCAD88-3DF9-47E8-A686-CAEEB5D8D6CF}" type="pres">
      <dgm:prSet presAssocID="{0ACC5D77-5833-4349-A8CA-B984720CAC9F}" presName="parentText" presStyleLbl="node1" presStyleIdx="0" presStyleCnt="5" custLinFactNeighborY="-605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EB45D3-5EBA-40D2-AD4D-CED89E8914D6}" type="pres">
      <dgm:prSet presAssocID="{0ACC5D77-5833-4349-A8CA-B984720CAC9F}" presName="negativeSpace" presStyleCnt="0"/>
      <dgm:spPr/>
    </dgm:pt>
    <dgm:pt modelId="{4AEAE893-1DD6-4B2E-AB0E-964824A0CFB4}" type="pres">
      <dgm:prSet presAssocID="{0ACC5D77-5833-4349-A8CA-B984720CAC9F}" presName="childText" presStyleLbl="conFgAcc1" presStyleIdx="0" presStyleCnt="5">
        <dgm:presLayoutVars>
          <dgm:bulletEnabled val="1"/>
        </dgm:presLayoutVars>
      </dgm:prSet>
      <dgm:spPr/>
    </dgm:pt>
    <dgm:pt modelId="{5EEB9B55-4919-4AC0-8BF0-3219242899B3}" type="pres">
      <dgm:prSet presAssocID="{6BBF5DAB-A9D4-48E1-B9C2-01EA56773B30}" presName="spaceBetweenRectangles" presStyleCnt="0"/>
      <dgm:spPr/>
    </dgm:pt>
    <dgm:pt modelId="{D6A00A8A-D04F-4A6D-B621-CAAFAB54A462}" type="pres">
      <dgm:prSet presAssocID="{19D5F9AA-685D-48A1-8BE9-995E9E1AE9FB}" presName="parentLin" presStyleCnt="0"/>
      <dgm:spPr/>
    </dgm:pt>
    <dgm:pt modelId="{D56E0920-E0E5-417D-85BE-40DFC2B429FF}" type="pres">
      <dgm:prSet presAssocID="{19D5F9AA-685D-48A1-8BE9-995E9E1AE9FB}" presName="parentLeftMargin" presStyleLbl="node1" presStyleIdx="0" presStyleCnt="5"/>
      <dgm:spPr/>
      <dgm:t>
        <a:bodyPr/>
        <a:lstStyle/>
        <a:p>
          <a:endParaRPr lang="en-US"/>
        </a:p>
      </dgm:t>
    </dgm:pt>
    <dgm:pt modelId="{E809E17B-F52C-4B91-96D3-F2B64D439253}" type="pres">
      <dgm:prSet presAssocID="{19D5F9AA-685D-48A1-8BE9-995E9E1AE9FB}" presName="parentText" presStyleLbl="node1" presStyleIdx="1" presStyleCnt="5" custLinFactNeighborY="-645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E6CCA3-78F2-4264-B0C7-D4D1BEB4C10A}" type="pres">
      <dgm:prSet presAssocID="{19D5F9AA-685D-48A1-8BE9-995E9E1AE9FB}" presName="negativeSpace" presStyleCnt="0"/>
      <dgm:spPr/>
    </dgm:pt>
    <dgm:pt modelId="{DC22BC8E-6530-4502-98A5-92F5C1599581}" type="pres">
      <dgm:prSet presAssocID="{19D5F9AA-685D-48A1-8BE9-995E9E1AE9FB}" presName="childText" presStyleLbl="conFgAcc1" presStyleIdx="1" presStyleCnt="5">
        <dgm:presLayoutVars>
          <dgm:bulletEnabled val="1"/>
        </dgm:presLayoutVars>
      </dgm:prSet>
      <dgm:spPr/>
    </dgm:pt>
    <dgm:pt modelId="{37086A21-DFB8-40BA-8145-E397630E8D45}" type="pres">
      <dgm:prSet presAssocID="{D3126AC9-4571-4D36-B54C-FB0FC1257ABF}" presName="spaceBetweenRectangles" presStyleCnt="0"/>
      <dgm:spPr/>
    </dgm:pt>
    <dgm:pt modelId="{309CCDC6-41D3-4FA6-8B91-295B86BA9BEC}" type="pres">
      <dgm:prSet presAssocID="{0F5C566A-BAAA-477D-8DB8-ECCCE7367297}" presName="parentLin" presStyleCnt="0"/>
      <dgm:spPr/>
    </dgm:pt>
    <dgm:pt modelId="{8E471473-493B-489C-B044-C704A7B50AC1}" type="pres">
      <dgm:prSet presAssocID="{0F5C566A-BAAA-477D-8DB8-ECCCE7367297}" presName="parentLeftMargin" presStyleLbl="node1" presStyleIdx="1" presStyleCnt="5"/>
      <dgm:spPr/>
      <dgm:t>
        <a:bodyPr/>
        <a:lstStyle/>
        <a:p>
          <a:endParaRPr lang="en-US"/>
        </a:p>
      </dgm:t>
    </dgm:pt>
    <dgm:pt modelId="{58682D24-9E11-4C4A-B763-642991C82EE6}" type="pres">
      <dgm:prSet presAssocID="{0F5C566A-BAAA-477D-8DB8-ECCCE7367297}" presName="parentText" presStyleLbl="node1" presStyleIdx="2" presStyleCnt="5" custLinFactNeighborY="-74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F4EE08-386F-4ED1-98AD-78DEF880F69C}" type="pres">
      <dgm:prSet presAssocID="{0F5C566A-BAAA-477D-8DB8-ECCCE7367297}" presName="negativeSpace" presStyleCnt="0"/>
      <dgm:spPr/>
    </dgm:pt>
    <dgm:pt modelId="{E31F962D-4D4F-4673-95DC-6AA7DE83EDB5}" type="pres">
      <dgm:prSet presAssocID="{0F5C566A-BAAA-477D-8DB8-ECCCE7367297}" presName="childText" presStyleLbl="conFgAcc1" presStyleIdx="2" presStyleCnt="5">
        <dgm:presLayoutVars>
          <dgm:bulletEnabled val="1"/>
        </dgm:presLayoutVars>
      </dgm:prSet>
      <dgm:spPr/>
    </dgm:pt>
    <dgm:pt modelId="{F9B1EAE1-4DE3-4F2B-BF92-2B9B183431DE}" type="pres">
      <dgm:prSet presAssocID="{F7E135DA-68FF-4424-818A-F70BB6A6F5D1}" presName="spaceBetweenRectangles" presStyleCnt="0"/>
      <dgm:spPr/>
    </dgm:pt>
    <dgm:pt modelId="{F1C07890-866A-47B9-B108-02B2B249001D}" type="pres">
      <dgm:prSet presAssocID="{BA75635E-AE1B-4C7E-867D-FD9ABB46DC01}" presName="parentLin" presStyleCnt="0"/>
      <dgm:spPr/>
    </dgm:pt>
    <dgm:pt modelId="{4EC19E46-3BB2-436B-8D72-E3D53B46D0B3}" type="pres">
      <dgm:prSet presAssocID="{BA75635E-AE1B-4C7E-867D-FD9ABB46DC01}" presName="parentLeftMargin" presStyleLbl="node1" presStyleIdx="2" presStyleCnt="5"/>
      <dgm:spPr/>
      <dgm:t>
        <a:bodyPr/>
        <a:lstStyle/>
        <a:p>
          <a:endParaRPr lang="en-US"/>
        </a:p>
      </dgm:t>
    </dgm:pt>
    <dgm:pt modelId="{AE5BA21B-A2BD-4401-B663-52C0C36602CC}" type="pres">
      <dgm:prSet presAssocID="{BA75635E-AE1B-4C7E-867D-FD9ABB46DC01}" presName="parentText" presStyleLbl="node1" presStyleIdx="3" presStyleCnt="5" custScaleX="108761" custLinFactNeighborX="-91630" custLinFactNeighborY="-23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BBDC5D-42A2-421B-8D4D-1AC747B16557}" type="pres">
      <dgm:prSet presAssocID="{BA75635E-AE1B-4C7E-867D-FD9ABB46DC01}" presName="negativeSpace" presStyleCnt="0"/>
      <dgm:spPr/>
    </dgm:pt>
    <dgm:pt modelId="{5D27D14A-8563-4C29-B052-B06053134C83}" type="pres">
      <dgm:prSet presAssocID="{BA75635E-AE1B-4C7E-867D-FD9ABB46DC01}" presName="childText" presStyleLbl="conFgAcc1" presStyleIdx="3" presStyleCnt="5">
        <dgm:presLayoutVars>
          <dgm:bulletEnabled val="1"/>
        </dgm:presLayoutVars>
      </dgm:prSet>
      <dgm:spPr/>
    </dgm:pt>
    <dgm:pt modelId="{4C3D2672-B9EA-4F47-A7E2-AF6FB87E93F3}" type="pres">
      <dgm:prSet presAssocID="{65BB1691-2C09-49CF-A100-7ACE71AE6CA2}" presName="spaceBetweenRectangles" presStyleCnt="0"/>
      <dgm:spPr/>
    </dgm:pt>
    <dgm:pt modelId="{1FE843C9-F463-4CA4-B16C-0C4660D61DED}" type="pres">
      <dgm:prSet presAssocID="{F2D7F143-692F-405D-8667-76E346D72010}" presName="parentLin" presStyleCnt="0"/>
      <dgm:spPr/>
    </dgm:pt>
    <dgm:pt modelId="{A7C7973C-85D3-460C-BF5B-C713BC8354F7}" type="pres">
      <dgm:prSet presAssocID="{F2D7F143-692F-405D-8667-76E346D72010}" presName="parentLeftMargin" presStyleLbl="node1" presStyleIdx="3" presStyleCnt="5"/>
      <dgm:spPr/>
      <dgm:t>
        <a:bodyPr/>
        <a:lstStyle/>
        <a:p>
          <a:endParaRPr lang="en-US"/>
        </a:p>
      </dgm:t>
    </dgm:pt>
    <dgm:pt modelId="{197856C8-5CDE-4BE0-8DB4-CBC95C4DEBAF}" type="pres">
      <dgm:prSet presAssocID="{F2D7F143-692F-405D-8667-76E346D72010}" presName="parentText" presStyleLbl="node1" presStyleIdx="4" presStyleCnt="5" custScaleX="10999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FD8240-17FF-458A-A5FD-0957EEC157F4}" type="pres">
      <dgm:prSet presAssocID="{F2D7F143-692F-405D-8667-76E346D72010}" presName="negativeSpace" presStyleCnt="0"/>
      <dgm:spPr/>
    </dgm:pt>
    <dgm:pt modelId="{8A927071-5E07-4D3C-8199-CD646BC5D2E5}" type="pres">
      <dgm:prSet presAssocID="{F2D7F143-692F-405D-8667-76E346D72010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52E98773-8858-4E15-9E3B-B0BC13C7135A}" srcId="{499F9EAF-7CD2-44E7-9193-E81F8AE1E9D0}" destId="{0F5C566A-BAAA-477D-8DB8-ECCCE7367297}" srcOrd="2" destOrd="0" parTransId="{13F862E5-9810-4007-9072-E8236BC815F5}" sibTransId="{F7E135DA-68FF-4424-818A-F70BB6A6F5D1}"/>
    <dgm:cxn modelId="{CE06B04A-61C9-49CE-A4FB-15BD7DB7ED89}" type="presOf" srcId="{F2D7F143-692F-405D-8667-76E346D72010}" destId="{197856C8-5CDE-4BE0-8DB4-CBC95C4DEBAF}" srcOrd="1" destOrd="0" presId="urn:microsoft.com/office/officeart/2005/8/layout/list1"/>
    <dgm:cxn modelId="{5E20DC88-76D0-461B-A456-B261A4049124}" srcId="{499F9EAF-7CD2-44E7-9193-E81F8AE1E9D0}" destId="{BA75635E-AE1B-4C7E-867D-FD9ABB46DC01}" srcOrd="3" destOrd="0" parTransId="{9F7152EB-9115-4E3A-AF8D-A468890D825B}" sibTransId="{65BB1691-2C09-49CF-A100-7ACE71AE6CA2}"/>
    <dgm:cxn modelId="{486BBFF9-B957-4E05-9E0F-E814E8338A89}" srcId="{499F9EAF-7CD2-44E7-9193-E81F8AE1E9D0}" destId="{0ACC5D77-5833-4349-A8CA-B984720CAC9F}" srcOrd="0" destOrd="0" parTransId="{83ADFAB1-C6A5-42D2-AFF9-8A22887DB5CE}" sibTransId="{6BBF5DAB-A9D4-48E1-B9C2-01EA56773B30}"/>
    <dgm:cxn modelId="{B799C913-51CB-4FFA-9E29-7D1B92724CFC}" srcId="{499F9EAF-7CD2-44E7-9193-E81F8AE1E9D0}" destId="{F2D7F143-692F-405D-8667-76E346D72010}" srcOrd="4" destOrd="0" parTransId="{3E8C6AB6-4389-4642-BC6B-620E1BEA1AC4}" sibTransId="{05AC43EE-0D87-4BA1-8835-4BCDD97A45B5}"/>
    <dgm:cxn modelId="{E40F60A5-A0CA-4FA6-98CE-4472504001CF}" srcId="{499F9EAF-7CD2-44E7-9193-E81F8AE1E9D0}" destId="{19D5F9AA-685D-48A1-8BE9-995E9E1AE9FB}" srcOrd="1" destOrd="0" parTransId="{9C30983D-9EF2-46BE-9721-9D06785F1C52}" sibTransId="{D3126AC9-4571-4D36-B54C-FB0FC1257ABF}"/>
    <dgm:cxn modelId="{D5A36957-7DD4-43D9-B83C-5A1929C08ED7}" type="presOf" srcId="{0F5C566A-BAAA-477D-8DB8-ECCCE7367297}" destId="{8E471473-493B-489C-B044-C704A7B50AC1}" srcOrd="0" destOrd="0" presId="urn:microsoft.com/office/officeart/2005/8/layout/list1"/>
    <dgm:cxn modelId="{58E63479-3E2F-4543-8DEA-6E85D50D8FA7}" type="presOf" srcId="{0F5C566A-BAAA-477D-8DB8-ECCCE7367297}" destId="{58682D24-9E11-4C4A-B763-642991C82EE6}" srcOrd="1" destOrd="0" presId="urn:microsoft.com/office/officeart/2005/8/layout/list1"/>
    <dgm:cxn modelId="{8F76F58B-6F55-4910-B68D-944E92ED4BB6}" type="presOf" srcId="{19D5F9AA-685D-48A1-8BE9-995E9E1AE9FB}" destId="{D56E0920-E0E5-417D-85BE-40DFC2B429FF}" srcOrd="0" destOrd="0" presId="urn:microsoft.com/office/officeart/2005/8/layout/list1"/>
    <dgm:cxn modelId="{AD37B343-27BE-40DE-B4B9-C7E171A65CF1}" type="presOf" srcId="{19D5F9AA-685D-48A1-8BE9-995E9E1AE9FB}" destId="{E809E17B-F52C-4B91-96D3-F2B64D439253}" srcOrd="1" destOrd="0" presId="urn:microsoft.com/office/officeart/2005/8/layout/list1"/>
    <dgm:cxn modelId="{A2AFDA0E-C796-42D5-823D-57DA54051D45}" type="presOf" srcId="{BA75635E-AE1B-4C7E-867D-FD9ABB46DC01}" destId="{4EC19E46-3BB2-436B-8D72-E3D53B46D0B3}" srcOrd="0" destOrd="0" presId="urn:microsoft.com/office/officeart/2005/8/layout/list1"/>
    <dgm:cxn modelId="{9E5EF789-5131-4A48-A116-7FFB8C7E556E}" type="presOf" srcId="{499F9EAF-7CD2-44E7-9193-E81F8AE1E9D0}" destId="{6AB97AD1-F505-479B-A0E4-B0775DC629AB}" srcOrd="0" destOrd="0" presId="urn:microsoft.com/office/officeart/2005/8/layout/list1"/>
    <dgm:cxn modelId="{1F902653-6A19-452F-9EFC-96004C60B13E}" type="presOf" srcId="{0ACC5D77-5833-4349-A8CA-B984720CAC9F}" destId="{C4BCAD88-3DF9-47E8-A686-CAEEB5D8D6CF}" srcOrd="1" destOrd="0" presId="urn:microsoft.com/office/officeart/2005/8/layout/list1"/>
    <dgm:cxn modelId="{54D9BB12-40B1-4BCA-9359-83C967F58835}" type="presOf" srcId="{0ACC5D77-5833-4349-A8CA-B984720CAC9F}" destId="{921500C8-0786-492C-B4D9-88B866D1929F}" srcOrd="0" destOrd="0" presId="urn:microsoft.com/office/officeart/2005/8/layout/list1"/>
    <dgm:cxn modelId="{E49FAC21-B817-41D9-9CCD-F19ACF929E2B}" type="presOf" srcId="{F2D7F143-692F-405D-8667-76E346D72010}" destId="{A7C7973C-85D3-460C-BF5B-C713BC8354F7}" srcOrd="0" destOrd="0" presId="urn:microsoft.com/office/officeart/2005/8/layout/list1"/>
    <dgm:cxn modelId="{3B0D411D-0DB4-4389-B4EA-829DE93098D4}" type="presOf" srcId="{BA75635E-AE1B-4C7E-867D-FD9ABB46DC01}" destId="{AE5BA21B-A2BD-4401-B663-52C0C36602CC}" srcOrd="1" destOrd="0" presId="urn:microsoft.com/office/officeart/2005/8/layout/list1"/>
    <dgm:cxn modelId="{B03CD594-E850-4F48-A423-8221155BCD13}" type="presParOf" srcId="{6AB97AD1-F505-479B-A0E4-B0775DC629AB}" destId="{180FBE06-1341-48FB-837D-234980B2CEE3}" srcOrd="0" destOrd="0" presId="urn:microsoft.com/office/officeart/2005/8/layout/list1"/>
    <dgm:cxn modelId="{B3E67ED4-2D2D-4C54-A43C-164822A997D7}" type="presParOf" srcId="{180FBE06-1341-48FB-837D-234980B2CEE3}" destId="{921500C8-0786-492C-B4D9-88B866D1929F}" srcOrd="0" destOrd="0" presId="urn:microsoft.com/office/officeart/2005/8/layout/list1"/>
    <dgm:cxn modelId="{516448A5-B445-44E6-A297-BA94F4A663A6}" type="presParOf" srcId="{180FBE06-1341-48FB-837D-234980B2CEE3}" destId="{C4BCAD88-3DF9-47E8-A686-CAEEB5D8D6CF}" srcOrd="1" destOrd="0" presId="urn:microsoft.com/office/officeart/2005/8/layout/list1"/>
    <dgm:cxn modelId="{8A35B0DF-22E1-4107-94E7-66D88F518A56}" type="presParOf" srcId="{6AB97AD1-F505-479B-A0E4-B0775DC629AB}" destId="{FBEB45D3-5EBA-40D2-AD4D-CED89E8914D6}" srcOrd="1" destOrd="0" presId="urn:microsoft.com/office/officeart/2005/8/layout/list1"/>
    <dgm:cxn modelId="{D29DF9D3-B566-4B32-A9CD-35D7D1ED5C90}" type="presParOf" srcId="{6AB97AD1-F505-479B-A0E4-B0775DC629AB}" destId="{4AEAE893-1DD6-4B2E-AB0E-964824A0CFB4}" srcOrd="2" destOrd="0" presId="urn:microsoft.com/office/officeart/2005/8/layout/list1"/>
    <dgm:cxn modelId="{8412EC85-61C3-46F7-A6C7-115E884E2A65}" type="presParOf" srcId="{6AB97AD1-F505-479B-A0E4-B0775DC629AB}" destId="{5EEB9B55-4919-4AC0-8BF0-3219242899B3}" srcOrd="3" destOrd="0" presId="urn:microsoft.com/office/officeart/2005/8/layout/list1"/>
    <dgm:cxn modelId="{D5634226-7049-4506-BEA3-28BEAAD517AE}" type="presParOf" srcId="{6AB97AD1-F505-479B-A0E4-B0775DC629AB}" destId="{D6A00A8A-D04F-4A6D-B621-CAAFAB54A462}" srcOrd="4" destOrd="0" presId="urn:microsoft.com/office/officeart/2005/8/layout/list1"/>
    <dgm:cxn modelId="{49275FE8-91BC-4ED2-8BB0-E4B4B74230B9}" type="presParOf" srcId="{D6A00A8A-D04F-4A6D-B621-CAAFAB54A462}" destId="{D56E0920-E0E5-417D-85BE-40DFC2B429FF}" srcOrd="0" destOrd="0" presId="urn:microsoft.com/office/officeart/2005/8/layout/list1"/>
    <dgm:cxn modelId="{694C0364-FBA6-4F89-A5FD-BFA546C4D6F2}" type="presParOf" srcId="{D6A00A8A-D04F-4A6D-B621-CAAFAB54A462}" destId="{E809E17B-F52C-4B91-96D3-F2B64D439253}" srcOrd="1" destOrd="0" presId="urn:microsoft.com/office/officeart/2005/8/layout/list1"/>
    <dgm:cxn modelId="{4C54362C-46D1-440D-B686-51F027CBF606}" type="presParOf" srcId="{6AB97AD1-F505-479B-A0E4-B0775DC629AB}" destId="{3EE6CCA3-78F2-4264-B0C7-D4D1BEB4C10A}" srcOrd="5" destOrd="0" presId="urn:microsoft.com/office/officeart/2005/8/layout/list1"/>
    <dgm:cxn modelId="{C22EE6F1-659D-434D-AB0C-6974599582ED}" type="presParOf" srcId="{6AB97AD1-F505-479B-A0E4-B0775DC629AB}" destId="{DC22BC8E-6530-4502-98A5-92F5C1599581}" srcOrd="6" destOrd="0" presId="urn:microsoft.com/office/officeart/2005/8/layout/list1"/>
    <dgm:cxn modelId="{6BF61118-3FF0-46ED-B39E-1A37E3019DF9}" type="presParOf" srcId="{6AB97AD1-F505-479B-A0E4-B0775DC629AB}" destId="{37086A21-DFB8-40BA-8145-E397630E8D45}" srcOrd="7" destOrd="0" presId="urn:microsoft.com/office/officeart/2005/8/layout/list1"/>
    <dgm:cxn modelId="{FE95063E-B998-4E9E-B616-465646B67FF4}" type="presParOf" srcId="{6AB97AD1-F505-479B-A0E4-B0775DC629AB}" destId="{309CCDC6-41D3-4FA6-8B91-295B86BA9BEC}" srcOrd="8" destOrd="0" presId="urn:microsoft.com/office/officeart/2005/8/layout/list1"/>
    <dgm:cxn modelId="{054D803D-5F6E-4FA0-958E-F48490D8019A}" type="presParOf" srcId="{309CCDC6-41D3-4FA6-8B91-295B86BA9BEC}" destId="{8E471473-493B-489C-B044-C704A7B50AC1}" srcOrd="0" destOrd="0" presId="urn:microsoft.com/office/officeart/2005/8/layout/list1"/>
    <dgm:cxn modelId="{819DA89D-AC4F-4418-AA45-1FC15881E4F0}" type="presParOf" srcId="{309CCDC6-41D3-4FA6-8B91-295B86BA9BEC}" destId="{58682D24-9E11-4C4A-B763-642991C82EE6}" srcOrd="1" destOrd="0" presId="urn:microsoft.com/office/officeart/2005/8/layout/list1"/>
    <dgm:cxn modelId="{5FB7F686-F41A-4545-8C77-44CDDB32552B}" type="presParOf" srcId="{6AB97AD1-F505-479B-A0E4-B0775DC629AB}" destId="{57F4EE08-386F-4ED1-98AD-78DEF880F69C}" srcOrd="9" destOrd="0" presId="urn:microsoft.com/office/officeart/2005/8/layout/list1"/>
    <dgm:cxn modelId="{53C7A0AC-6CDB-4889-835E-C80C6B0A01F3}" type="presParOf" srcId="{6AB97AD1-F505-479B-A0E4-B0775DC629AB}" destId="{E31F962D-4D4F-4673-95DC-6AA7DE83EDB5}" srcOrd="10" destOrd="0" presId="urn:microsoft.com/office/officeart/2005/8/layout/list1"/>
    <dgm:cxn modelId="{E82EB644-DB1C-4394-B917-CE02FB0ED2BA}" type="presParOf" srcId="{6AB97AD1-F505-479B-A0E4-B0775DC629AB}" destId="{F9B1EAE1-4DE3-4F2B-BF92-2B9B183431DE}" srcOrd="11" destOrd="0" presId="urn:microsoft.com/office/officeart/2005/8/layout/list1"/>
    <dgm:cxn modelId="{A748A68D-FAEC-4D4F-9398-228958C5E4A1}" type="presParOf" srcId="{6AB97AD1-F505-479B-A0E4-B0775DC629AB}" destId="{F1C07890-866A-47B9-B108-02B2B249001D}" srcOrd="12" destOrd="0" presId="urn:microsoft.com/office/officeart/2005/8/layout/list1"/>
    <dgm:cxn modelId="{00FA03B0-0849-433D-9A09-D96B628208E3}" type="presParOf" srcId="{F1C07890-866A-47B9-B108-02B2B249001D}" destId="{4EC19E46-3BB2-436B-8D72-E3D53B46D0B3}" srcOrd="0" destOrd="0" presId="urn:microsoft.com/office/officeart/2005/8/layout/list1"/>
    <dgm:cxn modelId="{8EBF2FEF-2417-45FC-827B-DE33205D10A9}" type="presParOf" srcId="{F1C07890-866A-47B9-B108-02B2B249001D}" destId="{AE5BA21B-A2BD-4401-B663-52C0C36602CC}" srcOrd="1" destOrd="0" presId="urn:microsoft.com/office/officeart/2005/8/layout/list1"/>
    <dgm:cxn modelId="{FBB9B8A6-B1F1-42DF-88AD-DC02DC7CC98A}" type="presParOf" srcId="{6AB97AD1-F505-479B-A0E4-B0775DC629AB}" destId="{8EBBDC5D-42A2-421B-8D4D-1AC747B16557}" srcOrd="13" destOrd="0" presId="urn:microsoft.com/office/officeart/2005/8/layout/list1"/>
    <dgm:cxn modelId="{A62D99AA-B054-49A6-84AF-484041016954}" type="presParOf" srcId="{6AB97AD1-F505-479B-A0E4-B0775DC629AB}" destId="{5D27D14A-8563-4C29-B052-B06053134C83}" srcOrd="14" destOrd="0" presId="urn:microsoft.com/office/officeart/2005/8/layout/list1"/>
    <dgm:cxn modelId="{C8CC0B36-7CBA-43EC-8A77-65F57C818032}" type="presParOf" srcId="{6AB97AD1-F505-479B-A0E4-B0775DC629AB}" destId="{4C3D2672-B9EA-4F47-A7E2-AF6FB87E93F3}" srcOrd="15" destOrd="0" presId="urn:microsoft.com/office/officeart/2005/8/layout/list1"/>
    <dgm:cxn modelId="{CED8AC44-A9BF-41EA-AE60-1E006D99F099}" type="presParOf" srcId="{6AB97AD1-F505-479B-A0E4-B0775DC629AB}" destId="{1FE843C9-F463-4CA4-B16C-0C4660D61DED}" srcOrd="16" destOrd="0" presId="urn:microsoft.com/office/officeart/2005/8/layout/list1"/>
    <dgm:cxn modelId="{1BDD2201-642C-48F0-BB2A-05E2541DBE32}" type="presParOf" srcId="{1FE843C9-F463-4CA4-B16C-0C4660D61DED}" destId="{A7C7973C-85D3-460C-BF5B-C713BC8354F7}" srcOrd="0" destOrd="0" presId="urn:microsoft.com/office/officeart/2005/8/layout/list1"/>
    <dgm:cxn modelId="{995FECF9-4785-4D7D-BD75-31197AF7867A}" type="presParOf" srcId="{1FE843C9-F463-4CA4-B16C-0C4660D61DED}" destId="{197856C8-5CDE-4BE0-8DB4-CBC95C4DEBAF}" srcOrd="1" destOrd="0" presId="urn:microsoft.com/office/officeart/2005/8/layout/list1"/>
    <dgm:cxn modelId="{75175F0E-60EE-4604-A2BE-43DFF6A20F0E}" type="presParOf" srcId="{6AB97AD1-F505-479B-A0E4-B0775DC629AB}" destId="{D6FD8240-17FF-458A-A5FD-0957EEC157F4}" srcOrd="17" destOrd="0" presId="urn:microsoft.com/office/officeart/2005/8/layout/list1"/>
    <dgm:cxn modelId="{AE1996AA-CAF8-4ED2-9583-0F0203AD9739}" type="presParOf" srcId="{6AB97AD1-F505-479B-A0E4-B0775DC629AB}" destId="{8A927071-5E07-4D3C-8199-CD646BC5D2E5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99F9EAF-7CD2-44E7-9193-E81F8AE1E9D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ACC5D77-5833-4349-A8CA-B984720CAC9F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Product Layout 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83ADFAB1-C6A5-42D2-AFF9-8A22887DB5CE}" type="parTrans" cxnId="{486BBFF9-B957-4E05-9E0F-E814E8338A89}">
      <dgm:prSet/>
      <dgm:spPr/>
      <dgm:t>
        <a:bodyPr/>
        <a:lstStyle/>
        <a:p>
          <a:pPr algn="ctr"/>
          <a:endParaRPr lang="en-US"/>
        </a:p>
      </dgm:t>
    </dgm:pt>
    <dgm:pt modelId="{6BBF5DAB-A9D4-48E1-B9C2-01EA56773B30}" type="sibTrans" cxnId="{486BBFF9-B957-4E05-9E0F-E814E8338A89}">
      <dgm:prSet/>
      <dgm:spPr/>
      <dgm:t>
        <a:bodyPr/>
        <a:lstStyle/>
        <a:p>
          <a:pPr algn="ctr"/>
          <a:endParaRPr lang="en-US"/>
        </a:p>
      </dgm:t>
    </dgm:pt>
    <dgm:pt modelId="{19D5F9AA-685D-48A1-8BE9-995E9E1AE9FB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Fixed Position Layout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C30983D-9EF2-46BE-9721-9D06785F1C52}" type="parTrans" cxnId="{E40F60A5-A0CA-4FA6-98CE-4472504001CF}">
      <dgm:prSet/>
      <dgm:spPr/>
      <dgm:t>
        <a:bodyPr/>
        <a:lstStyle/>
        <a:p>
          <a:pPr algn="ctr"/>
          <a:endParaRPr lang="en-US"/>
        </a:p>
      </dgm:t>
    </dgm:pt>
    <dgm:pt modelId="{D3126AC9-4571-4D36-B54C-FB0FC1257ABF}" type="sibTrans" cxnId="{E40F60A5-A0CA-4FA6-98CE-4472504001CF}">
      <dgm:prSet/>
      <dgm:spPr/>
      <dgm:t>
        <a:bodyPr/>
        <a:lstStyle/>
        <a:p>
          <a:pPr algn="ctr"/>
          <a:endParaRPr lang="en-US"/>
        </a:p>
      </dgm:t>
    </dgm:pt>
    <dgm:pt modelId="{0F5C566A-BAAA-477D-8DB8-ECCCE7367297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Process Layout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13F862E5-9810-4007-9072-E8236BC815F5}" type="parTrans" cxnId="{52E98773-8858-4E15-9E3B-B0BC13C7135A}">
      <dgm:prSet/>
      <dgm:spPr/>
      <dgm:t>
        <a:bodyPr/>
        <a:lstStyle/>
        <a:p>
          <a:pPr algn="ctr"/>
          <a:endParaRPr lang="en-US"/>
        </a:p>
      </dgm:t>
    </dgm:pt>
    <dgm:pt modelId="{F7E135DA-68FF-4424-818A-F70BB6A6F5D1}" type="sibTrans" cxnId="{52E98773-8858-4E15-9E3B-B0BC13C7135A}">
      <dgm:prSet/>
      <dgm:spPr/>
      <dgm:t>
        <a:bodyPr/>
        <a:lstStyle/>
        <a:p>
          <a:pPr algn="ctr"/>
          <a:endParaRPr lang="en-US"/>
        </a:p>
      </dgm:t>
    </dgm:pt>
    <dgm:pt modelId="{BA75635E-AE1B-4C7E-867D-FD9ABB46DC01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Cellular manufacturing Layout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9F7152EB-9115-4E3A-AF8D-A468890D825B}" type="parTrans" cxnId="{5E20DC88-76D0-461B-A456-B261A4049124}">
      <dgm:prSet/>
      <dgm:spPr/>
      <dgm:t>
        <a:bodyPr/>
        <a:lstStyle/>
        <a:p>
          <a:pPr algn="ctr"/>
          <a:endParaRPr lang="en-US"/>
        </a:p>
      </dgm:t>
    </dgm:pt>
    <dgm:pt modelId="{65BB1691-2C09-49CF-A100-7ACE71AE6CA2}" type="sibTrans" cxnId="{5E20DC88-76D0-461B-A456-B261A4049124}">
      <dgm:prSet/>
      <dgm:spPr/>
      <dgm:t>
        <a:bodyPr/>
        <a:lstStyle/>
        <a:p>
          <a:pPr algn="ctr"/>
          <a:endParaRPr lang="en-US"/>
        </a:p>
      </dgm:t>
    </dgm:pt>
    <dgm:pt modelId="{F2D7F143-692F-405D-8667-76E346D72010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Service Facility Layout</a:t>
          </a:r>
          <a:endParaRPr lang="en-US" sz="1600" b="1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gm:t>
    </dgm:pt>
    <dgm:pt modelId="{3E8C6AB6-4389-4642-BC6B-620E1BEA1AC4}" type="parTrans" cxnId="{B799C913-51CB-4FFA-9E29-7D1B92724CFC}">
      <dgm:prSet/>
      <dgm:spPr/>
      <dgm:t>
        <a:bodyPr/>
        <a:lstStyle/>
        <a:p>
          <a:pPr algn="ctr"/>
          <a:endParaRPr lang="en-US"/>
        </a:p>
      </dgm:t>
    </dgm:pt>
    <dgm:pt modelId="{05AC43EE-0D87-4BA1-8835-4BCDD97A45B5}" type="sibTrans" cxnId="{B799C913-51CB-4FFA-9E29-7D1B92724CFC}">
      <dgm:prSet/>
      <dgm:spPr/>
      <dgm:t>
        <a:bodyPr/>
        <a:lstStyle/>
        <a:p>
          <a:pPr algn="ctr"/>
          <a:endParaRPr lang="en-US"/>
        </a:p>
      </dgm:t>
    </dgm:pt>
    <dgm:pt modelId="{8DAA3FC4-C8E9-4AF0-BEE3-2550621ADBD5}">
      <dgm:prSet custT="1"/>
      <dgm:spPr/>
      <dgm:t>
        <a:bodyPr/>
        <a:lstStyle/>
        <a:p>
          <a:pPr algn="ctr"/>
          <a:r>
            <a:rPr lang="en-US" sz="1600" b="1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Combined Layout</a:t>
          </a:r>
          <a:endParaRPr lang="en-US" sz="1600" b="1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A6C68EF-4417-4F88-8ABA-8E9635C68CB4}" type="parTrans" cxnId="{B9071A44-5EA8-4D20-85FA-1CC9C8452414}">
      <dgm:prSet/>
      <dgm:spPr/>
      <dgm:t>
        <a:bodyPr/>
        <a:lstStyle/>
        <a:p>
          <a:endParaRPr lang="en-US"/>
        </a:p>
      </dgm:t>
    </dgm:pt>
    <dgm:pt modelId="{DA09C7BC-231A-448C-9394-6AA2B24BEBD2}" type="sibTrans" cxnId="{B9071A44-5EA8-4D20-85FA-1CC9C8452414}">
      <dgm:prSet/>
      <dgm:spPr/>
      <dgm:t>
        <a:bodyPr/>
        <a:lstStyle/>
        <a:p>
          <a:endParaRPr lang="en-US"/>
        </a:p>
      </dgm:t>
    </dgm:pt>
    <dgm:pt modelId="{6AB97AD1-F505-479B-A0E4-B0775DC629AB}" type="pres">
      <dgm:prSet presAssocID="{499F9EAF-7CD2-44E7-9193-E81F8AE1E9D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80FBE06-1341-48FB-837D-234980B2CEE3}" type="pres">
      <dgm:prSet presAssocID="{0ACC5D77-5833-4349-A8CA-B984720CAC9F}" presName="parentLin" presStyleCnt="0"/>
      <dgm:spPr/>
    </dgm:pt>
    <dgm:pt modelId="{921500C8-0786-492C-B4D9-88B866D1929F}" type="pres">
      <dgm:prSet presAssocID="{0ACC5D77-5833-4349-A8CA-B984720CAC9F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C4BCAD88-3DF9-47E8-A686-CAEEB5D8D6CF}" type="pres">
      <dgm:prSet presAssocID="{0ACC5D77-5833-4349-A8CA-B984720CAC9F}" presName="parentText" presStyleLbl="node1" presStyleIdx="0" presStyleCnt="6" custLinFactNeighborY="-605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EB45D3-5EBA-40D2-AD4D-CED89E8914D6}" type="pres">
      <dgm:prSet presAssocID="{0ACC5D77-5833-4349-A8CA-B984720CAC9F}" presName="negativeSpace" presStyleCnt="0"/>
      <dgm:spPr/>
    </dgm:pt>
    <dgm:pt modelId="{4AEAE893-1DD6-4B2E-AB0E-964824A0CFB4}" type="pres">
      <dgm:prSet presAssocID="{0ACC5D77-5833-4349-A8CA-B984720CAC9F}" presName="childText" presStyleLbl="conFgAcc1" presStyleIdx="0" presStyleCnt="6">
        <dgm:presLayoutVars>
          <dgm:bulletEnabled val="1"/>
        </dgm:presLayoutVars>
      </dgm:prSet>
      <dgm:spPr/>
    </dgm:pt>
    <dgm:pt modelId="{5EEB9B55-4919-4AC0-8BF0-3219242899B3}" type="pres">
      <dgm:prSet presAssocID="{6BBF5DAB-A9D4-48E1-B9C2-01EA56773B30}" presName="spaceBetweenRectangles" presStyleCnt="0"/>
      <dgm:spPr/>
    </dgm:pt>
    <dgm:pt modelId="{D6A00A8A-D04F-4A6D-B621-CAAFAB54A462}" type="pres">
      <dgm:prSet presAssocID="{19D5F9AA-685D-48A1-8BE9-995E9E1AE9FB}" presName="parentLin" presStyleCnt="0"/>
      <dgm:spPr/>
    </dgm:pt>
    <dgm:pt modelId="{D56E0920-E0E5-417D-85BE-40DFC2B429FF}" type="pres">
      <dgm:prSet presAssocID="{19D5F9AA-685D-48A1-8BE9-995E9E1AE9FB}" presName="parentLeftMargin" presStyleLbl="node1" presStyleIdx="0" presStyleCnt="6"/>
      <dgm:spPr/>
      <dgm:t>
        <a:bodyPr/>
        <a:lstStyle/>
        <a:p>
          <a:endParaRPr lang="en-US"/>
        </a:p>
      </dgm:t>
    </dgm:pt>
    <dgm:pt modelId="{E809E17B-F52C-4B91-96D3-F2B64D439253}" type="pres">
      <dgm:prSet presAssocID="{19D5F9AA-685D-48A1-8BE9-995E9E1AE9FB}" presName="parentText" presStyleLbl="node1" presStyleIdx="1" presStyleCnt="6" custLinFactNeighborY="-645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E6CCA3-78F2-4264-B0C7-D4D1BEB4C10A}" type="pres">
      <dgm:prSet presAssocID="{19D5F9AA-685D-48A1-8BE9-995E9E1AE9FB}" presName="negativeSpace" presStyleCnt="0"/>
      <dgm:spPr/>
    </dgm:pt>
    <dgm:pt modelId="{DC22BC8E-6530-4502-98A5-92F5C1599581}" type="pres">
      <dgm:prSet presAssocID="{19D5F9AA-685D-48A1-8BE9-995E9E1AE9FB}" presName="childText" presStyleLbl="conFgAcc1" presStyleIdx="1" presStyleCnt="6">
        <dgm:presLayoutVars>
          <dgm:bulletEnabled val="1"/>
        </dgm:presLayoutVars>
      </dgm:prSet>
      <dgm:spPr/>
    </dgm:pt>
    <dgm:pt modelId="{37086A21-DFB8-40BA-8145-E397630E8D45}" type="pres">
      <dgm:prSet presAssocID="{D3126AC9-4571-4D36-B54C-FB0FC1257ABF}" presName="spaceBetweenRectangles" presStyleCnt="0"/>
      <dgm:spPr/>
    </dgm:pt>
    <dgm:pt modelId="{309CCDC6-41D3-4FA6-8B91-295B86BA9BEC}" type="pres">
      <dgm:prSet presAssocID="{0F5C566A-BAAA-477D-8DB8-ECCCE7367297}" presName="parentLin" presStyleCnt="0"/>
      <dgm:spPr/>
    </dgm:pt>
    <dgm:pt modelId="{8E471473-493B-489C-B044-C704A7B50AC1}" type="pres">
      <dgm:prSet presAssocID="{0F5C566A-BAAA-477D-8DB8-ECCCE7367297}" presName="parentLeftMargin" presStyleLbl="node1" presStyleIdx="1" presStyleCnt="6"/>
      <dgm:spPr/>
      <dgm:t>
        <a:bodyPr/>
        <a:lstStyle/>
        <a:p>
          <a:endParaRPr lang="en-US"/>
        </a:p>
      </dgm:t>
    </dgm:pt>
    <dgm:pt modelId="{58682D24-9E11-4C4A-B763-642991C82EE6}" type="pres">
      <dgm:prSet presAssocID="{0F5C566A-BAAA-477D-8DB8-ECCCE7367297}" presName="parentText" presStyleLbl="node1" presStyleIdx="2" presStyleCnt="6" custLinFactNeighborY="-744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F4EE08-386F-4ED1-98AD-78DEF880F69C}" type="pres">
      <dgm:prSet presAssocID="{0F5C566A-BAAA-477D-8DB8-ECCCE7367297}" presName="negativeSpace" presStyleCnt="0"/>
      <dgm:spPr/>
    </dgm:pt>
    <dgm:pt modelId="{E31F962D-4D4F-4673-95DC-6AA7DE83EDB5}" type="pres">
      <dgm:prSet presAssocID="{0F5C566A-BAAA-477D-8DB8-ECCCE7367297}" presName="childText" presStyleLbl="conFgAcc1" presStyleIdx="2" presStyleCnt="6">
        <dgm:presLayoutVars>
          <dgm:bulletEnabled val="1"/>
        </dgm:presLayoutVars>
      </dgm:prSet>
      <dgm:spPr/>
    </dgm:pt>
    <dgm:pt modelId="{F9B1EAE1-4DE3-4F2B-BF92-2B9B183431DE}" type="pres">
      <dgm:prSet presAssocID="{F7E135DA-68FF-4424-818A-F70BB6A6F5D1}" presName="spaceBetweenRectangles" presStyleCnt="0"/>
      <dgm:spPr/>
    </dgm:pt>
    <dgm:pt modelId="{F1C07890-866A-47B9-B108-02B2B249001D}" type="pres">
      <dgm:prSet presAssocID="{BA75635E-AE1B-4C7E-867D-FD9ABB46DC01}" presName="parentLin" presStyleCnt="0"/>
      <dgm:spPr/>
    </dgm:pt>
    <dgm:pt modelId="{4EC19E46-3BB2-436B-8D72-E3D53B46D0B3}" type="pres">
      <dgm:prSet presAssocID="{BA75635E-AE1B-4C7E-867D-FD9ABB46DC01}" presName="parentLeftMargin" presStyleLbl="node1" presStyleIdx="2" presStyleCnt="6"/>
      <dgm:spPr/>
      <dgm:t>
        <a:bodyPr/>
        <a:lstStyle/>
        <a:p>
          <a:endParaRPr lang="en-US"/>
        </a:p>
      </dgm:t>
    </dgm:pt>
    <dgm:pt modelId="{AE5BA21B-A2BD-4401-B663-52C0C36602CC}" type="pres">
      <dgm:prSet presAssocID="{BA75635E-AE1B-4C7E-867D-FD9ABB46DC01}" presName="parentText" presStyleLbl="node1" presStyleIdx="3" presStyleCnt="6" custScaleX="108761" custLinFactNeighborX="-80448" custLinFactNeighborY="717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BBDC5D-42A2-421B-8D4D-1AC747B16557}" type="pres">
      <dgm:prSet presAssocID="{BA75635E-AE1B-4C7E-867D-FD9ABB46DC01}" presName="negativeSpace" presStyleCnt="0"/>
      <dgm:spPr/>
    </dgm:pt>
    <dgm:pt modelId="{5D27D14A-8563-4C29-B052-B06053134C83}" type="pres">
      <dgm:prSet presAssocID="{BA75635E-AE1B-4C7E-867D-FD9ABB46DC01}" presName="childText" presStyleLbl="conFgAcc1" presStyleIdx="3" presStyleCnt="6">
        <dgm:presLayoutVars>
          <dgm:bulletEnabled val="1"/>
        </dgm:presLayoutVars>
      </dgm:prSet>
      <dgm:spPr/>
    </dgm:pt>
    <dgm:pt modelId="{4C3D2672-B9EA-4F47-A7E2-AF6FB87E93F3}" type="pres">
      <dgm:prSet presAssocID="{65BB1691-2C09-49CF-A100-7ACE71AE6CA2}" presName="spaceBetweenRectangles" presStyleCnt="0"/>
      <dgm:spPr/>
    </dgm:pt>
    <dgm:pt modelId="{1FE843C9-F463-4CA4-B16C-0C4660D61DED}" type="pres">
      <dgm:prSet presAssocID="{F2D7F143-692F-405D-8667-76E346D72010}" presName="parentLin" presStyleCnt="0"/>
      <dgm:spPr/>
    </dgm:pt>
    <dgm:pt modelId="{A7C7973C-85D3-460C-BF5B-C713BC8354F7}" type="pres">
      <dgm:prSet presAssocID="{F2D7F143-692F-405D-8667-76E346D72010}" presName="parentLeftMargin" presStyleLbl="node1" presStyleIdx="3" presStyleCnt="6"/>
      <dgm:spPr/>
      <dgm:t>
        <a:bodyPr/>
        <a:lstStyle/>
        <a:p>
          <a:endParaRPr lang="en-US"/>
        </a:p>
      </dgm:t>
    </dgm:pt>
    <dgm:pt modelId="{197856C8-5CDE-4BE0-8DB4-CBC95C4DEBAF}" type="pres">
      <dgm:prSet presAssocID="{F2D7F143-692F-405D-8667-76E346D72010}" presName="parentText" presStyleLbl="node1" presStyleIdx="4" presStyleCnt="6" custScaleX="10999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6FD8240-17FF-458A-A5FD-0957EEC157F4}" type="pres">
      <dgm:prSet presAssocID="{F2D7F143-692F-405D-8667-76E346D72010}" presName="negativeSpace" presStyleCnt="0"/>
      <dgm:spPr/>
    </dgm:pt>
    <dgm:pt modelId="{8A927071-5E07-4D3C-8199-CD646BC5D2E5}" type="pres">
      <dgm:prSet presAssocID="{F2D7F143-692F-405D-8667-76E346D72010}" presName="childText" presStyleLbl="conFgAcc1" presStyleIdx="4" presStyleCnt="6">
        <dgm:presLayoutVars>
          <dgm:bulletEnabled val="1"/>
        </dgm:presLayoutVars>
      </dgm:prSet>
      <dgm:spPr/>
    </dgm:pt>
    <dgm:pt modelId="{914EC964-0281-4B1B-BDFE-FE1D7A66A882}" type="pres">
      <dgm:prSet presAssocID="{05AC43EE-0D87-4BA1-8835-4BCDD97A45B5}" presName="spaceBetweenRectangles" presStyleCnt="0"/>
      <dgm:spPr/>
    </dgm:pt>
    <dgm:pt modelId="{08C8AF61-BA6D-455D-9A88-485721AC4317}" type="pres">
      <dgm:prSet presAssocID="{8DAA3FC4-C8E9-4AF0-BEE3-2550621ADBD5}" presName="parentLin" presStyleCnt="0"/>
      <dgm:spPr/>
    </dgm:pt>
    <dgm:pt modelId="{11AC4D30-89BB-48BC-866E-91CEBDB44678}" type="pres">
      <dgm:prSet presAssocID="{8DAA3FC4-C8E9-4AF0-BEE3-2550621ADBD5}" presName="parentLeftMargin" presStyleLbl="node1" presStyleIdx="4" presStyleCnt="6"/>
      <dgm:spPr/>
      <dgm:t>
        <a:bodyPr/>
        <a:lstStyle/>
        <a:p>
          <a:endParaRPr lang="en-US"/>
        </a:p>
      </dgm:t>
    </dgm:pt>
    <dgm:pt modelId="{5D3C33B1-D08E-42E2-A11F-8C537500CB8C}" type="pres">
      <dgm:prSet presAssocID="{8DAA3FC4-C8E9-4AF0-BEE3-2550621ADBD5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F4752D-7AD3-4096-B53B-4C6B81FA9A35}" type="pres">
      <dgm:prSet presAssocID="{8DAA3FC4-C8E9-4AF0-BEE3-2550621ADBD5}" presName="negativeSpace" presStyleCnt="0"/>
      <dgm:spPr/>
    </dgm:pt>
    <dgm:pt modelId="{6E8F2366-F04D-48A3-A86D-B9D57EC844E8}" type="pres">
      <dgm:prSet presAssocID="{8DAA3FC4-C8E9-4AF0-BEE3-2550621ADBD5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BF2120BA-2775-4B32-8CB2-E90DCE7D1CB0}" type="presOf" srcId="{8DAA3FC4-C8E9-4AF0-BEE3-2550621ADBD5}" destId="{11AC4D30-89BB-48BC-866E-91CEBDB44678}" srcOrd="0" destOrd="0" presId="urn:microsoft.com/office/officeart/2005/8/layout/list1"/>
    <dgm:cxn modelId="{087996C8-04DC-4280-9E36-5A6B9CCC9958}" type="presOf" srcId="{8DAA3FC4-C8E9-4AF0-BEE3-2550621ADBD5}" destId="{5D3C33B1-D08E-42E2-A11F-8C537500CB8C}" srcOrd="1" destOrd="0" presId="urn:microsoft.com/office/officeart/2005/8/layout/list1"/>
    <dgm:cxn modelId="{52E98773-8858-4E15-9E3B-B0BC13C7135A}" srcId="{499F9EAF-7CD2-44E7-9193-E81F8AE1E9D0}" destId="{0F5C566A-BAAA-477D-8DB8-ECCCE7367297}" srcOrd="2" destOrd="0" parTransId="{13F862E5-9810-4007-9072-E8236BC815F5}" sibTransId="{F7E135DA-68FF-4424-818A-F70BB6A6F5D1}"/>
    <dgm:cxn modelId="{CE06B04A-61C9-49CE-A4FB-15BD7DB7ED89}" type="presOf" srcId="{F2D7F143-692F-405D-8667-76E346D72010}" destId="{197856C8-5CDE-4BE0-8DB4-CBC95C4DEBAF}" srcOrd="1" destOrd="0" presId="urn:microsoft.com/office/officeart/2005/8/layout/list1"/>
    <dgm:cxn modelId="{5E20DC88-76D0-461B-A456-B261A4049124}" srcId="{499F9EAF-7CD2-44E7-9193-E81F8AE1E9D0}" destId="{BA75635E-AE1B-4C7E-867D-FD9ABB46DC01}" srcOrd="3" destOrd="0" parTransId="{9F7152EB-9115-4E3A-AF8D-A468890D825B}" sibTransId="{65BB1691-2C09-49CF-A100-7ACE71AE6CA2}"/>
    <dgm:cxn modelId="{486BBFF9-B957-4E05-9E0F-E814E8338A89}" srcId="{499F9EAF-7CD2-44E7-9193-E81F8AE1E9D0}" destId="{0ACC5D77-5833-4349-A8CA-B984720CAC9F}" srcOrd="0" destOrd="0" parTransId="{83ADFAB1-C6A5-42D2-AFF9-8A22887DB5CE}" sibTransId="{6BBF5DAB-A9D4-48E1-B9C2-01EA56773B30}"/>
    <dgm:cxn modelId="{B799C913-51CB-4FFA-9E29-7D1B92724CFC}" srcId="{499F9EAF-7CD2-44E7-9193-E81F8AE1E9D0}" destId="{F2D7F143-692F-405D-8667-76E346D72010}" srcOrd="4" destOrd="0" parTransId="{3E8C6AB6-4389-4642-BC6B-620E1BEA1AC4}" sibTransId="{05AC43EE-0D87-4BA1-8835-4BCDD97A45B5}"/>
    <dgm:cxn modelId="{E40F60A5-A0CA-4FA6-98CE-4472504001CF}" srcId="{499F9EAF-7CD2-44E7-9193-E81F8AE1E9D0}" destId="{19D5F9AA-685D-48A1-8BE9-995E9E1AE9FB}" srcOrd="1" destOrd="0" parTransId="{9C30983D-9EF2-46BE-9721-9D06785F1C52}" sibTransId="{D3126AC9-4571-4D36-B54C-FB0FC1257ABF}"/>
    <dgm:cxn modelId="{B9071A44-5EA8-4D20-85FA-1CC9C8452414}" srcId="{499F9EAF-7CD2-44E7-9193-E81F8AE1E9D0}" destId="{8DAA3FC4-C8E9-4AF0-BEE3-2550621ADBD5}" srcOrd="5" destOrd="0" parTransId="{AA6C68EF-4417-4F88-8ABA-8E9635C68CB4}" sibTransId="{DA09C7BC-231A-448C-9394-6AA2B24BEBD2}"/>
    <dgm:cxn modelId="{D5A36957-7DD4-43D9-B83C-5A1929C08ED7}" type="presOf" srcId="{0F5C566A-BAAA-477D-8DB8-ECCCE7367297}" destId="{8E471473-493B-489C-B044-C704A7B50AC1}" srcOrd="0" destOrd="0" presId="urn:microsoft.com/office/officeart/2005/8/layout/list1"/>
    <dgm:cxn modelId="{58E63479-3E2F-4543-8DEA-6E85D50D8FA7}" type="presOf" srcId="{0F5C566A-BAAA-477D-8DB8-ECCCE7367297}" destId="{58682D24-9E11-4C4A-B763-642991C82EE6}" srcOrd="1" destOrd="0" presId="urn:microsoft.com/office/officeart/2005/8/layout/list1"/>
    <dgm:cxn modelId="{8F76F58B-6F55-4910-B68D-944E92ED4BB6}" type="presOf" srcId="{19D5F9AA-685D-48A1-8BE9-995E9E1AE9FB}" destId="{D56E0920-E0E5-417D-85BE-40DFC2B429FF}" srcOrd="0" destOrd="0" presId="urn:microsoft.com/office/officeart/2005/8/layout/list1"/>
    <dgm:cxn modelId="{AD37B343-27BE-40DE-B4B9-C7E171A65CF1}" type="presOf" srcId="{19D5F9AA-685D-48A1-8BE9-995E9E1AE9FB}" destId="{E809E17B-F52C-4B91-96D3-F2B64D439253}" srcOrd="1" destOrd="0" presId="urn:microsoft.com/office/officeart/2005/8/layout/list1"/>
    <dgm:cxn modelId="{A2AFDA0E-C796-42D5-823D-57DA54051D45}" type="presOf" srcId="{BA75635E-AE1B-4C7E-867D-FD9ABB46DC01}" destId="{4EC19E46-3BB2-436B-8D72-E3D53B46D0B3}" srcOrd="0" destOrd="0" presId="urn:microsoft.com/office/officeart/2005/8/layout/list1"/>
    <dgm:cxn modelId="{9E5EF789-5131-4A48-A116-7FFB8C7E556E}" type="presOf" srcId="{499F9EAF-7CD2-44E7-9193-E81F8AE1E9D0}" destId="{6AB97AD1-F505-479B-A0E4-B0775DC629AB}" srcOrd="0" destOrd="0" presId="urn:microsoft.com/office/officeart/2005/8/layout/list1"/>
    <dgm:cxn modelId="{1F902653-6A19-452F-9EFC-96004C60B13E}" type="presOf" srcId="{0ACC5D77-5833-4349-A8CA-B984720CAC9F}" destId="{C4BCAD88-3DF9-47E8-A686-CAEEB5D8D6CF}" srcOrd="1" destOrd="0" presId="urn:microsoft.com/office/officeart/2005/8/layout/list1"/>
    <dgm:cxn modelId="{54D9BB12-40B1-4BCA-9359-83C967F58835}" type="presOf" srcId="{0ACC5D77-5833-4349-A8CA-B984720CAC9F}" destId="{921500C8-0786-492C-B4D9-88B866D1929F}" srcOrd="0" destOrd="0" presId="urn:microsoft.com/office/officeart/2005/8/layout/list1"/>
    <dgm:cxn modelId="{E49FAC21-B817-41D9-9CCD-F19ACF929E2B}" type="presOf" srcId="{F2D7F143-692F-405D-8667-76E346D72010}" destId="{A7C7973C-85D3-460C-BF5B-C713BC8354F7}" srcOrd="0" destOrd="0" presId="urn:microsoft.com/office/officeart/2005/8/layout/list1"/>
    <dgm:cxn modelId="{3B0D411D-0DB4-4389-B4EA-829DE93098D4}" type="presOf" srcId="{BA75635E-AE1B-4C7E-867D-FD9ABB46DC01}" destId="{AE5BA21B-A2BD-4401-B663-52C0C36602CC}" srcOrd="1" destOrd="0" presId="urn:microsoft.com/office/officeart/2005/8/layout/list1"/>
    <dgm:cxn modelId="{B03CD594-E850-4F48-A423-8221155BCD13}" type="presParOf" srcId="{6AB97AD1-F505-479B-A0E4-B0775DC629AB}" destId="{180FBE06-1341-48FB-837D-234980B2CEE3}" srcOrd="0" destOrd="0" presId="urn:microsoft.com/office/officeart/2005/8/layout/list1"/>
    <dgm:cxn modelId="{B3E67ED4-2D2D-4C54-A43C-164822A997D7}" type="presParOf" srcId="{180FBE06-1341-48FB-837D-234980B2CEE3}" destId="{921500C8-0786-492C-B4D9-88B866D1929F}" srcOrd="0" destOrd="0" presId="urn:microsoft.com/office/officeart/2005/8/layout/list1"/>
    <dgm:cxn modelId="{516448A5-B445-44E6-A297-BA94F4A663A6}" type="presParOf" srcId="{180FBE06-1341-48FB-837D-234980B2CEE3}" destId="{C4BCAD88-3DF9-47E8-A686-CAEEB5D8D6CF}" srcOrd="1" destOrd="0" presId="urn:microsoft.com/office/officeart/2005/8/layout/list1"/>
    <dgm:cxn modelId="{8A35B0DF-22E1-4107-94E7-66D88F518A56}" type="presParOf" srcId="{6AB97AD1-F505-479B-A0E4-B0775DC629AB}" destId="{FBEB45D3-5EBA-40D2-AD4D-CED89E8914D6}" srcOrd="1" destOrd="0" presId="urn:microsoft.com/office/officeart/2005/8/layout/list1"/>
    <dgm:cxn modelId="{D29DF9D3-B566-4B32-A9CD-35D7D1ED5C90}" type="presParOf" srcId="{6AB97AD1-F505-479B-A0E4-B0775DC629AB}" destId="{4AEAE893-1DD6-4B2E-AB0E-964824A0CFB4}" srcOrd="2" destOrd="0" presId="urn:microsoft.com/office/officeart/2005/8/layout/list1"/>
    <dgm:cxn modelId="{8412EC85-61C3-46F7-A6C7-115E884E2A65}" type="presParOf" srcId="{6AB97AD1-F505-479B-A0E4-B0775DC629AB}" destId="{5EEB9B55-4919-4AC0-8BF0-3219242899B3}" srcOrd="3" destOrd="0" presId="urn:microsoft.com/office/officeart/2005/8/layout/list1"/>
    <dgm:cxn modelId="{D5634226-7049-4506-BEA3-28BEAAD517AE}" type="presParOf" srcId="{6AB97AD1-F505-479B-A0E4-B0775DC629AB}" destId="{D6A00A8A-D04F-4A6D-B621-CAAFAB54A462}" srcOrd="4" destOrd="0" presId="urn:microsoft.com/office/officeart/2005/8/layout/list1"/>
    <dgm:cxn modelId="{49275FE8-91BC-4ED2-8BB0-E4B4B74230B9}" type="presParOf" srcId="{D6A00A8A-D04F-4A6D-B621-CAAFAB54A462}" destId="{D56E0920-E0E5-417D-85BE-40DFC2B429FF}" srcOrd="0" destOrd="0" presId="urn:microsoft.com/office/officeart/2005/8/layout/list1"/>
    <dgm:cxn modelId="{694C0364-FBA6-4F89-A5FD-BFA546C4D6F2}" type="presParOf" srcId="{D6A00A8A-D04F-4A6D-B621-CAAFAB54A462}" destId="{E809E17B-F52C-4B91-96D3-F2B64D439253}" srcOrd="1" destOrd="0" presId="urn:microsoft.com/office/officeart/2005/8/layout/list1"/>
    <dgm:cxn modelId="{4C54362C-46D1-440D-B686-51F027CBF606}" type="presParOf" srcId="{6AB97AD1-F505-479B-A0E4-B0775DC629AB}" destId="{3EE6CCA3-78F2-4264-B0C7-D4D1BEB4C10A}" srcOrd="5" destOrd="0" presId="urn:microsoft.com/office/officeart/2005/8/layout/list1"/>
    <dgm:cxn modelId="{C22EE6F1-659D-434D-AB0C-6974599582ED}" type="presParOf" srcId="{6AB97AD1-F505-479B-A0E4-B0775DC629AB}" destId="{DC22BC8E-6530-4502-98A5-92F5C1599581}" srcOrd="6" destOrd="0" presId="urn:microsoft.com/office/officeart/2005/8/layout/list1"/>
    <dgm:cxn modelId="{6BF61118-3FF0-46ED-B39E-1A37E3019DF9}" type="presParOf" srcId="{6AB97AD1-F505-479B-A0E4-B0775DC629AB}" destId="{37086A21-DFB8-40BA-8145-E397630E8D45}" srcOrd="7" destOrd="0" presId="urn:microsoft.com/office/officeart/2005/8/layout/list1"/>
    <dgm:cxn modelId="{FE95063E-B998-4E9E-B616-465646B67FF4}" type="presParOf" srcId="{6AB97AD1-F505-479B-A0E4-B0775DC629AB}" destId="{309CCDC6-41D3-4FA6-8B91-295B86BA9BEC}" srcOrd="8" destOrd="0" presId="urn:microsoft.com/office/officeart/2005/8/layout/list1"/>
    <dgm:cxn modelId="{054D803D-5F6E-4FA0-958E-F48490D8019A}" type="presParOf" srcId="{309CCDC6-41D3-4FA6-8B91-295B86BA9BEC}" destId="{8E471473-493B-489C-B044-C704A7B50AC1}" srcOrd="0" destOrd="0" presId="urn:microsoft.com/office/officeart/2005/8/layout/list1"/>
    <dgm:cxn modelId="{819DA89D-AC4F-4418-AA45-1FC15881E4F0}" type="presParOf" srcId="{309CCDC6-41D3-4FA6-8B91-295B86BA9BEC}" destId="{58682D24-9E11-4C4A-B763-642991C82EE6}" srcOrd="1" destOrd="0" presId="urn:microsoft.com/office/officeart/2005/8/layout/list1"/>
    <dgm:cxn modelId="{5FB7F686-F41A-4545-8C77-44CDDB32552B}" type="presParOf" srcId="{6AB97AD1-F505-479B-A0E4-B0775DC629AB}" destId="{57F4EE08-386F-4ED1-98AD-78DEF880F69C}" srcOrd="9" destOrd="0" presId="urn:microsoft.com/office/officeart/2005/8/layout/list1"/>
    <dgm:cxn modelId="{53C7A0AC-6CDB-4889-835E-C80C6B0A01F3}" type="presParOf" srcId="{6AB97AD1-F505-479B-A0E4-B0775DC629AB}" destId="{E31F962D-4D4F-4673-95DC-6AA7DE83EDB5}" srcOrd="10" destOrd="0" presId="urn:microsoft.com/office/officeart/2005/8/layout/list1"/>
    <dgm:cxn modelId="{E82EB644-DB1C-4394-B917-CE02FB0ED2BA}" type="presParOf" srcId="{6AB97AD1-F505-479B-A0E4-B0775DC629AB}" destId="{F9B1EAE1-4DE3-4F2B-BF92-2B9B183431DE}" srcOrd="11" destOrd="0" presId="urn:microsoft.com/office/officeart/2005/8/layout/list1"/>
    <dgm:cxn modelId="{A748A68D-FAEC-4D4F-9398-228958C5E4A1}" type="presParOf" srcId="{6AB97AD1-F505-479B-A0E4-B0775DC629AB}" destId="{F1C07890-866A-47B9-B108-02B2B249001D}" srcOrd="12" destOrd="0" presId="urn:microsoft.com/office/officeart/2005/8/layout/list1"/>
    <dgm:cxn modelId="{00FA03B0-0849-433D-9A09-D96B628208E3}" type="presParOf" srcId="{F1C07890-866A-47B9-B108-02B2B249001D}" destId="{4EC19E46-3BB2-436B-8D72-E3D53B46D0B3}" srcOrd="0" destOrd="0" presId="urn:microsoft.com/office/officeart/2005/8/layout/list1"/>
    <dgm:cxn modelId="{8EBF2FEF-2417-45FC-827B-DE33205D10A9}" type="presParOf" srcId="{F1C07890-866A-47B9-B108-02B2B249001D}" destId="{AE5BA21B-A2BD-4401-B663-52C0C36602CC}" srcOrd="1" destOrd="0" presId="urn:microsoft.com/office/officeart/2005/8/layout/list1"/>
    <dgm:cxn modelId="{FBB9B8A6-B1F1-42DF-88AD-DC02DC7CC98A}" type="presParOf" srcId="{6AB97AD1-F505-479B-A0E4-B0775DC629AB}" destId="{8EBBDC5D-42A2-421B-8D4D-1AC747B16557}" srcOrd="13" destOrd="0" presId="urn:microsoft.com/office/officeart/2005/8/layout/list1"/>
    <dgm:cxn modelId="{A62D99AA-B054-49A6-84AF-484041016954}" type="presParOf" srcId="{6AB97AD1-F505-479B-A0E4-B0775DC629AB}" destId="{5D27D14A-8563-4C29-B052-B06053134C83}" srcOrd="14" destOrd="0" presId="urn:microsoft.com/office/officeart/2005/8/layout/list1"/>
    <dgm:cxn modelId="{C8CC0B36-7CBA-43EC-8A77-65F57C818032}" type="presParOf" srcId="{6AB97AD1-F505-479B-A0E4-B0775DC629AB}" destId="{4C3D2672-B9EA-4F47-A7E2-AF6FB87E93F3}" srcOrd="15" destOrd="0" presId="urn:microsoft.com/office/officeart/2005/8/layout/list1"/>
    <dgm:cxn modelId="{CED8AC44-A9BF-41EA-AE60-1E006D99F099}" type="presParOf" srcId="{6AB97AD1-F505-479B-A0E4-B0775DC629AB}" destId="{1FE843C9-F463-4CA4-B16C-0C4660D61DED}" srcOrd="16" destOrd="0" presId="urn:microsoft.com/office/officeart/2005/8/layout/list1"/>
    <dgm:cxn modelId="{1BDD2201-642C-48F0-BB2A-05E2541DBE32}" type="presParOf" srcId="{1FE843C9-F463-4CA4-B16C-0C4660D61DED}" destId="{A7C7973C-85D3-460C-BF5B-C713BC8354F7}" srcOrd="0" destOrd="0" presId="urn:microsoft.com/office/officeart/2005/8/layout/list1"/>
    <dgm:cxn modelId="{995FECF9-4785-4D7D-BD75-31197AF7867A}" type="presParOf" srcId="{1FE843C9-F463-4CA4-B16C-0C4660D61DED}" destId="{197856C8-5CDE-4BE0-8DB4-CBC95C4DEBAF}" srcOrd="1" destOrd="0" presId="urn:microsoft.com/office/officeart/2005/8/layout/list1"/>
    <dgm:cxn modelId="{75175F0E-60EE-4604-A2BE-43DFF6A20F0E}" type="presParOf" srcId="{6AB97AD1-F505-479B-A0E4-B0775DC629AB}" destId="{D6FD8240-17FF-458A-A5FD-0957EEC157F4}" srcOrd="17" destOrd="0" presId="urn:microsoft.com/office/officeart/2005/8/layout/list1"/>
    <dgm:cxn modelId="{AE1996AA-CAF8-4ED2-9583-0F0203AD9739}" type="presParOf" srcId="{6AB97AD1-F505-479B-A0E4-B0775DC629AB}" destId="{8A927071-5E07-4D3C-8199-CD646BC5D2E5}" srcOrd="18" destOrd="0" presId="urn:microsoft.com/office/officeart/2005/8/layout/list1"/>
    <dgm:cxn modelId="{694378BE-55E2-4839-B0B8-EC140227401C}" type="presParOf" srcId="{6AB97AD1-F505-479B-A0E4-B0775DC629AB}" destId="{914EC964-0281-4B1B-BDFE-FE1D7A66A882}" srcOrd="19" destOrd="0" presId="urn:microsoft.com/office/officeart/2005/8/layout/list1"/>
    <dgm:cxn modelId="{2BAACDEB-CB88-4FF9-94AF-44E0B6F773C0}" type="presParOf" srcId="{6AB97AD1-F505-479B-A0E4-B0775DC629AB}" destId="{08C8AF61-BA6D-455D-9A88-485721AC4317}" srcOrd="20" destOrd="0" presId="urn:microsoft.com/office/officeart/2005/8/layout/list1"/>
    <dgm:cxn modelId="{9C2D9719-8E37-4346-AD7E-0A27BD2D8106}" type="presParOf" srcId="{08C8AF61-BA6D-455D-9A88-485721AC4317}" destId="{11AC4D30-89BB-48BC-866E-91CEBDB44678}" srcOrd="0" destOrd="0" presId="urn:microsoft.com/office/officeart/2005/8/layout/list1"/>
    <dgm:cxn modelId="{77F0435F-DBE7-4BBF-BE06-708FCBA54624}" type="presParOf" srcId="{08C8AF61-BA6D-455D-9A88-485721AC4317}" destId="{5D3C33B1-D08E-42E2-A11F-8C537500CB8C}" srcOrd="1" destOrd="0" presId="urn:microsoft.com/office/officeart/2005/8/layout/list1"/>
    <dgm:cxn modelId="{D99FFE11-050C-45D4-A71C-8A0D7DCC513F}" type="presParOf" srcId="{6AB97AD1-F505-479B-A0E4-B0775DC629AB}" destId="{D0F4752D-7AD3-4096-B53B-4C6B81FA9A35}" srcOrd="21" destOrd="0" presId="urn:microsoft.com/office/officeart/2005/8/layout/list1"/>
    <dgm:cxn modelId="{4343D5A0-C624-4675-B878-E315BB3F8F4E}" type="presParOf" srcId="{6AB97AD1-F505-479B-A0E4-B0775DC629AB}" destId="{6E8F2366-F04D-48A3-A86D-B9D57EC844E8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7D896E-8ABA-4217-8A89-857DE09AFCF8}">
      <dsp:nvSpPr>
        <dsp:cNvPr id="0" name=""/>
        <dsp:cNvSpPr/>
      </dsp:nvSpPr>
      <dsp:spPr>
        <a:xfrm>
          <a:off x="3433480" y="2160546"/>
          <a:ext cx="2254720" cy="196862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Factors</a:t>
          </a:r>
          <a:endParaRPr lang="en-US" sz="24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763676" y="2448845"/>
        <a:ext cx="1594328" cy="1392031"/>
      </dsp:txXfrm>
    </dsp:sp>
    <dsp:sp modelId="{9B2A6900-EB43-42D7-A0DC-582196EF1C84}">
      <dsp:nvSpPr>
        <dsp:cNvPr id="0" name=""/>
        <dsp:cNvSpPr/>
      </dsp:nvSpPr>
      <dsp:spPr>
        <a:xfrm rot="16200000">
          <a:off x="4405297" y="1579459"/>
          <a:ext cx="311086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>
        <a:off x="4451960" y="1744687"/>
        <a:ext cx="217760" cy="355696"/>
      </dsp:txXfrm>
    </dsp:sp>
    <dsp:sp modelId="{575FDE59-1F59-4DC7-9D9D-F5A82F707B85}">
      <dsp:nvSpPr>
        <dsp:cNvPr id="0" name=""/>
        <dsp:cNvSpPr/>
      </dsp:nvSpPr>
      <dsp:spPr>
        <a:xfrm>
          <a:off x="3535556" y="4343"/>
          <a:ext cx="2050567" cy="1569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Material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835855" y="234154"/>
        <a:ext cx="1449969" cy="1109625"/>
      </dsp:txXfrm>
    </dsp:sp>
    <dsp:sp modelId="{9481BAB5-B8C0-4DC3-8ED9-CF1A6F94783C}">
      <dsp:nvSpPr>
        <dsp:cNvPr id="0" name=""/>
        <dsp:cNvSpPr/>
      </dsp:nvSpPr>
      <dsp:spPr>
        <a:xfrm rot="19285714">
          <a:off x="5451091" y="2031439"/>
          <a:ext cx="268489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>
        <a:off x="5459877" y="2175114"/>
        <a:ext cx="187942" cy="355696"/>
      </dsp:txXfrm>
    </dsp:sp>
    <dsp:sp modelId="{9B696340-928C-4FC6-A462-310B67AF6435}">
      <dsp:nvSpPr>
        <dsp:cNvPr id="0" name=""/>
        <dsp:cNvSpPr/>
      </dsp:nvSpPr>
      <dsp:spPr>
        <a:xfrm>
          <a:off x="5618128" y="891361"/>
          <a:ext cx="1569247" cy="1569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Product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5847939" y="1121172"/>
        <a:ext cx="1109625" cy="1109625"/>
      </dsp:txXfrm>
    </dsp:sp>
    <dsp:sp modelId="{1E07D711-16FA-45D1-BC33-0F50DA4ABF58}">
      <dsp:nvSpPr>
        <dsp:cNvPr id="0" name=""/>
        <dsp:cNvSpPr/>
      </dsp:nvSpPr>
      <dsp:spPr>
        <a:xfrm rot="771429">
          <a:off x="5705163" y="3125234"/>
          <a:ext cx="136718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>
        <a:off x="5705677" y="3239236"/>
        <a:ext cx="95703" cy="355696"/>
      </dsp:txXfrm>
    </dsp:sp>
    <dsp:sp modelId="{F367653E-C7EE-4180-82E5-7AE69543B8B0}">
      <dsp:nvSpPr>
        <dsp:cNvPr id="0" name=""/>
        <dsp:cNvSpPr/>
      </dsp:nvSpPr>
      <dsp:spPr>
        <a:xfrm>
          <a:off x="5863957" y="2884472"/>
          <a:ext cx="1987420" cy="1569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Manpower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6155008" y="3114283"/>
        <a:ext cx="1405318" cy="1109625"/>
      </dsp:txXfrm>
    </dsp:sp>
    <dsp:sp modelId="{55FC1B15-5B0E-47D0-95A0-091C12B4A966}">
      <dsp:nvSpPr>
        <dsp:cNvPr id="0" name=""/>
        <dsp:cNvSpPr/>
      </dsp:nvSpPr>
      <dsp:spPr>
        <a:xfrm rot="3857143">
          <a:off x="4962985" y="4034658"/>
          <a:ext cx="338207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>
        <a:off x="4991705" y="4107516"/>
        <a:ext cx="236745" cy="355696"/>
      </dsp:txXfrm>
    </dsp:sp>
    <dsp:sp modelId="{8F2B98A2-7400-403C-9D52-840CADFAEFCB}">
      <dsp:nvSpPr>
        <dsp:cNvPr id="0" name=""/>
        <dsp:cNvSpPr/>
      </dsp:nvSpPr>
      <dsp:spPr>
        <a:xfrm>
          <a:off x="4549879" y="4596586"/>
          <a:ext cx="2066290" cy="1341722"/>
        </a:xfrm>
        <a:prstGeom prst="ellipse">
          <a:avLst/>
        </a:prstGeom>
        <a:solidFill>
          <a:schemeClr val="accent1">
            <a:hueOff val="0"/>
            <a:satOff val="0"/>
            <a:lum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Machinery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852480" y="4793077"/>
        <a:ext cx="1461088" cy="948740"/>
      </dsp:txXfrm>
    </dsp:sp>
    <dsp:sp modelId="{CE722CC6-4532-49F4-B9C8-050C162ACC20}">
      <dsp:nvSpPr>
        <dsp:cNvPr id="0" name=""/>
        <dsp:cNvSpPr/>
      </dsp:nvSpPr>
      <dsp:spPr>
        <a:xfrm rot="6942857">
          <a:off x="3868150" y="3990851"/>
          <a:ext cx="285074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 rot="10800000">
        <a:off x="3929464" y="4070890"/>
        <a:ext cx="199552" cy="355696"/>
      </dsp:txXfrm>
    </dsp:sp>
    <dsp:sp modelId="{67C92A87-DA88-44B2-80C3-5BBBAABE20EC}">
      <dsp:nvSpPr>
        <dsp:cNvPr id="0" name=""/>
        <dsp:cNvSpPr/>
      </dsp:nvSpPr>
      <dsp:spPr>
        <a:xfrm>
          <a:off x="2573686" y="4482824"/>
          <a:ext cx="1929939" cy="1569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Type of Industry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2856319" y="4712635"/>
        <a:ext cx="1364673" cy="1109625"/>
      </dsp:txXfrm>
    </dsp:sp>
    <dsp:sp modelId="{3D1E916D-D072-4047-9367-59A3A35D97EB}">
      <dsp:nvSpPr>
        <dsp:cNvPr id="0" name=""/>
        <dsp:cNvSpPr/>
      </dsp:nvSpPr>
      <dsp:spPr>
        <a:xfrm rot="10028571">
          <a:off x="3224471" y="3133326"/>
          <a:ext cx="176461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 rot="10800000">
        <a:off x="3276745" y="3246001"/>
        <a:ext cx="123523" cy="355696"/>
      </dsp:txXfrm>
    </dsp:sp>
    <dsp:sp modelId="{04BD695A-F628-460B-8B82-63012634440D}">
      <dsp:nvSpPr>
        <dsp:cNvPr id="0" name=""/>
        <dsp:cNvSpPr/>
      </dsp:nvSpPr>
      <dsp:spPr>
        <a:xfrm>
          <a:off x="1351998" y="2884472"/>
          <a:ext cx="1824030" cy="1569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Location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619121" y="3114283"/>
        <a:ext cx="1289784" cy="1109625"/>
      </dsp:txXfrm>
    </dsp:sp>
    <dsp:sp modelId="{2C39A168-8015-45F4-BC65-AD74F87E510A}">
      <dsp:nvSpPr>
        <dsp:cNvPr id="0" name=""/>
        <dsp:cNvSpPr/>
      </dsp:nvSpPr>
      <dsp:spPr>
        <a:xfrm rot="13114286">
          <a:off x="3516204" y="2085001"/>
          <a:ext cx="174610" cy="5928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2500" kern="1200"/>
        </a:p>
      </dsp:txBody>
      <dsp:txXfrm rot="10800000">
        <a:off x="3562873" y="2219896"/>
        <a:ext cx="122227" cy="355696"/>
      </dsp:txXfrm>
    </dsp:sp>
    <dsp:sp modelId="{25E4D6B4-517F-4139-BDDA-F6B57B6C6A32}">
      <dsp:nvSpPr>
        <dsp:cNvPr id="0" name=""/>
        <dsp:cNvSpPr/>
      </dsp:nvSpPr>
      <dsp:spPr>
        <a:xfrm>
          <a:off x="1553016" y="891361"/>
          <a:ext cx="2331823" cy="15692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rPr>
            <a:t>Management Policies</a:t>
          </a:r>
          <a:endParaRPr lang="en-US" sz="2000" b="1" kern="1200" dirty="0">
            <a:solidFill>
              <a:schemeClr val="tx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894504" y="1121172"/>
        <a:ext cx="1648847" cy="1109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6DEAED6-B2BE-414B-844C-F1D4B503AEE1}">
      <dsp:nvSpPr>
        <dsp:cNvPr id="0" name=""/>
        <dsp:cNvSpPr/>
      </dsp:nvSpPr>
      <dsp:spPr>
        <a:xfrm>
          <a:off x="3174007" y="3160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Minimum Travel</a:t>
          </a:r>
          <a:endParaRPr lang="en-US" sz="23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30487" y="59640"/>
        <a:ext cx="1667024" cy="1044029"/>
      </dsp:txXfrm>
    </dsp:sp>
    <dsp:sp modelId="{48F524C8-E1B3-4092-9CCD-17E857656A2A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212328" y="183458"/>
              </a:moveTo>
              <a:arcTo wR="2310126" hR="2310126" stAng="17579295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06DC22-7C43-4E9D-95BE-1B97AEF5AEE4}">
      <dsp:nvSpPr>
        <dsp:cNvPr id="0" name=""/>
        <dsp:cNvSpPr/>
      </dsp:nvSpPr>
      <dsp:spPr>
        <a:xfrm>
          <a:off x="5371068" y="1599418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Sequence</a:t>
          </a:r>
          <a:endParaRPr lang="en-US" sz="23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427548" y="1655898"/>
        <a:ext cx="1667024" cy="1044029"/>
      </dsp:txXfrm>
    </dsp:sp>
    <dsp:sp modelId="{89DBAD16-64B3-4AF3-9F02-20E07239A36B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617101" y="2189512"/>
              </a:moveTo>
              <a:arcTo wR="2310126" hR="2310126" stAng="21420430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2F650FD-2E05-48D7-BEF5-833A527B594F}">
      <dsp:nvSpPr>
        <dsp:cNvPr id="0" name=""/>
        <dsp:cNvSpPr/>
      </dsp:nvSpPr>
      <dsp:spPr>
        <a:xfrm>
          <a:off x="4531865" y="4182218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Usage and Flexibility</a:t>
          </a:r>
          <a:endParaRPr lang="en-US" sz="23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588345" y="4238698"/>
        <a:ext cx="1667024" cy="1044029"/>
      </dsp:txXfrm>
    </dsp:sp>
    <dsp:sp modelId="{1F8BBA92-2B68-4D4C-B35A-D277B63BB892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2768824" y="4574254"/>
              </a:moveTo>
              <a:arcTo wR="2310126" hR="2310126" stAng="4712834" swAng="1374332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5AFA1-EFA2-45AC-B991-54B0DB374DBE}">
      <dsp:nvSpPr>
        <dsp:cNvPr id="0" name=""/>
        <dsp:cNvSpPr/>
      </dsp:nvSpPr>
      <dsp:spPr>
        <a:xfrm>
          <a:off x="1816149" y="4182218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Safety and Satisfaction</a:t>
          </a:r>
          <a:endParaRPr lang="en-US" sz="23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72629" y="4238698"/>
        <a:ext cx="1667024" cy="1044029"/>
      </dsp:txXfrm>
    </dsp:sp>
    <dsp:sp modelId="{A5FC5207-6632-4AB6-95C2-4C069923D6EE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385803" y="3588275"/>
              </a:moveTo>
              <a:arcTo wR="2310126" hR="2310126" stAng="8784456" swAng="2195114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F9514A-2834-4F58-B6C4-C92DB680A37F}">
      <dsp:nvSpPr>
        <dsp:cNvPr id="0" name=""/>
        <dsp:cNvSpPr/>
      </dsp:nvSpPr>
      <dsp:spPr>
        <a:xfrm>
          <a:off x="976947" y="1599418"/>
          <a:ext cx="1779984" cy="11569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1" kern="1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Compactness and Minimum Investment</a:t>
          </a:r>
          <a:endParaRPr lang="en-US" sz="20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33427" y="1655898"/>
        <a:ext cx="1667024" cy="1044029"/>
      </dsp:txXfrm>
    </dsp:sp>
    <dsp:sp modelId="{95FABFE9-A866-49B7-8A04-0324D45779E3}">
      <dsp:nvSpPr>
        <dsp:cNvPr id="0" name=""/>
        <dsp:cNvSpPr/>
      </dsp:nvSpPr>
      <dsp:spPr>
        <a:xfrm>
          <a:off x="1753873" y="581655"/>
          <a:ext cx="4620252" cy="4620252"/>
        </a:xfrm>
        <a:custGeom>
          <a:avLst/>
          <a:gdLst/>
          <a:ahLst/>
          <a:cxnLst/>
          <a:rect l="0" t="0" r="0" b="0"/>
          <a:pathLst>
            <a:path>
              <a:moveTo>
                <a:pt x="402763" y="1006803"/>
              </a:moveTo>
              <a:arcTo wR="2310126" hR="2310126" stAng="12860714" swAng="195999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AE893-1DD6-4B2E-AB0E-964824A0CFB4}">
      <dsp:nvSpPr>
        <dsp:cNvPr id="0" name=""/>
        <dsp:cNvSpPr/>
      </dsp:nvSpPr>
      <dsp:spPr>
        <a:xfrm>
          <a:off x="0" y="41095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AD88-3DF9-47E8-A686-CAEEB5D8D6CF}">
      <dsp:nvSpPr>
        <dsp:cNvPr id="0" name=""/>
        <dsp:cNvSpPr/>
      </dsp:nvSpPr>
      <dsp:spPr>
        <a:xfrm>
          <a:off x="274320" y="13840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Economies in  handling 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48425"/>
        <a:ext cx="3771310" cy="639310"/>
      </dsp:txXfrm>
    </dsp:sp>
    <dsp:sp modelId="{DC22BC8E-6530-4502-98A5-92F5C1599581}">
      <dsp:nvSpPr>
        <dsp:cNvPr id="0" name=""/>
        <dsp:cNvSpPr/>
      </dsp:nvSpPr>
      <dsp:spPr>
        <a:xfrm>
          <a:off x="0" y="149959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9E17B-F52C-4B91-96D3-F2B64D439253}">
      <dsp:nvSpPr>
        <dsp:cNvPr id="0" name=""/>
        <dsp:cNvSpPr/>
      </dsp:nvSpPr>
      <dsp:spPr>
        <a:xfrm>
          <a:off x="274320" y="1099632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Effective use of available   area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1134217"/>
        <a:ext cx="3771310" cy="639310"/>
      </dsp:txXfrm>
    </dsp:sp>
    <dsp:sp modelId="{E31F962D-4D4F-4673-95DC-6AA7DE83EDB5}">
      <dsp:nvSpPr>
        <dsp:cNvPr id="0" name=""/>
        <dsp:cNvSpPr/>
      </dsp:nvSpPr>
      <dsp:spPr>
        <a:xfrm>
          <a:off x="0" y="258823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682D24-9E11-4C4A-B763-642991C82EE6}">
      <dsp:nvSpPr>
        <dsp:cNvPr id="0" name=""/>
        <dsp:cNvSpPr/>
      </dsp:nvSpPr>
      <dsp:spPr>
        <a:xfrm>
          <a:off x="274320" y="2181237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Minimization of production delays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2215822"/>
        <a:ext cx="3771310" cy="639310"/>
      </dsp:txXfrm>
    </dsp:sp>
    <dsp:sp modelId="{5D27D14A-8563-4C29-B052-B06053134C83}">
      <dsp:nvSpPr>
        <dsp:cNvPr id="0" name=""/>
        <dsp:cNvSpPr/>
      </dsp:nvSpPr>
      <dsp:spPr>
        <a:xfrm>
          <a:off x="0" y="367687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BA21B-A2BD-4401-B663-52C0C36602CC}">
      <dsp:nvSpPr>
        <dsp:cNvPr id="0" name=""/>
        <dsp:cNvSpPr/>
      </dsp:nvSpPr>
      <dsp:spPr>
        <a:xfrm>
          <a:off x="36813" y="3320980"/>
          <a:ext cx="4176944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Improved quality control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71398" y="3355565"/>
        <a:ext cx="4107774" cy="639310"/>
      </dsp:txXfrm>
    </dsp:sp>
    <dsp:sp modelId="{8A927071-5E07-4D3C-8199-CD646BC5D2E5}">
      <dsp:nvSpPr>
        <dsp:cNvPr id="0" name=""/>
        <dsp:cNvSpPr/>
      </dsp:nvSpPr>
      <dsp:spPr>
        <a:xfrm>
          <a:off x="0" y="4765510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856C8-5CDE-4BE0-8DB4-CBC95C4DEBAF}">
      <dsp:nvSpPr>
        <dsp:cNvPr id="0" name=""/>
        <dsp:cNvSpPr/>
      </dsp:nvSpPr>
      <dsp:spPr>
        <a:xfrm>
          <a:off x="274320" y="4411270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Avoidance of bottlenecks 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4445855"/>
        <a:ext cx="3771310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AE893-1DD6-4B2E-AB0E-964824A0CFB4}">
      <dsp:nvSpPr>
        <dsp:cNvPr id="0" name=""/>
        <dsp:cNvSpPr/>
      </dsp:nvSpPr>
      <dsp:spPr>
        <a:xfrm>
          <a:off x="0" y="41095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AD88-3DF9-47E8-A686-CAEEB5D8D6CF}">
      <dsp:nvSpPr>
        <dsp:cNvPr id="0" name=""/>
        <dsp:cNvSpPr/>
      </dsp:nvSpPr>
      <dsp:spPr>
        <a:xfrm>
          <a:off x="274320" y="13840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Better production control 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48425"/>
        <a:ext cx="3771310" cy="639310"/>
      </dsp:txXfrm>
    </dsp:sp>
    <dsp:sp modelId="{DC22BC8E-6530-4502-98A5-92F5C1599581}">
      <dsp:nvSpPr>
        <dsp:cNvPr id="0" name=""/>
        <dsp:cNvSpPr/>
      </dsp:nvSpPr>
      <dsp:spPr>
        <a:xfrm>
          <a:off x="0" y="149959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9E17B-F52C-4B91-96D3-F2B64D439253}">
      <dsp:nvSpPr>
        <dsp:cNvPr id="0" name=""/>
        <dsp:cNvSpPr/>
      </dsp:nvSpPr>
      <dsp:spPr>
        <a:xfrm>
          <a:off x="274320" y="1099632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Better Supervision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1134217"/>
        <a:ext cx="3771310" cy="639310"/>
      </dsp:txXfrm>
    </dsp:sp>
    <dsp:sp modelId="{E31F962D-4D4F-4673-95DC-6AA7DE83EDB5}">
      <dsp:nvSpPr>
        <dsp:cNvPr id="0" name=""/>
        <dsp:cNvSpPr/>
      </dsp:nvSpPr>
      <dsp:spPr>
        <a:xfrm>
          <a:off x="0" y="258823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682D24-9E11-4C4A-B763-642991C82EE6}">
      <dsp:nvSpPr>
        <dsp:cNvPr id="0" name=""/>
        <dsp:cNvSpPr/>
      </dsp:nvSpPr>
      <dsp:spPr>
        <a:xfrm>
          <a:off x="274320" y="2181237"/>
          <a:ext cx="3840480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Improved utilization of labor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2215822"/>
        <a:ext cx="3771310" cy="639310"/>
      </dsp:txXfrm>
    </dsp:sp>
    <dsp:sp modelId="{5D27D14A-8563-4C29-B052-B06053134C83}">
      <dsp:nvSpPr>
        <dsp:cNvPr id="0" name=""/>
        <dsp:cNvSpPr/>
      </dsp:nvSpPr>
      <dsp:spPr>
        <a:xfrm>
          <a:off x="0" y="3676871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BA21B-A2BD-4401-B663-52C0C36602CC}">
      <dsp:nvSpPr>
        <dsp:cNvPr id="0" name=""/>
        <dsp:cNvSpPr/>
      </dsp:nvSpPr>
      <dsp:spPr>
        <a:xfrm>
          <a:off x="22960" y="3320980"/>
          <a:ext cx="4176944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Improved Employee Morale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57545" y="3355565"/>
        <a:ext cx="4107774" cy="639310"/>
      </dsp:txXfrm>
    </dsp:sp>
    <dsp:sp modelId="{8A927071-5E07-4D3C-8199-CD646BC5D2E5}">
      <dsp:nvSpPr>
        <dsp:cNvPr id="0" name=""/>
        <dsp:cNvSpPr/>
      </dsp:nvSpPr>
      <dsp:spPr>
        <a:xfrm>
          <a:off x="0" y="4765510"/>
          <a:ext cx="548640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856C8-5CDE-4BE0-8DB4-CBC95C4DEBAF}">
      <dsp:nvSpPr>
        <dsp:cNvPr id="0" name=""/>
        <dsp:cNvSpPr/>
      </dsp:nvSpPr>
      <dsp:spPr>
        <a:xfrm>
          <a:off x="274320" y="4411270"/>
          <a:ext cx="4224451" cy="7084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5161" tIns="0" rIns="145161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Avoidance of unnecessary and costly changes 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308905" y="4445855"/>
        <a:ext cx="4155281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AE893-1DD6-4B2E-AB0E-964824A0CFB4}">
      <dsp:nvSpPr>
        <dsp:cNvPr id="0" name=""/>
        <dsp:cNvSpPr/>
      </dsp:nvSpPr>
      <dsp:spPr>
        <a:xfrm>
          <a:off x="0" y="370667"/>
          <a:ext cx="903712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BCAD88-3DF9-47E8-A686-CAEEB5D8D6CF}">
      <dsp:nvSpPr>
        <dsp:cNvPr id="0" name=""/>
        <dsp:cNvSpPr/>
      </dsp:nvSpPr>
      <dsp:spPr>
        <a:xfrm>
          <a:off x="451856" y="56288"/>
          <a:ext cx="632598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107" tIns="0" rIns="239107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Product Layout 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79236" y="83668"/>
        <a:ext cx="6271225" cy="506120"/>
      </dsp:txXfrm>
    </dsp:sp>
    <dsp:sp modelId="{DC22BC8E-6530-4502-98A5-92F5C1599581}">
      <dsp:nvSpPr>
        <dsp:cNvPr id="0" name=""/>
        <dsp:cNvSpPr/>
      </dsp:nvSpPr>
      <dsp:spPr>
        <a:xfrm>
          <a:off x="0" y="1232507"/>
          <a:ext cx="903712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09E17B-F52C-4B91-96D3-F2B64D439253}">
      <dsp:nvSpPr>
        <dsp:cNvPr id="0" name=""/>
        <dsp:cNvSpPr/>
      </dsp:nvSpPr>
      <dsp:spPr>
        <a:xfrm>
          <a:off x="451856" y="915873"/>
          <a:ext cx="632598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107" tIns="0" rIns="239107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Fixed Position Layout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79236" y="943253"/>
        <a:ext cx="6271225" cy="506120"/>
      </dsp:txXfrm>
    </dsp:sp>
    <dsp:sp modelId="{E31F962D-4D4F-4673-95DC-6AA7DE83EDB5}">
      <dsp:nvSpPr>
        <dsp:cNvPr id="0" name=""/>
        <dsp:cNvSpPr/>
      </dsp:nvSpPr>
      <dsp:spPr>
        <a:xfrm>
          <a:off x="0" y="2094347"/>
          <a:ext cx="903712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8682D24-9E11-4C4A-B763-642991C82EE6}">
      <dsp:nvSpPr>
        <dsp:cNvPr id="0" name=""/>
        <dsp:cNvSpPr/>
      </dsp:nvSpPr>
      <dsp:spPr>
        <a:xfrm>
          <a:off x="451856" y="1772143"/>
          <a:ext cx="632598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107" tIns="0" rIns="239107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Process Layout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79236" y="1799523"/>
        <a:ext cx="6271225" cy="506120"/>
      </dsp:txXfrm>
    </dsp:sp>
    <dsp:sp modelId="{5D27D14A-8563-4C29-B052-B06053134C83}">
      <dsp:nvSpPr>
        <dsp:cNvPr id="0" name=""/>
        <dsp:cNvSpPr/>
      </dsp:nvSpPr>
      <dsp:spPr>
        <a:xfrm>
          <a:off x="0" y="2956187"/>
          <a:ext cx="903712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5BA21B-A2BD-4401-B663-52C0C36602CC}">
      <dsp:nvSpPr>
        <dsp:cNvPr id="0" name=""/>
        <dsp:cNvSpPr/>
      </dsp:nvSpPr>
      <dsp:spPr>
        <a:xfrm>
          <a:off x="88346" y="2716001"/>
          <a:ext cx="6880204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107" tIns="0" rIns="239107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Cellular manufacturing Layout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115726" y="2743381"/>
        <a:ext cx="6825444" cy="506120"/>
      </dsp:txXfrm>
    </dsp:sp>
    <dsp:sp modelId="{8A927071-5E07-4D3C-8199-CD646BC5D2E5}">
      <dsp:nvSpPr>
        <dsp:cNvPr id="0" name=""/>
        <dsp:cNvSpPr/>
      </dsp:nvSpPr>
      <dsp:spPr>
        <a:xfrm>
          <a:off x="0" y="3818027"/>
          <a:ext cx="903712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7856C8-5CDE-4BE0-8DB4-CBC95C4DEBAF}">
      <dsp:nvSpPr>
        <dsp:cNvPr id="0" name=""/>
        <dsp:cNvSpPr/>
      </dsp:nvSpPr>
      <dsp:spPr>
        <a:xfrm>
          <a:off x="451856" y="3537587"/>
          <a:ext cx="6958457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107" tIns="0" rIns="239107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rPr>
            <a:t>Service Facility Layout</a:t>
          </a:r>
          <a:endParaRPr lang="en-US" sz="1600" b="1" kern="1200" dirty="0">
            <a:solidFill>
              <a:schemeClr val="bg1"/>
            </a:solidFill>
            <a:latin typeface="Times New Roman" pitchFamily="18" charset="0"/>
            <a:cs typeface="Times New Roman" pitchFamily="18" charset="0"/>
          </a:endParaRPr>
        </a:p>
      </dsp:txBody>
      <dsp:txXfrm>
        <a:off x="479236" y="3564967"/>
        <a:ext cx="6903697" cy="506120"/>
      </dsp:txXfrm>
    </dsp:sp>
    <dsp:sp modelId="{6E8F2366-F04D-48A3-A86D-B9D57EC844E8}">
      <dsp:nvSpPr>
        <dsp:cNvPr id="0" name=""/>
        <dsp:cNvSpPr/>
      </dsp:nvSpPr>
      <dsp:spPr>
        <a:xfrm>
          <a:off x="0" y="4679867"/>
          <a:ext cx="9037122" cy="478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3C33B1-D08E-42E2-A11F-8C537500CB8C}">
      <dsp:nvSpPr>
        <dsp:cNvPr id="0" name=""/>
        <dsp:cNvSpPr/>
      </dsp:nvSpPr>
      <dsp:spPr>
        <a:xfrm>
          <a:off x="451856" y="4399426"/>
          <a:ext cx="6325985" cy="5608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9107" tIns="0" rIns="239107" bIns="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Combined Layout</a:t>
          </a:r>
          <a:endParaRPr lang="en-US" sz="1600" b="1" kern="1200" dirty="0">
            <a:solidFill>
              <a:schemeClr val="bg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79236" y="4426806"/>
        <a:ext cx="6271225" cy="506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992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788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90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231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288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0927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08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90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593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5742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4479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E2ED03-6B94-4345-8944-CFCF63F6DEC1}" type="datetimeFigureOut">
              <a:rPr lang="en-IN" smtClean="0"/>
              <a:t>31-12-2022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8C682-AE47-4C43-B1ED-12799A6AD0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540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5003" y="237506"/>
            <a:ext cx="11792197" cy="6305798"/>
          </a:xfrm>
        </p:spPr>
        <p:txBody>
          <a:bodyPr>
            <a:normAutofit/>
          </a:bodyPr>
          <a:lstStyle/>
          <a:p>
            <a:endParaRPr lang="en-US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3600" dirty="0" smtClean="0">
              <a:solidFill>
                <a:srgbClr val="0070C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endParaRPr lang="en-US" sz="3600" dirty="0">
              <a:solidFill>
                <a:srgbClr val="0070C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endParaRPr lang="en-US" sz="3600" dirty="0" smtClean="0">
              <a:solidFill>
                <a:srgbClr val="0070C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  <a:p>
            <a:r>
              <a:rPr lang="en-US" sz="6600" dirty="0" smtClean="0">
                <a:solidFill>
                  <a:srgbClr val="0070C0"/>
                </a:solidFill>
                <a:latin typeface="Algerian" panose="04020705040A02060702" pitchFamily="82" charset="0"/>
                <a:cs typeface="Arial" panose="020B0604020202020204" pitchFamily="34" charset="0"/>
              </a:rPr>
              <a:t>Plant layout</a:t>
            </a:r>
            <a:endParaRPr lang="en-US" sz="6600" dirty="0">
              <a:solidFill>
                <a:srgbClr val="0070C0"/>
              </a:solidFill>
              <a:latin typeface="Algerian" panose="04020705040A02060702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5275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008" y="178130"/>
            <a:ext cx="11673444" cy="6495802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 smtClean="0">
                <a:solidFill>
                  <a:srgbClr val="7030A0"/>
                </a:solidFill>
              </a:rPr>
              <a:t>Plant Layout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 of-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Machinery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Equipment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industrial facilities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- for achieving quick production at least cost</a:t>
            </a:r>
          </a:p>
        </p:txBody>
      </p:sp>
    </p:spTree>
    <p:extLst>
      <p:ext uri="{BB962C8B-B14F-4D97-AF65-F5344CB8AC3E}">
        <p14:creationId xmlns:p14="http://schemas.microsoft.com/office/powerpoint/2010/main" val="403584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64" y="290945"/>
            <a:ext cx="11007436" cy="5886018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4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Good Layout</a:t>
            </a:r>
          </a:p>
          <a:p>
            <a:pPr marL="457200" lvl="1" indent="0" algn="just">
              <a:buNone/>
            </a:pP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-Material Handling cost                         </a:t>
            </a:r>
          </a:p>
          <a:p>
            <a:pPr marL="457200" lvl="1" indent="0" algn="just">
              <a:buNone/>
            </a:pP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-Movement of people and material</a:t>
            </a:r>
          </a:p>
          <a:p>
            <a:pPr marL="457200" lvl="1" indent="0" algn="just">
              <a:buNone/>
            </a:pP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-Hazards to personnel</a:t>
            </a:r>
          </a:p>
          <a:p>
            <a:pPr marL="457200" lvl="1" indent="0" algn="just">
              <a:buNone/>
            </a:pP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-Accidents</a:t>
            </a:r>
          </a:p>
          <a:p>
            <a:pPr marL="457200" lvl="1" indent="0" algn="just">
              <a:buNone/>
            </a:pP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8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2" indent="0" algn="just">
              <a:buNone/>
            </a:pP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-Production capacity</a:t>
            </a:r>
          </a:p>
          <a:p>
            <a:pPr marL="914400" lvl="2" indent="0" algn="just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-Labor Efficiency</a:t>
            </a:r>
          </a:p>
          <a:p>
            <a:pPr marL="914400" lvl="2" indent="0" algn="just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- Employee Morale</a:t>
            </a:r>
          </a:p>
          <a:p>
            <a:pPr marL="914400" lvl="2" indent="0" algn="just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- Space Utilization</a:t>
            </a:r>
          </a:p>
          <a:p>
            <a:pPr marL="914400" lvl="2" indent="0" algn="just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- Ease of supervision and Maintenance</a:t>
            </a:r>
          </a:p>
          <a:p>
            <a:pPr marL="914400" lvl="2" indent="0" algn="just">
              <a:buNone/>
            </a:pPr>
            <a:endParaRPr lang="en-US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8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</a:t>
            </a:r>
          </a:p>
          <a:p>
            <a:pPr marL="457200" lvl="1" indent="0" algn="just">
              <a:buNone/>
            </a:pP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8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8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6745184" y="890649"/>
            <a:ext cx="498764" cy="17812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Up Arrow 3"/>
          <p:cNvSpPr/>
          <p:nvPr/>
        </p:nvSpPr>
        <p:spPr>
          <a:xfrm>
            <a:off x="4892633" y="3289466"/>
            <a:ext cx="522514" cy="213755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234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7" y="213756"/>
            <a:ext cx="11707091" cy="642257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325887353"/>
              </p:ext>
            </p:extLst>
          </p:nvPr>
        </p:nvGraphicFramePr>
        <p:xfrm>
          <a:off x="1413164" y="356260"/>
          <a:ext cx="9203376" cy="60564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47860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137" y="84221"/>
            <a:ext cx="10956758" cy="64175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Principles for Ideal Layout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3646562146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38898" y="3230088"/>
            <a:ext cx="169817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Ideal Layout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576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47" y="288758"/>
            <a:ext cx="11405937" cy="631657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668382803"/>
              </p:ext>
            </p:extLst>
          </p:nvPr>
        </p:nvGraphicFramePr>
        <p:xfrm>
          <a:off x="3352800" y="902526"/>
          <a:ext cx="5486400" cy="5427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34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47" y="130630"/>
            <a:ext cx="11405937" cy="64747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266348612"/>
              </p:ext>
            </p:extLst>
          </p:nvPr>
        </p:nvGraphicFramePr>
        <p:xfrm>
          <a:off x="3352800" y="902526"/>
          <a:ext cx="5486400" cy="54270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8872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47" y="130630"/>
            <a:ext cx="11405937" cy="64747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Layout</a:t>
            </a:r>
          </a:p>
          <a:p>
            <a:pPr marL="0" indent="0">
              <a:buNone/>
            </a:pPr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3849877113"/>
              </p:ext>
            </p:extLst>
          </p:nvPr>
        </p:nvGraphicFramePr>
        <p:xfrm>
          <a:off x="1769423" y="961901"/>
          <a:ext cx="9037122" cy="52488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1072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947" y="130630"/>
            <a:ext cx="11405937" cy="647470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Layout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Straight Line or layout for serialized manufacturing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 of machines in ONE LINE depending on the sequence of operations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 are fed in the first machine and finished product comes out from the last machine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Sugarcane Mill or Paper Mill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>
              <a:buNone/>
            </a:pP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L- Lathe   D- Drilling  M- Milling G- Grinding I-Inspection D - Dispatch</a:t>
            </a:r>
            <a:endParaRPr lang="en-IN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995055" y="4524499"/>
            <a:ext cx="9500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945080" y="4120738"/>
            <a:ext cx="950025" cy="807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194462" y="4417621"/>
            <a:ext cx="46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895105" y="4524499"/>
            <a:ext cx="7362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631377" y="4120738"/>
            <a:ext cx="1068779" cy="807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4631377" y="4417621"/>
            <a:ext cx="961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1" idx="3"/>
          </p:cNvCxnSpPr>
          <p:nvPr/>
        </p:nvCxnSpPr>
        <p:spPr>
          <a:xfrm>
            <a:off x="5700156" y="4524499"/>
            <a:ext cx="5937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341423" y="4120739"/>
            <a:ext cx="985652" cy="8075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6614556" y="4417621"/>
            <a:ext cx="5700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7327075" y="4548250"/>
            <a:ext cx="6650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7992094" y="4120738"/>
            <a:ext cx="1211283" cy="8075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8704613" y="4417621"/>
            <a:ext cx="498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0" idx="3"/>
          </p:cNvCxnSpPr>
          <p:nvPr/>
        </p:nvCxnSpPr>
        <p:spPr>
          <a:xfrm>
            <a:off x="9203377" y="4602287"/>
            <a:ext cx="6345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9797145" y="4086309"/>
            <a:ext cx="800801" cy="807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Box 28"/>
          <p:cNvSpPr txBox="1"/>
          <p:nvPr/>
        </p:nvSpPr>
        <p:spPr>
          <a:xfrm>
            <a:off x="9999024" y="4524499"/>
            <a:ext cx="427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8" name="Straight Arrow Connector 37"/>
          <p:cNvCxnSpPr/>
          <p:nvPr/>
        </p:nvCxnSpPr>
        <p:spPr>
          <a:xfrm flipV="1">
            <a:off x="10628415" y="4524499"/>
            <a:ext cx="29688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10925299" y="4086309"/>
            <a:ext cx="665018" cy="8075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/>
          <p:cNvSpPr txBox="1"/>
          <p:nvPr/>
        </p:nvSpPr>
        <p:spPr>
          <a:xfrm>
            <a:off x="11027020" y="4417621"/>
            <a:ext cx="397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7209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218" y="290945"/>
            <a:ext cx="11430000" cy="627611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4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871" y="439386"/>
            <a:ext cx="9110258" cy="523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33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53291" y="124691"/>
            <a:ext cx="11520054" cy="6384781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Low material handling cost per unit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Less work in progress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Less skill is required for personnel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Continuous flow of work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Shorter processing time or quicker output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Simplified and lesser production control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High capital investment  in special purpose machines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breakdown of one machine will hamper the whole production process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Slow machine affects on overall productivity of organization</a:t>
            </a:r>
          </a:p>
          <a:p>
            <a:r>
              <a:rPr lang="en-US" dirty="0" smtClean="0">
                <a:solidFill>
                  <a:srgbClr val="0070C0"/>
                </a:solidFill>
              </a:rPr>
              <a:t>Less flexibility as specially out for particular product</a:t>
            </a:r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285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1" y="225630"/>
            <a:ext cx="11614067" cy="64126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product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Continuous and Mass production of standardized products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repetitive manufacturing process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Reasonably stable demand for the product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E.g. Chemicals, Sugar, Paper, Rubber, refineries, Automobiles, food processing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3343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005" y="83127"/>
            <a:ext cx="11732821" cy="67748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Fixed Position Layout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of men and machines to the product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Bulky product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g. Aircraft Assembling, Ships  building etc.</a:t>
            </a:r>
          </a:p>
          <a:p>
            <a:pPr marL="0" indent="0">
              <a:buNone/>
            </a:pPr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0887" y="2396837"/>
            <a:ext cx="6587404" cy="3879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92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018" y="789709"/>
            <a:ext cx="9365673" cy="5153891"/>
          </a:xfrm>
        </p:spPr>
      </p:pic>
    </p:spTree>
    <p:extLst>
      <p:ext uri="{BB962C8B-B14F-4D97-AF65-F5344CB8AC3E}">
        <p14:creationId xmlns:p14="http://schemas.microsoft.com/office/powerpoint/2010/main" val="791125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142504"/>
            <a:ext cx="11092543" cy="646017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Saves cost involved in movement of product 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Flexible- Easily adapt changes in job design and operation sequence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Economical- several orders in different stages of progress are being executed simultaneously.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Adjustment- shortage of material and absence of labor can be adjusted by changing sequence of operation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Disadvantage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 production period, high capital investment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large space required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Several operations carried out simultaneously which creates confusion and conflicts among work groups.</a:t>
            </a:r>
          </a:p>
          <a:p>
            <a:pPr marL="0" indent="0" algn="just">
              <a:buNone/>
            </a:pPr>
            <a:endParaRPr lang="en-IN" sz="4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069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2509" y="166255"/>
            <a:ext cx="11582400" cy="64008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smtClean="0"/>
              <a:t>                </a:t>
            </a: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Suitability of Fixed Position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of bulky and heavy products such as locomotives, ships, boilers, generators, wagon building, aircraft manufacturing etc.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Construction of building, flyovers, dams</a:t>
            </a:r>
          </a:p>
        </p:txBody>
      </p:sp>
    </p:spTree>
    <p:extLst>
      <p:ext uri="{BB962C8B-B14F-4D97-AF65-F5344CB8AC3E}">
        <p14:creationId xmlns:p14="http://schemas.microsoft.com/office/powerpoint/2010/main" val="3942451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756" y="225630"/>
            <a:ext cx="11140044" cy="63532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layout/job lot manufacturing or batch production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Involves grouping of like machines in one department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 purpose machines</a:t>
            </a:r>
          </a:p>
          <a:p>
            <a:pPr marL="0" indent="0" algn="just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280" y="2521528"/>
            <a:ext cx="6198611" cy="368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23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819" y="662781"/>
            <a:ext cx="8867775" cy="5467350"/>
          </a:xfrm>
        </p:spPr>
      </p:pic>
    </p:spTree>
    <p:extLst>
      <p:ext uri="{BB962C8B-B14F-4D97-AF65-F5344CB8AC3E}">
        <p14:creationId xmlns:p14="http://schemas.microsoft.com/office/powerpoint/2010/main" val="4087883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44" y="415636"/>
            <a:ext cx="10556947" cy="5505739"/>
          </a:xfrm>
        </p:spPr>
      </p:pic>
    </p:spTree>
    <p:extLst>
      <p:ext uri="{BB962C8B-B14F-4D97-AF65-F5344CB8AC3E}">
        <p14:creationId xmlns:p14="http://schemas.microsoft.com/office/powerpoint/2010/main" val="1950920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2" y="178130"/>
            <a:ext cx="11673444" cy="642455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Break down of one machine does not affects overall productivity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Slow machine does affect on overall productivity 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utilization of machines as machine is used for various  types of product processing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 in design and volume can be easily adapted to the output of variety of products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effective supervision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Greater flexibility </a:t>
            </a: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material handling cost( Backtracking)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 Time lag in production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WIP inventory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frequent inspection required </a:t>
            </a:r>
            <a:endParaRPr lang="en-IN" sz="24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432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4383" y="368134"/>
            <a:ext cx="11519065" cy="6602681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 </a:t>
            </a: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  <a:endParaRPr lang="en-US" sz="3600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Technology- A manufacturing Philosophy in which similar parts are identified  and grouped together to take advantage of their similarities in design and production.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 grouped into cells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cell is formed to produce a few parts with common characteristics</a:t>
            </a:r>
          </a:p>
          <a:p>
            <a:pPr algn="just"/>
            <a:r>
              <a:rPr lang="en-US" sz="2400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Similarities 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among parts permits them to be classified into part families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part family, processing steps are similar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Organizing the production facilities into manufacturing cells that specialize in production of certain part families</a:t>
            </a:r>
          </a:p>
          <a:p>
            <a:pPr algn="just"/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Machines are grouped into cells, each cell specializing in the production of part family called cellular manufacturing</a:t>
            </a:r>
          </a:p>
          <a:p>
            <a:pPr algn="just"/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1745" y="4738256"/>
            <a:ext cx="4765964" cy="180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487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263236"/>
            <a:ext cx="11180618" cy="6095999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cell is specializes in producing one or a limited number of part families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Cellular manufacturing when automated then it is called as flexible manufacturing system(FMS)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00" y="2133600"/>
            <a:ext cx="6629400" cy="420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691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1782" y="415636"/>
            <a:ext cx="10952018" cy="6054437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Faster processing time – less manufacturing time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Less material handling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Improved efficiency of workers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Less WIP inventory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</a:rPr>
              <a:t>Boredom factor is less for workers</a:t>
            </a:r>
          </a:p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more time for grouping- more initial investment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 more analysis of data- more supervising is needed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9706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003" y="106879"/>
            <a:ext cx="11946576" cy="615537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combination of process and product layout combines the advantages of both types of layouts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Useful when item is being made in different types and sizes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Machinery arranged in process layout but process grouping is then arranged in sequence to manufacture various types and sizes of products.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noted that sequence of operations remains same with variety of products and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sizes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g. for industries involving the fabrication of parts and assembly, fabrication tends to employ the process layout and assembly areas often employ the product layout</a:t>
            </a:r>
          </a:p>
          <a:p>
            <a:pPr algn="just"/>
            <a:endParaRPr lang="en-US" sz="2400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89391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182" y="318655"/>
            <a:ext cx="10799618" cy="5858308"/>
          </a:xfrm>
        </p:spPr>
        <p:txBody>
          <a:bodyPr/>
          <a:lstStyle/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soap manufacturing plant, the machinery manufacturing soap is arranged on the product line principle , but ancillary services such as heating, the manufacturing of glycerin, the power house, the water treatment plant etc. are arranged on a process layout basis</a:t>
            </a:r>
          </a:p>
          <a:p>
            <a:pPr marL="0" indent="0" algn="just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5164" y="2133600"/>
            <a:ext cx="8091054" cy="404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896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57" y="192504"/>
            <a:ext cx="11682663" cy="64368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030A0"/>
                </a:solidFill>
              </a:rPr>
              <a:t> </a:t>
            </a: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Facility Layout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 oriented industries like banks, hospitals etc.</a:t>
            </a:r>
          </a:p>
          <a:p>
            <a:pPr marL="0" indent="0">
              <a:buNone/>
            </a:pP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74" y="1533524"/>
            <a:ext cx="8963890" cy="465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850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4073" y="374073"/>
            <a:ext cx="11346872" cy="6248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Retail layout patterns</a:t>
            </a:r>
          </a:p>
          <a:p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Rectangular with parallel aisles</a:t>
            </a:r>
          </a:p>
          <a:p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</a:t>
            </a:r>
          </a:p>
          <a:p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Controls traffic flow</a:t>
            </a:r>
          </a:p>
          <a:p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selling space efficiently</a:t>
            </a:r>
          </a:p>
          <a:p>
            <a:endParaRPr lang="en-IN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3886" y="1094509"/>
            <a:ext cx="6257059" cy="376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0022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5" y="387927"/>
            <a:ext cx="11333018" cy="57890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Form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Free flowing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Informal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friendly environment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 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6182" y="1028700"/>
            <a:ext cx="6511636" cy="391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8927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473" y="0"/>
            <a:ext cx="11670631" cy="670158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Revision of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Revision of existing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Minor changes to complete dismantling of the existing structure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increase operating efficiency of the plant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Why Revision?????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Expansion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advancements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Improvement in the layout</a:t>
            </a:r>
          </a:p>
        </p:txBody>
      </p:sp>
    </p:spTree>
    <p:extLst>
      <p:ext uri="{BB962C8B-B14F-4D97-AF65-F5344CB8AC3E}">
        <p14:creationId xmlns:p14="http://schemas.microsoft.com/office/powerpoint/2010/main" val="38795953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2613" y="166256"/>
            <a:ext cx="11706726" cy="66917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Boutique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shopping environment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Divides store into a series of individual shopping areas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with its own theme</a:t>
            </a:r>
          </a:p>
          <a:p>
            <a:pPr algn="just"/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6435" y="2258291"/>
            <a:ext cx="7800109" cy="4378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1132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81" y="277091"/>
            <a:ext cx="11720945" cy="628996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 Influencing Facility layout planning</a:t>
            </a:r>
          </a:p>
          <a:p>
            <a:pPr marL="0" indent="0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product whether it is heavy or light, big or small, liquid or solid in nature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- for uniform type of products, product layout is suitable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for customized products, process layout is suitable 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for bulky products, fixed position layout is suitable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demand influence plant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and quality are important factors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4012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79" y="0"/>
            <a:ext cx="11851105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Materials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raw material- solid, liquid, gas ,heavy, small or large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Need for the storage of different types of material</a:t>
            </a:r>
          </a:p>
          <a:p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Movement and placement of different types of materials during processing</a:t>
            </a:r>
          </a:p>
        </p:txBody>
      </p:sp>
    </p:spTree>
    <p:extLst>
      <p:ext uri="{BB962C8B-B14F-4D97-AF65-F5344CB8AC3E}">
        <p14:creationId xmlns:p14="http://schemas.microsoft.com/office/powerpoint/2010/main" val="4054715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79" y="124691"/>
            <a:ext cx="11706726" cy="657689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Manpower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and experience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Position of employees- satisfactory or moving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safety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1458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963" y="0"/>
            <a:ext cx="11679381" cy="670559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Factory Building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nature and size of the building determines the floor space available for the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 designing the factory building following requirement must be keep in mind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e. g. air conditioning, dust control, humidity control etc.</a:t>
            </a:r>
          </a:p>
          <a:p>
            <a:pPr marL="0" indent="0" algn="ctr">
              <a:buNone/>
            </a:pP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2627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255" y="318655"/>
            <a:ext cx="11187545" cy="5858308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 </a:t>
            </a: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Topography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 and size of plant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Climatic condition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Availability of water, raw material and power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Waste disposal facility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41444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4695" y="0"/>
            <a:ext cx="11089105" cy="65692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Policies of management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of production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 of plant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and marketing policies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Purchasing policies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Facilities to employees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targets</a:t>
            </a:r>
          </a:p>
        </p:txBody>
      </p:sp>
    </p:spTree>
    <p:extLst>
      <p:ext uri="{BB962C8B-B14F-4D97-AF65-F5344CB8AC3E}">
        <p14:creationId xmlns:p14="http://schemas.microsoft.com/office/powerpoint/2010/main" val="31016666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63" y="207818"/>
            <a:ext cx="11634537" cy="6421582"/>
          </a:xfrm>
        </p:spPr>
        <p:txBody>
          <a:bodyPr>
            <a:normAutofit/>
          </a:bodyPr>
          <a:lstStyle/>
          <a:p>
            <a:pPr marL="0" indent="0" algn="ctr" fontAlgn="base">
              <a:buNone/>
            </a:pPr>
            <a:r>
              <a:rPr lang="en-US" sz="3200" b="1" dirty="0" smtClean="0">
                <a:solidFill>
                  <a:srgbClr val="7030A0"/>
                </a:solidFill>
              </a:rPr>
              <a:t>Nature of manufacturing process</a:t>
            </a:r>
          </a:p>
          <a:p>
            <a:pPr algn="just" fontAlgn="base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process</a:t>
            </a:r>
          </a:p>
          <a:p>
            <a:pPr marL="0" indent="0" algn="just" fontAlgn="base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Under this process two or more materials are mixed to get a product Example- cement manufacturing</a:t>
            </a:r>
          </a:p>
          <a:p>
            <a:pPr algn="just" fontAlgn="base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Analytical process</a:t>
            </a:r>
          </a:p>
          <a:p>
            <a:pPr marL="0" indent="0" algn="just" fontAlgn="base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Under this method different products are extracted from one material. Example- Extraction of oil from crude</a:t>
            </a:r>
          </a:p>
          <a:p>
            <a:pPr algn="just" fontAlgn="base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 process</a:t>
            </a:r>
          </a:p>
          <a:p>
            <a:pPr marL="0" indent="0" algn="just" fontAlgn="base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- Under this process the original raw material is given the shape of different products and nothing is added to it. Jute is an important example of this kind</a:t>
            </a:r>
          </a:p>
          <a:p>
            <a:pPr algn="just" fontAlgn="base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Extractive process</a:t>
            </a:r>
          </a:p>
          <a:p>
            <a:pPr marL="0" indent="0" algn="just" fontAlgn="base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This method involves the extraction of product from the original material by application of heat or pressure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75809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631" y="193964"/>
            <a:ext cx="11670631" cy="64354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Volume of production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Plant layout is generally determined by taking into consideration the quantum of products to be produced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- Job production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- Batch Production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- Mass Production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2974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0316" y="174172"/>
            <a:ext cx="11665527" cy="63453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Techniques used for facility layout planning</a:t>
            </a:r>
          </a:p>
          <a:p>
            <a:pPr marL="0" indent="0" algn="ctr">
              <a:buNone/>
            </a:pPr>
            <a:endParaRPr lang="en-US" sz="36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process chart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process chart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diagram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Models</a:t>
            </a:r>
          </a:p>
        </p:txBody>
      </p:sp>
    </p:spTree>
    <p:extLst>
      <p:ext uri="{BB962C8B-B14F-4D97-AF65-F5344CB8AC3E}">
        <p14:creationId xmlns:p14="http://schemas.microsoft.com/office/powerpoint/2010/main" val="27905905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7091" y="207818"/>
            <a:ext cx="11651673" cy="640080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 Process chart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manufacturing process is divided into separate activities with the help of the operation process chart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shows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- The points at which materials are introduced into the process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- The sequence of various operations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- Inspections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charts represents the basic activities required for producing a product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22323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1" y="471055"/>
            <a:ext cx="9351818" cy="5139170"/>
          </a:xfrm>
        </p:spPr>
      </p:pic>
    </p:spTree>
    <p:extLst>
      <p:ext uri="{BB962C8B-B14F-4D97-AF65-F5344CB8AC3E}">
        <p14:creationId xmlns:p14="http://schemas.microsoft.com/office/powerpoint/2010/main" val="17184242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18656"/>
            <a:ext cx="11049000" cy="6192980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improve plant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the satisfying the basic manufacturing system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Helps in determining sequence of operations</a:t>
            </a:r>
          </a:p>
          <a:p>
            <a:pPr algn="just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introduce the new technical personnel with the manufacturing system</a:t>
            </a:r>
          </a:p>
          <a:p>
            <a:pPr algn="just"/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3890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364" y="193964"/>
            <a:ext cx="11007436" cy="6262254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Process chart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 representation of all the production activities occurring on the shop floor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Includes operations, transportation, shortage and delay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the basis of this analysis, operations may be combined, rearranged or eliminated.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35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310" y="429490"/>
            <a:ext cx="8523360" cy="5569527"/>
          </a:xfrm>
        </p:spPr>
      </p:pic>
    </p:spTree>
    <p:extLst>
      <p:ext uri="{BB962C8B-B14F-4D97-AF65-F5344CB8AC3E}">
        <p14:creationId xmlns:p14="http://schemas.microsoft.com/office/powerpoint/2010/main" val="10768419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8035" y="360218"/>
            <a:ext cx="11152909" cy="6082146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diagrams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diagram is used to supplement the flow process chart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graphically the relative position of the productive machinery space, gangways etc. and path followed by the man and materials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study a process for efficiency and improvement. It helps to shows unnecessary steps, bottlenecks and other inefficiencies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33423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709" y="374073"/>
            <a:ext cx="10487891" cy="5459989"/>
          </a:xfrm>
        </p:spPr>
      </p:pic>
    </p:spTree>
    <p:extLst>
      <p:ext uri="{BB962C8B-B14F-4D97-AF65-F5344CB8AC3E}">
        <p14:creationId xmlns:p14="http://schemas.microsoft.com/office/powerpoint/2010/main" val="34028007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491" y="332509"/>
            <a:ext cx="11305309" cy="6151418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models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Scale model provide a three- dimensional layout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may be of wood plastic or metals</a:t>
            </a:r>
          </a:p>
          <a:p>
            <a:pPr algn="just"/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 real situation and define the plant perfectly and are easy to understand</a:t>
            </a:r>
          </a:p>
          <a:p>
            <a:pPr algn="just"/>
            <a:endParaRPr lang="en-US" dirty="0" smtClean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117" y="2770908"/>
            <a:ext cx="8831766" cy="371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6241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63236"/>
            <a:ext cx="11582400" cy="6234545"/>
          </a:xfrm>
        </p:spPr>
        <p:txBody>
          <a:bodyPr/>
          <a:lstStyle/>
          <a:p>
            <a:pPr marL="0" indent="0" algn="ctr">
              <a:buNone/>
            </a:pPr>
            <a:r>
              <a:rPr lang="en-US" sz="36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Recent trends in plant layout</a:t>
            </a:r>
            <a:endParaRPr lang="en-US" dirty="0" smtClean="0"/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use of computerized facilities design</a:t>
            </a:r>
          </a:p>
          <a:p>
            <a:pPr marL="0" indent="0" algn="just">
              <a:buNone/>
            </a:pP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The various techniques have been developed and used in layout engineering such as ALDEP( Automated layout design program), CORELAP(Computerized relationship layout planning) , CRAFT( Computerized related allocation of facilities technique), CALP( Computer Aided layout planning) etc. these programme can save time and efforts in large and complex layout problems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554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304800"/>
            <a:ext cx="11049000" cy="5872163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Questions for continuous Internal </a:t>
            </a:r>
            <a:r>
              <a:rPr lang="en-US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Q.1 What is plant layout? State objectives of good plant layout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2.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principles of good plant layout also explain importance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plant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layout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3 Explain differences between product layout and Process layout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Q.4 Explain the factors influencing plant layout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 5 Explain different tools used for plant layout planning</a:t>
            </a:r>
          </a:p>
          <a:p>
            <a:pPr marL="0" indent="0" algn="just">
              <a:buNone/>
            </a:pP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Q.6. What are the different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layout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explain with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their advantages and </a:t>
            </a:r>
            <a:r>
              <a:rPr lang="en-US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disadvantages.</a:t>
            </a:r>
            <a:endParaRPr lang="en-IN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4390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55" y="221673"/>
            <a:ext cx="10882745" cy="5955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sz="9600" dirty="0" smtClean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endParaRPr lang="en-US" sz="9600" dirty="0" smtClean="0">
              <a:solidFill>
                <a:schemeClr val="accent2"/>
              </a:solidFill>
              <a:latin typeface="Algerian" panose="04020705040A02060702" pitchFamily="82" charset="0"/>
            </a:endParaRPr>
          </a:p>
          <a:p>
            <a:pPr marL="0" indent="0" algn="ctr">
              <a:buNone/>
            </a:pPr>
            <a:r>
              <a:rPr lang="en-US" sz="9600" dirty="0" smtClean="0">
                <a:solidFill>
                  <a:schemeClr val="accent2"/>
                </a:solidFill>
                <a:latin typeface="Algerian" panose="04020705040A02060702" pitchFamily="82" charset="0"/>
              </a:rPr>
              <a:t>Thank You</a:t>
            </a:r>
            <a:endParaRPr lang="en-IN" sz="9600" dirty="0">
              <a:solidFill>
                <a:schemeClr val="accent2"/>
              </a:solidFill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688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3288</TotalTime>
  <Words>1651</Words>
  <Application>Microsoft Office PowerPoint</Application>
  <PresentationFormat>Widescreen</PresentationFormat>
  <Paragraphs>268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Algerian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Materials Management Overview</dc:title>
  <dc:creator>HP</dc:creator>
  <cp:lastModifiedBy>HP</cp:lastModifiedBy>
  <cp:revision>651</cp:revision>
  <dcterms:created xsi:type="dcterms:W3CDTF">2022-09-12T16:52:45Z</dcterms:created>
  <dcterms:modified xsi:type="dcterms:W3CDTF">2022-12-31T11:04:48Z</dcterms:modified>
</cp:coreProperties>
</file>