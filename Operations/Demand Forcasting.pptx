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</p:sldIdLst>
  <p:sldSz cy="6858000" cx="12192000"/>
  <p:notesSz cx="6858000" cy="9144000"/>
  <p:embeddedFontLst>
    <p:embeddedFont>
      <p:font typeface="Century Gothic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8" roundtripDataSignature="AMtx7miRSvtNaez2EW+W/+pg7tQXsN8j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font" Target="fonts/CenturyGothic-bold.fntdata"/><Relationship Id="rId10" Type="http://schemas.openxmlformats.org/officeDocument/2006/relationships/slide" Target="slides/slide6.xml"/><Relationship Id="rId54" Type="http://schemas.openxmlformats.org/officeDocument/2006/relationships/font" Target="fonts/CenturyGothic-regular.fntdata"/><Relationship Id="rId13" Type="http://schemas.openxmlformats.org/officeDocument/2006/relationships/slide" Target="slides/slide9.xml"/><Relationship Id="rId57" Type="http://schemas.openxmlformats.org/officeDocument/2006/relationships/font" Target="fonts/CenturyGothic-boldItalic.fntdata"/><Relationship Id="rId12" Type="http://schemas.openxmlformats.org/officeDocument/2006/relationships/slide" Target="slides/slide8.xml"/><Relationship Id="rId56" Type="http://schemas.openxmlformats.org/officeDocument/2006/relationships/font" Target="fonts/CenturyGothic-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8" Type="http://customschemas.google.com/relationships/presentationmetadata" Target="meta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1"/>
          <p:cNvSpPr txBox="1"/>
          <p:nvPr>
            <p:ph type="ctrTitle"/>
          </p:nvPr>
        </p:nvSpPr>
        <p:spPr>
          <a:xfrm>
            <a:off x="1154955" y="1447800"/>
            <a:ext cx="8825658" cy="3329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Century Gothic"/>
              <a:buNone/>
              <a:defRPr sz="7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1"/>
          <p:cNvSpPr txBox="1"/>
          <p:nvPr>
            <p:ph idx="1" type="subTitle"/>
          </p:nvPr>
        </p:nvSpPr>
        <p:spPr>
          <a:xfrm>
            <a:off x="1154955" y="477738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600"/>
              <a:buNone/>
              <a:defRPr cap="none">
                <a:solidFill>
                  <a:srgbClr val="86D1D8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51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1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2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2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6" name="Google Shape;26;p52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2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3"/>
          <p:cNvSpPr txBox="1"/>
          <p:nvPr>
            <p:ph type="title"/>
          </p:nvPr>
        </p:nvSpPr>
        <p:spPr>
          <a:xfrm>
            <a:off x="1154956" y="2861733"/>
            <a:ext cx="8825657" cy="19156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3"/>
          <p:cNvSpPr txBox="1"/>
          <p:nvPr>
            <p:ph idx="1" type="body"/>
          </p:nvPr>
        </p:nvSpPr>
        <p:spPr>
          <a:xfrm>
            <a:off x="1154955" y="4777381"/>
            <a:ext cx="882565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" name="Google Shape;32;p53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3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4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4"/>
          <p:cNvSpPr txBox="1"/>
          <p:nvPr>
            <p:ph idx="1" type="body"/>
          </p:nvPr>
        </p:nvSpPr>
        <p:spPr>
          <a:xfrm>
            <a:off x="1103312" y="2060575"/>
            <a:ext cx="4396339" cy="419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38" name="Google Shape;38;p54"/>
          <p:cNvSpPr txBox="1"/>
          <p:nvPr>
            <p:ph idx="2" type="body"/>
          </p:nvPr>
        </p:nvSpPr>
        <p:spPr>
          <a:xfrm>
            <a:off x="5654493" y="2056092"/>
            <a:ext cx="4396341" cy="4200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39" name="Google Shape;39;p54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4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5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5"/>
          <p:cNvSpPr txBox="1"/>
          <p:nvPr>
            <p:ph idx="1" type="body"/>
          </p:nvPr>
        </p:nvSpPr>
        <p:spPr>
          <a:xfrm>
            <a:off x="1103313" y="1905000"/>
            <a:ext cx="439633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45" name="Google Shape;45;p55"/>
          <p:cNvSpPr txBox="1"/>
          <p:nvPr>
            <p:ph idx="2" type="body"/>
          </p:nvPr>
        </p:nvSpPr>
        <p:spPr>
          <a:xfrm>
            <a:off x="1103312" y="2514600"/>
            <a:ext cx="4396339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6" name="Google Shape;46;p55"/>
          <p:cNvSpPr txBox="1"/>
          <p:nvPr>
            <p:ph idx="3" type="body"/>
          </p:nvPr>
        </p:nvSpPr>
        <p:spPr>
          <a:xfrm>
            <a:off x="5654495" y="1905000"/>
            <a:ext cx="439633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47" name="Google Shape;47;p55"/>
          <p:cNvSpPr txBox="1"/>
          <p:nvPr>
            <p:ph idx="4" type="body"/>
          </p:nvPr>
        </p:nvSpPr>
        <p:spPr>
          <a:xfrm>
            <a:off x="5654495" y="2514600"/>
            <a:ext cx="4396339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8" name="Google Shape;48;p55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5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6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6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6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6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7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57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7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8"/>
          <p:cNvSpPr txBox="1"/>
          <p:nvPr>
            <p:ph type="title"/>
          </p:nvPr>
        </p:nvSpPr>
        <p:spPr>
          <a:xfrm>
            <a:off x="1154953" y="1447800"/>
            <a:ext cx="3401064" cy="144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58"/>
          <p:cNvSpPr txBox="1"/>
          <p:nvPr>
            <p:ph idx="1" type="body"/>
          </p:nvPr>
        </p:nvSpPr>
        <p:spPr>
          <a:xfrm>
            <a:off x="4784616" y="1447800"/>
            <a:ext cx="519599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0200" lvl="0" marL="457200" algn="l">
              <a:spcBef>
                <a:spcPts val="1000"/>
              </a:spcBef>
              <a:spcAft>
                <a:spcPts val="0"/>
              </a:spcAft>
              <a:buSzPts val="1600"/>
              <a:buChar char="►"/>
              <a:defRPr sz="2000"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2pPr>
            <a:lvl3pPr indent="-309880" lvl="2" marL="13716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3pPr>
            <a:lvl4pPr indent="-299719" lvl="3" marL="1828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4pPr>
            <a:lvl5pPr indent="-299720" lvl="4" marL="22860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5pPr>
            <a:lvl6pPr indent="-299720" lvl="5" marL="27432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6pPr>
            <a:lvl7pPr indent="-299720" lvl="6" marL="32004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7pPr>
            <a:lvl8pPr indent="-299720" lvl="7" marL="3657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8pPr>
            <a:lvl9pPr indent="-299720" lvl="8" marL="4114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9pPr>
          </a:lstStyle>
          <a:p/>
        </p:txBody>
      </p:sp>
      <p:sp>
        <p:nvSpPr>
          <p:cNvPr id="63" name="Google Shape;63;p58"/>
          <p:cNvSpPr txBox="1"/>
          <p:nvPr>
            <p:ph idx="2" type="body"/>
          </p:nvPr>
        </p:nvSpPr>
        <p:spPr>
          <a:xfrm>
            <a:off x="1154953" y="3129280"/>
            <a:ext cx="3401063" cy="2895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64" name="Google Shape;64;p58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58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8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9"/>
          <p:cNvSpPr txBox="1"/>
          <p:nvPr>
            <p:ph type="title"/>
          </p:nvPr>
        </p:nvSpPr>
        <p:spPr>
          <a:xfrm>
            <a:off x="1153907" y="1854192"/>
            <a:ext cx="5092906" cy="15748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9"/>
          <p:cNvSpPr/>
          <p:nvPr>
            <p:ph idx="2" type="pic"/>
          </p:nvPr>
        </p:nvSpPr>
        <p:spPr>
          <a:xfrm>
            <a:off x="6949546" y="1143000"/>
            <a:ext cx="3200400" cy="4572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70" name="Google Shape;70;p59"/>
          <p:cNvSpPr txBox="1"/>
          <p:nvPr>
            <p:ph idx="1" type="body"/>
          </p:nvPr>
        </p:nvSpPr>
        <p:spPr>
          <a:xfrm>
            <a:off x="1154954" y="3657600"/>
            <a:ext cx="5084979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1" name="Google Shape;71;p59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9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9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0"/>
          <p:cNvSpPr txBox="1"/>
          <p:nvPr>
            <p:ph type="title"/>
          </p:nvPr>
        </p:nvSpPr>
        <p:spPr>
          <a:xfrm>
            <a:off x="1154956" y="4800587"/>
            <a:ext cx="882565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0"/>
          <p:cNvSpPr/>
          <p:nvPr>
            <p:ph idx="2" type="pic"/>
          </p:nvPr>
        </p:nvSpPr>
        <p:spPr>
          <a:xfrm>
            <a:off x="1154955" y="685800"/>
            <a:ext cx="8825658" cy="3640666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77" name="Google Shape;77;p60"/>
          <p:cNvSpPr txBox="1"/>
          <p:nvPr>
            <p:ph idx="1" type="body"/>
          </p:nvPr>
        </p:nvSpPr>
        <p:spPr>
          <a:xfrm>
            <a:off x="1154956" y="5367325"/>
            <a:ext cx="8825656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8" name="Google Shape;78;p60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0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6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1"/>
          <p:cNvSpPr txBox="1"/>
          <p:nvPr>
            <p:ph type="title"/>
          </p:nvPr>
        </p:nvSpPr>
        <p:spPr>
          <a:xfrm>
            <a:off x="1154954" y="1447800"/>
            <a:ext cx="8825659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61"/>
          <p:cNvSpPr txBox="1"/>
          <p:nvPr>
            <p:ph idx="1" type="body"/>
          </p:nvPr>
        </p:nvSpPr>
        <p:spPr>
          <a:xfrm>
            <a:off x="1154954" y="3657600"/>
            <a:ext cx="8825659" cy="23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4" name="Google Shape;84;p61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61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6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2"/>
          <p:cNvSpPr txBox="1"/>
          <p:nvPr>
            <p:ph type="title"/>
          </p:nvPr>
        </p:nvSpPr>
        <p:spPr>
          <a:xfrm>
            <a:off x="1574801" y="1447800"/>
            <a:ext cx="7999315" cy="2323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62"/>
          <p:cNvSpPr txBox="1"/>
          <p:nvPr>
            <p:ph idx="1" type="body"/>
          </p:nvPr>
        </p:nvSpPr>
        <p:spPr>
          <a:xfrm>
            <a:off x="1930400" y="3771174"/>
            <a:ext cx="7279649" cy="342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b="0" i="0" sz="1400" cap="small">
                <a:solidFill>
                  <a:srgbClr val="86D1D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0" name="Google Shape;90;p62"/>
          <p:cNvSpPr txBox="1"/>
          <p:nvPr>
            <p:ph idx="2" type="body"/>
          </p:nvPr>
        </p:nvSpPr>
        <p:spPr>
          <a:xfrm>
            <a:off x="1154954" y="4350657"/>
            <a:ext cx="8825659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1" name="Google Shape;91;p62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62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6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4" name="Google Shape;94;p62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2200" u="none" cap="none" strike="noStrike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95" name="Google Shape;95;p6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2200" u="none" cap="none" strike="noStrike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3"/>
          <p:cNvSpPr txBox="1"/>
          <p:nvPr>
            <p:ph type="title"/>
          </p:nvPr>
        </p:nvSpPr>
        <p:spPr>
          <a:xfrm>
            <a:off x="1154954" y="3124201"/>
            <a:ext cx="8825660" cy="16531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63"/>
          <p:cNvSpPr txBox="1"/>
          <p:nvPr>
            <p:ph idx="1" type="body"/>
          </p:nvPr>
        </p:nvSpPr>
        <p:spPr>
          <a:xfrm>
            <a:off x="1154954" y="4777381"/>
            <a:ext cx="8825659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63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63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6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4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64"/>
          <p:cNvSpPr txBox="1"/>
          <p:nvPr>
            <p:ph idx="1" type="body"/>
          </p:nvPr>
        </p:nvSpPr>
        <p:spPr>
          <a:xfrm>
            <a:off x="632947" y="1981200"/>
            <a:ext cx="294686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5" name="Google Shape;105;p64"/>
          <p:cNvSpPr txBox="1"/>
          <p:nvPr>
            <p:ph idx="2" type="body"/>
          </p:nvPr>
        </p:nvSpPr>
        <p:spPr>
          <a:xfrm>
            <a:off x="652463" y="2667000"/>
            <a:ext cx="2927350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06" name="Google Shape;106;p64"/>
          <p:cNvSpPr txBox="1"/>
          <p:nvPr>
            <p:ph idx="3" type="body"/>
          </p:nvPr>
        </p:nvSpPr>
        <p:spPr>
          <a:xfrm>
            <a:off x="3883659" y="1981200"/>
            <a:ext cx="293624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7" name="Google Shape;107;p64"/>
          <p:cNvSpPr txBox="1"/>
          <p:nvPr>
            <p:ph idx="4" type="body"/>
          </p:nvPr>
        </p:nvSpPr>
        <p:spPr>
          <a:xfrm>
            <a:off x="3873106" y="2667000"/>
            <a:ext cx="2946794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08" name="Google Shape;108;p64"/>
          <p:cNvSpPr txBox="1"/>
          <p:nvPr>
            <p:ph idx="5" type="body"/>
          </p:nvPr>
        </p:nvSpPr>
        <p:spPr>
          <a:xfrm>
            <a:off x="7124700" y="1981200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9" name="Google Shape;109;p64"/>
          <p:cNvSpPr txBox="1"/>
          <p:nvPr>
            <p:ph idx="6" type="body"/>
          </p:nvPr>
        </p:nvSpPr>
        <p:spPr>
          <a:xfrm>
            <a:off x="7124700" y="2667000"/>
            <a:ext cx="2932113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10" name="Google Shape;110;p64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64"/>
          <p:cNvCxnSpPr/>
          <p:nvPr/>
        </p:nvCxnSpPr>
        <p:spPr>
          <a:xfrm>
            <a:off x="6962227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64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64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6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5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65"/>
          <p:cNvSpPr txBox="1"/>
          <p:nvPr>
            <p:ph idx="1" type="body"/>
          </p:nvPr>
        </p:nvSpPr>
        <p:spPr>
          <a:xfrm>
            <a:off x="652463" y="4250949"/>
            <a:ext cx="29400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8" name="Google Shape;118;p65"/>
          <p:cNvSpPr/>
          <p:nvPr>
            <p:ph idx="2" type="pic"/>
          </p:nvPr>
        </p:nvSpPr>
        <p:spPr>
          <a:xfrm>
            <a:off x="652463" y="2209800"/>
            <a:ext cx="2940050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19" name="Google Shape;119;p65"/>
          <p:cNvSpPr txBox="1"/>
          <p:nvPr>
            <p:ph idx="3" type="body"/>
          </p:nvPr>
        </p:nvSpPr>
        <p:spPr>
          <a:xfrm>
            <a:off x="652463" y="4827211"/>
            <a:ext cx="2940050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0" name="Google Shape;120;p65"/>
          <p:cNvSpPr txBox="1"/>
          <p:nvPr>
            <p:ph idx="4" type="body"/>
          </p:nvPr>
        </p:nvSpPr>
        <p:spPr>
          <a:xfrm>
            <a:off x="3889375" y="4250949"/>
            <a:ext cx="29305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1" name="Google Shape;121;p65"/>
          <p:cNvSpPr/>
          <p:nvPr>
            <p:ph idx="5" type="pic"/>
          </p:nvPr>
        </p:nvSpPr>
        <p:spPr>
          <a:xfrm>
            <a:off x="3889374" y="2209800"/>
            <a:ext cx="2930525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2" name="Google Shape;122;p65"/>
          <p:cNvSpPr txBox="1"/>
          <p:nvPr>
            <p:ph idx="6" type="body"/>
          </p:nvPr>
        </p:nvSpPr>
        <p:spPr>
          <a:xfrm>
            <a:off x="3888022" y="4827210"/>
            <a:ext cx="2934406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3" name="Google Shape;123;p65"/>
          <p:cNvSpPr txBox="1"/>
          <p:nvPr>
            <p:ph idx="7" type="body"/>
          </p:nvPr>
        </p:nvSpPr>
        <p:spPr>
          <a:xfrm>
            <a:off x="7124700" y="4250949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4" name="Google Shape;124;p65"/>
          <p:cNvSpPr/>
          <p:nvPr>
            <p:ph idx="8" type="pic"/>
          </p:nvPr>
        </p:nvSpPr>
        <p:spPr>
          <a:xfrm>
            <a:off x="7124699" y="2209800"/>
            <a:ext cx="2932113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5" name="Google Shape;125;p65"/>
          <p:cNvSpPr txBox="1"/>
          <p:nvPr>
            <p:ph idx="9" type="body"/>
          </p:nvPr>
        </p:nvSpPr>
        <p:spPr>
          <a:xfrm>
            <a:off x="7124575" y="4827208"/>
            <a:ext cx="2935997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26" name="Google Shape;126;p65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65"/>
          <p:cNvCxnSpPr/>
          <p:nvPr/>
        </p:nvCxnSpPr>
        <p:spPr>
          <a:xfrm>
            <a:off x="6962227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65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65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6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6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66"/>
          <p:cNvSpPr txBox="1"/>
          <p:nvPr>
            <p:ph idx="1" type="body"/>
          </p:nvPr>
        </p:nvSpPr>
        <p:spPr>
          <a:xfrm rot="5400000">
            <a:off x="3478842" y="-322612"/>
            <a:ext cx="4195481" cy="8946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4" name="Google Shape;134;p66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66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66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7"/>
          <p:cNvSpPr txBox="1"/>
          <p:nvPr>
            <p:ph type="title"/>
          </p:nvPr>
        </p:nvSpPr>
        <p:spPr>
          <a:xfrm rot="5400000">
            <a:off x="6267450" y="2466975"/>
            <a:ext cx="5826125" cy="1752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67"/>
          <p:cNvSpPr txBox="1"/>
          <p:nvPr>
            <p:ph idx="1" type="body"/>
          </p:nvPr>
        </p:nvSpPr>
        <p:spPr>
          <a:xfrm rot="5400000">
            <a:off x="1679576" y="-139699"/>
            <a:ext cx="5368924" cy="7423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0" name="Google Shape;140;p67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67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67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6.xml"/><Relationship Id="rId22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5.xml"/><Relationship Id="rId21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8.xml"/><Relationship Id="rId12" Type="http://schemas.openxmlformats.org/officeDocument/2006/relationships/slideLayout" Target="../slideLayouts/slideLayout7.xml"/><Relationship Id="rId23" Type="http://schemas.openxmlformats.org/officeDocument/2006/relationships/theme" Target="../theme/theme2.xml"/><Relationship Id="rId1" Type="http://schemas.openxmlformats.org/officeDocument/2006/relationships/image" Target="../media/image42.png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slideLayout" Target="../slideLayouts/slideLayout4.xml"/><Relationship Id="rId15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9.xml"/><Relationship Id="rId17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11.xml"/><Relationship Id="rId5" Type="http://schemas.openxmlformats.org/officeDocument/2006/relationships/image" Target="../media/image13.png"/><Relationship Id="rId19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.xml"/><Relationship Id="rId18" Type="http://schemas.openxmlformats.org/officeDocument/2006/relationships/slideLayout" Target="../slideLayouts/slideLayout13.xml"/><Relationship Id="rId7" Type="http://schemas.openxmlformats.org/officeDocument/2006/relationships/slideLayout" Target="../slideLayouts/slideLayout2.xml"/><Relationship Id="rId8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50"/>
          <p:cNvPicPr preferRelativeResize="0"/>
          <p:nvPr/>
        </p:nvPicPr>
        <p:blipFill rotWithShape="1">
          <a:blip r:embed="rId2">
            <a:alphaModFix/>
          </a:blip>
          <a:srcRect b="0" l="3613" r="0" t="0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50"/>
          <p:cNvPicPr preferRelativeResize="0"/>
          <p:nvPr/>
        </p:nvPicPr>
        <p:blipFill rotWithShape="1">
          <a:blip r:embed="rId3">
            <a:alphaModFix/>
          </a:blip>
          <a:srcRect b="0" l="35640" r="0" t="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50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>
            <a:gsLst>
              <a:gs pos="0">
                <a:srgbClr val="4CB9C3">
                  <a:alpha val="6666"/>
                </a:srgbClr>
              </a:gs>
              <a:gs pos="36000">
                <a:srgbClr val="4CB9C3">
                  <a:alpha val="5882"/>
                </a:srgbClr>
              </a:gs>
              <a:gs pos="69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" name="Google Shape;9;p50"/>
          <p:cNvPicPr preferRelativeResize="0"/>
          <p:nvPr/>
        </p:nvPicPr>
        <p:blipFill rotWithShape="1">
          <a:blip r:embed="rId4">
            <a:alphaModFix/>
          </a:blip>
          <a:srcRect b="0" l="0" r="0" t="28812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50"/>
          <p:cNvPicPr preferRelativeResize="0"/>
          <p:nvPr/>
        </p:nvPicPr>
        <p:blipFill rotWithShape="1">
          <a:blip r:embed="rId5">
            <a:alphaModFix/>
          </a:blip>
          <a:srcRect b="23320" l="0" r="0" t="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5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50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b="0" i="0" sz="42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50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Char char="►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20040" lvl="1" marL="9144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09880" lvl="2" marL="13716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99719" lvl="3" marL="18288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99720" lvl="4" marL="22860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99720" lvl="5" marL="27432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99720" lvl="6" marL="32004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99720" lvl="7" marL="36576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99720" lvl="8" marL="41148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50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5" name="Google Shape;15;p50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6" name="Google Shape;16;p5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  <p:sldLayoutId id="2147483660" r:id="rId17"/>
    <p:sldLayoutId id="2147483661" r:id="rId18"/>
    <p:sldLayoutId id="2147483662" r:id="rId19"/>
    <p:sldLayoutId id="2147483663" r:id="rId20"/>
    <p:sldLayoutId id="2147483664" r:id="rId21"/>
    <p:sldLayoutId id="2147483665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3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0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812" y="299804"/>
            <a:ext cx="11497457" cy="6325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843" y="164892"/>
            <a:ext cx="11692327" cy="65806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862" y="164892"/>
            <a:ext cx="11647357" cy="6520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872" y="209862"/>
            <a:ext cx="11677338" cy="65207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813" y="71437"/>
            <a:ext cx="11677338" cy="671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882" y="179882"/>
            <a:ext cx="11722307" cy="6520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872" y="329784"/>
            <a:ext cx="11767279" cy="6340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892" y="224852"/>
            <a:ext cx="11887200" cy="640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823" y="134912"/>
            <a:ext cx="11752288" cy="6385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881" y="209862"/>
            <a:ext cx="11842229" cy="6265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"/>
          <p:cNvSpPr txBox="1"/>
          <p:nvPr>
            <p:ph type="title"/>
          </p:nvPr>
        </p:nvSpPr>
        <p:spPr>
          <a:xfrm>
            <a:off x="646111" y="452718"/>
            <a:ext cx="9404723" cy="866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IN"/>
              <a:t>Types of Forecasting Methods</a:t>
            </a:r>
            <a:endParaRPr/>
          </a:p>
        </p:txBody>
      </p:sp>
      <p:pic>
        <p:nvPicPr>
          <p:cNvPr id="198" name="Google Shape;198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862" y="1319134"/>
            <a:ext cx="11197653" cy="52465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469" y="194872"/>
            <a:ext cx="7353456" cy="719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2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4833" y="1109272"/>
            <a:ext cx="11707317" cy="54407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803" y="194872"/>
            <a:ext cx="11452486" cy="6325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872" y="254833"/>
            <a:ext cx="11452485" cy="63858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812" y="239843"/>
            <a:ext cx="11632367" cy="64607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508" y="547686"/>
            <a:ext cx="9877581" cy="55083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9784" y="314793"/>
            <a:ext cx="11347554" cy="6340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843" y="194872"/>
            <a:ext cx="11242623" cy="6295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862" y="284813"/>
            <a:ext cx="11332563" cy="6415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872" y="434715"/>
            <a:ext cx="11632367" cy="6026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843" y="299803"/>
            <a:ext cx="11647357" cy="6280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754" y="164892"/>
            <a:ext cx="11602387" cy="63565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832" y="164892"/>
            <a:ext cx="11632367" cy="63558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2593" l="4303" r="3560" t="0"/>
          <a:stretch/>
        </p:blipFill>
        <p:spPr>
          <a:xfrm>
            <a:off x="254833" y="44971"/>
            <a:ext cx="11722308" cy="6610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5"/>
          <p:cNvPicPr preferRelativeResize="0"/>
          <p:nvPr/>
        </p:nvPicPr>
        <p:blipFill rotWithShape="1">
          <a:blip r:embed="rId3">
            <a:alphaModFix/>
          </a:blip>
          <a:srcRect b="56061" l="422" r="0" t="0"/>
          <a:stretch/>
        </p:blipFill>
        <p:spPr>
          <a:xfrm>
            <a:off x="209862" y="89941"/>
            <a:ext cx="11692328" cy="65956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6"/>
          <p:cNvPicPr preferRelativeResize="0"/>
          <p:nvPr/>
        </p:nvPicPr>
        <p:blipFill rotWithShape="1">
          <a:blip r:embed="rId3">
            <a:alphaModFix/>
          </a:blip>
          <a:srcRect b="0" l="790" r="0" t="4208"/>
          <a:stretch/>
        </p:blipFill>
        <p:spPr>
          <a:xfrm>
            <a:off x="134912" y="329782"/>
            <a:ext cx="11797258" cy="6280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843" y="239841"/>
            <a:ext cx="11617377" cy="64157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4774" y="254833"/>
            <a:ext cx="11572406" cy="6205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862" y="148886"/>
            <a:ext cx="11737299" cy="641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794" y="479685"/>
            <a:ext cx="11347554" cy="6130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597" y="284813"/>
            <a:ext cx="10792918" cy="6310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9626" y="329784"/>
            <a:ext cx="10268264" cy="6265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9745" y="238125"/>
            <a:ext cx="10852878" cy="638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9390" y="479684"/>
            <a:ext cx="9563725" cy="5876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803" y="389744"/>
            <a:ext cx="11347554" cy="6041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948" y="269824"/>
            <a:ext cx="9797476" cy="61262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754" y="449705"/>
            <a:ext cx="10464696" cy="58611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2469" y="614597"/>
            <a:ext cx="7601105" cy="5831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4302" y="410356"/>
            <a:ext cx="9743605" cy="5615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9567" y="449706"/>
            <a:ext cx="9503763" cy="5801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Google Shape;34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9549" y="374754"/>
            <a:ext cx="10345164" cy="6041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803" y="449706"/>
            <a:ext cx="10807908" cy="58611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46" y="284813"/>
            <a:ext cx="10942820" cy="6415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8780" y="344774"/>
            <a:ext cx="8469443" cy="61459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705" y="839449"/>
            <a:ext cx="10987789" cy="5306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9784" y="449706"/>
            <a:ext cx="10493114" cy="6145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9665" y="161925"/>
            <a:ext cx="10957809" cy="653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439" y="452437"/>
            <a:ext cx="9318261" cy="595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9"/>
          <p:cNvSpPr txBox="1"/>
          <p:nvPr>
            <p:ph idx="1" type="body"/>
          </p:nvPr>
        </p:nvSpPr>
        <p:spPr>
          <a:xfrm>
            <a:off x="749508" y="509666"/>
            <a:ext cx="9300345" cy="57387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SzPts val="6400"/>
              <a:buNone/>
            </a:pPr>
            <a:r>
              <a:rPr i="1" lang="en-IN" sz="8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on">
  <a:themeElements>
    <a:clrScheme name="I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2024-11-07T09:33:14Z</dcterms:created>
  <dc:creator>Dr. Ubale</dc:creator>
</cp:coreProperties>
</file>